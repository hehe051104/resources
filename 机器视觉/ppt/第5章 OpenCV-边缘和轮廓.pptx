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52.xml" ContentType="application/vnd.openxmlformats-officedocument.presentationml.tags+xml"/>
  <Override PartName="/ppt/notesSlides/notesSlide1.xml" ContentType="application/vnd.openxmlformats-officedocument.presentationml.notesSlide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57" r:id="rId2"/>
    <p:sldId id="275" r:id="rId3"/>
    <p:sldId id="345" r:id="rId4"/>
    <p:sldId id="346" r:id="rId5"/>
    <p:sldId id="347" r:id="rId6"/>
    <p:sldId id="348" r:id="rId7"/>
    <p:sldId id="349" r:id="rId8"/>
    <p:sldId id="330" r:id="rId9"/>
    <p:sldId id="352" r:id="rId10"/>
    <p:sldId id="353" r:id="rId11"/>
    <p:sldId id="338" r:id="rId12"/>
    <p:sldId id="339" r:id="rId13"/>
    <p:sldId id="340" r:id="rId14"/>
    <p:sldId id="341" r:id="rId15"/>
    <p:sldId id="342" r:id="rId16"/>
    <p:sldId id="343" r:id="rId17"/>
    <p:sldId id="344" r:id="rId18"/>
    <p:sldId id="354" r:id="rId19"/>
    <p:sldId id="355" r:id="rId20"/>
    <p:sldId id="356" r:id="rId21"/>
    <p:sldId id="357" r:id="rId22"/>
    <p:sldId id="358" r:id="rId23"/>
    <p:sldId id="359" r:id="rId24"/>
    <p:sldId id="360" r:id="rId25"/>
    <p:sldId id="361" r:id="rId26"/>
    <p:sldId id="324" r:id="rId27"/>
    <p:sldId id="362" r:id="rId28"/>
    <p:sldId id="363" r:id="rId29"/>
    <p:sldId id="364" r:id="rId30"/>
    <p:sldId id="365" r:id="rId31"/>
    <p:sldId id="332" r:id="rId32"/>
    <p:sldId id="331" r:id="rId33"/>
    <p:sldId id="333" r:id="rId34"/>
    <p:sldId id="334" r:id="rId35"/>
    <p:sldId id="335" r:id="rId36"/>
    <p:sldId id="336" r:id="rId37"/>
    <p:sldId id="337" r:id="rId38"/>
    <p:sldId id="385" r:id="rId39"/>
    <p:sldId id="325" r:id="rId40"/>
    <p:sldId id="326" r:id="rId41"/>
    <p:sldId id="327" r:id="rId42"/>
    <p:sldId id="328" r:id="rId4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008">
          <p15:clr>
            <a:srgbClr val="A4A3A4"/>
          </p15:clr>
        </p15:guide>
        <p15:guide id="3" orient="horz" pos="3792">
          <p15:clr>
            <a:srgbClr val="A4A3A4"/>
          </p15:clr>
        </p15:guide>
        <p15:guide id="4" orient="horz" pos="1152">
          <p15:clr>
            <a:srgbClr val="A4A3A4"/>
          </p15:clr>
        </p15:guide>
        <p15:guide id="5" orient="horz" pos="3360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orient="horz" pos="864">
          <p15:clr>
            <a:srgbClr val="A4A3A4"/>
          </p15:clr>
        </p15:guide>
        <p15:guide id="8" orient="horz" pos="558">
          <p15:clr>
            <a:srgbClr val="A4A3A4"/>
          </p15:clr>
        </p15:guide>
        <p15:guide id="9" orient="horz" pos="2784">
          <p15:clr>
            <a:srgbClr val="A4A3A4"/>
          </p15:clr>
        </p15:guide>
        <p15:guide id="10" pos="3839">
          <p15:clr>
            <a:srgbClr val="A4A3A4"/>
          </p15:clr>
        </p15:guide>
        <p15:guide id="11" pos="959">
          <p15:clr>
            <a:srgbClr val="A4A3A4"/>
          </p15:clr>
        </p15:guide>
        <p15:guide id="12" pos="7007">
          <p15:clr>
            <a:srgbClr val="A4A3A4"/>
          </p15:clr>
        </p15:guide>
        <p15:guide id="13" pos="6719">
          <p15:clr>
            <a:srgbClr val="A4A3A4"/>
          </p15:clr>
        </p15:guide>
        <p15:guide id="14" pos="6143">
          <p15:clr>
            <a:srgbClr val="A4A3A4"/>
          </p15:clr>
        </p15:guide>
        <p15:guide id="15" pos="3983">
          <p15:clr>
            <a:srgbClr val="A4A3A4"/>
          </p15:clr>
        </p15:guide>
        <p15:guide id="16" pos="527">
          <p15:clr>
            <a:srgbClr val="A4A3A4"/>
          </p15:clr>
        </p15:guide>
        <p15:guide id="17" pos="71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AB1C69-6EDB-4FF4-983F-18BD219EF322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0615" autoAdjust="0"/>
  </p:normalViewPr>
  <p:slideViewPr>
    <p:cSldViewPr>
      <p:cViewPr varScale="1">
        <p:scale>
          <a:sx n="114" d="100"/>
          <a:sy n="114" d="100"/>
        </p:scale>
        <p:origin x="414" y="108"/>
      </p:cViewPr>
      <p:guideLst>
        <p:guide orient="horz" pos="2160"/>
        <p:guide orient="horz" pos="1008"/>
        <p:guide orient="horz" pos="3792"/>
        <p:guide orient="horz" pos="1152"/>
        <p:guide orient="horz" pos="3360"/>
        <p:guide orient="horz" pos="3072"/>
        <p:guide orient="horz" pos="864"/>
        <p:guide orient="horz" pos="558"/>
        <p:guide orient="horz" pos="2784"/>
        <p:guide pos="3839"/>
        <p:guide pos="959"/>
        <p:guide pos="7007"/>
        <p:guide pos="6719"/>
        <p:guide pos="6143"/>
        <p:guide pos="3983"/>
        <p:guide pos="527"/>
        <p:guide pos="715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3840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BE8D551-EAFC-440E-BE76-FE90AA8B3E59}" type="datetime1">
              <a:rPr lang="zh-CN" altLang="en-US" smtClean="0">
                <a:latin typeface="宋体" panose="02010600030101010101" pitchFamily="2" charset="-122"/>
                <a:ea typeface="宋体" panose="02010600030101010101" pitchFamily="2" charset="-122"/>
              </a:rPr>
              <a:t>2023-9-6</a:t>
            </a:fld>
            <a:endParaRPr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C119DBA-4540-49B3-8FA9-6259387ECF9E}" type="slidenum"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‹#›</a:t>
            </a:fld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0A1D97-EEB6-429B-AC02-D2212B4618C4}" type="datetime1">
              <a:rPr lang="zh-CN" altLang="en-US" smtClean="0"/>
              <a:t>2023-9-6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CN" altLang="en-US" noProof="0" dirty="0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3B36274-F2B9-4C45-BBB4-0EDF4CD651A7}" type="slidenum">
              <a:rPr lang="en-US" altLang="zh-CN" noProof="0" smtClean="0"/>
              <a:t>‹#›</a:t>
            </a:fld>
            <a:endParaRPr lang="en-US" altLang="zh-CN" noProof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j-ea"/>
        <a:ea typeface="+mj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E3B36274-F2B9-4C45-BBB4-0EDF4CD651A7}" type="slidenum">
              <a:rPr lang="en-US" altLang="zh-CN" smtClean="0">
                <a:latin typeface="+mj-ea"/>
                <a:ea typeface="+mj-ea"/>
              </a:rPr>
              <a:t>1</a:t>
            </a:fld>
            <a:endParaRPr lang="zh-CN" altLang="en-US" dirty="0">
              <a:latin typeface="+mj-ea"/>
              <a:ea typeface="+mj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536B37-480C-4C68-8BAA-2F772309D547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6" Type="http://schemas.openxmlformats.org/officeDocument/2006/relationships/tags" Target="../tags/tag32.xml"/><Relationship Id="rId21" Type="http://schemas.openxmlformats.org/officeDocument/2006/relationships/tags" Target="../tags/tag27.xml"/><Relationship Id="rId42" Type="http://schemas.openxmlformats.org/officeDocument/2006/relationships/tags" Target="../tags/tag48.xml"/><Relationship Id="rId47" Type="http://schemas.openxmlformats.org/officeDocument/2006/relationships/tags" Target="../tags/tag53.xml"/><Relationship Id="rId63" Type="http://schemas.openxmlformats.org/officeDocument/2006/relationships/tags" Target="../tags/tag69.xml"/><Relationship Id="rId68" Type="http://schemas.openxmlformats.org/officeDocument/2006/relationships/slideMaster" Target="../slideMasters/slideMaster1.xml"/><Relationship Id="rId7" Type="http://schemas.openxmlformats.org/officeDocument/2006/relationships/tags" Target="../tags/tag13.xml"/><Relationship Id="rId2" Type="http://schemas.openxmlformats.org/officeDocument/2006/relationships/tags" Target="../tags/tag8.xml"/><Relationship Id="rId16" Type="http://schemas.openxmlformats.org/officeDocument/2006/relationships/tags" Target="../tags/tag22.xml"/><Relationship Id="rId29" Type="http://schemas.openxmlformats.org/officeDocument/2006/relationships/tags" Target="../tags/tag35.xml"/><Relationship Id="rId11" Type="http://schemas.openxmlformats.org/officeDocument/2006/relationships/tags" Target="../tags/tag17.xml"/><Relationship Id="rId24" Type="http://schemas.openxmlformats.org/officeDocument/2006/relationships/tags" Target="../tags/tag30.xml"/><Relationship Id="rId32" Type="http://schemas.openxmlformats.org/officeDocument/2006/relationships/tags" Target="../tags/tag38.xml"/><Relationship Id="rId37" Type="http://schemas.openxmlformats.org/officeDocument/2006/relationships/tags" Target="../tags/tag43.xml"/><Relationship Id="rId40" Type="http://schemas.openxmlformats.org/officeDocument/2006/relationships/tags" Target="../tags/tag46.xml"/><Relationship Id="rId45" Type="http://schemas.openxmlformats.org/officeDocument/2006/relationships/tags" Target="../tags/tag51.xml"/><Relationship Id="rId53" Type="http://schemas.openxmlformats.org/officeDocument/2006/relationships/tags" Target="../tags/tag59.xml"/><Relationship Id="rId58" Type="http://schemas.openxmlformats.org/officeDocument/2006/relationships/tags" Target="../tags/tag64.xml"/><Relationship Id="rId66" Type="http://schemas.openxmlformats.org/officeDocument/2006/relationships/tags" Target="../tags/tag72.xml"/><Relationship Id="rId5" Type="http://schemas.openxmlformats.org/officeDocument/2006/relationships/tags" Target="../tags/tag11.xml"/><Relationship Id="rId61" Type="http://schemas.openxmlformats.org/officeDocument/2006/relationships/tags" Target="../tags/tag67.xml"/><Relationship Id="rId19" Type="http://schemas.openxmlformats.org/officeDocument/2006/relationships/tags" Target="../tags/tag25.xml"/><Relationship Id="rId14" Type="http://schemas.openxmlformats.org/officeDocument/2006/relationships/tags" Target="../tags/tag20.xml"/><Relationship Id="rId22" Type="http://schemas.openxmlformats.org/officeDocument/2006/relationships/tags" Target="../tags/tag28.xml"/><Relationship Id="rId27" Type="http://schemas.openxmlformats.org/officeDocument/2006/relationships/tags" Target="../tags/tag33.xml"/><Relationship Id="rId30" Type="http://schemas.openxmlformats.org/officeDocument/2006/relationships/tags" Target="../tags/tag36.xml"/><Relationship Id="rId35" Type="http://schemas.openxmlformats.org/officeDocument/2006/relationships/tags" Target="../tags/tag41.xml"/><Relationship Id="rId43" Type="http://schemas.openxmlformats.org/officeDocument/2006/relationships/tags" Target="../tags/tag49.xml"/><Relationship Id="rId48" Type="http://schemas.openxmlformats.org/officeDocument/2006/relationships/tags" Target="../tags/tag54.xml"/><Relationship Id="rId56" Type="http://schemas.openxmlformats.org/officeDocument/2006/relationships/tags" Target="../tags/tag62.xml"/><Relationship Id="rId64" Type="http://schemas.openxmlformats.org/officeDocument/2006/relationships/tags" Target="../tags/tag70.xml"/><Relationship Id="rId69" Type="http://schemas.openxmlformats.org/officeDocument/2006/relationships/image" Target="../media/image1.jpeg"/><Relationship Id="rId8" Type="http://schemas.openxmlformats.org/officeDocument/2006/relationships/tags" Target="../tags/tag14.xml"/><Relationship Id="rId51" Type="http://schemas.openxmlformats.org/officeDocument/2006/relationships/tags" Target="../tags/tag57.xml"/><Relationship Id="rId3" Type="http://schemas.openxmlformats.org/officeDocument/2006/relationships/tags" Target="../tags/tag9.xml"/><Relationship Id="rId12" Type="http://schemas.openxmlformats.org/officeDocument/2006/relationships/tags" Target="../tags/tag18.xml"/><Relationship Id="rId17" Type="http://schemas.openxmlformats.org/officeDocument/2006/relationships/tags" Target="../tags/tag23.xml"/><Relationship Id="rId25" Type="http://schemas.openxmlformats.org/officeDocument/2006/relationships/tags" Target="../tags/tag31.xml"/><Relationship Id="rId33" Type="http://schemas.openxmlformats.org/officeDocument/2006/relationships/tags" Target="../tags/tag39.xml"/><Relationship Id="rId38" Type="http://schemas.openxmlformats.org/officeDocument/2006/relationships/tags" Target="../tags/tag44.xml"/><Relationship Id="rId46" Type="http://schemas.openxmlformats.org/officeDocument/2006/relationships/tags" Target="../tags/tag52.xml"/><Relationship Id="rId59" Type="http://schemas.openxmlformats.org/officeDocument/2006/relationships/tags" Target="../tags/tag65.xml"/><Relationship Id="rId67" Type="http://schemas.openxmlformats.org/officeDocument/2006/relationships/tags" Target="../tags/tag73.xml"/><Relationship Id="rId20" Type="http://schemas.openxmlformats.org/officeDocument/2006/relationships/tags" Target="../tags/tag26.xml"/><Relationship Id="rId41" Type="http://schemas.openxmlformats.org/officeDocument/2006/relationships/tags" Target="../tags/tag47.xml"/><Relationship Id="rId54" Type="http://schemas.openxmlformats.org/officeDocument/2006/relationships/tags" Target="../tags/tag60.xml"/><Relationship Id="rId62" Type="http://schemas.openxmlformats.org/officeDocument/2006/relationships/tags" Target="../tags/tag6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5" Type="http://schemas.openxmlformats.org/officeDocument/2006/relationships/tags" Target="../tags/tag21.xml"/><Relationship Id="rId23" Type="http://schemas.openxmlformats.org/officeDocument/2006/relationships/tags" Target="../tags/tag29.xml"/><Relationship Id="rId28" Type="http://schemas.openxmlformats.org/officeDocument/2006/relationships/tags" Target="../tags/tag34.xml"/><Relationship Id="rId36" Type="http://schemas.openxmlformats.org/officeDocument/2006/relationships/tags" Target="../tags/tag42.xml"/><Relationship Id="rId49" Type="http://schemas.openxmlformats.org/officeDocument/2006/relationships/tags" Target="../tags/tag55.xml"/><Relationship Id="rId57" Type="http://schemas.openxmlformats.org/officeDocument/2006/relationships/tags" Target="../tags/tag63.xml"/><Relationship Id="rId10" Type="http://schemas.openxmlformats.org/officeDocument/2006/relationships/tags" Target="../tags/tag16.xml"/><Relationship Id="rId31" Type="http://schemas.openxmlformats.org/officeDocument/2006/relationships/tags" Target="../tags/tag37.xml"/><Relationship Id="rId44" Type="http://schemas.openxmlformats.org/officeDocument/2006/relationships/tags" Target="../tags/tag50.xml"/><Relationship Id="rId52" Type="http://schemas.openxmlformats.org/officeDocument/2006/relationships/tags" Target="../tags/tag58.xml"/><Relationship Id="rId60" Type="http://schemas.openxmlformats.org/officeDocument/2006/relationships/tags" Target="../tags/tag66.xml"/><Relationship Id="rId65" Type="http://schemas.openxmlformats.org/officeDocument/2006/relationships/tags" Target="../tags/tag71.xml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3" Type="http://schemas.openxmlformats.org/officeDocument/2006/relationships/tags" Target="../tags/tag19.xml"/><Relationship Id="rId18" Type="http://schemas.openxmlformats.org/officeDocument/2006/relationships/tags" Target="../tags/tag24.xml"/><Relationship Id="rId39" Type="http://schemas.openxmlformats.org/officeDocument/2006/relationships/tags" Target="../tags/tag45.xml"/><Relationship Id="rId34" Type="http://schemas.openxmlformats.org/officeDocument/2006/relationships/tags" Target="../tags/tag40.xml"/><Relationship Id="rId50" Type="http://schemas.openxmlformats.org/officeDocument/2006/relationships/tags" Target="../tags/tag56.xml"/><Relationship Id="rId55" Type="http://schemas.openxmlformats.org/officeDocument/2006/relationships/tags" Target="../tags/tag6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7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9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8.xml"/><Relationship Id="rId9" Type="http://schemas.openxmlformats.org/officeDocument/2006/relationships/tags" Target="../tags/tag103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8.xml"/><Relationship Id="rId4" Type="http://schemas.openxmlformats.org/officeDocument/2006/relationships/tags" Target="../tags/tag107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12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9.xml"/><Relationship Id="rId4" Type="http://schemas.openxmlformats.org/officeDocument/2006/relationships/tags" Target="../tags/tag128.xml"/></Relationships>
</file>

<file path=ppt/slideLayouts/_rels/slideLayout11.xml.rels><?xml version="1.0" encoding="UTF-8" standalone="yes"?>
<Relationships xmlns="http://schemas.openxmlformats.org/package/2006/relationships"><Relationship Id="rId26" Type="http://schemas.openxmlformats.org/officeDocument/2006/relationships/tags" Target="../tags/tag155.xml"/><Relationship Id="rId21" Type="http://schemas.openxmlformats.org/officeDocument/2006/relationships/tags" Target="../tags/tag150.xml"/><Relationship Id="rId42" Type="http://schemas.openxmlformats.org/officeDocument/2006/relationships/tags" Target="../tags/tag171.xml"/><Relationship Id="rId47" Type="http://schemas.openxmlformats.org/officeDocument/2006/relationships/tags" Target="../tags/tag176.xml"/><Relationship Id="rId63" Type="http://schemas.openxmlformats.org/officeDocument/2006/relationships/tags" Target="../tags/tag192.xml"/><Relationship Id="rId68" Type="http://schemas.openxmlformats.org/officeDocument/2006/relationships/slideMaster" Target="../slideMasters/slideMaster1.xml"/><Relationship Id="rId7" Type="http://schemas.openxmlformats.org/officeDocument/2006/relationships/tags" Target="../tags/tag136.xml"/><Relationship Id="rId2" Type="http://schemas.openxmlformats.org/officeDocument/2006/relationships/tags" Target="../tags/tag131.xml"/><Relationship Id="rId16" Type="http://schemas.openxmlformats.org/officeDocument/2006/relationships/tags" Target="../tags/tag145.xml"/><Relationship Id="rId29" Type="http://schemas.openxmlformats.org/officeDocument/2006/relationships/tags" Target="../tags/tag158.xml"/><Relationship Id="rId11" Type="http://schemas.openxmlformats.org/officeDocument/2006/relationships/tags" Target="../tags/tag140.xml"/><Relationship Id="rId24" Type="http://schemas.openxmlformats.org/officeDocument/2006/relationships/tags" Target="../tags/tag153.xml"/><Relationship Id="rId32" Type="http://schemas.openxmlformats.org/officeDocument/2006/relationships/tags" Target="../tags/tag161.xml"/><Relationship Id="rId37" Type="http://schemas.openxmlformats.org/officeDocument/2006/relationships/tags" Target="../tags/tag166.xml"/><Relationship Id="rId40" Type="http://schemas.openxmlformats.org/officeDocument/2006/relationships/tags" Target="../tags/tag169.xml"/><Relationship Id="rId45" Type="http://schemas.openxmlformats.org/officeDocument/2006/relationships/tags" Target="../tags/tag174.xml"/><Relationship Id="rId53" Type="http://schemas.openxmlformats.org/officeDocument/2006/relationships/tags" Target="../tags/tag182.xml"/><Relationship Id="rId58" Type="http://schemas.openxmlformats.org/officeDocument/2006/relationships/tags" Target="../tags/tag187.xml"/><Relationship Id="rId66" Type="http://schemas.openxmlformats.org/officeDocument/2006/relationships/tags" Target="../tags/tag195.xml"/><Relationship Id="rId5" Type="http://schemas.openxmlformats.org/officeDocument/2006/relationships/tags" Target="../tags/tag134.xml"/><Relationship Id="rId61" Type="http://schemas.openxmlformats.org/officeDocument/2006/relationships/tags" Target="../tags/tag190.xml"/><Relationship Id="rId19" Type="http://schemas.openxmlformats.org/officeDocument/2006/relationships/tags" Target="../tags/tag148.xml"/><Relationship Id="rId14" Type="http://schemas.openxmlformats.org/officeDocument/2006/relationships/tags" Target="../tags/tag143.xml"/><Relationship Id="rId22" Type="http://schemas.openxmlformats.org/officeDocument/2006/relationships/tags" Target="../tags/tag151.xml"/><Relationship Id="rId27" Type="http://schemas.openxmlformats.org/officeDocument/2006/relationships/tags" Target="../tags/tag156.xml"/><Relationship Id="rId30" Type="http://schemas.openxmlformats.org/officeDocument/2006/relationships/tags" Target="../tags/tag159.xml"/><Relationship Id="rId35" Type="http://schemas.openxmlformats.org/officeDocument/2006/relationships/tags" Target="../tags/tag164.xml"/><Relationship Id="rId43" Type="http://schemas.openxmlformats.org/officeDocument/2006/relationships/tags" Target="../tags/tag172.xml"/><Relationship Id="rId48" Type="http://schemas.openxmlformats.org/officeDocument/2006/relationships/tags" Target="../tags/tag177.xml"/><Relationship Id="rId56" Type="http://schemas.openxmlformats.org/officeDocument/2006/relationships/tags" Target="../tags/tag185.xml"/><Relationship Id="rId64" Type="http://schemas.openxmlformats.org/officeDocument/2006/relationships/tags" Target="../tags/tag193.xml"/><Relationship Id="rId69" Type="http://schemas.openxmlformats.org/officeDocument/2006/relationships/image" Target="../media/image1.jpeg"/><Relationship Id="rId8" Type="http://schemas.openxmlformats.org/officeDocument/2006/relationships/tags" Target="../tags/tag137.xml"/><Relationship Id="rId51" Type="http://schemas.openxmlformats.org/officeDocument/2006/relationships/tags" Target="../tags/tag180.xml"/><Relationship Id="rId3" Type="http://schemas.openxmlformats.org/officeDocument/2006/relationships/tags" Target="../tags/tag132.xml"/><Relationship Id="rId12" Type="http://schemas.openxmlformats.org/officeDocument/2006/relationships/tags" Target="../tags/tag141.xml"/><Relationship Id="rId17" Type="http://schemas.openxmlformats.org/officeDocument/2006/relationships/tags" Target="../tags/tag146.xml"/><Relationship Id="rId25" Type="http://schemas.openxmlformats.org/officeDocument/2006/relationships/tags" Target="../tags/tag154.xml"/><Relationship Id="rId33" Type="http://schemas.openxmlformats.org/officeDocument/2006/relationships/tags" Target="../tags/tag162.xml"/><Relationship Id="rId38" Type="http://schemas.openxmlformats.org/officeDocument/2006/relationships/tags" Target="../tags/tag167.xml"/><Relationship Id="rId46" Type="http://schemas.openxmlformats.org/officeDocument/2006/relationships/tags" Target="../tags/tag175.xml"/><Relationship Id="rId59" Type="http://schemas.openxmlformats.org/officeDocument/2006/relationships/tags" Target="../tags/tag188.xml"/><Relationship Id="rId67" Type="http://schemas.openxmlformats.org/officeDocument/2006/relationships/tags" Target="../tags/tag196.xml"/><Relationship Id="rId20" Type="http://schemas.openxmlformats.org/officeDocument/2006/relationships/tags" Target="../tags/tag149.xml"/><Relationship Id="rId41" Type="http://schemas.openxmlformats.org/officeDocument/2006/relationships/tags" Target="../tags/tag170.xml"/><Relationship Id="rId54" Type="http://schemas.openxmlformats.org/officeDocument/2006/relationships/tags" Target="../tags/tag183.xml"/><Relationship Id="rId62" Type="http://schemas.openxmlformats.org/officeDocument/2006/relationships/tags" Target="../tags/tag191.xml"/><Relationship Id="rId70" Type="http://schemas.openxmlformats.org/officeDocument/2006/relationships/image" Target="../media/image2.jpeg"/><Relationship Id="rId1" Type="http://schemas.openxmlformats.org/officeDocument/2006/relationships/tags" Target="../tags/tag130.xml"/><Relationship Id="rId6" Type="http://schemas.openxmlformats.org/officeDocument/2006/relationships/tags" Target="../tags/tag135.xml"/><Relationship Id="rId15" Type="http://schemas.openxmlformats.org/officeDocument/2006/relationships/tags" Target="../tags/tag144.xml"/><Relationship Id="rId23" Type="http://schemas.openxmlformats.org/officeDocument/2006/relationships/tags" Target="../tags/tag152.xml"/><Relationship Id="rId28" Type="http://schemas.openxmlformats.org/officeDocument/2006/relationships/tags" Target="../tags/tag157.xml"/><Relationship Id="rId36" Type="http://schemas.openxmlformats.org/officeDocument/2006/relationships/tags" Target="../tags/tag165.xml"/><Relationship Id="rId49" Type="http://schemas.openxmlformats.org/officeDocument/2006/relationships/tags" Target="../tags/tag178.xml"/><Relationship Id="rId57" Type="http://schemas.openxmlformats.org/officeDocument/2006/relationships/tags" Target="../tags/tag186.xml"/><Relationship Id="rId10" Type="http://schemas.openxmlformats.org/officeDocument/2006/relationships/tags" Target="../tags/tag139.xml"/><Relationship Id="rId31" Type="http://schemas.openxmlformats.org/officeDocument/2006/relationships/tags" Target="../tags/tag160.xml"/><Relationship Id="rId44" Type="http://schemas.openxmlformats.org/officeDocument/2006/relationships/tags" Target="../tags/tag173.xml"/><Relationship Id="rId52" Type="http://schemas.openxmlformats.org/officeDocument/2006/relationships/tags" Target="../tags/tag181.xml"/><Relationship Id="rId60" Type="http://schemas.openxmlformats.org/officeDocument/2006/relationships/tags" Target="../tags/tag189.xml"/><Relationship Id="rId65" Type="http://schemas.openxmlformats.org/officeDocument/2006/relationships/tags" Target="../tags/tag194.xml"/><Relationship Id="rId4" Type="http://schemas.openxmlformats.org/officeDocument/2006/relationships/tags" Target="../tags/tag133.xml"/><Relationship Id="rId9" Type="http://schemas.openxmlformats.org/officeDocument/2006/relationships/tags" Target="../tags/tag138.xml"/><Relationship Id="rId13" Type="http://schemas.openxmlformats.org/officeDocument/2006/relationships/tags" Target="../tags/tag142.xml"/><Relationship Id="rId18" Type="http://schemas.openxmlformats.org/officeDocument/2006/relationships/tags" Target="../tags/tag147.xml"/><Relationship Id="rId39" Type="http://schemas.openxmlformats.org/officeDocument/2006/relationships/tags" Target="../tags/tag168.xml"/><Relationship Id="rId34" Type="http://schemas.openxmlformats.org/officeDocument/2006/relationships/tags" Target="../tags/tag163.xml"/><Relationship Id="rId50" Type="http://schemas.openxmlformats.org/officeDocument/2006/relationships/tags" Target="../tags/tag179.xml"/><Relationship Id="rId55" Type="http://schemas.openxmlformats.org/officeDocument/2006/relationships/tags" Target="../tags/tag184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99.xml"/><Relationship Id="rId2" Type="http://schemas.openxmlformats.org/officeDocument/2006/relationships/tags" Target="../tags/tag198.xml"/><Relationship Id="rId1" Type="http://schemas.openxmlformats.org/officeDocument/2006/relationships/tags" Target="../tags/tag19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01.xml"/><Relationship Id="rId4" Type="http://schemas.openxmlformats.org/officeDocument/2006/relationships/tags" Target="../tags/tag200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20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03.xml"/><Relationship Id="rId1" Type="http://schemas.openxmlformats.org/officeDocument/2006/relationships/tags" Target="../tags/tag202.xml"/><Relationship Id="rId6" Type="http://schemas.openxmlformats.org/officeDocument/2006/relationships/tags" Target="../tags/tag207.xml"/><Relationship Id="rId5" Type="http://schemas.openxmlformats.org/officeDocument/2006/relationships/tags" Target="../tags/tag206.xml"/><Relationship Id="rId4" Type="http://schemas.openxmlformats.org/officeDocument/2006/relationships/tags" Target="../tags/tag205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215.xml"/><Relationship Id="rId3" Type="http://schemas.openxmlformats.org/officeDocument/2006/relationships/tags" Target="../tags/tag210.xml"/><Relationship Id="rId7" Type="http://schemas.openxmlformats.org/officeDocument/2006/relationships/tags" Target="../tags/tag214.xml"/><Relationship Id="rId2" Type="http://schemas.openxmlformats.org/officeDocument/2006/relationships/tags" Target="../tags/tag209.xml"/><Relationship Id="rId1" Type="http://schemas.openxmlformats.org/officeDocument/2006/relationships/tags" Target="../tags/tag208.xml"/><Relationship Id="rId6" Type="http://schemas.openxmlformats.org/officeDocument/2006/relationships/tags" Target="../tags/tag213.xml"/><Relationship Id="rId5" Type="http://schemas.openxmlformats.org/officeDocument/2006/relationships/tags" Target="../tags/tag21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211.xml"/><Relationship Id="rId9" Type="http://schemas.openxmlformats.org/officeDocument/2006/relationships/tags" Target="../tags/tag216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224.xml"/><Relationship Id="rId3" Type="http://schemas.openxmlformats.org/officeDocument/2006/relationships/tags" Target="../tags/tag219.xml"/><Relationship Id="rId7" Type="http://schemas.openxmlformats.org/officeDocument/2006/relationships/tags" Target="../tags/tag223.xml"/><Relationship Id="rId2" Type="http://schemas.openxmlformats.org/officeDocument/2006/relationships/tags" Target="../tags/tag218.xml"/><Relationship Id="rId1" Type="http://schemas.openxmlformats.org/officeDocument/2006/relationships/tags" Target="../tags/tag217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220.xml"/><Relationship Id="rId9" Type="http://schemas.openxmlformats.org/officeDocument/2006/relationships/tags" Target="../tags/tag225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233.xml"/><Relationship Id="rId3" Type="http://schemas.openxmlformats.org/officeDocument/2006/relationships/tags" Target="../tags/tag228.xml"/><Relationship Id="rId7" Type="http://schemas.openxmlformats.org/officeDocument/2006/relationships/tags" Target="../tags/tag232.xml"/><Relationship Id="rId2" Type="http://schemas.openxmlformats.org/officeDocument/2006/relationships/tags" Target="../tags/tag227.xml"/><Relationship Id="rId1" Type="http://schemas.openxmlformats.org/officeDocument/2006/relationships/tags" Target="../tags/tag226.xml"/><Relationship Id="rId6" Type="http://schemas.openxmlformats.org/officeDocument/2006/relationships/tags" Target="../tags/tag231.xml"/><Relationship Id="rId5" Type="http://schemas.openxmlformats.org/officeDocument/2006/relationships/tags" Target="../tags/tag230.xml"/><Relationship Id="rId4" Type="http://schemas.openxmlformats.org/officeDocument/2006/relationships/tags" Target="../tags/tag229.xml"/><Relationship Id="rId9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241.xml"/><Relationship Id="rId3" Type="http://schemas.openxmlformats.org/officeDocument/2006/relationships/tags" Target="../tags/tag236.xml"/><Relationship Id="rId7" Type="http://schemas.openxmlformats.org/officeDocument/2006/relationships/tags" Target="../tags/tag240.xml"/><Relationship Id="rId2" Type="http://schemas.openxmlformats.org/officeDocument/2006/relationships/tags" Target="../tags/tag235.xml"/><Relationship Id="rId1" Type="http://schemas.openxmlformats.org/officeDocument/2006/relationships/tags" Target="../tags/tag234.xml"/><Relationship Id="rId6" Type="http://schemas.openxmlformats.org/officeDocument/2006/relationships/tags" Target="../tags/tag239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238.xml"/><Relationship Id="rId10" Type="http://schemas.openxmlformats.org/officeDocument/2006/relationships/tags" Target="../tags/tag243.xml"/><Relationship Id="rId4" Type="http://schemas.openxmlformats.org/officeDocument/2006/relationships/tags" Target="../tags/tag237.xml"/><Relationship Id="rId9" Type="http://schemas.openxmlformats.org/officeDocument/2006/relationships/tags" Target="../tags/tag24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251.xml"/><Relationship Id="rId3" Type="http://schemas.openxmlformats.org/officeDocument/2006/relationships/tags" Target="../tags/tag246.xml"/><Relationship Id="rId7" Type="http://schemas.openxmlformats.org/officeDocument/2006/relationships/tags" Target="../tags/tag250.xml"/><Relationship Id="rId2" Type="http://schemas.openxmlformats.org/officeDocument/2006/relationships/tags" Target="../tags/tag245.xml"/><Relationship Id="rId1" Type="http://schemas.openxmlformats.org/officeDocument/2006/relationships/tags" Target="../tags/tag244.xml"/><Relationship Id="rId6" Type="http://schemas.openxmlformats.org/officeDocument/2006/relationships/tags" Target="../tags/tag249.xml"/><Relationship Id="rId5" Type="http://schemas.openxmlformats.org/officeDocument/2006/relationships/tags" Target="../tags/tag248.xml"/><Relationship Id="rId4" Type="http://schemas.openxmlformats.org/officeDocument/2006/relationships/tags" Target="../tags/tag247.xml"/><Relationship Id="rId9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动物&#10;&#10;已生成高可信度的说明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69"/>
          <a:srcRect/>
          <a:stretch>
            <a:fillRect/>
          </a:stretch>
        </p:blipFill>
        <p:spPr>
          <a:xfrm flipH="1">
            <a:off x="0" y="0"/>
            <a:ext cx="12188824" cy="6858000"/>
          </a:xfrm>
          <a:prstGeom prst="rect">
            <a:avLst/>
          </a:prstGeom>
        </p:spPr>
      </p:pic>
      <p:grpSp>
        <p:nvGrpSpPr>
          <p:cNvPr id="13" name="组合 12"/>
          <p:cNvGrpSpPr/>
          <p:nvPr>
            <p:custDataLst>
              <p:tags r:id="rId2"/>
            </p:custDataLst>
          </p:nvPr>
        </p:nvGrpSpPr>
        <p:grpSpPr>
          <a:xfrm>
            <a:off x="428513" y="419100"/>
            <a:ext cx="333288" cy="165100"/>
            <a:chOff x="428625" y="419100"/>
            <a:chExt cx="333375" cy="165100"/>
          </a:xfrm>
        </p:grpSpPr>
        <p:cxnSp>
          <p:nvCxnSpPr>
            <p:cNvPr id="7" name="直接连接符 6"/>
            <p:cNvCxnSpPr/>
            <p:nvPr userDrawn="1">
              <p:custDataLst>
                <p:tags r:id="rId65"/>
              </p:custDataLst>
            </p:nvPr>
          </p:nvCxnSpPr>
          <p:spPr>
            <a:xfrm>
              <a:off x="428625" y="419100"/>
              <a:ext cx="3333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 userDrawn="1">
              <p:custDataLst>
                <p:tags r:id="rId66"/>
              </p:custDataLst>
            </p:nvPr>
          </p:nvCxnSpPr>
          <p:spPr>
            <a:xfrm>
              <a:off x="428625" y="501650"/>
              <a:ext cx="3333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 userDrawn="1">
              <p:custDataLst>
                <p:tags r:id="rId67"/>
              </p:custDataLst>
            </p:nvPr>
          </p:nvCxnSpPr>
          <p:spPr>
            <a:xfrm>
              <a:off x="428625" y="584200"/>
              <a:ext cx="333375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" name="直接连接符 13"/>
          <p:cNvCxnSpPr/>
          <p:nvPr>
            <p:custDataLst>
              <p:tags r:id="rId3"/>
            </p:custDataLst>
          </p:nvPr>
        </p:nvCxnSpPr>
        <p:spPr>
          <a:xfrm>
            <a:off x="7244861" y="6375400"/>
            <a:ext cx="3642174" cy="0"/>
          </a:xfrm>
          <a:prstGeom prst="line">
            <a:avLst/>
          </a:prstGeom>
          <a:ln w="3175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9" name="组合 148"/>
          <p:cNvGrpSpPr/>
          <p:nvPr>
            <p:custDataLst>
              <p:tags r:id="rId4"/>
            </p:custDataLst>
          </p:nvPr>
        </p:nvGrpSpPr>
        <p:grpSpPr>
          <a:xfrm>
            <a:off x="910988" y="4845050"/>
            <a:ext cx="1807689" cy="319882"/>
            <a:chOff x="911225" y="4845050"/>
            <a:chExt cx="1808160" cy="319882"/>
          </a:xfrm>
          <a:solidFill>
            <a:schemeClr val="bg1"/>
          </a:solidFill>
        </p:grpSpPr>
        <p:sp>
          <p:nvSpPr>
            <p:cNvPr id="127" name="椭圆 126"/>
            <p:cNvSpPr/>
            <p:nvPr>
              <p:custDataLst>
                <p:tags r:id="rId43"/>
              </p:custDataLst>
            </p:nvPr>
          </p:nvSpPr>
          <p:spPr>
            <a:xfrm>
              <a:off x="91122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椭圆 127"/>
            <p:cNvSpPr/>
            <p:nvPr>
              <p:custDataLst>
                <p:tags r:id="rId44"/>
              </p:custDataLst>
            </p:nvPr>
          </p:nvSpPr>
          <p:spPr>
            <a:xfrm>
              <a:off x="91122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椭圆 128"/>
            <p:cNvSpPr/>
            <p:nvPr>
              <p:custDataLst>
                <p:tags r:id="rId45"/>
              </p:custDataLst>
            </p:nvPr>
          </p:nvSpPr>
          <p:spPr>
            <a:xfrm>
              <a:off x="1085056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椭圆 129"/>
            <p:cNvSpPr/>
            <p:nvPr>
              <p:custDataLst>
                <p:tags r:id="rId46"/>
              </p:custDataLst>
            </p:nvPr>
          </p:nvSpPr>
          <p:spPr>
            <a:xfrm>
              <a:off x="1085056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椭圆 130"/>
            <p:cNvSpPr/>
            <p:nvPr>
              <p:custDataLst>
                <p:tags r:id="rId47"/>
              </p:custDataLst>
            </p:nvPr>
          </p:nvSpPr>
          <p:spPr>
            <a:xfrm>
              <a:off x="1258887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椭圆 131"/>
            <p:cNvSpPr/>
            <p:nvPr>
              <p:custDataLst>
                <p:tags r:id="rId48"/>
              </p:custDataLst>
            </p:nvPr>
          </p:nvSpPr>
          <p:spPr>
            <a:xfrm>
              <a:off x="1258887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椭圆 132"/>
            <p:cNvSpPr/>
            <p:nvPr>
              <p:custDataLst>
                <p:tags r:id="rId49"/>
              </p:custDataLst>
            </p:nvPr>
          </p:nvSpPr>
          <p:spPr>
            <a:xfrm>
              <a:off x="1432718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椭圆 133"/>
            <p:cNvSpPr/>
            <p:nvPr>
              <p:custDataLst>
                <p:tags r:id="rId50"/>
              </p:custDataLst>
            </p:nvPr>
          </p:nvSpPr>
          <p:spPr>
            <a:xfrm>
              <a:off x="1432718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椭圆 134"/>
            <p:cNvSpPr/>
            <p:nvPr>
              <p:custDataLst>
                <p:tags r:id="rId51"/>
              </p:custDataLst>
            </p:nvPr>
          </p:nvSpPr>
          <p:spPr>
            <a:xfrm>
              <a:off x="1606549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椭圆 135"/>
            <p:cNvSpPr/>
            <p:nvPr>
              <p:custDataLst>
                <p:tags r:id="rId52"/>
              </p:custDataLst>
            </p:nvPr>
          </p:nvSpPr>
          <p:spPr>
            <a:xfrm>
              <a:off x="1606549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椭圆 136"/>
            <p:cNvSpPr/>
            <p:nvPr>
              <p:custDataLst>
                <p:tags r:id="rId53"/>
              </p:custDataLst>
            </p:nvPr>
          </p:nvSpPr>
          <p:spPr>
            <a:xfrm>
              <a:off x="1780380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椭圆 137"/>
            <p:cNvSpPr/>
            <p:nvPr>
              <p:custDataLst>
                <p:tags r:id="rId54"/>
              </p:custDataLst>
            </p:nvPr>
          </p:nvSpPr>
          <p:spPr>
            <a:xfrm>
              <a:off x="1780380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椭圆 138"/>
            <p:cNvSpPr/>
            <p:nvPr>
              <p:custDataLst>
                <p:tags r:id="rId55"/>
              </p:custDataLst>
            </p:nvPr>
          </p:nvSpPr>
          <p:spPr>
            <a:xfrm>
              <a:off x="1954211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椭圆 139"/>
            <p:cNvSpPr/>
            <p:nvPr>
              <p:custDataLst>
                <p:tags r:id="rId56"/>
              </p:custDataLst>
            </p:nvPr>
          </p:nvSpPr>
          <p:spPr>
            <a:xfrm>
              <a:off x="1954211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椭圆 140"/>
            <p:cNvSpPr/>
            <p:nvPr>
              <p:custDataLst>
                <p:tags r:id="rId57"/>
              </p:custDataLst>
            </p:nvPr>
          </p:nvSpPr>
          <p:spPr>
            <a:xfrm>
              <a:off x="2128042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椭圆 141"/>
            <p:cNvSpPr/>
            <p:nvPr>
              <p:custDataLst>
                <p:tags r:id="rId58"/>
              </p:custDataLst>
            </p:nvPr>
          </p:nvSpPr>
          <p:spPr>
            <a:xfrm>
              <a:off x="2128042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椭圆 142"/>
            <p:cNvSpPr/>
            <p:nvPr>
              <p:custDataLst>
                <p:tags r:id="rId59"/>
              </p:custDataLst>
            </p:nvPr>
          </p:nvSpPr>
          <p:spPr>
            <a:xfrm>
              <a:off x="2301873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椭圆 143"/>
            <p:cNvSpPr/>
            <p:nvPr>
              <p:custDataLst>
                <p:tags r:id="rId60"/>
              </p:custDataLst>
            </p:nvPr>
          </p:nvSpPr>
          <p:spPr>
            <a:xfrm>
              <a:off x="2301873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5" name="椭圆 144"/>
            <p:cNvSpPr/>
            <p:nvPr>
              <p:custDataLst>
                <p:tags r:id="rId61"/>
              </p:custDataLst>
            </p:nvPr>
          </p:nvSpPr>
          <p:spPr>
            <a:xfrm>
              <a:off x="2475704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椭圆 145"/>
            <p:cNvSpPr/>
            <p:nvPr>
              <p:custDataLst>
                <p:tags r:id="rId62"/>
              </p:custDataLst>
            </p:nvPr>
          </p:nvSpPr>
          <p:spPr>
            <a:xfrm>
              <a:off x="2475704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椭圆 146"/>
            <p:cNvSpPr/>
            <p:nvPr>
              <p:custDataLst>
                <p:tags r:id="rId63"/>
              </p:custDataLst>
            </p:nvPr>
          </p:nvSpPr>
          <p:spPr>
            <a:xfrm>
              <a:off x="264953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椭圆 147"/>
            <p:cNvSpPr/>
            <p:nvPr>
              <p:custDataLst>
                <p:tags r:id="rId64"/>
              </p:custDataLst>
            </p:nvPr>
          </p:nvSpPr>
          <p:spPr>
            <a:xfrm>
              <a:off x="264953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9" name="组合 218"/>
          <p:cNvGrpSpPr/>
          <p:nvPr>
            <p:custDataLst>
              <p:tags r:id="rId5"/>
            </p:custDataLst>
          </p:nvPr>
        </p:nvGrpSpPr>
        <p:grpSpPr>
          <a:xfrm>
            <a:off x="10219095" y="488763"/>
            <a:ext cx="1286332" cy="891382"/>
            <a:chOff x="9265447" y="481778"/>
            <a:chExt cx="1286667" cy="891382"/>
          </a:xfrm>
          <a:solidFill>
            <a:schemeClr val="bg1"/>
          </a:solidFill>
        </p:grpSpPr>
        <p:sp>
          <p:nvSpPr>
            <p:cNvPr id="151" name="椭圆 150"/>
            <p:cNvSpPr/>
            <p:nvPr>
              <p:custDataLst>
                <p:tags r:id="rId11"/>
              </p:custDataLst>
            </p:nvPr>
          </p:nvSpPr>
          <p:spPr>
            <a:xfrm>
              <a:off x="9265447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椭圆 151"/>
            <p:cNvSpPr/>
            <p:nvPr>
              <p:custDataLst>
                <p:tags r:id="rId12"/>
              </p:custDataLst>
            </p:nvPr>
          </p:nvSpPr>
          <p:spPr>
            <a:xfrm>
              <a:off x="9265447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椭圆 152"/>
            <p:cNvSpPr/>
            <p:nvPr>
              <p:custDataLst>
                <p:tags r:id="rId13"/>
              </p:custDataLst>
            </p:nvPr>
          </p:nvSpPr>
          <p:spPr>
            <a:xfrm>
              <a:off x="9439278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椭圆 153"/>
            <p:cNvSpPr/>
            <p:nvPr>
              <p:custDataLst>
                <p:tags r:id="rId14"/>
              </p:custDataLst>
            </p:nvPr>
          </p:nvSpPr>
          <p:spPr>
            <a:xfrm>
              <a:off x="9439278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椭圆 154"/>
            <p:cNvSpPr/>
            <p:nvPr>
              <p:custDataLst>
                <p:tags r:id="rId15"/>
              </p:custDataLst>
            </p:nvPr>
          </p:nvSpPr>
          <p:spPr>
            <a:xfrm>
              <a:off x="9613109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6" name="椭圆 155"/>
            <p:cNvSpPr/>
            <p:nvPr>
              <p:custDataLst>
                <p:tags r:id="rId16"/>
              </p:custDataLst>
            </p:nvPr>
          </p:nvSpPr>
          <p:spPr>
            <a:xfrm>
              <a:off x="9613109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椭圆 156"/>
            <p:cNvSpPr/>
            <p:nvPr>
              <p:custDataLst>
                <p:tags r:id="rId17"/>
              </p:custDataLst>
            </p:nvPr>
          </p:nvSpPr>
          <p:spPr>
            <a:xfrm>
              <a:off x="9786940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椭圆 157"/>
            <p:cNvSpPr/>
            <p:nvPr>
              <p:custDataLst>
                <p:tags r:id="rId18"/>
              </p:custDataLst>
            </p:nvPr>
          </p:nvSpPr>
          <p:spPr>
            <a:xfrm>
              <a:off x="9786940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椭圆 158"/>
            <p:cNvSpPr/>
            <p:nvPr>
              <p:custDataLst>
                <p:tags r:id="rId19"/>
              </p:custDataLst>
            </p:nvPr>
          </p:nvSpPr>
          <p:spPr>
            <a:xfrm>
              <a:off x="9960771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椭圆 159"/>
            <p:cNvSpPr/>
            <p:nvPr>
              <p:custDataLst>
                <p:tags r:id="rId20"/>
              </p:custDataLst>
            </p:nvPr>
          </p:nvSpPr>
          <p:spPr>
            <a:xfrm>
              <a:off x="9960771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椭圆 160"/>
            <p:cNvSpPr/>
            <p:nvPr>
              <p:custDataLst>
                <p:tags r:id="rId21"/>
              </p:custDataLst>
            </p:nvPr>
          </p:nvSpPr>
          <p:spPr>
            <a:xfrm>
              <a:off x="10134602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2" name="椭圆 161"/>
            <p:cNvSpPr/>
            <p:nvPr>
              <p:custDataLst>
                <p:tags r:id="rId22"/>
              </p:custDataLst>
            </p:nvPr>
          </p:nvSpPr>
          <p:spPr>
            <a:xfrm>
              <a:off x="10134602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椭圆 162"/>
            <p:cNvSpPr/>
            <p:nvPr>
              <p:custDataLst>
                <p:tags r:id="rId23"/>
              </p:custDataLst>
            </p:nvPr>
          </p:nvSpPr>
          <p:spPr>
            <a:xfrm>
              <a:off x="10308433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椭圆 163"/>
            <p:cNvSpPr/>
            <p:nvPr>
              <p:custDataLst>
                <p:tags r:id="rId24"/>
              </p:custDataLst>
            </p:nvPr>
          </p:nvSpPr>
          <p:spPr>
            <a:xfrm>
              <a:off x="10308433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椭圆 164"/>
            <p:cNvSpPr/>
            <p:nvPr>
              <p:custDataLst>
                <p:tags r:id="rId25"/>
              </p:custDataLst>
            </p:nvPr>
          </p:nvSpPr>
          <p:spPr>
            <a:xfrm>
              <a:off x="10482264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椭圆 165"/>
            <p:cNvSpPr/>
            <p:nvPr>
              <p:custDataLst>
                <p:tags r:id="rId26"/>
              </p:custDataLst>
            </p:nvPr>
          </p:nvSpPr>
          <p:spPr>
            <a:xfrm>
              <a:off x="10482264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椭圆 173"/>
            <p:cNvSpPr/>
            <p:nvPr>
              <p:custDataLst>
                <p:tags r:id="rId27"/>
              </p:custDataLst>
            </p:nvPr>
          </p:nvSpPr>
          <p:spPr>
            <a:xfrm>
              <a:off x="9265447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椭圆 174"/>
            <p:cNvSpPr/>
            <p:nvPr>
              <p:custDataLst>
                <p:tags r:id="rId28"/>
              </p:custDataLst>
            </p:nvPr>
          </p:nvSpPr>
          <p:spPr>
            <a:xfrm>
              <a:off x="9265447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椭圆 175"/>
            <p:cNvSpPr/>
            <p:nvPr>
              <p:custDataLst>
                <p:tags r:id="rId29"/>
              </p:custDataLst>
            </p:nvPr>
          </p:nvSpPr>
          <p:spPr>
            <a:xfrm>
              <a:off x="9439278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椭圆 176"/>
            <p:cNvSpPr/>
            <p:nvPr>
              <p:custDataLst>
                <p:tags r:id="rId30"/>
              </p:custDataLst>
            </p:nvPr>
          </p:nvSpPr>
          <p:spPr>
            <a:xfrm>
              <a:off x="9439278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椭圆 177"/>
            <p:cNvSpPr/>
            <p:nvPr>
              <p:custDataLst>
                <p:tags r:id="rId31"/>
              </p:custDataLst>
            </p:nvPr>
          </p:nvSpPr>
          <p:spPr>
            <a:xfrm>
              <a:off x="9613109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椭圆 178"/>
            <p:cNvSpPr/>
            <p:nvPr>
              <p:custDataLst>
                <p:tags r:id="rId32"/>
              </p:custDataLst>
            </p:nvPr>
          </p:nvSpPr>
          <p:spPr>
            <a:xfrm>
              <a:off x="9613109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椭圆 179"/>
            <p:cNvSpPr/>
            <p:nvPr>
              <p:custDataLst>
                <p:tags r:id="rId33"/>
              </p:custDataLst>
            </p:nvPr>
          </p:nvSpPr>
          <p:spPr>
            <a:xfrm>
              <a:off x="9786940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椭圆 180"/>
            <p:cNvSpPr/>
            <p:nvPr>
              <p:custDataLst>
                <p:tags r:id="rId34"/>
              </p:custDataLst>
            </p:nvPr>
          </p:nvSpPr>
          <p:spPr>
            <a:xfrm>
              <a:off x="9786940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椭圆 181"/>
            <p:cNvSpPr/>
            <p:nvPr>
              <p:custDataLst>
                <p:tags r:id="rId35"/>
              </p:custDataLst>
            </p:nvPr>
          </p:nvSpPr>
          <p:spPr>
            <a:xfrm>
              <a:off x="9960771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椭圆 182"/>
            <p:cNvSpPr/>
            <p:nvPr>
              <p:custDataLst>
                <p:tags r:id="rId36"/>
              </p:custDataLst>
            </p:nvPr>
          </p:nvSpPr>
          <p:spPr>
            <a:xfrm>
              <a:off x="9960771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椭圆 183"/>
            <p:cNvSpPr/>
            <p:nvPr>
              <p:custDataLst>
                <p:tags r:id="rId37"/>
              </p:custDataLst>
            </p:nvPr>
          </p:nvSpPr>
          <p:spPr>
            <a:xfrm>
              <a:off x="10134602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椭圆 184"/>
            <p:cNvSpPr/>
            <p:nvPr>
              <p:custDataLst>
                <p:tags r:id="rId38"/>
              </p:custDataLst>
            </p:nvPr>
          </p:nvSpPr>
          <p:spPr>
            <a:xfrm>
              <a:off x="10134602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椭圆 185"/>
            <p:cNvSpPr/>
            <p:nvPr>
              <p:custDataLst>
                <p:tags r:id="rId39"/>
              </p:custDataLst>
            </p:nvPr>
          </p:nvSpPr>
          <p:spPr>
            <a:xfrm>
              <a:off x="10308433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椭圆 186"/>
            <p:cNvSpPr/>
            <p:nvPr>
              <p:custDataLst>
                <p:tags r:id="rId40"/>
              </p:custDataLst>
            </p:nvPr>
          </p:nvSpPr>
          <p:spPr>
            <a:xfrm>
              <a:off x="10308433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椭圆 187"/>
            <p:cNvSpPr/>
            <p:nvPr>
              <p:custDataLst>
                <p:tags r:id="rId41"/>
              </p:custDataLst>
            </p:nvPr>
          </p:nvSpPr>
          <p:spPr>
            <a:xfrm>
              <a:off x="10482264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椭圆 188"/>
            <p:cNvSpPr/>
            <p:nvPr>
              <p:custDataLst>
                <p:tags r:id="rId42"/>
              </p:custDataLst>
            </p:nvPr>
          </p:nvSpPr>
          <p:spPr>
            <a:xfrm>
              <a:off x="10482264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669707" y="3182448"/>
            <a:ext cx="9435117" cy="1451463"/>
          </a:xfrm>
        </p:spPr>
        <p:txBody>
          <a:bodyPr lIns="90170" tIns="46990" rIns="36000" bIns="46990" anchor="t" anchorCtr="0">
            <a:normAutofit/>
          </a:bodyPr>
          <a:lstStyle>
            <a:lvl1pPr algn="dist">
              <a:defRPr sz="8000" spc="600" baseline="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669707" y="5315574"/>
            <a:ext cx="6456312" cy="503238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dist">
              <a:buNone/>
              <a:defRPr sz="20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2023-9-6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>
            <p:custDataLst>
              <p:tags r:id="rId1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708" y="443234"/>
            <a:ext cx="10849411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708" y="952508"/>
            <a:ext cx="10849411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2023-9-6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-6348" y="-15240"/>
            <a:ext cx="12207870" cy="6892290"/>
            <a:chOff x="-6350" y="-15240"/>
            <a:chExt cx="12211050" cy="6892290"/>
          </a:xfrm>
        </p:grpSpPr>
        <p:sp>
          <p:nvSpPr>
            <p:cNvPr id="7" name="任意多边形: 形状 6"/>
            <p:cNvSpPr/>
            <p:nvPr userDrawn="1">
              <p:custDataLst>
                <p:tags r:id="rId7"/>
              </p:custDataLst>
            </p:nvPr>
          </p:nvSpPr>
          <p:spPr>
            <a:xfrm>
              <a:off x="-6350" y="6184900"/>
              <a:ext cx="12211050" cy="692150"/>
            </a:xfrm>
            <a:custGeom>
              <a:avLst/>
              <a:gdLst>
                <a:gd name="connsiteX0" fmla="*/ 0 w 12674600"/>
                <a:gd name="connsiteY0" fmla="*/ 444500 h 1206500"/>
                <a:gd name="connsiteX1" fmla="*/ 3327400 w 12674600"/>
                <a:gd name="connsiteY1" fmla="*/ 0 h 1206500"/>
                <a:gd name="connsiteX2" fmla="*/ 3479800 w 12674600"/>
                <a:gd name="connsiteY2" fmla="*/ 12700 h 1206500"/>
                <a:gd name="connsiteX3" fmla="*/ 8737600 w 12674600"/>
                <a:gd name="connsiteY3" fmla="*/ 444500 h 1206500"/>
                <a:gd name="connsiteX4" fmla="*/ 8864600 w 12674600"/>
                <a:gd name="connsiteY4" fmla="*/ 469900 h 1206500"/>
                <a:gd name="connsiteX5" fmla="*/ 8991600 w 12674600"/>
                <a:gd name="connsiteY5" fmla="*/ 495300 h 1206500"/>
                <a:gd name="connsiteX6" fmla="*/ 10858500 w 12674600"/>
                <a:gd name="connsiteY6" fmla="*/ 355600 h 1206500"/>
                <a:gd name="connsiteX7" fmla="*/ 12674600 w 12674600"/>
                <a:gd name="connsiteY7" fmla="*/ 381000 h 1206500"/>
                <a:gd name="connsiteX8" fmla="*/ 12623800 w 12674600"/>
                <a:gd name="connsiteY8" fmla="*/ 1143000 h 1206500"/>
                <a:gd name="connsiteX9" fmla="*/ 88900 w 12674600"/>
                <a:gd name="connsiteY9" fmla="*/ 1206500 h 1206500"/>
                <a:gd name="connsiteX10" fmla="*/ 50800 w 12674600"/>
                <a:gd name="connsiteY10" fmla="*/ 419100 h 1206500"/>
                <a:gd name="connsiteX11" fmla="*/ 0 w 12674600"/>
                <a:gd name="connsiteY11" fmla="*/ 444500 h 1206500"/>
                <a:gd name="connsiteX0-1" fmla="*/ 0 w 12674600"/>
                <a:gd name="connsiteY0-2" fmla="*/ 431800 h 1193800"/>
                <a:gd name="connsiteX1-3" fmla="*/ 3479800 w 12674600"/>
                <a:gd name="connsiteY1-4" fmla="*/ 0 h 1193800"/>
                <a:gd name="connsiteX2-5" fmla="*/ 8737600 w 12674600"/>
                <a:gd name="connsiteY2-6" fmla="*/ 431800 h 1193800"/>
                <a:gd name="connsiteX3-7" fmla="*/ 8864600 w 12674600"/>
                <a:gd name="connsiteY3-8" fmla="*/ 457200 h 1193800"/>
                <a:gd name="connsiteX4-9" fmla="*/ 8991600 w 12674600"/>
                <a:gd name="connsiteY4-10" fmla="*/ 482600 h 1193800"/>
                <a:gd name="connsiteX5-11" fmla="*/ 10858500 w 12674600"/>
                <a:gd name="connsiteY5-12" fmla="*/ 342900 h 1193800"/>
                <a:gd name="connsiteX6-13" fmla="*/ 12674600 w 12674600"/>
                <a:gd name="connsiteY6-14" fmla="*/ 368300 h 1193800"/>
                <a:gd name="connsiteX7-15" fmla="*/ 12623800 w 12674600"/>
                <a:gd name="connsiteY7-16" fmla="*/ 1130300 h 1193800"/>
                <a:gd name="connsiteX8-17" fmla="*/ 88900 w 12674600"/>
                <a:gd name="connsiteY8-18" fmla="*/ 1193800 h 1193800"/>
                <a:gd name="connsiteX9-19" fmla="*/ 50800 w 12674600"/>
                <a:gd name="connsiteY9-20" fmla="*/ 406400 h 1193800"/>
                <a:gd name="connsiteX10-21" fmla="*/ 0 w 12674600"/>
                <a:gd name="connsiteY10-22" fmla="*/ 431800 h 1193800"/>
                <a:gd name="connsiteX0-23" fmla="*/ 0 w 12674600"/>
                <a:gd name="connsiteY0-24" fmla="*/ 431800 h 1193800"/>
                <a:gd name="connsiteX1-25" fmla="*/ 3479800 w 12674600"/>
                <a:gd name="connsiteY1-26" fmla="*/ 0 h 1193800"/>
                <a:gd name="connsiteX2-27" fmla="*/ 8737600 w 12674600"/>
                <a:gd name="connsiteY2-28" fmla="*/ 431800 h 1193800"/>
                <a:gd name="connsiteX3-29" fmla="*/ 8864600 w 12674600"/>
                <a:gd name="connsiteY3-30" fmla="*/ 457200 h 1193800"/>
                <a:gd name="connsiteX4-31" fmla="*/ 8991600 w 12674600"/>
                <a:gd name="connsiteY4-32" fmla="*/ 482600 h 1193800"/>
                <a:gd name="connsiteX5-33" fmla="*/ 10858500 w 12674600"/>
                <a:gd name="connsiteY5-34" fmla="*/ 342900 h 1193800"/>
                <a:gd name="connsiteX6-35" fmla="*/ 12674600 w 12674600"/>
                <a:gd name="connsiteY6-36" fmla="*/ 368300 h 1193800"/>
                <a:gd name="connsiteX7-37" fmla="*/ 12623800 w 12674600"/>
                <a:gd name="connsiteY7-38" fmla="*/ 1130300 h 1193800"/>
                <a:gd name="connsiteX8-39" fmla="*/ 88900 w 12674600"/>
                <a:gd name="connsiteY8-40" fmla="*/ 1193800 h 1193800"/>
                <a:gd name="connsiteX9-41" fmla="*/ 50800 w 12674600"/>
                <a:gd name="connsiteY9-42" fmla="*/ 406400 h 1193800"/>
                <a:gd name="connsiteX10-43" fmla="*/ 0 w 12674600"/>
                <a:gd name="connsiteY10-44" fmla="*/ 431800 h 1193800"/>
                <a:gd name="connsiteX0-45" fmla="*/ 0 w 12674600"/>
                <a:gd name="connsiteY0-46" fmla="*/ 431800 h 1193800"/>
                <a:gd name="connsiteX1-47" fmla="*/ 3479800 w 12674600"/>
                <a:gd name="connsiteY1-48" fmla="*/ 0 h 1193800"/>
                <a:gd name="connsiteX2-49" fmla="*/ 8737600 w 12674600"/>
                <a:gd name="connsiteY2-50" fmla="*/ 431800 h 1193800"/>
                <a:gd name="connsiteX3-51" fmla="*/ 8864600 w 12674600"/>
                <a:gd name="connsiteY3-52" fmla="*/ 457200 h 1193800"/>
                <a:gd name="connsiteX4-53" fmla="*/ 8991600 w 12674600"/>
                <a:gd name="connsiteY4-54" fmla="*/ 482600 h 1193800"/>
                <a:gd name="connsiteX5-55" fmla="*/ 10858500 w 12674600"/>
                <a:gd name="connsiteY5-56" fmla="*/ 342900 h 1193800"/>
                <a:gd name="connsiteX6-57" fmla="*/ 12674600 w 12674600"/>
                <a:gd name="connsiteY6-58" fmla="*/ 368300 h 1193800"/>
                <a:gd name="connsiteX7-59" fmla="*/ 12623800 w 12674600"/>
                <a:gd name="connsiteY7-60" fmla="*/ 1130300 h 1193800"/>
                <a:gd name="connsiteX8-61" fmla="*/ 88900 w 12674600"/>
                <a:gd name="connsiteY8-62" fmla="*/ 1193800 h 1193800"/>
                <a:gd name="connsiteX9-63" fmla="*/ 50800 w 12674600"/>
                <a:gd name="connsiteY9-64" fmla="*/ 406400 h 1193800"/>
                <a:gd name="connsiteX10-65" fmla="*/ 0 w 12674600"/>
                <a:gd name="connsiteY10-66" fmla="*/ 431800 h 1193800"/>
                <a:gd name="connsiteX0-67" fmla="*/ 0 w 12674600"/>
                <a:gd name="connsiteY0-68" fmla="*/ 431800 h 1193800"/>
                <a:gd name="connsiteX1-69" fmla="*/ 3479800 w 12674600"/>
                <a:gd name="connsiteY1-70" fmla="*/ 0 h 1193800"/>
                <a:gd name="connsiteX2-71" fmla="*/ 8737600 w 12674600"/>
                <a:gd name="connsiteY2-72" fmla="*/ 431800 h 1193800"/>
                <a:gd name="connsiteX3-73" fmla="*/ 8991600 w 12674600"/>
                <a:gd name="connsiteY3-74" fmla="*/ 482600 h 1193800"/>
                <a:gd name="connsiteX4-75" fmla="*/ 10858500 w 12674600"/>
                <a:gd name="connsiteY4-76" fmla="*/ 342900 h 1193800"/>
                <a:gd name="connsiteX5-77" fmla="*/ 12674600 w 12674600"/>
                <a:gd name="connsiteY5-78" fmla="*/ 368300 h 1193800"/>
                <a:gd name="connsiteX6-79" fmla="*/ 12623800 w 12674600"/>
                <a:gd name="connsiteY6-80" fmla="*/ 1130300 h 1193800"/>
                <a:gd name="connsiteX7-81" fmla="*/ 88900 w 12674600"/>
                <a:gd name="connsiteY7-82" fmla="*/ 1193800 h 1193800"/>
                <a:gd name="connsiteX8-83" fmla="*/ 50800 w 12674600"/>
                <a:gd name="connsiteY8-84" fmla="*/ 406400 h 1193800"/>
                <a:gd name="connsiteX9-85" fmla="*/ 0 w 12674600"/>
                <a:gd name="connsiteY9-86" fmla="*/ 431800 h 1193800"/>
                <a:gd name="connsiteX0-87" fmla="*/ 0 w 12674600"/>
                <a:gd name="connsiteY0-88" fmla="*/ 431800 h 1193800"/>
                <a:gd name="connsiteX1-89" fmla="*/ 3479800 w 12674600"/>
                <a:gd name="connsiteY1-90" fmla="*/ 0 h 1193800"/>
                <a:gd name="connsiteX2-91" fmla="*/ 8737600 w 12674600"/>
                <a:gd name="connsiteY2-92" fmla="*/ 431800 h 1193800"/>
                <a:gd name="connsiteX3-93" fmla="*/ 10858500 w 12674600"/>
                <a:gd name="connsiteY3-94" fmla="*/ 342900 h 1193800"/>
                <a:gd name="connsiteX4-95" fmla="*/ 12674600 w 12674600"/>
                <a:gd name="connsiteY4-96" fmla="*/ 368300 h 1193800"/>
                <a:gd name="connsiteX5-97" fmla="*/ 12623800 w 12674600"/>
                <a:gd name="connsiteY5-98" fmla="*/ 1130300 h 1193800"/>
                <a:gd name="connsiteX6-99" fmla="*/ 88900 w 12674600"/>
                <a:gd name="connsiteY6-100" fmla="*/ 1193800 h 1193800"/>
                <a:gd name="connsiteX7-101" fmla="*/ 50800 w 12674600"/>
                <a:gd name="connsiteY7-102" fmla="*/ 406400 h 1193800"/>
                <a:gd name="connsiteX8-103" fmla="*/ 0 w 12674600"/>
                <a:gd name="connsiteY8-104" fmla="*/ 431800 h 1193800"/>
                <a:gd name="connsiteX0-105" fmla="*/ 0 w 12674600"/>
                <a:gd name="connsiteY0-106" fmla="*/ 431800 h 1193800"/>
                <a:gd name="connsiteX1-107" fmla="*/ 3479800 w 12674600"/>
                <a:gd name="connsiteY1-108" fmla="*/ 0 h 1193800"/>
                <a:gd name="connsiteX2-109" fmla="*/ 8737600 w 12674600"/>
                <a:gd name="connsiteY2-110" fmla="*/ 431800 h 1193800"/>
                <a:gd name="connsiteX3-111" fmla="*/ 10858500 w 12674600"/>
                <a:gd name="connsiteY3-112" fmla="*/ 342900 h 1193800"/>
                <a:gd name="connsiteX4-113" fmla="*/ 12674600 w 12674600"/>
                <a:gd name="connsiteY4-114" fmla="*/ 368300 h 1193800"/>
                <a:gd name="connsiteX5-115" fmla="*/ 12623800 w 12674600"/>
                <a:gd name="connsiteY5-116" fmla="*/ 1130300 h 1193800"/>
                <a:gd name="connsiteX6-117" fmla="*/ 88900 w 12674600"/>
                <a:gd name="connsiteY6-118" fmla="*/ 1193800 h 1193800"/>
                <a:gd name="connsiteX7-119" fmla="*/ 50800 w 12674600"/>
                <a:gd name="connsiteY7-120" fmla="*/ 406400 h 1193800"/>
                <a:gd name="connsiteX8-121" fmla="*/ 0 w 12674600"/>
                <a:gd name="connsiteY8-122" fmla="*/ 431800 h 1193800"/>
                <a:gd name="connsiteX0-123" fmla="*/ 0 w 12674600"/>
                <a:gd name="connsiteY0-124" fmla="*/ 431800 h 1193800"/>
                <a:gd name="connsiteX1-125" fmla="*/ 3479800 w 12674600"/>
                <a:gd name="connsiteY1-126" fmla="*/ 0 h 1193800"/>
                <a:gd name="connsiteX2-127" fmla="*/ 8737600 w 12674600"/>
                <a:gd name="connsiteY2-128" fmla="*/ 431800 h 1193800"/>
                <a:gd name="connsiteX3-129" fmla="*/ 10858500 w 12674600"/>
                <a:gd name="connsiteY3-130" fmla="*/ 342900 h 1193800"/>
                <a:gd name="connsiteX4-131" fmla="*/ 12674600 w 12674600"/>
                <a:gd name="connsiteY4-132" fmla="*/ 368300 h 1193800"/>
                <a:gd name="connsiteX5-133" fmla="*/ 12623800 w 12674600"/>
                <a:gd name="connsiteY5-134" fmla="*/ 1130300 h 1193800"/>
                <a:gd name="connsiteX6-135" fmla="*/ 88900 w 12674600"/>
                <a:gd name="connsiteY6-136" fmla="*/ 1193800 h 1193800"/>
                <a:gd name="connsiteX7-137" fmla="*/ 50800 w 12674600"/>
                <a:gd name="connsiteY7-138" fmla="*/ 406400 h 1193800"/>
                <a:gd name="connsiteX8-139" fmla="*/ 0 w 12674600"/>
                <a:gd name="connsiteY8-140" fmla="*/ 431800 h 1193800"/>
                <a:gd name="connsiteX0-141" fmla="*/ 0 w 12674600"/>
                <a:gd name="connsiteY0-142" fmla="*/ 431800 h 1193800"/>
                <a:gd name="connsiteX1-143" fmla="*/ 3479800 w 12674600"/>
                <a:gd name="connsiteY1-144" fmla="*/ 0 h 1193800"/>
                <a:gd name="connsiteX2-145" fmla="*/ 8737600 w 12674600"/>
                <a:gd name="connsiteY2-146" fmla="*/ 431800 h 1193800"/>
                <a:gd name="connsiteX3-147" fmla="*/ 10858500 w 12674600"/>
                <a:gd name="connsiteY3-148" fmla="*/ 342900 h 1193800"/>
                <a:gd name="connsiteX4-149" fmla="*/ 12674600 w 12674600"/>
                <a:gd name="connsiteY4-150" fmla="*/ 368300 h 1193800"/>
                <a:gd name="connsiteX5-151" fmla="*/ 12623800 w 12674600"/>
                <a:gd name="connsiteY5-152" fmla="*/ 1130300 h 1193800"/>
                <a:gd name="connsiteX6-153" fmla="*/ 88900 w 12674600"/>
                <a:gd name="connsiteY6-154" fmla="*/ 1193800 h 1193800"/>
                <a:gd name="connsiteX7-155" fmla="*/ 50800 w 12674600"/>
                <a:gd name="connsiteY7-156" fmla="*/ 406400 h 1193800"/>
                <a:gd name="connsiteX8-157" fmla="*/ 0 w 12674600"/>
                <a:gd name="connsiteY8-158" fmla="*/ 431800 h 1193800"/>
                <a:gd name="connsiteX0-159" fmla="*/ 0 w 12674600"/>
                <a:gd name="connsiteY0-160" fmla="*/ 431800 h 1193800"/>
                <a:gd name="connsiteX1-161" fmla="*/ 3479800 w 12674600"/>
                <a:gd name="connsiteY1-162" fmla="*/ 0 h 1193800"/>
                <a:gd name="connsiteX2-163" fmla="*/ 8737600 w 12674600"/>
                <a:gd name="connsiteY2-164" fmla="*/ 431800 h 1193800"/>
                <a:gd name="connsiteX3-165" fmla="*/ 10858500 w 12674600"/>
                <a:gd name="connsiteY3-166" fmla="*/ 342900 h 1193800"/>
                <a:gd name="connsiteX4-167" fmla="*/ 12674600 w 12674600"/>
                <a:gd name="connsiteY4-168" fmla="*/ 368300 h 1193800"/>
                <a:gd name="connsiteX5-169" fmla="*/ 12623800 w 12674600"/>
                <a:gd name="connsiteY5-170" fmla="*/ 1130300 h 1193800"/>
                <a:gd name="connsiteX6-171" fmla="*/ 88900 w 12674600"/>
                <a:gd name="connsiteY6-172" fmla="*/ 1193800 h 1193800"/>
                <a:gd name="connsiteX7-173" fmla="*/ 50800 w 12674600"/>
                <a:gd name="connsiteY7-174" fmla="*/ 406400 h 1193800"/>
                <a:gd name="connsiteX8-175" fmla="*/ 0 w 12674600"/>
                <a:gd name="connsiteY8-176" fmla="*/ 431800 h 1193800"/>
                <a:gd name="connsiteX0-177" fmla="*/ 0 w 12674600"/>
                <a:gd name="connsiteY0-178" fmla="*/ 431800 h 1193800"/>
                <a:gd name="connsiteX1-179" fmla="*/ 3479800 w 12674600"/>
                <a:gd name="connsiteY1-180" fmla="*/ 0 h 1193800"/>
                <a:gd name="connsiteX2-181" fmla="*/ 8737600 w 12674600"/>
                <a:gd name="connsiteY2-182" fmla="*/ 431800 h 1193800"/>
                <a:gd name="connsiteX3-183" fmla="*/ 10858500 w 12674600"/>
                <a:gd name="connsiteY3-184" fmla="*/ 342900 h 1193800"/>
                <a:gd name="connsiteX4-185" fmla="*/ 12674600 w 12674600"/>
                <a:gd name="connsiteY4-186" fmla="*/ 368300 h 1193800"/>
                <a:gd name="connsiteX5-187" fmla="*/ 12623800 w 12674600"/>
                <a:gd name="connsiteY5-188" fmla="*/ 1130300 h 1193800"/>
                <a:gd name="connsiteX6-189" fmla="*/ 88900 w 12674600"/>
                <a:gd name="connsiteY6-190" fmla="*/ 1193800 h 1193800"/>
                <a:gd name="connsiteX7-191" fmla="*/ 50800 w 12674600"/>
                <a:gd name="connsiteY7-192" fmla="*/ 406400 h 1193800"/>
                <a:gd name="connsiteX8-193" fmla="*/ 0 w 12674600"/>
                <a:gd name="connsiteY8-194" fmla="*/ 431800 h 1193800"/>
                <a:gd name="connsiteX0-195" fmla="*/ 0 w 12674600"/>
                <a:gd name="connsiteY0-196" fmla="*/ 431800 h 1193800"/>
                <a:gd name="connsiteX1-197" fmla="*/ 3479800 w 12674600"/>
                <a:gd name="connsiteY1-198" fmla="*/ 0 h 1193800"/>
                <a:gd name="connsiteX2-199" fmla="*/ 8737600 w 12674600"/>
                <a:gd name="connsiteY2-200" fmla="*/ 431800 h 1193800"/>
                <a:gd name="connsiteX3-201" fmla="*/ 10858500 w 12674600"/>
                <a:gd name="connsiteY3-202" fmla="*/ 342900 h 1193800"/>
                <a:gd name="connsiteX4-203" fmla="*/ 12674600 w 12674600"/>
                <a:gd name="connsiteY4-204" fmla="*/ 368300 h 1193800"/>
                <a:gd name="connsiteX5-205" fmla="*/ 12623800 w 12674600"/>
                <a:gd name="connsiteY5-206" fmla="*/ 1130300 h 1193800"/>
                <a:gd name="connsiteX6-207" fmla="*/ 88900 w 12674600"/>
                <a:gd name="connsiteY6-208" fmla="*/ 1193800 h 1193800"/>
                <a:gd name="connsiteX7-209" fmla="*/ 50800 w 12674600"/>
                <a:gd name="connsiteY7-210" fmla="*/ 406400 h 1193800"/>
                <a:gd name="connsiteX8-211" fmla="*/ 0 w 12674600"/>
                <a:gd name="connsiteY8-212" fmla="*/ 431800 h 1193800"/>
                <a:gd name="connsiteX0-213" fmla="*/ 0 w 12674600"/>
                <a:gd name="connsiteY0-214" fmla="*/ 431800 h 1193800"/>
                <a:gd name="connsiteX1-215" fmla="*/ 3479800 w 12674600"/>
                <a:gd name="connsiteY1-216" fmla="*/ 0 h 1193800"/>
                <a:gd name="connsiteX2-217" fmla="*/ 8737600 w 12674600"/>
                <a:gd name="connsiteY2-218" fmla="*/ 431800 h 1193800"/>
                <a:gd name="connsiteX3-219" fmla="*/ 10858500 w 12674600"/>
                <a:gd name="connsiteY3-220" fmla="*/ 342900 h 1193800"/>
                <a:gd name="connsiteX4-221" fmla="*/ 12674600 w 12674600"/>
                <a:gd name="connsiteY4-222" fmla="*/ 368300 h 1193800"/>
                <a:gd name="connsiteX5-223" fmla="*/ 12623800 w 12674600"/>
                <a:gd name="connsiteY5-224" fmla="*/ 1130300 h 1193800"/>
                <a:gd name="connsiteX6-225" fmla="*/ 88900 w 12674600"/>
                <a:gd name="connsiteY6-226" fmla="*/ 1193800 h 1193800"/>
                <a:gd name="connsiteX7-227" fmla="*/ 50800 w 12674600"/>
                <a:gd name="connsiteY7-228" fmla="*/ 406400 h 1193800"/>
                <a:gd name="connsiteX8-229" fmla="*/ 0 w 12674600"/>
                <a:gd name="connsiteY8-230" fmla="*/ 431800 h 1193800"/>
                <a:gd name="connsiteX0-231" fmla="*/ 0 w 12674600"/>
                <a:gd name="connsiteY0-232" fmla="*/ 431800 h 1193800"/>
                <a:gd name="connsiteX1-233" fmla="*/ 3479800 w 12674600"/>
                <a:gd name="connsiteY1-234" fmla="*/ 0 h 1193800"/>
                <a:gd name="connsiteX2-235" fmla="*/ 8737600 w 12674600"/>
                <a:gd name="connsiteY2-236" fmla="*/ 431800 h 1193800"/>
                <a:gd name="connsiteX3-237" fmla="*/ 10858500 w 12674600"/>
                <a:gd name="connsiteY3-238" fmla="*/ 342900 h 1193800"/>
                <a:gd name="connsiteX4-239" fmla="*/ 12674600 w 12674600"/>
                <a:gd name="connsiteY4-240" fmla="*/ 368300 h 1193800"/>
                <a:gd name="connsiteX5-241" fmla="*/ 12623800 w 12674600"/>
                <a:gd name="connsiteY5-242" fmla="*/ 1130300 h 1193800"/>
                <a:gd name="connsiteX6-243" fmla="*/ 88900 w 12674600"/>
                <a:gd name="connsiteY6-244" fmla="*/ 1193800 h 1193800"/>
                <a:gd name="connsiteX7-245" fmla="*/ 50800 w 12674600"/>
                <a:gd name="connsiteY7-246" fmla="*/ 406400 h 1193800"/>
                <a:gd name="connsiteX8-247" fmla="*/ 0 w 12674600"/>
                <a:gd name="connsiteY8-248" fmla="*/ 431800 h 1193800"/>
                <a:gd name="connsiteX0-249" fmla="*/ 0 w 12674600"/>
                <a:gd name="connsiteY0-250" fmla="*/ 431800 h 1193800"/>
                <a:gd name="connsiteX1-251" fmla="*/ 3479800 w 12674600"/>
                <a:gd name="connsiteY1-252" fmla="*/ 0 h 1193800"/>
                <a:gd name="connsiteX2-253" fmla="*/ 8737600 w 12674600"/>
                <a:gd name="connsiteY2-254" fmla="*/ 431800 h 1193800"/>
                <a:gd name="connsiteX3-255" fmla="*/ 10858500 w 12674600"/>
                <a:gd name="connsiteY3-256" fmla="*/ 342900 h 1193800"/>
                <a:gd name="connsiteX4-257" fmla="*/ 12674600 w 12674600"/>
                <a:gd name="connsiteY4-258" fmla="*/ 368300 h 1193800"/>
                <a:gd name="connsiteX5-259" fmla="*/ 12623800 w 12674600"/>
                <a:gd name="connsiteY5-260" fmla="*/ 1130300 h 1193800"/>
                <a:gd name="connsiteX6-261" fmla="*/ 88900 w 12674600"/>
                <a:gd name="connsiteY6-262" fmla="*/ 1193800 h 1193800"/>
                <a:gd name="connsiteX7-263" fmla="*/ 50800 w 12674600"/>
                <a:gd name="connsiteY7-264" fmla="*/ 406400 h 1193800"/>
                <a:gd name="connsiteX8-265" fmla="*/ 0 w 12674600"/>
                <a:gd name="connsiteY8-266" fmla="*/ 431800 h 1193800"/>
                <a:gd name="connsiteX0-267" fmla="*/ 0 w 12674600"/>
                <a:gd name="connsiteY0-268" fmla="*/ 431800 h 1193800"/>
                <a:gd name="connsiteX1-269" fmla="*/ 3479800 w 12674600"/>
                <a:gd name="connsiteY1-270" fmla="*/ 0 h 1193800"/>
                <a:gd name="connsiteX2-271" fmla="*/ 8737600 w 12674600"/>
                <a:gd name="connsiteY2-272" fmla="*/ 431800 h 1193800"/>
                <a:gd name="connsiteX3-273" fmla="*/ 10845800 w 12674600"/>
                <a:gd name="connsiteY3-274" fmla="*/ 215900 h 1193800"/>
                <a:gd name="connsiteX4-275" fmla="*/ 12674600 w 12674600"/>
                <a:gd name="connsiteY4-276" fmla="*/ 368300 h 1193800"/>
                <a:gd name="connsiteX5-277" fmla="*/ 12623800 w 12674600"/>
                <a:gd name="connsiteY5-278" fmla="*/ 1130300 h 1193800"/>
                <a:gd name="connsiteX6-279" fmla="*/ 88900 w 12674600"/>
                <a:gd name="connsiteY6-280" fmla="*/ 1193800 h 1193800"/>
                <a:gd name="connsiteX7-281" fmla="*/ 50800 w 12674600"/>
                <a:gd name="connsiteY7-282" fmla="*/ 406400 h 1193800"/>
                <a:gd name="connsiteX8-283" fmla="*/ 0 w 12674600"/>
                <a:gd name="connsiteY8-284" fmla="*/ 431800 h 1193800"/>
                <a:gd name="connsiteX0-285" fmla="*/ 0 w 12674600"/>
                <a:gd name="connsiteY0-286" fmla="*/ 431800 h 1193800"/>
                <a:gd name="connsiteX1-287" fmla="*/ 3479800 w 12674600"/>
                <a:gd name="connsiteY1-288" fmla="*/ 0 h 1193800"/>
                <a:gd name="connsiteX2-289" fmla="*/ 8737600 w 12674600"/>
                <a:gd name="connsiteY2-290" fmla="*/ 431800 h 1193800"/>
                <a:gd name="connsiteX3-291" fmla="*/ 10833100 w 12674600"/>
                <a:gd name="connsiteY3-292" fmla="*/ 76200 h 1193800"/>
                <a:gd name="connsiteX4-293" fmla="*/ 12674600 w 12674600"/>
                <a:gd name="connsiteY4-294" fmla="*/ 368300 h 1193800"/>
                <a:gd name="connsiteX5-295" fmla="*/ 12623800 w 12674600"/>
                <a:gd name="connsiteY5-296" fmla="*/ 1130300 h 1193800"/>
                <a:gd name="connsiteX6-297" fmla="*/ 88900 w 12674600"/>
                <a:gd name="connsiteY6-298" fmla="*/ 1193800 h 1193800"/>
                <a:gd name="connsiteX7-299" fmla="*/ 50800 w 12674600"/>
                <a:gd name="connsiteY7-300" fmla="*/ 406400 h 1193800"/>
                <a:gd name="connsiteX8-301" fmla="*/ 0 w 12674600"/>
                <a:gd name="connsiteY8-302" fmla="*/ 431800 h 1193800"/>
                <a:gd name="connsiteX0-303" fmla="*/ 0 w 12674600"/>
                <a:gd name="connsiteY0-304" fmla="*/ 431800 h 1193800"/>
                <a:gd name="connsiteX1-305" fmla="*/ 3479800 w 12674600"/>
                <a:gd name="connsiteY1-306" fmla="*/ 0 h 1193800"/>
                <a:gd name="connsiteX2-307" fmla="*/ 8737600 w 12674600"/>
                <a:gd name="connsiteY2-308" fmla="*/ 431800 h 1193800"/>
                <a:gd name="connsiteX3-309" fmla="*/ 10833100 w 12674600"/>
                <a:gd name="connsiteY3-310" fmla="*/ 76200 h 1193800"/>
                <a:gd name="connsiteX4-311" fmla="*/ 12674600 w 12674600"/>
                <a:gd name="connsiteY4-312" fmla="*/ 368300 h 1193800"/>
                <a:gd name="connsiteX5-313" fmla="*/ 12623800 w 12674600"/>
                <a:gd name="connsiteY5-314" fmla="*/ 1130300 h 1193800"/>
                <a:gd name="connsiteX6-315" fmla="*/ 88900 w 12674600"/>
                <a:gd name="connsiteY6-316" fmla="*/ 1193800 h 1193800"/>
                <a:gd name="connsiteX7-317" fmla="*/ 50800 w 12674600"/>
                <a:gd name="connsiteY7-318" fmla="*/ 406400 h 1193800"/>
                <a:gd name="connsiteX8-319" fmla="*/ 0 w 12674600"/>
                <a:gd name="connsiteY8-320" fmla="*/ 431800 h 1193800"/>
                <a:gd name="connsiteX0-321" fmla="*/ 0 w 12674600"/>
                <a:gd name="connsiteY0-322" fmla="*/ 431800 h 1193800"/>
                <a:gd name="connsiteX1-323" fmla="*/ 3479800 w 12674600"/>
                <a:gd name="connsiteY1-324" fmla="*/ 0 h 1193800"/>
                <a:gd name="connsiteX2-325" fmla="*/ 8737600 w 12674600"/>
                <a:gd name="connsiteY2-326" fmla="*/ 431800 h 1193800"/>
                <a:gd name="connsiteX3-327" fmla="*/ 10833100 w 12674600"/>
                <a:gd name="connsiteY3-328" fmla="*/ 76200 h 1193800"/>
                <a:gd name="connsiteX4-329" fmla="*/ 12674600 w 12674600"/>
                <a:gd name="connsiteY4-330" fmla="*/ 368300 h 1193800"/>
                <a:gd name="connsiteX5-331" fmla="*/ 12623800 w 12674600"/>
                <a:gd name="connsiteY5-332" fmla="*/ 1130300 h 1193800"/>
                <a:gd name="connsiteX6-333" fmla="*/ 88900 w 12674600"/>
                <a:gd name="connsiteY6-334" fmla="*/ 1193800 h 1193800"/>
                <a:gd name="connsiteX7-335" fmla="*/ 50800 w 12674600"/>
                <a:gd name="connsiteY7-336" fmla="*/ 406400 h 1193800"/>
                <a:gd name="connsiteX8-337" fmla="*/ 0 w 12674600"/>
                <a:gd name="connsiteY8-338" fmla="*/ 431800 h 1193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9230" h="1090">
                  <a:moveTo>
                    <a:pt x="5210" y="0"/>
                  </a:moveTo>
                  <a:cubicBezTo>
                    <a:pt x="7603" y="0"/>
                    <a:pt x="11560" y="660"/>
                    <a:pt x="13490" y="680"/>
                  </a:cubicBezTo>
                  <a:cubicBezTo>
                    <a:pt x="15420" y="700"/>
                    <a:pt x="15577" y="187"/>
                    <a:pt x="16790" y="120"/>
                  </a:cubicBezTo>
                  <a:cubicBezTo>
                    <a:pt x="17700" y="70"/>
                    <a:pt x="18616" y="238"/>
                    <a:pt x="19212" y="412"/>
                  </a:cubicBezTo>
                  <a:lnTo>
                    <a:pt x="19230" y="417"/>
                  </a:lnTo>
                  <a:lnTo>
                    <a:pt x="19230" y="1090"/>
                  </a:lnTo>
                  <a:lnTo>
                    <a:pt x="0" y="1090"/>
                  </a:lnTo>
                  <a:lnTo>
                    <a:pt x="0" y="641"/>
                  </a:lnTo>
                  <a:lnTo>
                    <a:pt x="10" y="640"/>
                  </a:lnTo>
                  <a:cubicBezTo>
                    <a:pt x="1033" y="473"/>
                    <a:pt x="3036" y="0"/>
                    <a:pt x="521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任意多边形: 形状 7"/>
            <p:cNvSpPr/>
            <p:nvPr userDrawn="1">
              <p:custDataLst>
                <p:tags r:id="rId8"/>
              </p:custDataLst>
            </p:nvPr>
          </p:nvSpPr>
          <p:spPr>
            <a:xfrm flipH="1" flipV="1">
              <a:off x="-6350" y="-15240"/>
              <a:ext cx="12211050" cy="574040"/>
            </a:xfrm>
            <a:custGeom>
              <a:avLst/>
              <a:gdLst>
                <a:gd name="connsiteX0" fmla="*/ 0 w 12674600"/>
                <a:gd name="connsiteY0" fmla="*/ 444500 h 1206500"/>
                <a:gd name="connsiteX1" fmla="*/ 3327400 w 12674600"/>
                <a:gd name="connsiteY1" fmla="*/ 0 h 1206500"/>
                <a:gd name="connsiteX2" fmla="*/ 3479800 w 12674600"/>
                <a:gd name="connsiteY2" fmla="*/ 12700 h 1206500"/>
                <a:gd name="connsiteX3" fmla="*/ 8737600 w 12674600"/>
                <a:gd name="connsiteY3" fmla="*/ 444500 h 1206500"/>
                <a:gd name="connsiteX4" fmla="*/ 8864600 w 12674600"/>
                <a:gd name="connsiteY4" fmla="*/ 469900 h 1206500"/>
                <a:gd name="connsiteX5" fmla="*/ 8991600 w 12674600"/>
                <a:gd name="connsiteY5" fmla="*/ 495300 h 1206500"/>
                <a:gd name="connsiteX6" fmla="*/ 10858500 w 12674600"/>
                <a:gd name="connsiteY6" fmla="*/ 355600 h 1206500"/>
                <a:gd name="connsiteX7" fmla="*/ 12674600 w 12674600"/>
                <a:gd name="connsiteY7" fmla="*/ 381000 h 1206500"/>
                <a:gd name="connsiteX8" fmla="*/ 12623800 w 12674600"/>
                <a:gd name="connsiteY8" fmla="*/ 1143000 h 1206500"/>
                <a:gd name="connsiteX9" fmla="*/ 88900 w 12674600"/>
                <a:gd name="connsiteY9" fmla="*/ 1206500 h 1206500"/>
                <a:gd name="connsiteX10" fmla="*/ 50800 w 12674600"/>
                <a:gd name="connsiteY10" fmla="*/ 419100 h 1206500"/>
                <a:gd name="connsiteX11" fmla="*/ 0 w 12674600"/>
                <a:gd name="connsiteY11" fmla="*/ 444500 h 1206500"/>
                <a:gd name="connsiteX0-1" fmla="*/ 0 w 12674600"/>
                <a:gd name="connsiteY0-2" fmla="*/ 431800 h 1193800"/>
                <a:gd name="connsiteX1-3" fmla="*/ 3479800 w 12674600"/>
                <a:gd name="connsiteY1-4" fmla="*/ 0 h 1193800"/>
                <a:gd name="connsiteX2-5" fmla="*/ 8737600 w 12674600"/>
                <a:gd name="connsiteY2-6" fmla="*/ 431800 h 1193800"/>
                <a:gd name="connsiteX3-7" fmla="*/ 8864600 w 12674600"/>
                <a:gd name="connsiteY3-8" fmla="*/ 457200 h 1193800"/>
                <a:gd name="connsiteX4-9" fmla="*/ 8991600 w 12674600"/>
                <a:gd name="connsiteY4-10" fmla="*/ 482600 h 1193800"/>
                <a:gd name="connsiteX5-11" fmla="*/ 10858500 w 12674600"/>
                <a:gd name="connsiteY5-12" fmla="*/ 342900 h 1193800"/>
                <a:gd name="connsiteX6-13" fmla="*/ 12674600 w 12674600"/>
                <a:gd name="connsiteY6-14" fmla="*/ 368300 h 1193800"/>
                <a:gd name="connsiteX7-15" fmla="*/ 12623800 w 12674600"/>
                <a:gd name="connsiteY7-16" fmla="*/ 1130300 h 1193800"/>
                <a:gd name="connsiteX8-17" fmla="*/ 88900 w 12674600"/>
                <a:gd name="connsiteY8-18" fmla="*/ 1193800 h 1193800"/>
                <a:gd name="connsiteX9-19" fmla="*/ 50800 w 12674600"/>
                <a:gd name="connsiteY9-20" fmla="*/ 406400 h 1193800"/>
                <a:gd name="connsiteX10-21" fmla="*/ 0 w 12674600"/>
                <a:gd name="connsiteY10-22" fmla="*/ 431800 h 1193800"/>
                <a:gd name="connsiteX0-23" fmla="*/ 0 w 12674600"/>
                <a:gd name="connsiteY0-24" fmla="*/ 431800 h 1193800"/>
                <a:gd name="connsiteX1-25" fmla="*/ 3479800 w 12674600"/>
                <a:gd name="connsiteY1-26" fmla="*/ 0 h 1193800"/>
                <a:gd name="connsiteX2-27" fmla="*/ 8737600 w 12674600"/>
                <a:gd name="connsiteY2-28" fmla="*/ 431800 h 1193800"/>
                <a:gd name="connsiteX3-29" fmla="*/ 8864600 w 12674600"/>
                <a:gd name="connsiteY3-30" fmla="*/ 457200 h 1193800"/>
                <a:gd name="connsiteX4-31" fmla="*/ 8991600 w 12674600"/>
                <a:gd name="connsiteY4-32" fmla="*/ 482600 h 1193800"/>
                <a:gd name="connsiteX5-33" fmla="*/ 10858500 w 12674600"/>
                <a:gd name="connsiteY5-34" fmla="*/ 342900 h 1193800"/>
                <a:gd name="connsiteX6-35" fmla="*/ 12674600 w 12674600"/>
                <a:gd name="connsiteY6-36" fmla="*/ 368300 h 1193800"/>
                <a:gd name="connsiteX7-37" fmla="*/ 12623800 w 12674600"/>
                <a:gd name="connsiteY7-38" fmla="*/ 1130300 h 1193800"/>
                <a:gd name="connsiteX8-39" fmla="*/ 88900 w 12674600"/>
                <a:gd name="connsiteY8-40" fmla="*/ 1193800 h 1193800"/>
                <a:gd name="connsiteX9-41" fmla="*/ 50800 w 12674600"/>
                <a:gd name="connsiteY9-42" fmla="*/ 406400 h 1193800"/>
                <a:gd name="connsiteX10-43" fmla="*/ 0 w 12674600"/>
                <a:gd name="connsiteY10-44" fmla="*/ 431800 h 1193800"/>
                <a:gd name="connsiteX0-45" fmla="*/ 0 w 12674600"/>
                <a:gd name="connsiteY0-46" fmla="*/ 431800 h 1193800"/>
                <a:gd name="connsiteX1-47" fmla="*/ 3479800 w 12674600"/>
                <a:gd name="connsiteY1-48" fmla="*/ 0 h 1193800"/>
                <a:gd name="connsiteX2-49" fmla="*/ 8737600 w 12674600"/>
                <a:gd name="connsiteY2-50" fmla="*/ 431800 h 1193800"/>
                <a:gd name="connsiteX3-51" fmla="*/ 8864600 w 12674600"/>
                <a:gd name="connsiteY3-52" fmla="*/ 457200 h 1193800"/>
                <a:gd name="connsiteX4-53" fmla="*/ 8991600 w 12674600"/>
                <a:gd name="connsiteY4-54" fmla="*/ 482600 h 1193800"/>
                <a:gd name="connsiteX5-55" fmla="*/ 10858500 w 12674600"/>
                <a:gd name="connsiteY5-56" fmla="*/ 342900 h 1193800"/>
                <a:gd name="connsiteX6-57" fmla="*/ 12674600 w 12674600"/>
                <a:gd name="connsiteY6-58" fmla="*/ 368300 h 1193800"/>
                <a:gd name="connsiteX7-59" fmla="*/ 12623800 w 12674600"/>
                <a:gd name="connsiteY7-60" fmla="*/ 1130300 h 1193800"/>
                <a:gd name="connsiteX8-61" fmla="*/ 88900 w 12674600"/>
                <a:gd name="connsiteY8-62" fmla="*/ 1193800 h 1193800"/>
                <a:gd name="connsiteX9-63" fmla="*/ 50800 w 12674600"/>
                <a:gd name="connsiteY9-64" fmla="*/ 406400 h 1193800"/>
                <a:gd name="connsiteX10-65" fmla="*/ 0 w 12674600"/>
                <a:gd name="connsiteY10-66" fmla="*/ 431800 h 1193800"/>
                <a:gd name="connsiteX0-67" fmla="*/ 0 w 12674600"/>
                <a:gd name="connsiteY0-68" fmla="*/ 431800 h 1193800"/>
                <a:gd name="connsiteX1-69" fmla="*/ 3479800 w 12674600"/>
                <a:gd name="connsiteY1-70" fmla="*/ 0 h 1193800"/>
                <a:gd name="connsiteX2-71" fmla="*/ 8737600 w 12674600"/>
                <a:gd name="connsiteY2-72" fmla="*/ 431800 h 1193800"/>
                <a:gd name="connsiteX3-73" fmla="*/ 8991600 w 12674600"/>
                <a:gd name="connsiteY3-74" fmla="*/ 482600 h 1193800"/>
                <a:gd name="connsiteX4-75" fmla="*/ 10858500 w 12674600"/>
                <a:gd name="connsiteY4-76" fmla="*/ 342900 h 1193800"/>
                <a:gd name="connsiteX5-77" fmla="*/ 12674600 w 12674600"/>
                <a:gd name="connsiteY5-78" fmla="*/ 368300 h 1193800"/>
                <a:gd name="connsiteX6-79" fmla="*/ 12623800 w 12674600"/>
                <a:gd name="connsiteY6-80" fmla="*/ 1130300 h 1193800"/>
                <a:gd name="connsiteX7-81" fmla="*/ 88900 w 12674600"/>
                <a:gd name="connsiteY7-82" fmla="*/ 1193800 h 1193800"/>
                <a:gd name="connsiteX8-83" fmla="*/ 50800 w 12674600"/>
                <a:gd name="connsiteY8-84" fmla="*/ 406400 h 1193800"/>
                <a:gd name="connsiteX9-85" fmla="*/ 0 w 12674600"/>
                <a:gd name="connsiteY9-86" fmla="*/ 431800 h 1193800"/>
                <a:gd name="connsiteX0-87" fmla="*/ 0 w 12674600"/>
                <a:gd name="connsiteY0-88" fmla="*/ 431800 h 1193800"/>
                <a:gd name="connsiteX1-89" fmla="*/ 3479800 w 12674600"/>
                <a:gd name="connsiteY1-90" fmla="*/ 0 h 1193800"/>
                <a:gd name="connsiteX2-91" fmla="*/ 8737600 w 12674600"/>
                <a:gd name="connsiteY2-92" fmla="*/ 431800 h 1193800"/>
                <a:gd name="connsiteX3-93" fmla="*/ 10858500 w 12674600"/>
                <a:gd name="connsiteY3-94" fmla="*/ 342900 h 1193800"/>
                <a:gd name="connsiteX4-95" fmla="*/ 12674600 w 12674600"/>
                <a:gd name="connsiteY4-96" fmla="*/ 368300 h 1193800"/>
                <a:gd name="connsiteX5-97" fmla="*/ 12623800 w 12674600"/>
                <a:gd name="connsiteY5-98" fmla="*/ 1130300 h 1193800"/>
                <a:gd name="connsiteX6-99" fmla="*/ 88900 w 12674600"/>
                <a:gd name="connsiteY6-100" fmla="*/ 1193800 h 1193800"/>
                <a:gd name="connsiteX7-101" fmla="*/ 50800 w 12674600"/>
                <a:gd name="connsiteY7-102" fmla="*/ 406400 h 1193800"/>
                <a:gd name="connsiteX8-103" fmla="*/ 0 w 12674600"/>
                <a:gd name="connsiteY8-104" fmla="*/ 431800 h 1193800"/>
                <a:gd name="connsiteX0-105" fmla="*/ 0 w 12674600"/>
                <a:gd name="connsiteY0-106" fmla="*/ 431800 h 1193800"/>
                <a:gd name="connsiteX1-107" fmla="*/ 3479800 w 12674600"/>
                <a:gd name="connsiteY1-108" fmla="*/ 0 h 1193800"/>
                <a:gd name="connsiteX2-109" fmla="*/ 8737600 w 12674600"/>
                <a:gd name="connsiteY2-110" fmla="*/ 431800 h 1193800"/>
                <a:gd name="connsiteX3-111" fmla="*/ 10858500 w 12674600"/>
                <a:gd name="connsiteY3-112" fmla="*/ 342900 h 1193800"/>
                <a:gd name="connsiteX4-113" fmla="*/ 12674600 w 12674600"/>
                <a:gd name="connsiteY4-114" fmla="*/ 368300 h 1193800"/>
                <a:gd name="connsiteX5-115" fmla="*/ 12623800 w 12674600"/>
                <a:gd name="connsiteY5-116" fmla="*/ 1130300 h 1193800"/>
                <a:gd name="connsiteX6-117" fmla="*/ 88900 w 12674600"/>
                <a:gd name="connsiteY6-118" fmla="*/ 1193800 h 1193800"/>
                <a:gd name="connsiteX7-119" fmla="*/ 50800 w 12674600"/>
                <a:gd name="connsiteY7-120" fmla="*/ 406400 h 1193800"/>
                <a:gd name="connsiteX8-121" fmla="*/ 0 w 12674600"/>
                <a:gd name="connsiteY8-122" fmla="*/ 431800 h 1193800"/>
                <a:gd name="connsiteX0-123" fmla="*/ 0 w 12674600"/>
                <a:gd name="connsiteY0-124" fmla="*/ 431800 h 1193800"/>
                <a:gd name="connsiteX1-125" fmla="*/ 3479800 w 12674600"/>
                <a:gd name="connsiteY1-126" fmla="*/ 0 h 1193800"/>
                <a:gd name="connsiteX2-127" fmla="*/ 8737600 w 12674600"/>
                <a:gd name="connsiteY2-128" fmla="*/ 431800 h 1193800"/>
                <a:gd name="connsiteX3-129" fmla="*/ 10858500 w 12674600"/>
                <a:gd name="connsiteY3-130" fmla="*/ 342900 h 1193800"/>
                <a:gd name="connsiteX4-131" fmla="*/ 12674600 w 12674600"/>
                <a:gd name="connsiteY4-132" fmla="*/ 368300 h 1193800"/>
                <a:gd name="connsiteX5-133" fmla="*/ 12623800 w 12674600"/>
                <a:gd name="connsiteY5-134" fmla="*/ 1130300 h 1193800"/>
                <a:gd name="connsiteX6-135" fmla="*/ 88900 w 12674600"/>
                <a:gd name="connsiteY6-136" fmla="*/ 1193800 h 1193800"/>
                <a:gd name="connsiteX7-137" fmla="*/ 50800 w 12674600"/>
                <a:gd name="connsiteY7-138" fmla="*/ 406400 h 1193800"/>
                <a:gd name="connsiteX8-139" fmla="*/ 0 w 12674600"/>
                <a:gd name="connsiteY8-140" fmla="*/ 431800 h 1193800"/>
                <a:gd name="connsiteX0-141" fmla="*/ 0 w 12674600"/>
                <a:gd name="connsiteY0-142" fmla="*/ 431800 h 1193800"/>
                <a:gd name="connsiteX1-143" fmla="*/ 3479800 w 12674600"/>
                <a:gd name="connsiteY1-144" fmla="*/ 0 h 1193800"/>
                <a:gd name="connsiteX2-145" fmla="*/ 8737600 w 12674600"/>
                <a:gd name="connsiteY2-146" fmla="*/ 431800 h 1193800"/>
                <a:gd name="connsiteX3-147" fmla="*/ 10858500 w 12674600"/>
                <a:gd name="connsiteY3-148" fmla="*/ 342900 h 1193800"/>
                <a:gd name="connsiteX4-149" fmla="*/ 12674600 w 12674600"/>
                <a:gd name="connsiteY4-150" fmla="*/ 368300 h 1193800"/>
                <a:gd name="connsiteX5-151" fmla="*/ 12623800 w 12674600"/>
                <a:gd name="connsiteY5-152" fmla="*/ 1130300 h 1193800"/>
                <a:gd name="connsiteX6-153" fmla="*/ 88900 w 12674600"/>
                <a:gd name="connsiteY6-154" fmla="*/ 1193800 h 1193800"/>
                <a:gd name="connsiteX7-155" fmla="*/ 50800 w 12674600"/>
                <a:gd name="connsiteY7-156" fmla="*/ 406400 h 1193800"/>
                <a:gd name="connsiteX8-157" fmla="*/ 0 w 12674600"/>
                <a:gd name="connsiteY8-158" fmla="*/ 431800 h 1193800"/>
                <a:gd name="connsiteX0-159" fmla="*/ 0 w 12674600"/>
                <a:gd name="connsiteY0-160" fmla="*/ 431800 h 1193800"/>
                <a:gd name="connsiteX1-161" fmla="*/ 3479800 w 12674600"/>
                <a:gd name="connsiteY1-162" fmla="*/ 0 h 1193800"/>
                <a:gd name="connsiteX2-163" fmla="*/ 8737600 w 12674600"/>
                <a:gd name="connsiteY2-164" fmla="*/ 431800 h 1193800"/>
                <a:gd name="connsiteX3-165" fmla="*/ 10858500 w 12674600"/>
                <a:gd name="connsiteY3-166" fmla="*/ 342900 h 1193800"/>
                <a:gd name="connsiteX4-167" fmla="*/ 12674600 w 12674600"/>
                <a:gd name="connsiteY4-168" fmla="*/ 368300 h 1193800"/>
                <a:gd name="connsiteX5-169" fmla="*/ 12623800 w 12674600"/>
                <a:gd name="connsiteY5-170" fmla="*/ 1130300 h 1193800"/>
                <a:gd name="connsiteX6-171" fmla="*/ 88900 w 12674600"/>
                <a:gd name="connsiteY6-172" fmla="*/ 1193800 h 1193800"/>
                <a:gd name="connsiteX7-173" fmla="*/ 50800 w 12674600"/>
                <a:gd name="connsiteY7-174" fmla="*/ 406400 h 1193800"/>
                <a:gd name="connsiteX8-175" fmla="*/ 0 w 12674600"/>
                <a:gd name="connsiteY8-176" fmla="*/ 431800 h 1193800"/>
                <a:gd name="connsiteX0-177" fmla="*/ 0 w 12674600"/>
                <a:gd name="connsiteY0-178" fmla="*/ 431800 h 1193800"/>
                <a:gd name="connsiteX1-179" fmla="*/ 3479800 w 12674600"/>
                <a:gd name="connsiteY1-180" fmla="*/ 0 h 1193800"/>
                <a:gd name="connsiteX2-181" fmla="*/ 8737600 w 12674600"/>
                <a:gd name="connsiteY2-182" fmla="*/ 431800 h 1193800"/>
                <a:gd name="connsiteX3-183" fmla="*/ 10858500 w 12674600"/>
                <a:gd name="connsiteY3-184" fmla="*/ 342900 h 1193800"/>
                <a:gd name="connsiteX4-185" fmla="*/ 12674600 w 12674600"/>
                <a:gd name="connsiteY4-186" fmla="*/ 368300 h 1193800"/>
                <a:gd name="connsiteX5-187" fmla="*/ 12623800 w 12674600"/>
                <a:gd name="connsiteY5-188" fmla="*/ 1130300 h 1193800"/>
                <a:gd name="connsiteX6-189" fmla="*/ 88900 w 12674600"/>
                <a:gd name="connsiteY6-190" fmla="*/ 1193800 h 1193800"/>
                <a:gd name="connsiteX7-191" fmla="*/ 50800 w 12674600"/>
                <a:gd name="connsiteY7-192" fmla="*/ 406400 h 1193800"/>
                <a:gd name="connsiteX8-193" fmla="*/ 0 w 12674600"/>
                <a:gd name="connsiteY8-194" fmla="*/ 431800 h 1193800"/>
                <a:gd name="connsiteX0-195" fmla="*/ 0 w 12674600"/>
                <a:gd name="connsiteY0-196" fmla="*/ 431800 h 1193800"/>
                <a:gd name="connsiteX1-197" fmla="*/ 3479800 w 12674600"/>
                <a:gd name="connsiteY1-198" fmla="*/ 0 h 1193800"/>
                <a:gd name="connsiteX2-199" fmla="*/ 8737600 w 12674600"/>
                <a:gd name="connsiteY2-200" fmla="*/ 431800 h 1193800"/>
                <a:gd name="connsiteX3-201" fmla="*/ 10858500 w 12674600"/>
                <a:gd name="connsiteY3-202" fmla="*/ 342900 h 1193800"/>
                <a:gd name="connsiteX4-203" fmla="*/ 12674600 w 12674600"/>
                <a:gd name="connsiteY4-204" fmla="*/ 368300 h 1193800"/>
                <a:gd name="connsiteX5-205" fmla="*/ 12623800 w 12674600"/>
                <a:gd name="connsiteY5-206" fmla="*/ 1130300 h 1193800"/>
                <a:gd name="connsiteX6-207" fmla="*/ 88900 w 12674600"/>
                <a:gd name="connsiteY6-208" fmla="*/ 1193800 h 1193800"/>
                <a:gd name="connsiteX7-209" fmla="*/ 50800 w 12674600"/>
                <a:gd name="connsiteY7-210" fmla="*/ 406400 h 1193800"/>
                <a:gd name="connsiteX8-211" fmla="*/ 0 w 12674600"/>
                <a:gd name="connsiteY8-212" fmla="*/ 431800 h 1193800"/>
                <a:gd name="connsiteX0-213" fmla="*/ 0 w 12674600"/>
                <a:gd name="connsiteY0-214" fmla="*/ 431800 h 1193800"/>
                <a:gd name="connsiteX1-215" fmla="*/ 3479800 w 12674600"/>
                <a:gd name="connsiteY1-216" fmla="*/ 0 h 1193800"/>
                <a:gd name="connsiteX2-217" fmla="*/ 8737600 w 12674600"/>
                <a:gd name="connsiteY2-218" fmla="*/ 431800 h 1193800"/>
                <a:gd name="connsiteX3-219" fmla="*/ 10858500 w 12674600"/>
                <a:gd name="connsiteY3-220" fmla="*/ 342900 h 1193800"/>
                <a:gd name="connsiteX4-221" fmla="*/ 12674600 w 12674600"/>
                <a:gd name="connsiteY4-222" fmla="*/ 368300 h 1193800"/>
                <a:gd name="connsiteX5-223" fmla="*/ 12623800 w 12674600"/>
                <a:gd name="connsiteY5-224" fmla="*/ 1130300 h 1193800"/>
                <a:gd name="connsiteX6-225" fmla="*/ 88900 w 12674600"/>
                <a:gd name="connsiteY6-226" fmla="*/ 1193800 h 1193800"/>
                <a:gd name="connsiteX7-227" fmla="*/ 50800 w 12674600"/>
                <a:gd name="connsiteY7-228" fmla="*/ 406400 h 1193800"/>
                <a:gd name="connsiteX8-229" fmla="*/ 0 w 12674600"/>
                <a:gd name="connsiteY8-230" fmla="*/ 431800 h 1193800"/>
                <a:gd name="connsiteX0-231" fmla="*/ 0 w 12674600"/>
                <a:gd name="connsiteY0-232" fmla="*/ 431800 h 1193800"/>
                <a:gd name="connsiteX1-233" fmla="*/ 3479800 w 12674600"/>
                <a:gd name="connsiteY1-234" fmla="*/ 0 h 1193800"/>
                <a:gd name="connsiteX2-235" fmla="*/ 8737600 w 12674600"/>
                <a:gd name="connsiteY2-236" fmla="*/ 431800 h 1193800"/>
                <a:gd name="connsiteX3-237" fmla="*/ 10858500 w 12674600"/>
                <a:gd name="connsiteY3-238" fmla="*/ 342900 h 1193800"/>
                <a:gd name="connsiteX4-239" fmla="*/ 12674600 w 12674600"/>
                <a:gd name="connsiteY4-240" fmla="*/ 368300 h 1193800"/>
                <a:gd name="connsiteX5-241" fmla="*/ 12623800 w 12674600"/>
                <a:gd name="connsiteY5-242" fmla="*/ 1130300 h 1193800"/>
                <a:gd name="connsiteX6-243" fmla="*/ 88900 w 12674600"/>
                <a:gd name="connsiteY6-244" fmla="*/ 1193800 h 1193800"/>
                <a:gd name="connsiteX7-245" fmla="*/ 50800 w 12674600"/>
                <a:gd name="connsiteY7-246" fmla="*/ 406400 h 1193800"/>
                <a:gd name="connsiteX8-247" fmla="*/ 0 w 12674600"/>
                <a:gd name="connsiteY8-248" fmla="*/ 431800 h 1193800"/>
                <a:gd name="connsiteX0-249" fmla="*/ 0 w 12674600"/>
                <a:gd name="connsiteY0-250" fmla="*/ 431800 h 1193800"/>
                <a:gd name="connsiteX1-251" fmla="*/ 3479800 w 12674600"/>
                <a:gd name="connsiteY1-252" fmla="*/ 0 h 1193800"/>
                <a:gd name="connsiteX2-253" fmla="*/ 8737600 w 12674600"/>
                <a:gd name="connsiteY2-254" fmla="*/ 431800 h 1193800"/>
                <a:gd name="connsiteX3-255" fmla="*/ 10858500 w 12674600"/>
                <a:gd name="connsiteY3-256" fmla="*/ 342900 h 1193800"/>
                <a:gd name="connsiteX4-257" fmla="*/ 12674600 w 12674600"/>
                <a:gd name="connsiteY4-258" fmla="*/ 368300 h 1193800"/>
                <a:gd name="connsiteX5-259" fmla="*/ 12623800 w 12674600"/>
                <a:gd name="connsiteY5-260" fmla="*/ 1130300 h 1193800"/>
                <a:gd name="connsiteX6-261" fmla="*/ 88900 w 12674600"/>
                <a:gd name="connsiteY6-262" fmla="*/ 1193800 h 1193800"/>
                <a:gd name="connsiteX7-263" fmla="*/ 50800 w 12674600"/>
                <a:gd name="connsiteY7-264" fmla="*/ 406400 h 1193800"/>
                <a:gd name="connsiteX8-265" fmla="*/ 0 w 12674600"/>
                <a:gd name="connsiteY8-266" fmla="*/ 431800 h 1193800"/>
                <a:gd name="connsiteX0-267" fmla="*/ 0 w 12674600"/>
                <a:gd name="connsiteY0-268" fmla="*/ 431800 h 1193800"/>
                <a:gd name="connsiteX1-269" fmla="*/ 3479800 w 12674600"/>
                <a:gd name="connsiteY1-270" fmla="*/ 0 h 1193800"/>
                <a:gd name="connsiteX2-271" fmla="*/ 8737600 w 12674600"/>
                <a:gd name="connsiteY2-272" fmla="*/ 431800 h 1193800"/>
                <a:gd name="connsiteX3-273" fmla="*/ 10845800 w 12674600"/>
                <a:gd name="connsiteY3-274" fmla="*/ 215900 h 1193800"/>
                <a:gd name="connsiteX4-275" fmla="*/ 12674600 w 12674600"/>
                <a:gd name="connsiteY4-276" fmla="*/ 368300 h 1193800"/>
                <a:gd name="connsiteX5-277" fmla="*/ 12623800 w 12674600"/>
                <a:gd name="connsiteY5-278" fmla="*/ 1130300 h 1193800"/>
                <a:gd name="connsiteX6-279" fmla="*/ 88900 w 12674600"/>
                <a:gd name="connsiteY6-280" fmla="*/ 1193800 h 1193800"/>
                <a:gd name="connsiteX7-281" fmla="*/ 50800 w 12674600"/>
                <a:gd name="connsiteY7-282" fmla="*/ 406400 h 1193800"/>
                <a:gd name="connsiteX8-283" fmla="*/ 0 w 12674600"/>
                <a:gd name="connsiteY8-284" fmla="*/ 431800 h 1193800"/>
                <a:gd name="connsiteX0-285" fmla="*/ 0 w 12674600"/>
                <a:gd name="connsiteY0-286" fmla="*/ 431800 h 1193800"/>
                <a:gd name="connsiteX1-287" fmla="*/ 3479800 w 12674600"/>
                <a:gd name="connsiteY1-288" fmla="*/ 0 h 1193800"/>
                <a:gd name="connsiteX2-289" fmla="*/ 8737600 w 12674600"/>
                <a:gd name="connsiteY2-290" fmla="*/ 431800 h 1193800"/>
                <a:gd name="connsiteX3-291" fmla="*/ 10833100 w 12674600"/>
                <a:gd name="connsiteY3-292" fmla="*/ 76200 h 1193800"/>
                <a:gd name="connsiteX4-293" fmla="*/ 12674600 w 12674600"/>
                <a:gd name="connsiteY4-294" fmla="*/ 368300 h 1193800"/>
                <a:gd name="connsiteX5-295" fmla="*/ 12623800 w 12674600"/>
                <a:gd name="connsiteY5-296" fmla="*/ 1130300 h 1193800"/>
                <a:gd name="connsiteX6-297" fmla="*/ 88900 w 12674600"/>
                <a:gd name="connsiteY6-298" fmla="*/ 1193800 h 1193800"/>
                <a:gd name="connsiteX7-299" fmla="*/ 50800 w 12674600"/>
                <a:gd name="connsiteY7-300" fmla="*/ 406400 h 1193800"/>
                <a:gd name="connsiteX8-301" fmla="*/ 0 w 12674600"/>
                <a:gd name="connsiteY8-302" fmla="*/ 431800 h 1193800"/>
                <a:gd name="connsiteX0-303" fmla="*/ 0 w 12674600"/>
                <a:gd name="connsiteY0-304" fmla="*/ 431800 h 1193800"/>
                <a:gd name="connsiteX1-305" fmla="*/ 3479800 w 12674600"/>
                <a:gd name="connsiteY1-306" fmla="*/ 0 h 1193800"/>
                <a:gd name="connsiteX2-307" fmla="*/ 8737600 w 12674600"/>
                <a:gd name="connsiteY2-308" fmla="*/ 431800 h 1193800"/>
                <a:gd name="connsiteX3-309" fmla="*/ 10833100 w 12674600"/>
                <a:gd name="connsiteY3-310" fmla="*/ 76200 h 1193800"/>
                <a:gd name="connsiteX4-311" fmla="*/ 12674600 w 12674600"/>
                <a:gd name="connsiteY4-312" fmla="*/ 368300 h 1193800"/>
                <a:gd name="connsiteX5-313" fmla="*/ 12623800 w 12674600"/>
                <a:gd name="connsiteY5-314" fmla="*/ 1130300 h 1193800"/>
                <a:gd name="connsiteX6-315" fmla="*/ 88900 w 12674600"/>
                <a:gd name="connsiteY6-316" fmla="*/ 1193800 h 1193800"/>
                <a:gd name="connsiteX7-317" fmla="*/ 50800 w 12674600"/>
                <a:gd name="connsiteY7-318" fmla="*/ 406400 h 1193800"/>
                <a:gd name="connsiteX8-319" fmla="*/ 0 w 12674600"/>
                <a:gd name="connsiteY8-320" fmla="*/ 431800 h 1193800"/>
                <a:gd name="connsiteX0-321" fmla="*/ 0 w 12674600"/>
                <a:gd name="connsiteY0-322" fmla="*/ 431800 h 1193800"/>
                <a:gd name="connsiteX1-323" fmla="*/ 3479800 w 12674600"/>
                <a:gd name="connsiteY1-324" fmla="*/ 0 h 1193800"/>
                <a:gd name="connsiteX2-325" fmla="*/ 8737600 w 12674600"/>
                <a:gd name="connsiteY2-326" fmla="*/ 431800 h 1193800"/>
                <a:gd name="connsiteX3-327" fmla="*/ 10833100 w 12674600"/>
                <a:gd name="connsiteY3-328" fmla="*/ 76200 h 1193800"/>
                <a:gd name="connsiteX4-329" fmla="*/ 12674600 w 12674600"/>
                <a:gd name="connsiteY4-330" fmla="*/ 368300 h 1193800"/>
                <a:gd name="connsiteX5-331" fmla="*/ 12623800 w 12674600"/>
                <a:gd name="connsiteY5-332" fmla="*/ 1130300 h 1193800"/>
                <a:gd name="connsiteX6-333" fmla="*/ 88900 w 12674600"/>
                <a:gd name="connsiteY6-334" fmla="*/ 1193800 h 1193800"/>
                <a:gd name="connsiteX7-335" fmla="*/ 50800 w 12674600"/>
                <a:gd name="connsiteY7-336" fmla="*/ 406400 h 1193800"/>
                <a:gd name="connsiteX8-337" fmla="*/ 0 w 12674600"/>
                <a:gd name="connsiteY8-338" fmla="*/ 431800 h 11938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</a:cxnLst>
              <a:rect l="l" t="t" r="r" b="b"/>
              <a:pathLst>
                <a:path w="19230" h="904">
                  <a:moveTo>
                    <a:pt x="5020" y="0"/>
                  </a:moveTo>
                  <a:cubicBezTo>
                    <a:pt x="7413" y="0"/>
                    <a:pt x="11370" y="660"/>
                    <a:pt x="13300" y="680"/>
                  </a:cubicBezTo>
                  <a:cubicBezTo>
                    <a:pt x="15230" y="700"/>
                    <a:pt x="15387" y="187"/>
                    <a:pt x="16600" y="120"/>
                  </a:cubicBezTo>
                  <a:cubicBezTo>
                    <a:pt x="17605" y="65"/>
                    <a:pt x="18616" y="275"/>
                    <a:pt x="19198" y="466"/>
                  </a:cubicBezTo>
                  <a:lnTo>
                    <a:pt x="19230" y="477"/>
                  </a:lnTo>
                  <a:lnTo>
                    <a:pt x="19230" y="904"/>
                  </a:lnTo>
                  <a:lnTo>
                    <a:pt x="0" y="904"/>
                  </a:lnTo>
                  <a:lnTo>
                    <a:pt x="0" y="609"/>
                  </a:lnTo>
                  <a:lnTo>
                    <a:pt x="22" y="605"/>
                  </a:lnTo>
                  <a:cubicBezTo>
                    <a:pt x="1094" y="416"/>
                    <a:pt x="2982" y="0"/>
                    <a:pt x="5020" y="0"/>
                  </a:cubicBez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27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304433" y="2554514"/>
            <a:ext cx="4896453" cy="808744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000" u="none" strike="noStrike" kern="1200" cap="none" spc="300" normalizeH="0" baseline="0">
                <a:gradFill flip="none" rotWithShape="1"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304678" y="3425190"/>
            <a:ext cx="4896480" cy="1579245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20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1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3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5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97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6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2023-9-6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>
            <p:custDataLst>
              <p:tags r:id="rId1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708" y="443234"/>
            <a:ext cx="10849411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756" y="952508"/>
            <a:ext cx="5281866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7252" y="952508"/>
            <a:ext cx="5281866" cy="5388907"/>
          </a:xfrm>
        </p:spPr>
        <p:txBody>
          <a:bodyPr lIns="90170" tIns="46990" rIns="90170" bIns="46990">
            <a:normAutofit/>
          </a:bodyPr>
          <a:lstStyle>
            <a:lvl1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2023-9-6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>
            <p:custDataLst>
              <p:tags r:id="rId1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708" y="443234"/>
            <a:ext cx="10849411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756" y="952508"/>
            <a:ext cx="5281866" cy="381003"/>
          </a:xfrm>
        </p:spPr>
        <p:txBody>
          <a:bodyPr lIns="90170" tIns="46990" rIns="90170" bIns="4699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751" y="1406525"/>
            <a:ext cx="5281824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4126" y="952508"/>
            <a:ext cx="5281866" cy="381003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765" indent="0">
              <a:buNone/>
              <a:defRPr sz="1600" b="1"/>
            </a:lvl8pPr>
            <a:lvl9pPr marL="3656965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4126" y="1406525"/>
            <a:ext cx="5281866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2023-9-6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6"/>
          <p:cNvSpPr/>
          <p:nvPr>
            <p:custDataLst>
              <p:tags r:id="rId1"/>
            </p:custDataLst>
          </p:nvPr>
        </p:nvSpPr>
        <p:spPr>
          <a:xfrm>
            <a:off x="-6348" y="6184900"/>
            <a:ext cx="12207870" cy="69215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2023-9-6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2023-9-6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/>
          <p:cNvSpPr/>
          <p:nvPr>
            <p:custDataLst>
              <p:tags r:id="rId1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756" y="443234"/>
            <a:ext cx="10849411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756" y="952508"/>
            <a:ext cx="5281866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599565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7300" y="952508"/>
            <a:ext cx="5281866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2023-9-6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gradFill>
          <a:gsLst>
            <a:gs pos="0">
              <a:schemeClr val="accent3"/>
            </a:gs>
            <a:gs pos="100000">
              <a:schemeClr val="accent1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292724" y="304200"/>
            <a:ext cx="11603378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68382" y="952508"/>
            <a:ext cx="950736" cy="5388907"/>
          </a:xfrm>
        </p:spPr>
        <p:txBody>
          <a:bodyPr vert="eaVert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751" y="952500"/>
            <a:ext cx="9825542" cy="5388907"/>
          </a:xfrm>
        </p:spPr>
        <p:txBody>
          <a:bodyPr vert="eaVert" lIns="90170" tIns="46990" rIns="90170" bIns="46990">
            <a:normAutofit/>
          </a:bodyPr>
          <a:lstStyle>
            <a:lvl1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u="none" strike="noStrike" kern="1200" cap="none" spc="2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2023-9-6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gradFill>
          <a:gsLst>
            <a:gs pos="0">
              <a:schemeClr val="accent3"/>
            </a:gs>
            <a:gs pos="100000">
              <a:schemeClr val="accent1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92724" y="304200"/>
            <a:ext cx="11603378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2023-9-6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756" y="952508"/>
            <a:ext cx="10849411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图片 69" descr="图片包含 动物&#10;&#10;已生成高可信度的说明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69"/>
          <a:srcRect/>
          <a:stretch>
            <a:fillRect/>
          </a:stretch>
        </p:blipFill>
        <p:spPr>
          <a:xfrm flipH="1">
            <a:off x="0" y="0"/>
            <a:ext cx="12188824" cy="6858000"/>
          </a:xfrm>
          <a:prstGeom prst="rect">
            <a:avLst/>
          </a:prstGeom>
        </p:spPr>
      </p:pic>
      <p:pic>
        <p:nvPicPr>
          <p:cNvPr id="7" name="图片 6" descr="图片包含 动物&#10;&#10;已生成高可信度的说明" hidden="1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70"/>
          <a:srcRect/>
          <a:stretch>
            <a:fillRect/>
          </a:stretch>
        </p:blipFill>
        <p:spPr>
          <a:xfrm flipH="1">
            <a:off x="0" y="0"/>
            <a:ext cx="12188824" cy="6858000"/>
          </a:xfrm>
          <a:prstGeom prst="rect">
            <a:avLst/>
          </a:prstGeom>
        </p:spPr>
      </p:pic>
      <p:cxnSp>
        <p:nvCxnSpPr>
          <p:cNvPr id="8" name="直接连接符 7"/>
          <p:cNvCxnSpPr/>
          <p:nvPr>
            <p:custDataLst>
              <p:tags r:id="rId3"/>
            </p:custDataLst>
          </p:nvPr>
        </p:nvCxnSpPr>
        <p:spPr>
          <a:xfrm>
            <a:off x="428513" y="419100"/>
            <a:ext cx="33328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>
            <p:custDataLst>
              <p:tags r:id="rId4"/>
            </p:custDataLst>
          </p:nvPr>
        </p:nvCxnSpPr>
        <p:spPr>
          <a:xfrm>
            <a:off x="428513" y="501650"/>
            <a:ext cx="33328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>
            <p:custDataLst>
              <p:tags r:id="rId5"/>
            </p:custDataLst>
          </p:nvPr>
        </p:nvCxnSpPr>
        <p:spPr>
          <a:xfrm>
            <a:off x="428513" y="584200"/>
            <a:ext cx="333288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>
            <p:custDataLst>
              <p:tags r:id="rId6"/>
            </p:custDataLst>
          </p:nvPr>
        </p:nvCxnSpPr>
        <p:spPr>
          <a:xfrm>
            <a:off x="7244861" y="6375400"/>
            <a:ext cx="3642174" cy="0"/>
          </a:xfrm>
          <a:prstGeom prst="line">
            <a:avLst/>
          </a:prstGeom>
          <a:ln w="3175">
            <a:solidFill>
              <a:schemeClr val="bg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组合 13"/>
          <p:cNvGrpSpPr/>
          <p:nvPr>
            <p:custDataLst>
              <p:tags r:id="rId7"/>
            </p:custDataLst>
          </p:nvPr>
        </p:nvGrpSpPr>
        <p:grpSpPr>
          <a:xfrm>
            <a:off x="910988" y="4672608"/>
            <a:ext cx="1807689" cy="319882"/>
            <a:chOff x="911225" y="4845050"/>
            <a:chExt cx="1808160" cy="319882"/>
          </a:xfrm>
          <a:solidFill>
            <a:schemeClr val="bg1"/>
          </a:solidFill>
        </p:grpSpPr>
        <p:sp>
          <p:nvSpPr>
            <p:cNvPr id="15" name="椭圆 14"/>
            <p:cNvSpPr/>
            <p:nvPr>
              <p:custDataLst>
                <p:tags r:id="rId46"/>
              </p:custDataLst>
            </p:nvPr>
          </p:nvSpPr>
          <p:spPr>
            <a:xfrm>
              <a:off x="91122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椭圆 15"/>
            <p:cNvSpPr/>
            <p:nvPr>
              <p:custDataLst>
                <p:tags r:id="rId47"/>
              </p:custDataLst>
            </p:nvPr>
          </p:nvSpPr>
          <p:spPr>
            <a:xfrm>
              <a:off x="91122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椭圆 16"/>
            <p:cNvSpPr/>
            <p:nvPr>
              <p:custDataLst>
                <p:tags r:id="rId48"/>
              </p:custDataLst>
            </p:nvPr>
          </p:nvSpPr>
          <p:spPr>
            <a:xfrm>
              <a:off x="1085056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椭圆 17"/>
            <p:cNvSpPr/>
            <p:nvPr>
              <p:custDataLst>
                <p:tags r:id="rId49"/>
              </p:custDataLst>
            </p:nvPr>
          </p:nvSpPr>
          <p:spPr>
            <a:xfrm>
              <a:off x="1085056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椭圆 18"/>
            <p:cNvSpPr/>
            <p:nvPr>
              <p:custDataLst>
                <p:tags r:id="rId50"/>
              </p:custDataLst>
            </p:nvPr>
          </p:nvSpPr>
          <p:spPr>
            <a:xfrm>
              <a:off x="1258887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椭圆 19"/>
            <p:cNvSpPr/>
            <p:nvPr>
              <p:custDataLst>
                <p:tags r:id="rId51"/>
              </p:custDataLst>
            </p:nvPr>
          </p:nvSpPr>
          <p:spPr>
            <a:xfrm>
              <a:off x="1258887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椭圆 20"/>
            <p:cNvSpPr/>
            <p:nvPr>
              <p:custDataLst>
                <p:tags r:id="rId52"/>
              </p:custDataLst>
            </p:nvPr>
          </p:nvSpPr>
          <p:spPr>
            <a:xfrm>
              <a:off x="1432718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椭圆 21"/>
            <p:cNvSpPr/>
            <p:nvPr>
              <p:custDataLst>
                <p:tags r:id="rId53"/>
              </p:custDataLst>
            </p:nvPr>
          </p:nvSpPr>
          <p:spPr>
            <a:xfrm>
              <a:off x="1432718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椭圆 22"/>
            <p:cNvSpPr/>
            <p:nvPr>
              <p:custDataLst>
                <p:tags r:id="rId54"/>
              </p:custDataLst>
            </p:nvPr>
          </p:nvSpPr>
          <p:spPr>
            <a:xfrm>
              <a:off x="1606549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4" name="椭圆 23"/>
            <p:cNvSpPr/>
            <p:nvPr>
              <p:custDataLst>
                <p:tags r:id="rId55"/>
              </p:custDataLst>
            </p:nvPr>
          </p:nvSpPr>
          <p:spPr>
            <a:xfrm>
              <a:off x="1606549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5" name="椭圆 24"/>
            <p:cNvSpPr/>
            <p:nvPr>
              <p:custDataLst>
                <p:tags r:id="rId56"/>
              </p:custDataLst>
            </p:nvPr>
          </p:nvSpPr>
          <p:spPr>
            <a:xfrm>
              <a:off x="1780380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椭圆 25"/>
            <p:cNvSpPr/>
            <p:nvPr>
              <p:custDataLst>
                <p:tags r:id="rId57"/>
              </p:custDataLst>
            </p:nvPr>
          </p:nvSpPr>
          <p:spPr>
            <a:xfrm>
              <a:off x="1780380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椭圆 26"/>
            <p:cNvSpPr/>
            <p:nvPr>
              <p:custDataLst>
                <p:tags r:id="rId58"/>
              </p:custDataLst>
            </p:nvPr>
          </p:nvSpPr>
          <p:spPr>
            <a:xfrm>
              <a:off x="1954211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椭圆 27"/>
            <p:cNvSpPr/>
            <p:nvPr>
              <p:custDataLst>
                <p:tags r:id="rId59"/>
              </p:custDataLst>
            </p:nvPr>
          </p:nvSpPr>
          <p:spPr>
            <a:xfrm>
              <a:off x="1954211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9" name="椭圆 28"/>
            <p:cNvSpPr/>
            <p:nvPr>
              <p:custDataLst>
                <p:tags r:id="rId60"/>
              </p:custDataLst>
            </p:nvPr>
          </p:nvSpPr>
          <p:spPr>
            <a:xfrm>
              <a:off x="2128042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椭圆 29"/>
            <p:cNvSpPr/>
            <p:nvPr>
              <p:custDataLst>
                <p:tags r:id="rId61"/>
              </p:custDataLst>
            </p:nvPr>
          </p:nvSpPr>
          <p:spPr>
            <a:xfrm>
              <a:off x="2128042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椭圆 30"/>
            <p:cNvSpPr/>
            <p:nvPr>
              <p:custDataLst>
                <p:tags r:id="rId62"/>
              </p:custDataLst>
            </p:nvPr>
          </p:nvSpPr>
          <p:spPr>
            <a:xfrm>
              <a:off x="2301873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椭圆 31"/>
            <p:cNvSpPr/>
            <p:nvPr>
              <p:custDataLst>
                <p:tags r:id="rId63"/>
              </p:custDataLst>
            </p:nvPr>
          </p:nvSpPr>
          <p:spPr>
            <a:xfrm>
              <a:off x="2301873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椭圆 32"/>
            <p:cNvSpPr/>
            <p:nvPr>
              <p:custDataLst>
                <p:tags r:id="rId64"/>
              </p:custDataLst>
            </p:nvPr>
          </p:nvSpPr>
          <p:spPr>
            <a:xfrm>
              <a:off x="2475704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椭圆 33"/>
            <p:cNvSpPr/>
            <p:nvPr>
              <p:custDataLst>
                <p:tags r:id="rId65"/>
              </p:custDataLst>
            </p:nvPr>
          </p:nvSpPr>
          <p:spPr>
            <a:xfrm>
              <a:off x="2475704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椭圆 34"/>
            <p:cNvSpPr/>
            <p:nvPr>
              <p:custDataLst>
                <p:tags r:id="rId66"/>
              </p:custDataLst>
            </p:nvPr>
          </p:nvSpPr>
          <p:spPr>
            <a:xfrm>
              <a:off x="2649535" y="484505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椭圆 35"/>
            <p:cNvSpPr/>
            <p:nvPr>
              <p:custDataLst>
                <p:tags r:id="rId67"/>
              </p:custDataLst>
            </p:nvPr>
          </p:nvSpPr>
          <p:spPr>
            <a:xfrm>
              <a:off x="2649535" y="5095082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8"/>
            </p:custDataLst>
          </p:nvPr>
        </p:nvGrpSpPr>
        <p:grpSpPr>
          <a:xfrm>
            <a:off x="9958006" y="482599"/>
            <a:ext cx="1286332" cy="891382"/>
            <a:chOff x="9265447" y="481778"/>
            <a:chExt cx="1286667" cy="891382"/>
          </a:xfrm>
          <a:solidFill>
            <a:schemeClr val="bg1"/>
          </a:solidFill>
        </p:grpSpPr>
        <p:sp>
          <p:nvSpPr>
            <p:cNvPr id="38" name="椭圆 37"/>
            <p:cNvSpPr/>
            <p:nvPr>
              <p:custDataLst>
                <p:tags r:id="rId14"/>
              </p:custDataLst>
            </p:nvPr>
          </p:nvSpPr>
          <p:spPr>
            <a:xfrm>
              <a:off x="9265447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>
              <p:custDataLst>
                <p:tags r:id="rId15"/>
              </p:custDataLst>
            </p:nvPr>
          </p:nvSpPr>
          <p:spPr>
            <a:xfrm>
              <a:off x="9265447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>
              <p:custDataLst>
                <p:tags r:id="rId16"/>
              </p:custDataLst>
            </p:nvPr>
          </p:nvSpPr>
          <p:spPr>
            <a:xfrm>
              <a:off x="9439278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>
              <p:custDataLst>
                <p:tags r:id="rId17"/>
              </p:custDataLst>
            </p:nvPr>
          </p:nvSpPr>
          <p:spPr>
            <a:xfrm>
              <a:off x="9439278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>
              <p:custDataLst>
                <p:tags r:id="rId18"/>
              </p:custDataLst>
            </p:nvPr>
          </p:nvSpPr>
          <p:spPr>
            <a:xfrm>
              <a:off x="9613109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>
              <p:custDataLst>
                <p:tags r:id="rId19"/>
              </p:custDataLst>
            </p:nvPr>
          </p:nvSpPr>
          <p:spPr>
            <a:xfrm>
              <a:off x="9613109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>
              <p:custDataLst>
                <p:tags r:id="rId20"/>
              </p:custDataLst>
            </p:nvPr>
          </p:nvSpPr>
          <p:spPr>
            <a:xfrm>
              <a:off x="9786940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>
              <p:custDataLst>
                <p:tags r:id="rId21"/>
              </p:custDataLst>
            </p:nvPr>
          </p:nvSpPr>
          <p:spPr>
            <a:xfrm>
              <a:off x="9786940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>
              <p:custDataLst>
                <p:tags r:id="rId22"/>
              </p:custDataLst>
            </p:nvPr>
          </p:nvSpPr>
          <p:spPr>
            <a:xfrm>
              <a:off x="9960771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>
              <p:custDataLst>
                <p:tags r:id="rId23"/>
              </p:custDataLst>
            </p:nvPr>
          </p:nvSpPr>
          <p:spPr>
            <a:xfrm>
              <a:off x="9960771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>
              <p:custDataLst>
                <p:tags r:id="rId24"/>
              </p:custDataLst>
            </p:nvPr>
          </p:nvSpPr>
          <p:spPr>
            <a:xfrm>
              <a:off x="10134602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>
              <p:custDataLst>
                <p:tags r:id="rId25"/>
              </p:custDataLst>
            </p:nvPr>
          </p:nvSpPr>
          <p:spPr>
            <a:xfrm>
              <a:off x="10134602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>
              <p:custDataLst>
                <p:tags r:id="rId26"/>
              </p:custDataLst>
            </p:nvPr>
          </p:nvSpPr>
          <p:spPr>
            <a:xfrm>
              <a:off x="10308433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>
              <p:custDataLst>
                <p:tags r:id="rId27"/>
              </p:custDataLst>
            </p:nvPr>
          </p:nvSpPr>
          <p:spPr>
            <a:xfrm>
              <a:off x="10308433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>
              <p:custDataLst>
                <p:tags r:id="rId28"/>
              </p:custDataLst>
            </p:nvPr>
          </p:nvSpPr>
          <p:spPr>
            <a:xfrm>
              <a:off x="10482264" y="10532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>
              <p:custDataLst>
                <p:tags r:id="rId29"/>
              </p:custDataLst>
            </p:nvPr>
          </p:nvSpPr>
          <p:spPr>
            <a:xfrm>
              <a:off x="10482264" y="13033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>
              <p:custDataLst>
                <p:tags r:id="rId30"/>
              </p:custDataLst>
            </p:nvPr>
          </p:nvSpPr>
          <p:spPr>
            <a:xfrm>
              <a:off x="9265447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>
              <p:custDataLst>
                <p:tags r:id="rId31"/>
              </p:custDataLst>
            </p:nvPr>
          </p:nvSpPr>
          <p:spPr>
            <a:xfrm>
              <a:off x="9265447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>
              <p:custDataLst>
                <p:tags r:id="rId32"/>
              </p:custDataLst>
            </p:nvPr>
          </p:nvSpPr>
          <p:spPr>
            <a:xfrm>
              <a:off x="9439278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>
              <p:custDataLst>
                <p:tags r:id="rId33"/>
              </p:custDataLst>
            </p:nvPr>
          </p:nvSpPr>
          <p:spPr>
            <a:xfrm>
              <a:off x="9439278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>
              <p:custDataLst>
                <p:tags r:id="rId34"/>
              </p:custDataLst>
            </p:nvPr>
          </p:nvSpPr>
          <p:spPr>
            <a:xfrm>
              <a:off x="9613109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>
              <p:custDataLst>
                <p:tags r:id="rId35"/>
              </p:custDataLst>
            </p:nvPr>
          </p:nvSpPr>
          <p:spPr>
            <a:xfrm>
              <a:off x="9613109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>
              <p:custDataLst>
                <p:tags r:id="rId36"/>
              </p:custDataLst>
            </p:nvPr>
          </p:nvSpPr>
          <p:spPr>
            <a:xfrm>
              <a:off x="9786940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>
              <p:custDataLst>
                <p:tags r:id="rId37"/>
              </p:custDataLst>
            </p:nvPr>
          </p:nvSpPr>
          <p:spPr>
            <a:xfrm>
              <a:off x="9786940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>
              <p:custDataLst>
                <p:tags r:id="rId38"/>
              </p:custDataLst>
            </p:nvPr>
          </p:nvSpPr>
          <p:spPr>
            <a:xfrm>
              <a:off x="9960771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>
              <p:custDataLst>
                <p:tags r:id="rId39"/>
              </p:custDataLst>
            </p:nvPr>
          </p:nvSpPr>
          <p:spPr>
            <a:xfrm>
              <a:off x="9960771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>
              <p:custDataLst>
                <p:tags r:id="rId40"/>
              </p:custDataLst>
            </p:nvPr>
          </p:nvSpPr>
          <p:spPr>
            <a:xfrm>
              <a:off x="10134602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>
              <p:custDataLst>
                <p:tags r:id="rId41"/>
              </p:custDataLst>
            </p:nvPr>
          </p:nvSpPr>
          <p:spPr>
            <a:xfrm>
              <a:off x="10134602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>
              <p:custDataLst>
                <p:tags r:id="rId42"/>
              </p:custDataLst>
            </p:nvPr>
          </p:nvSpPr>
          <p:spPr>
            <a:xfrm>
              <a:off x="10308433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>
              <p:custDataLst>
                <p:tags r:id="rId43"/>
              </p:custDataLst>
            </p:nvPr>
          </p:nvSpPr>
          <p:spPr>
            <a:xfrm>
              <a:off x="10308433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>
              <p:custDataLst>
                <p:tags r:id="rId44"/>
              </p:custDataLst>
            </p:nvPr>
          </p:nvSpPr>
          <p:spPr>
            <a:xfrm>
              <a:off x="10482264" y="481778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>
              <p:custDataLst>
                <p:tags r:id="rId45"/>
              </p:custDataLst>
            </p:nvPr>
          </p:nvSpPr>
          <p:spPr>
            <a:xfrm>
              <a:off x="10482264" y="731810"/>
              <a:ext cx="69850" cy="6985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761802" y="2050908"/>
            <a:ext cx="7001319" cy="1950414"/>
          </a:xfrm>
        </p:spPr>
        <p:txBody>
          <a:bodyPr vert="horz" lIns="90170" tIns="46990" rIns="90170" bIns="4699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1495" b="1" i="0" u="none" strike="noStrike" kern="1200" cap="none" spc="6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72" name="文本占位符 71"/>
          <p:cNvSpPr>
            <a:spLocks noGrp="1"/>
          </p:cNvSpPr>
          <p:nvPr>
            <p:ph type="body" sz="quarter" idx="13" hasCustomPrompt="1"/>
            <p:custDataLst>
              <p:tags r:id="rId10"/>
            </p:custDataLst>
          </p:nvPr>
        </p:nvSpPr>
        <p:spPr>
          <a:xfrm>
            <a:off x="761802" y="5172672"/>
            <a:ext cx="6454364" cy="543560"/>
          </a:xfrm>
        </p:spPr>
        <p:txBody>
          <a:bodyPr lIns="90170" tIns="46990" rIns="90170" bIns="46990">
            <a:normAutofit/>
          </a:bodyPr>
          <a:lstStyle>
            <a:lvl1pPr marL="0" indent="0" algn="dist">
              <a:buNone/>
              <a:defRPr sz="2000" baseline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2023-9-6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: 形状 12"/>
          <p:cNvSpPr/>
          <p:nvPr>
            <p:custDataLst>
              <p:tags r:id="rId1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2023-9-6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gradFill>
          <a:gsLst>
            <a:gs pos="0">
              <a:schemeClr val="accent3"/>
            </a:gs>
            <a:gs pos="100000">
              <a:schemeClr val="accent1"/>
            </a:gs>
          </a:gsLst>
          <a:lin ang="6599999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292724" y="304200"/>
            <a:ext cx="11603378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281266" y="1249200"/>
            <a:ext cx="9623893" cy="723600"/>
          </a:xfrm>
        </p:spPr>
        <p:txBody>
          <a:bodyPr anchor="ctr"/>
          <a:lstStyle>
            <a:lvl1pPr>
              <a:defRPr sz="3200" baseline="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6599999" scaled="0"/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1280779" y="2163600"/>
            <a:ext cx="9624093" cy="3445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2023-9-6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4822204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9" name="任意多边形: 形状 18"/>
          <p:cNvSpPr/>
          <p:nvPr>
            <p:custDataLst>
              <p:tags r:id="rId2"/>
            </p:custDataLst>
          </p:nvPr>
        </p:nvSpPr>
        <p:spPr>
          <a:xfrm rot="16200000">
            <a:off x="8567093" y="3243580"/>
            <a:ext cx="6882242" cy="36195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矩形: 圆角 5"/>
          <p:cNvSpPr/>
          <p:nvPr>
            <p:custDataLst>
              <p:tags r:id="rId3"/>
            </p:custDataLst>
          </p:nvPr>
        </p:nvSpPr>
        <p:spPr>
          <a:xfrm rot="2955020">
            <a:off x="-241237" y="-112395"/>
            <a:ext cx="1013831" cy="747395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048" y="770400"/>
            <a:ext cx="3958969" cy="882000"/>
          </a:xfrm>
        </p:spPr>
        <p:txBody>
          <a:bodyPr anchor="ctr"/>
          <a:lstStyle>
            <a:lvl1pPr>
              <a:defRPr sz="3600" baseline="0">
                <a:gradFill>
                  <a:gsLst>
                    <a:gs pos="0">
                      <a:schemeClr val="accent1"/>
                    </a:gs>
                    <a:gs pos="100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2023-9-6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647" y="1764000"/>
            <a:ext cx="3955370" cy="4093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099872" y="769938"/>
            <a:ext cx="6478313" cy="5087937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0"/>
            <a:ext cx="12188825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32" name="矩形: 圆角 31"/>
          <p:cNvSpPr/>
          <p:nvPr>
            <p:custDataLst>
              <p:tags r:id="rId2"/>
            </p:custDataLst>
          </p:nvPr>
        </p:nvSpPr>
        <p:spPr>
          <a:xfrm rot="2955020">
            <a:off x="-241470" y="-112084"/>
            <a:ext cx="1014111" cy="747174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31" name="任意多边形: 形状 30"/>
          <p:cNvSpPr/>
          <p:nvPr>
            <p:custDataLst>
              <p:tags r:id="rId3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1841" y="781200"/>
            <a:ext cx="10973542" cy="626400"/>
          </a:xfrm>
        </p:spPr>
        <p:txBody>
          <a:bodyPr anchor="ctr"/>
          <a:lstStyle>
            <a:lvl1pPr algn="ctr">
              <a:defRPr sz="3600" baseline="0">
                <a:gradFill>
                  <a:gsLst>
                    <a:gs pos="0">
                      <a:schemeClr val="accent1"/>
                    </a:gs>
                    <a:gs pos="99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2023-9-6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1841" y="1659600"/>
            <a:ext cx="10973117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615" y="2808000"/>
            <a:ext cx="10962744" cy="34308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5029201"/>
            <a:ext cx="12188825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tx2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4643" y="669600"/>
            <a:ext cx="10973542" cy="565200"/>
          </a:xfrm>
        </p:spPr>
        <p:txBody>
          <a:bodyPr anchor="ctr"/>
          <a:lstStyle>
            <a:lvl1pPr algn="ctr">
              <a:defRPr sz="3200" baseline="0">
                <a:gradFill>
                  <a:gsLst>
                    <a:gs pos="0">
                      <a:schemeClr val="accent1"/>
                    </a:gs>
                    <a:gs pos="99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2023-9-6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604679" y="1681200"/>
            <a:ext cx="10987938" cy="321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7"/>
            </p:custDataLst>
          </p:nvPr>
        </p:nvSpPr>
        <p:spPr>
          <a:xfrm>
            <a:off x="593845" y="5180400"/>
            <a:ext cx="10998735" cy="1011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2" name="任意多边形: 形状 21"/>
          <p:cNvSpPr/>
          <p:nvPr>
            <p:custDataLst>
              <p:tags r:id="rId8"/>
            </p:custDataLst>
          </p:nvPr>
        </p:nvSpPr>
        <p:spPr>
          <a:xfrm flipH="1" flipV="1">
            <a:off x="-6348" y="-15240"/>
            <a:ext cx="12207870" cy="493473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904">
                <a:moveTo>
                  <a:pt x="5020" y="0"/>
                </a:moveTo>
                <a:cubicBezTo>
                  <a:pt x="7413" y="0"/>
                  <a:pt x="11370" y="660"/>
                  <a:pt x="13300" y="680"/>
                </a:cubicBezTo>
                <a:cubicBezTo>
                  <a:pt x="15230" y="700"/>
                  <a:pt x="15387" y="187"/>
                  <a:pt x="16600" y="120"/>
                </a:cubicBezTo>
                <a:cubicBezTo>
                  <a:pt x="17605" y="65"/>
                  <a:pt x="18616" y="275"/>
                  <a:pt x="19198" y="466"/>
                </a:cubicBezTo>
                <a:lnTo>
                  <a:pt x="19230" y="477"/>
                </a:lnTo>
                <a:lnTo>
                  <a:pt x="19230" y="904"/>
                </a:lnTo>
                <a:lnTo>
                  <a:pt x="0" y="904"/>
                </a:lnTo>
                <a:lnTo>
                  <a:pt x="0" y="609"/>
                </a:lnTo>
                <a:lnTo>
                  <a:pt x="22" y="605"/>
                </a:lnTo>
                <a:cubicBezTo>
                  <a:pt x="1094" y="416"/>
                  <a:pt x="2982" y="0"/>
                  <a:pt x="502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任意多边形: 形状 21"/>
          <p:cNvSpPr/>
          <p:nvPr>
            <p:custDataLst>
              <p:tags r:id="rId1"/>
            </p:custDataLst>
          </p:nvPr>
        </p:nvSpPr>
        <p:spPr>
          <a:xfrm>
            <a:off x="-6348" y="6341414"/>
            <a:ext cx="12207870" cy="535635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12188825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449" y="237600"/>
            <a:ext cx="11034726" cy="441964"/>
          </a:xfrm>
        </p:spPr>
        <p:txBody>
          <a:bodyPr>
            <a:noAutofit/>
          </a:bodyPr>
          <a:lstStyle>
            <a:lvl1pPr>
              <a:defRPr sz="2400" baseline="0">
                <a:gradFill>
                  <a:gsLst>
                    <a:gs pos="0">
                      <a:schemeClr val="accent1"/>
                    </a:gs>
                    <a:gs pos="99000">
                      <a:schemeClr val="accent3"/>
                    </a:gs>
                  </a:gsLst>
                  <a:path path="circle">
                    <a:fillToRect t="100000" r="100000"/>
                  </a:path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2023-9-6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449" y="1663200"/>
            <a:ext cx="5341009" cy="28944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0774" y="1663200"/>
            <a:ext cx="5366202" cy="28944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251" y="4816800"/>
            <a:ext cx="5341009" cy="78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1572" y="4813200"/>
            <a:ext cx="5366202" cy="78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-1270" y="959224"/>
            <a:ext cx="12188825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9" name="任意多边形: 形状 28"/>
          <p:cNvSpPr/>
          <p:nvPr>
            <p:custDataLst>
              <p:tags r:id="rId2"/>
            </p:custDataLst>
          </p:nvPr>
        </p:nvSpPr>
        <p:spPr>
          <a:xfrm>
            <a:off x="-6348" y="6184900"/>
            <a:ext cx="12207870" cy="69215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1090">
                <a:moveTo>
                  <a:pt x="5210" y="0"/>
                </a:moveTo>
                <a:cubicBezTo>
                  <a:pt x="7603" y="0"/>
                  <a:pt x="11560" y="660"/>
                  <a:pt x="13490" y="680"/>
                </a:cubicBezTo>
                <a:cubicBezTo>
                  <a:pt x="15420" y="700"/>
                  <a:pt x="15577" y="187"/>
                  <a:pt x="16790" y="120"/>
                </a:cubicBezTo>
                <a:cubicBezTo>
                  <a:pt x="17700" y="70"/>
                  <a:pt x="18616" y="238"/>
                  <a:pt x="19212" y="412"/>
                </a:cubicBezTo>
                <a:lnTo>
                  <a:pt x="19230" y="417"/>
                </a:lnTo>
                <a:lnTo>
                  <a:pt x="19230" y="1090"/>
                </a:lnTo>
                <a:lnTo>
                  <a:pt x="0" y="1090"/>
                </a:lnTo>
                <a:lnTo>
                  <a:pt x="0" y="641"/>
                </a:lnTo>
                <a:lnTo>
                  <a:pt x="10" y="640"/>
                </a:lnTo>
                <a:cubicBezTo>
                  <a:pt x="1033" y="473"/>
                  <a:pt x="3036" y="0"/>
                  <a:pt x="521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0" name="任意多边形: 形状 29"/>
          <p:cNvSpPr/>
          <p:nvPr>
            <p:custDataLst>
              <p:tags r:id="rId3"/>
            </p:custDataLst>
          </p:nvPr>
        </p:nvSpPr>
        <p:spPr>
          <a:xfrm flipH="1" flipV="1">
            <a:off x="-6348" y="-15240"/>
            <a:ext cx="12207870" cy="574040"/>
          </a:xfrm>
          <a:custGeom>
            <a:avLst/>
            <a:gdLst>
              <a:gd name="connsiteX0" fmla="*/ 0 w 12674600"/>
              <a:gd name="connsiteY0" fmla="*/ 444500 h 1206500"/>
              <a:gd name="connsiteX1" fmla="*/ 3327400 w 12674600"/>
              <a:gd name="connsiteY1" fmla="*/ 0 h 1206500"/>
              <a:gd name="connsiteX2" fmla="*/ 3479800 w 12674600"/>
              <a:gd name="connsiteY2" fmla="*/ 12700 h 1206500"/>
              <a:gd name="connsiteX3" fmla="*/ 8737600 w 12674600"/>
              <a:gd name="connsiteY3" fmla="*/ 444500 h 1206500"/>
              <a:gd name="connsiteX4" fmla="*/ 8864600 w 12674600"/>
              <a:gd name="connsiteY4" fmla="*/ 469900 h 1206500"/>
              <a:gd name="connsiteX5" fmla="*/ 8991600 w 12674600"/>
              <a:gd name="connsiteY5" fmla="*/ 495300 h 1206500"/>
              <a:gd name="connsiteX6" fmla="*/ 10858500 w 12674600"/>
              <a:gd name="connsiteY6" fmla="*/ 355600 h 1206500"/>
              <a:gd name="connsiteX7" fmla="*/ 12674600 w 12674600"/>
              <a:gd name="connsiteY7" fmla="*/ 381000 h 1206500"/>
              <a:gd name="connsiteX8" fmla="*/ 12623800 w 12674600"/>
              <a:gd name="connsiteY8" fmla="*/ 1143000 h 1206500"/>
              <a:gd name="connsiteX9" fmla="*/ 88900 w 12674600"/>
              <a:gd name="connsiteY9" fmla="*/ 1206500 h 1206500"/>
              <a:gd name="connsiteX10" fmla="*/ 50800 w 12674600"/>
              <a:gd name="connsiteY10" fmla="*/ 419100 h 1206500"/>
              <a:gd name="connsiteX11" fmla="*/ 0 w 12674600"/>
              <a:gd name="connsiteY11" fmla="*/ 444500 h 1206500"/>
              <a:gd name="connsiteX0-1" fmla="*/ 0 w 12674600"/>
              <a:gd name="connsiteY0-2" fmla="*/ 431800 h 1193800"/>
              <a:gd name="connsiteX1-3" fmla="*/ 3479800 w 12674600"/>
              <a:gd name="connsiteY1-4" fmla="*/ 0 h 1193800"/>
              <a:gd name="connsiteX2-5" fmla="*/ 8737600 w 12674600"/>
              <a:gd name="connsiteY2-6" fmla="*/ 431800 h 1193800"/>
              <a:gd name="connsiteX3-7" fmla="*/ 8864600 w 12674600"/>
              <a:gd name="connsiteY3-8" fmla="*/ 457200 h 1193800"/>
              <a:gd name="connsiteX4-9" fmla="*/ 8991600 w 12674600"/>
              <a:gd name="connsiteY4-10" fmla="*/ 482600 h 1193800"/>
              <a:gd name="connsiteX5-11" fmla="*/ 10858500 w 12674600"/>
              <a:gd name="connsiteY5-12" fmla="*/ 342900 h 1193800"/>
              <a:gd name="connsiteX6-13" fmla="*/ 12674600 w 12674600"/>
              <a:gd name="connsiteY6-14" fmla="*/ 368300 h 1193800"/>
              <a:gd name="connsiteX7-15" fmla="*/ 12623800 w 12674600"/>
              <a:gd name="connsiteY7-16" fmla="*/ 1130300 h 1193800"/>
              <a:gd name="connsiteX8-17" fmla="*/ 88900 w 12674600"/>
              <a:gd name="connsiteY8-18" fmla="*/ 1193800 h 1193800"/>
              <a:gd name="connsiteX9-19" fmla="*/ 50800 w 12674600"/>
              <a:gd name="connsiteY9-20" fmla="*/ 406400 h 1193800"/>
              <a:gd name="connsiteX10-21" fmla="*/ 0 w 12674600"/>
              <a:gd name="connsiteY10-22" fmla="*/ 431800 h 1193800"/>
              <a:gd name="connsiteX0-23" fmla="*/ 0 w 12674600"/>
              <a:gd name="connsiteY0-24" fmla="*/ 431800 h 1193800"/>
              <a:gd name="connsiteX1-25" fmla="*/ 3479800 w 12674600"/>
              <a:gd name="connsiteY1-26" fmla="*/ 0 h 1193800"/>
              <a:gd name="connsiteX2-27" fmla="*/ 8737600 w 12674600"/>
              <a:gd name="connsiteY2-28" fmla="*/ 431800 h 1193800"/>
              <a:gd name="connsiteX3-29" fmla="*/ 8864600 w 12674600"/>
              <a:gd name="connsiteY3-30" fmla="*/ 457200 h 1193800"/>
              <a:gd name="connsiteX4-31" fmla="*/ 8991600 w 12674600"/>
              <a:gd name="connsiteY4-32" fmla="*/ 482600 h 1193800"/>
              <a:gd name="connsiteX5-33" fmla="*/ 10858500 w 12674600"/>
              <a:gd name="connsiteY5-34" fmla="*/ 342900 h 1193800"/>
              <a:gd name="connsiteX6-35" fmla="*/ 12674600 w 12674600"/>
              <a:gd name="connsiteY6-36" fmla="*/ 368300 h 1193800"/>
              <a:gd name="connsiteX7-37" fmla="*/ 12623800 w 12674600"/>
              <a:gd name="connsiteY7-38" fmla="*/ 1130300 h 1193800"/>
              <a:gd name="connsiteX8-39" fmla="*/ 88900 w 12674600"/>
              <a:gd name="connsiteY8-40" fmla="*/ 1193800 h 1193800"/>
              <a:gd name="connsiteX9-41" fmla="*/ 50800 w 12674600"/>
              <a:gd name="connsiteY9-42" fmla="*/ 406400 h 1193800"/>
              <a:gd name="connsiteX10-43" fmla="*/ 0 w 12674600"/>
              <a:gd name="connsiteY10-44" fmla="*/ 431800 h 1193800"/>
              <a:gd name="connsiteX0-45" fmla="*/ 0 w 12674600"/>
              <a:gd name="connsiteY0-46" fmla="*/ 431800 h 1193800"/>
              <a:gd name="connsiteX1-47" fmla="*/ 3479800 w 12674600"/>
              <a:gd name="connsiteY1-48" fmla="*/ 0 h 1193800"/>
              <a:gd name="connsiteX2-49" fmla="*/ 8737600 w 12674600"/>
              <a:gd name="connsiteY2-50" fmla="*/ 431800 h 1193800"/>
              <a:gd name="connsiteX3-51" fmla="*/ 8864600 w 12674600"/>
              <a:gd name="connsiteY3-52" fmla="*/ 457200 h 1193800"/>
              <a:gd name="connsiteX4-53" fmla="*/ 8991600 w 12674600"/>
              <a:gd name="connsiteY4-54" fmla="*/ 482600 h 1193800"/>
              <a:gd name="connsiteX5-55" fmla="*/ 10858500 w 12674600"/>
              <a:gd name="connsiteY5-56" fmla="*/ 342900 h 1193800"/>
              <a:gd name="connsiteX6-57" fmla="*/ 12674600 w 12674600"/>
              <a:gd name="connsiteY6-58" fmla="*/ 368300 h 1193800"/>
              <a:gd name="connsiteX7-59" fmla="*/ 12623800 w 12674600"/>
              <a:gd name="connsiteY7-60" fmla="*/ 1130300 h 1193800"/>
              <a:gd name="connsiteX8-61" fmla="*/ 88900 w 12674600"/>
              <a:gd name="connsiteY8-62" fmla="*/ 1193800 h 1193800"/>
              <a:gd name="connsiteX9-63" fmla="*/ 50800 w 12674600"/>
              <a:gd name="connsiteY9-64" fmla="*/ 406400 h 1193800"/>
              <a:gd name="connsiteX10-65" fmla="*/ 0 w 12674600"/>
              <a:gd name="connsiteY10-66" fmla="*/ 431800 h 1193800"/>
              <a:gd name="connsiteX0-67" fmla="*/ 0 w 12674600"/>
              <a:gd name="connsiteY0-68" fmla="*/ 431800 h 1193800"/>
              <a:gd name="connsiteX1-69" fmla="*/ 3479800 w 12674600"/>
              <a:gd name="connsiteY1-70" fmla="*/ 0 h 1193800"/>
              <a:gd name="connsiteX2-71" fmla="*/ 8737600 w 12674600"/>
              <a:gd name="connsiteY2-72" fmla="*/ 431800 h 1193800"/>
              <a:gd name="connsiteX3-73" fmla="*/ 8991600 w 12674600"/>
              <a:gd name="connsiteY3-74" fmla="*/ 482600 h 1193800"/>
              <a:gd name="connsiteX4-75" fmla="*/ 10858500 w 12674600"/>
              <a:gd name="connsiteY4-76" fmla="*/ 342900 h 1193800"/>
              <a:gd name="connsiteX5-77" fmla="*/ 12674600 w 12674600"/>
              <a:gd name="connsiteY5-78" fmla="*/ 368300 h 1193800"/>
              <a:gd name="connsiteX6-79" fmla="*/ 12623800 w 12674600"/>
              <a:gd name="connsiteY6-80" fmla="*/ 1130300 h 1193800"/>
              <a:gd name="connsiteX7-81" fmla="*/ 88900 w 12674600"/>
              <a:gd name="connsiteY7-82" fmla="*/ 1193800 h 1193800"/>
              <a:gd name="connsiteX8-83" fmla="*/ 50800 w 12674600"/>
              <a:gd name="connsiteY8-84" fmla="*/ 406400 h 1193800"/>
              <a:gd name="connsiteX9-85" fmla="*/ 0 w 12674600"/>
              <a:gd name="connsiteY9-86" fmla="*/ 431800 h 1193800"/>
              <a:gd name="connsiteX0-87" fmla="*/ 0 w 12674600"/>
              <a:gd name="connsiteY0-88" fmla="*/ 431800 h 1193800"/>
              <a:gd name="connsiteX1-89" fmla="*/ 3479800 w 12674600"/>
              <a:gd name="connsiteY1-90" fmla="*/ 0 h 1193800"/>
              <a:gd name="connsiteX2-91" fmla="*/ 8737600 w 12674600"/>
              <a:gd name="connsiteY2-92" fmla="*/ 431800 h 1193800"/>
              <a:gd name="connsiteX3-93" fmla="*/ 10858500 w 12674600"/>
              <a:gd name="connsiteY3-94" fmla="*/ 342900 h 1193800"/>
              <a:gd name="connsiteX4-95" fmla="*/ 12674600 w 12674600"/>
              <a:gd name="connsiteY4-96" fmla="*/ 368300 h 1193800"/>
              <a:gd name="connsiteX5-97" fmla="*/ 12623800 w 12674600"/>
              <a:gd name="connsiteY5-98" fmla="*/ 1130300 h 1193800"/>
              <a:gd name="connsiteX6-99" fmla="*/ 88900 w 12674600"/>
              <a:gd name="connsiteY6-100" fmla="*/ 1193800 h 1193800"/>
              <a:gd name="connsiteX7-101" fmla="*/ 50800 w 12674600"/>
              <a:gd name="connsiteY7-102" fmla="*/ 406400 h 1193800"/>
              <a:gd name="connsiteX8-103" fmla="*/ 0 w 12674600"/>
              <a:gd name="connsiteY8-104" fmla="*/ 431800 h 1193800"/>
              <a:gd name="connsiteX0-105" fmla="*/ 0 w 12674600"/>
              <a:gd name="connsiteY0-106" fmla="*/ 431800 h 1193800"/>
              <a:gd name="connsiteX1-107" fmla="*/ 3479800 w 12674600"/>
              <a:gd name="connsiteY1-108" fmla="*/ 0 h 1193800"/>
              <a:gd name="connsiteX2-109" fmla="*/ 8737600 w 12674600"/>
              <a:gd name="connsiteY2-110" fmla="*/ 431800 h 1193800"/>
              <a:gd name="connsiteX3-111" fmla="*/ 10858500 w 12674600"/>
              <a:gd name="connsiteY3-112" fmla="*/ 342900 h 1193800"/>
              <a:gd name="connsiteX4-113" fmla="*/ 12674600 w 12674600"/>
              <a:gd name="connsiteY4-114" fmla="*/ 368300 h 1193800"/>
              <a:gd name="connsiteX5-115" fmla="*/ 12623800 w 12674600"/>
              <a:gd name="connsiteY5-116" fmla="*/ 1130300 h 1193800"/>
              <a:gd name="connsiteX6-117" fmla="*/ 88900 w 12674600"/>
              <a:gd name="connsiteY6-118" fmla="*/ 1193800 h 1193800"/>
              <a:gd name="connsiteX7-119" fmla="*/ 50800 w 12674600"/>
              <a:gd name="connsiteY7-120" fmla="*/ 406400 h 1193800"/>
              <a:gd name="connsiteX8-121" fmla="*/ 0 w 12674600"/>
              <a:gd name="connsiteY8-122" fmla="*/ 431800 h 1193800"/>
              <a:gd name="connsiteX0-123" fmla="*/ 0 w 12674600"/>
              <a:gd name="connsiteY0-124" fmla="*/ 431800 h 1193800"/>
              <a:gd name="connsiteX1-125" fmla="*/ 3479800 w 12674600"/>
              <a:gd name="connsiteY1-126" fmla="*/ 0 h 1193800"/>
              <a:gd name="connsiteX2-127" fmla="*/ 8737600 w 12674600"/>
              <a:gd name="connsiteY2-128" fmla="*/ 431800 h 1193800"/>
              <a:gd name="connsiteX3-129" fmla="*/ 10858500 w 12674600"/>
              <a:gd name="connsiteY3-130" fmla="*/ 342900 h 1193800"/>
              <a:gd name="connsiteX4-131" fmla="*/ 12674600 w 12674600"/>
              <a:gd name="connsiteY4-132" fmla="*/ 368300 h 1193800"/>
              <a:gd name="connsiteX5-133" fmla="*/ 12623800 w 12674600"/>
              <a:gd name="connsiteY5-134" fmla="*/ 1130300 h 1193800"/>
              <a:gd name="connsiteX6-135" fmla="*/ 88900 w 12674600"/>
              <a:gd name="connsiteY6-136" fmla="*/ 1193800 h 1193800"/>
              <a:gd name="connsiteX7-137" fmla="*/ 50800 w 12674600"/>
              <a:gd name="connsiteY7-138" fmla="*/ 406400 h 1193800"/>
              <a:gd name="connsiteX8-139" fmla="*/ 0 w 12674600"/>
              <a:gd name="connsiteY8-140" fmla="*/ 431800 h 1193800"/>
              <a:gd name="connsiteX0-141" fmla="*/ 0 w 12674600"/>
              <a:gd name="connsiteY0-142" fmla="*/ 431800 h 1193800"/>
              <a:gd name="connsiteX1-143" fmla="*/ 3479800 w 12674600"/>
              <a:gd name="connsiteY1-144" fmla="*/ 0 h 1193800"/>
              <a:gd name="connsiteX2-145" fmla="*/ 8737600 w 12674600"/>
              <a:gd name="connsiteY2-146" fmla="*/ 431800 h 1193800"/>
              <a:gd name="connsiteX3-147" fmla="*/ 10858500 w 12674600"/>
              <a:gd name="connsiteY3-148" fmla="*/ 342900 h 1193800"/>
              <a:gd name="connsiteX4-149" fmla="*/ 12674600 w 12674600"/>
              <a:gd name="connsiteY4-150" fmla="*/ 368300 h 1193800"/>
              <a:gd name="connsiteX5-151" fmla="*/ 12623800 w 12674600"/>
              <a:gd name="connsiteY5-152" fmla="*/ 1130300 h 1193800"/>
              <a:gd name="connsiteX6-153" fmla="*/ 88900 w 12674600"/>
              <a:gd name="connsiteY6-154" fmla="*/ 1193800 h 1193800"/>
              <a:gd name="connsiteX7-155" fmla="*/ 50800 w 12674600"/>
              <a:gd name="connsiteY7-156" fmla="*/ 406400 h 1193800"/>
              <a:gd name="connsiteX8-157" fmla="*/ 0 w 12674600"/>
              <a:gd name="connsiteY8-158" fmla="*/ 431800 h 1193800"/>
              <a:gd name="connsiteX0-159" fmla="*/ 0 w 12674600"/>
              <a:gd name="connsiteY0-160" fmla="*/ 431800 h 1193800"/>
              <a:gd name="connsiteX1-161" fmla="*/ 3479800 w 12674600"/>
              <a:gd name="connsiteY1-162" fmla="*/ 0 h 1193800"/>
              <a:gd name="connsiteX2-163" fmla="*/ 8737600 w 12674600"/>
              <a:gd name="connsiteY2-164" fmla="*/ 431800 h 1193800"/>
              <a:gd name="connsiteX3-165" fmla="*/ 10858500 w 12674600"/>
              <a:gd name="connsiteY3-166" fmla="*/ 342900 h 1193800"/>
              <a:gd name="connsiteX4-167" fmla="*/ 12674600 w 12674600"/>
              <a:gd name="connsiteY4-168" fmla="*/ 368300 h 1193800"/>
              <a:gd name="connsiteX5-169" fmla="*/ 12623800 w 12674600"/>
              <a:gd name="connsiteY5-170" fmla="*/ 1130300 h 1193800"/>
              <a:gd name="connsiteX6-171" fmla="*/ 88900 w 12674600"/>
              <a:gd name="connsiteY6-172" fmla="*/ 1193800 h 1193800"/>
              <a:gd name="connsiteX7-173" fmla="*/ 50800 w 12674600"/>
              <a:gd name="connsiteY7-174" fmla="*/ 406400 h 1193800"/>
              <a:gd name="connsiteX8-175" fmla="*/ 0 w 12674600"/>
              <a:gd name="connsiteY8-176" fmla="*/ 431800 h 1193800"/>
              <a:gd name="connsiteX0-177" fmla="*/ 0 w 12674600"/>
              <a:gd name="connsiteY0-178" fmla="*/ 431800 h 1193800"/>
              <a:gd name="connsiteX1-179" fmla="*/ 3479800 w 12674600"/>
              <a:gd name="connsiteY1-180" fmla="*/ 0 h 1193800"/>
              <a:gd name="connsiteX2-181" fmla="*/ 8737600 w 12674600"/>
              <a:gd name="connsiteY2-182" fmla="*/ 431800 h 1193800"/>
              <a:gd name="connsiteX3-183" fmla="*/ 10858500 w 12674600"/>
              <a:gd name="connsiteY3-184" fmla="*/ 342900 h 1193800"/>
              <a:gd name="connsiteX4-185" fmla="*/ 12674600 w 12674600"/>
              <a:gd name="connsiteY4-186" fmla="*/ 368300 h 1193800"/>
              <a:gd name="connsiteX5-187" fmla="*/ 12623800 w 12674600"/>
              <a:gd name="connsiteY5-188" fmla="*/ 1130300 h 1193800"/>
              <a:gd name="connsiteX6-189" fmla="*/ 88900 w 12674600"/>
              <a:gd name="connsiteY6-190" fmla="*/ 1193800 h 1193800"/>
              <a:gd name="connsiteX7-191" fmla="*/ 50800 w 12674600"/>
              <a:gd name="connsiteY7-192" fmla="*/ 406400 h 1193800"/>
              <a:gd name="connsiteX8-193" fmla="*/ 0 w 12674600"/>
              <a:gd name="connsiteY8-194" fmla="*/ 431800 h 1193800"/>
              <a:gd name="connsiteX0-195" fmla="*/ 0 w 12674600"/>
              <a:gd name="connsiteY0-196" fmla="*/ 431800 h 1193800"/>
              <a:gd name="connsiteX1-197" fmla="*/ 3479800 w 12674600"/>
              <a:gd name="connsiteY1-198" fmla="*/ 0 h 1193800"/>
              <a:gd name="connsiteX2-199" fmla="*/ 8737600 w 12674600"/>
              <a:gd name="connsiteY2-200" fmla="*/ 431800 h 1193800"/>
              <a:gd name="connsiteX3-201" fmla="*/ 10858500 w 12674600"/>
              <a:gd name="connsiteY3-202" fmla="*/ 342900 h 1193800"/>
              <a:gd name="connsiteX4-203" fmla="*/ 12674600 w 12674600"/>
              <a:gd name="connsiteY4-204" fmla="*/ 368300 h 1193800"/>
              <a:gd name="connsiteX5-205" fmla="*/ 12623800 w 12674600"/>
              <a:gd name="connsiteY5-206" fmla="*/ 1130300 h 1193800"/>
              <a:gd name="connsiteX6-207" fmla="*/ 88900 w 12674600"/>
              <a:gd name="connsiteY6-208" fmla="*/ 1193800 h 1193800"/>
              <a:gd name="connsiteX7-209" fmla="*/ 50800 w 12674600"/>
              <a:gd name="connsiteY7-210" fmla="*/ 406400 h 1193800"/>
              <a:gd name="connsiteX8-211" fmla="*/ 0 w 12674600"/>
              <a:gd name="connsiteY8-212" fmla="*/ 431800 h 1193800"/>
              <a:gd name="connsiteX0-213" fmla="*/ 0 w 12674600"/>
              <a:gd name="connsiteY0-214" fmla="*/ 431800 h 1193800"/>
              <a:gd name="connsiteX1-215" fmla="*/ 3479800 w 12674600"/>
              <a:gd name="connsiteY1-216" fmla="*/ 0 h 1193800"/>
              <a:gd name="connsiteX2-217" fmla="*/ 8737600 w 12674600"/>
              <a:gd name="connsiteY2-218" fmla="*/ 431800 h 1193800"/>
              <a:gd name="connsiteX3-219" fmla="*/ 10858500 w 12674600"/>
              <a:gd name="connsiteY3-220" fmla="*/ 342900 h 1193800"/>
              <a:gd name="connsiteX4-221" fmla="*/ 12674600 w 12674600"/>
              <a:gd name="connsiteY4-222" fmla="*/ 368300 h 1193800"/>
              <a:gd name="connsiteX5-223" fmla="*/ 12623800 w 12674600"/>
              <a:gd name="connsiteY5-224" fmla="*/ 1130300 h 1193800"/>
              <a:gd name="connsiteX6-225" fmla="*/ 88900 w 12674600"/>
              <a:gd name="connsiteY6-226" fmla="*/ 1193800 h 1193800"/>
              <a:gd name="connsiteX7-227" fmla="*/ 50800 w 12674600"/>
              <a:gd name="connsiteY7-228" fmla="*/ 406400 h 1193800"/>
              <a:gd name="connsiteX8-229" fmla="*/ 0 w 12674600"/>
              <a:gd name="connsiteY8-230" fmla="*/ 431800 h 1193800"/>
              <a:gd name="connsiteX0-231" fmla="*/ 0 w 12674600"/>
              <a:gd name="connsiteY0-232" fmla="*/ 431800 h 1193800"/>
              <a:gd name="connsiteX1-233" fmla="*/ 3479800 w 12674600"/>
              <a:gd name="connsiteY1-234" fmla="*/ 0 h 1193800"/>
              <a:gd name="connsiteX2-235" fmla="*/ 8737600 w 12674600"/>
              <a:gd name="connsiteY2-236" fmla="*/ 431800 h 1193800"/>
              <a:gd name="connsiteX3-237" fmla="*/ 10858500 w 12674600"/>
              <a:gd name="connsiteY3-238" fmla="*/ 342900 h 1193800"/>
              <a:gd name="connsiteX4-239" fmla="*/ 12674600 w 12674600"/>
              <a:gd name="connsiteY4-240" fmla="*/ 368300 h 1193800"/>
              <a:gd name="connsiteX5-241" fmla="*/ 12623800 w 12674600"/>
              <a:gd name="connsiteY5-242" fmla="*/ 1130300 h 1193800"/>
              <a:gd name="connsiteX6-243" fmla="*/ 88900 w 12674600"/>
              <a:gd name="connsiteY6-244" fmla="*/ 1193800 h 1193800"/>
              <a:gd name="connsiteX7-245" fmla="*/ 50800 w 12674600"/>
              <a:gd name="connsiteY7-246" fmla="*/ 406400 h 1193800"/>
              <a:gd name="connsiteX8-247" fmla="*/ 0 w 12674600"/>
              <a:gd name="connsiteY8-248" fmla="*/ 431800 h 1193800"/>
              <a:gd name="connsiteX0-249" fmla="*/ 0 w 12674600"/>
              <a:gd name="connsiteY0-250" fmla="*/ 431800 h 1193800"/>
              <a:gd name="connsiteX1-251" fmla="*/ 3479800 w 12674600"/>
              <a:gd name="connsiteY1-252" fmla="*/ 0 h 1193800"/>
              <a:gd name="connsiteX2-253" fmla="*/ 8737600 w 12674600"/>
              <a:gd name="connsiteY2-254" fmla="*/ 431800 h 1193800"/>
              <a:gd name="connsiteX3-255" fmla="*/ 10858500 w 12674600"/>
              <a:gd name="connsiteY3-256" fmla="*/ 342900 h 1193800"/>
              <a:gd name="connsiteX4-257" fmla="*/ 12674600 w 12674600"/>
              <a:gd name="connsiteY4-258" fmla="*/ 368300 h 1193800"/>
              <a:gd name="connsiteX5-259" fmla="*/ 12623800 w 12674600"/>
              <a:gd name="connsiteY5-260" fmla="*/ 1130300 h 1193800"/>
              <a:gd name="connsiteX6-261" fmla="*/ 88900 w 12674600"/>
              <a:gd name="connsiteY6-262" fmla="*/ 1193800 h 1193800"/>
              <a:gd name="connsiteX7-263" fmla="*/ 50800 w 12674600"/>
              <a:gd name="connsiteY7-264" fmla="*/ 406400 h 1193800"/>
              <a:gd name="connsiteX8-265" fmla="*/ 0 w 12674600"/>
              <a:gd name="connsiteY8-266" fmla="*/ 431800 h 1193800"/>
              <a:gd name="connsiteX0-267" fmla="*/ 0 w 12674600"/>
              <a:gd name="connsiteY0-268" fmla="*/ 431800 h 1193800"/>
              <a:gd name="connsiteX1-269" fmla="*/ 3479800 w 12674600"/>
              <a:gd name="connsiteY1-270" fmla="*/ 0 h 1193800"/>
              <a:gd name="connsiteX2-271" fmla="*/ 8737600 w 12674600"/>
              <a:gd name="connsiteY2-272" fmla="*/ 431800 h 1193800"/>
              <a:gd name="connsiteX3-273" fmla="*/ 10845800 w 12674600"/>
              <a:gd name="connsiteY3-274" fmla="*/ 215900 h 1193800"/>
              <a:gd name="connsiteX4-275" fmla="*/ 12674600 w 12674600"/>
              <a:gd name="connsiteY4-276" fmla="*/ 368300 h 1193800"/>
              <a:gd name="connsiteX5-277" fmla="*/ 12623800 w 12674600"/>
              <a:gd name="connsiteY5-278" fmla="*/ 1130300 h 1193800"/>
              <a:gd name="connsiteX6-279" fmla="*/ 88900 w 12674600"/>
              <a:gd name="connsiteY6-280" fmla="*/ 1193800 h 1193800"/>
              <a:gd name="connsiteX7-281" fmla="*/ 50800 w 12674600"/>
              <a:gd name="connsiteY7-282" fmla="*/ 406400 h 1193800"/>
              <a:gd name="connsiteX8-283" fmla="*/ 0 w 12674600"/>
              <a:gd name="connsiteY8-284" fmla="*/ 431800 h 1193800"/>
              <a:gd name="connsiteX0-285" fmla="*/ 0 w 12674600"/>
              <a:gd name="connsiteY0-286" fmla="*/ 431800 h 1193800"/>
              <a:gd name="connsiteX1-287" fmla="*/ 3479800 w 12674600"/>
              <a:gd name="connsiteY1-288" fmla="*/ 0 h 1193800"/>
              <a:gd name="connsiteX2-289" fmla="*/ 8737600 w 12674600"/>
              <a:gd name="connsiteY2-290" fmla="*/ 431800 h 1193800"/>
              <a:gd name="connsiteX3-291" fmla="*/ 10833100 w 12674600"/>
              <a:gd name="connsiteY3-292" fmla="*/ 76200 h 1193800"/>
              <a:gd name="connsiteX4-293" fmla="*/ 12674600 w 12674600"/>
              <a:gd name="connsiteY4-294" fmla="*/ 368300 h 1193800"/>
              <a:gd name="connsiteX5-295" fmla="*/ 12623800 w 12674600"/>
              <a:gd name="connsiteY5-296" fmla="*/ 1130300 h 1193800"/>
              <a:gd name="connsiteX6-297" fmla="*/ 88900 w 12674600"/>
              <a:gd name="connsiteY6-298" fmla="*/ 1193800 h 1193800"/>
              <a:gd name="connsiteX7-299" fmla="*/ 50800 w 12674600"/>
              <a:gd name="connsiteY7-300" fmla="*/ 406400 h 1193800"/>
              <a:gd name="connsiteX8-301" fmla="*/ 0 w 12674600"/>
              <a:gd name="connsiteY8-302" fmla="*/ 431800 h 1193800"/>
              <a:gd name="connsiteX0-303" fmla="*/ 0 w 12674600"/>
              <a:gd name="connsiteY0-304" fmla="*/ 431800 h 1193800"/>
              <a:gd name="connsiteX1-305" fmla="*/ 3479800 w 12674600"/>
              <a:gd name="connsiteY1-306" fmla="*/ 0 h 1193800"/>
              <a:gd name="connsiteX2-307" fmla="*/ 8737600 w 12674600"/>
              <a:gd name="connsiteY2-308" fmla="*/ 431800 h 1193800"/>
              <a:gd name="connsiteX3-309" fmla="*/ 10833100 w 12674600"/>
              <a:gd name="connsiteY3-310" fmla="*/ 76200 h 1193800"/>
              <a:gd name="connsiteX4-311" fmla="*/ 12674600 w 12674600"/>
              <a:gd name="connsiteY4-312" fmla="*/ 368300 h 1193800"/>
              <a:gd name="connsiteX5-313" fmla="*/ 12623800 w 12674600"/>
              <a:gd name="connsiteY5-314" fmla="*/ 1130300 h 1193800"/>
              <a:gd name="connsiteX6-315" fmla="*/ 88900 w 12674600"/>
              <a:gd name="connsiteY6-316" fmla="*/ 1193800 h 1193800"/>
              <a:gd name="connsiteX7-317" fmla="*/ 50800 w 12674600"/>
              <a:gd name="connsiteY7-318" fmla="*/ 406400 h 1193800"/>
              <a:gd name="connsiteX8-319" fmla="*/ 0 w 12674600"/>
              <a:gd name="connsiteY8-320" fmla="*/ 431800 h 1193800"/>
              <a:gd name="connsiteX0-321" fmla="*/ 0 w 12674600"/>
              <a:gd name="connsiteY0-322" fmla="*/ 431800 h 1193800"/>
              <a:gd name="connsiteX1-323" fmla="*/ 3479800 w 12674600"/>
              <a:gd name="connsiteY1-324" fmla="*/ 0 h 1193800"/>
              <a:gd name="connsiteX2-325" fmla="*/ 8737600 w 12674600"/>
              <a:gd name="connsiteY2-326" fmla="*/ 431800 h 1193800"/>
              <a:gd name="connsiteX3-327" fmla="*/ 10833100 w 12674600"/>
              <a:gd name="connsiteY3-328" fmla="*/ 76200 h 1193800"/>
              <a:gd name="connsiteX4-329" fmla="*/ 12674600 w 12674600"/>
              <a:gd name="connsiteY4-330" fmla="*/ 368300 h 1193800"/>
              <a:gd name="connsiteX5-331" fmla="*/ 12623800 w 12674600"/>
              <a:gd name="connsiteY5-332" fmla="*/ 1130300 h 1193800"/>
              <a:gd name="connsiteX6-333" fmla="*/ 88900 w 12674600"/>
              <a:gd name="connsiteY6-334" fmla="*/ 1193800 h 1193800"/>
              <a:gd name="connsiteX7-335" fmla="*/ 50800 w 12674600"/>
              <a:gd name="connsiteY7-336" fmla="*/ 406400 h 1193800"/>
              <a:gd name="connsiteX8-337" fmla="*/ 0 w 12674600"/>
              <a:gd name="connsiteY8-338" fmla="*/ 431800 h 11938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19230" h="904">
                <a:moveTo>
                  <a:pt x="5020" y="0"/>
                </a:moveTo>
                <a:cubicBezTo>
                  <a:pt x="7413" y="0"/>
                  <a:pt x="11370" y="660"/>
                  <a:pt x="13300" y="680"/>
                </a:cubicBezTo>
                <a:cubicBezTo>
                  <a:pt x="15230" y="700"/>
                  <a:pt x="15387" y="187"/>
                  <a:pt x="16600" y="120"/>
                </a:cubicBezTo>
                <a:cubicBezTo>
                  <a:pt x="17605" y="65"/>
                  <a:pt x="18616" y="275"/>
                  <a:pt x="19198" y="466"/>
                </a:cubicBezTo>
                <a:lnTo>
                  <a:pt x="19230" y="477"/>
                </a:lnTo>
                <a:lnTo>
                  <a:pt x="19230" y="904"/>
                </a:lnTo>
                <a:lnTo>
                  <a:pt x="0" y="904"/>
                </a:lnTo>
                <a:lnTo>
                  <a:pt x="0" y="609"/>
                </a:lnTo>
                <a:lnTo>
                  <a:pt x="22" y="605"/>
                </a:lnTo>
                <a:cubicBezTo>
                  <a:pt x="1094" y="416"/>
                  <a:pt x="2982" y="0"/>
                  <a:pt x="5020" y="0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403" y="1339200"/>
            <a:ext cx="9141619" cy="2386800"/>
          </a:xfrm>
        </p:spPr>
        <p:txBody>
          <a:bodyPr anchor="b"/>
          <a:lstStyle>
            <a:lvl1pPr algn="ctr">
              <a:defRPr sz="6000" baseline="0">
                <a:gradFill flip="none" rotWithShape="1">
                  <a:gsLst>
                    <a:gs pos="100000">
                      <a:schemeClr val="accent1"/>
                    </a:gs>
                    <a:gs pos="0">
                      <a:schemeClr val="accent3"/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2023-9-6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017" y="3862800"/>
            <a:ext cx="9141619" cy="1656000"/>
          </a:xfrm>
        </p:spPr>
        <p:txBody>
          <a:bodyPr/>
          <a:lstStyle>
            <a:lvl1pPr algn="ctr">
              <a:defRPr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2023-9-6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2023-9-6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1.xml"/><Relationship Id="rId27" Type="http://schemas.openxmlformats.org/officeDocument/2006/relationships/tags" Target="../tags/tag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69708" y="443230"/>
            <a:ext cx="10849411" cy="441964"/>
          </a:xfrm>
          <a:prstGeom prst="rect">
            <a:avLst/>
          </a:prstGeom>
        </p:spPr>
        <p:txBody>
          <a:bodyPr vert="horz" lIns="90170" tIns="46990" rIns="90170" bIns="4699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69708" y="952508"/>
            <a:ext cx="10849411" cy="5388907"/>
          </a:xfrm>
          <a:prstGeom prst="rect">
            <a:avLst/>
          </a:prstGeom>
        </p:spPr>
        <p:txBody>
          <a:bodyPr vert="horz" lIns="90170" tIns="46990" rIns="90170" bIns="46990" rtlCol="0" anchor="t" anchorCtr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4"/>
            </p:custDataLst>
          </p:nvPr>
        </p:nvSpPr>
        <p:spPr>
          <a:xfrm>
            <a:off x="879513" y="6349833"/>
            <a:ext cx="2699297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2023-9-6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5"/>
            </p:custDataLst>
          </p:nvPr>
        </p:nvSpPr>
        <p:spPr>
          <a:xfrm>
            <a:off x="4114928" y="6349833"/>
            <a:ext cx="3958969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6"/>
            </p:custDataLst>
          </p:nvPr>
        </p:nvSpPr>
        <p:spPr>
          <a:xfrm>
            <a:off x="8608358" y="6349833"/>
            <a:ext cx="2699297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1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090" algn="l"/>
        </a:tabLst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5995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0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3.xml"/><Relationship Id="rId1" Type="http://schemas.openxmlformats.org/officeDocument/2006/relationships/tags" Target="../tags/tag292.xml"/><Relationship Id="rId4" Type="http://schemas.openxmlformats.org/officeDocument/2006/relationships/image" Target="../media/image5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tags" Target="../tags/tag296.xml"/><Relationship Id="rId2" Type="http://schemas.openxmlformats.org/officeDocument/2006/relationships/tags" Target="../tags/tag295.xml"/><Relationship Id="rId1" Type="http://schemas.openxmlformats.org/officeDocument/2006/relationships/tags" Target="../tags/tag294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9925" y="3182620"/>
            <a:ext cx="10711180" cy="1451610"/>
          </a:xfrm>
        </p:spPr>
        <p:txBody>
          <a:bodyPr rtlCol="0">
            <a:normAutofit fontScale="90000"/>
          </a:bodyPr>
          <a:lstStyle/>
          <a:p>
            <a:pPr rtl="0"/>
            <a:r>
              <a:rPr sz="6600" cap="none" dirty="0">
                <a:latin typeface="方正姚体" panose="02010601030101010101" pitchFamily="2" charset="-122"/>
                <a:ea typeface="方正姚体" panose="02010601030101010101" pitchFamily="2" charset="-122"/>
              </a:rPr>
              <a:t>OpenCV计算机视觉基础教程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4342130" y="4725670"/>
            <a:ext cx="3504565" cy="503555"/>
          </a:xfrm>
        </p:spPr>
        <p:txBody>
          <a:bodyPr rtlCol="0">
            <a:normAutofit fontScale="62500" lnSpcReduction="20000"/>
          </a:bodyPr>
          <a:lstStyle/>
          <a:p>
            <a:pPr algn="ctr" rtl="0"/>
            <a:r>
              <a:rPr lang="zh-CN" altLang="en-US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苏州大学 未来科学与工程学院</a:t>
            </a:r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7318375" y="5876925"/>
            <a:ext cx="3504565" cy="50355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 fontScale="92500" lnSpcReduction="10000"/>
          </a:bodyPr>
          <a:lstStyle>
            <a:lvl1pPr marL="0" indent="0" algn="di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000" u="none" strike="noStrike" kern="1200" cap="none" spc="10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090" algn="l"/>
              </a:tabLst>
              <a:defRPr sz="1600" u="none" strike="noStrike" kern="1200" cap="none" spc="1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3pPr>
            <a:lvl4pPr marL="1599565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4pPr>
            <a:lvl5pPr marL="2056765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</a:defRPr>
            </a:lvl5pPr>
            <a:lvl6pPr marL="251396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16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36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/>
            <a:r>
              <a:rPr lang="zh-CN" altLang="en-US" sz="2800" dirty="0">
                <a:solidFill>
                  <a:schemeClr val="bg1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主讲教师：杨聪</a:t>
            </a:r>
            <a:endParaRPr lang="en-US" altLang="zh-CN" sz="2800" dirty="0">
              <a:solidFill>
                <a:schemeClr val="bg1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第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5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章 </a:t>
            </a:r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边缘和轮廓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本章主要内容：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边缘检测</a:t>
            </a: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图像轮廓</a:t>
            </a: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霍夫变换</a:t>
            </a: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实验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5.1.1  Laplacian边缘检测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zh-CN" altLang="en-US"/>
              <a:t>Laplacian（拉普拉斯）边缘检测使用图像矩阵与拉普拉斯核进行卷积运算，其本质是计算图像中任意一点与其在水平方向和垂直方向上4个相邻点平均值的差值。常用的拉普拉斯核如下。</a:t>
            </a:r>
          </a:p>
          <a:p>
            <a:pPr marL="0" indent="0">
              <a:buNone/>
            </a:pPr>
            <a:r>
              <a:rPr lang="zh-CN" altLang="en-US"/>
              <a:t> </a:t>
            </a:r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 </a:t>
            </a:r>
          </a:p>
          <a:p>
            <a:pPr marL="0" indent="0">
              <a:buNone/>
            </a:pPr>
            <a:r>
              <a:rPr lang="zh-CN" altLang="en-US"/>
              <a:t>cv2.Laplacian()函数用于实现Laplacian边缘检测，其基本格式如下。</a:t>
            </a:r>
          </a:p>
          <a:p>
            <a:pPr marL="0" indent="0">
              <a:buNone/>
            </a:pPr>
            <a:r>
              <a:rPr lang="zh-CN" altLang="en-US"/>
              <a:t>dst=cv2.Laplacian(src,ddepth[,ksize[,scale[,delta[,borderType]]]])</a:t>
            </a:r>
          </a:p>
          <a:p>
            <a:pPr marL="0" indent="0">
              <a:buNone/>
            </a:pPr>
            <a:r>
              <a:rPr lang="zh-CN" altLang="en-US"/>
              <a:t>参数说明如下。</a:t>
            </a:r>
          </a:p>
          <a:p>
            <a:r>
              <a:rPr lang="zh-CN" altLang="en-US"/>
              <a:t>dst表示边缘检测结果图像。</a:t>
            </a:r>
          </a:p>
          <a:p>
            <a:r>
              <a:rPr lang="zh-CN" altLang="en-US"/>
              <a:t>src为原图像。</a:t>
            </a:r>
          </a:p>
          <a:p>
            <a:r>
              <a:rPr lang="zh-CN" altLang="en-US"/>
              <a:t>ddepth为目标图像的深度。</a:t>
            </a:r>
          </a:p>
          <a:p>
            <a:r>
              <a:rPr lang="zh-CN" altLang="en-US"/>
              <a:t>ksize为用于计算二阶导数滤波器的系数，必须为正数且为奇数。</a:t>
            </a:r>
          </a:p>
          <a:p>
            <a:r>
              <a:rPr lang="zh-CN" altLang="en-US"/>
              <a:t>scale为可选比例因子。</a:t>
            </a:r>
          </a:p>
          <a:p>
            <a:r>
              <a:rPr lang="zh-CN" altLang="en-US"/>
              <a:t>delta为添加到边缘检测结果中的可选增量值。</a:t>
            </a:r>
          </a:p>
          <a:p>
            <a:r>
              <a:rPr lang="zh-CN" altLang="en-US"/>
              <a:t>borderType为边界值类型。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880" y="1484630"/>
            <a:ext cx="4008755" cy="79629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示例代码如下。</a:t>
            </a:r>
          </a:p>
          <a:p>
            <a:pPr marL="0" indent="0">
              <a:buNone/>
            </a:pPr>
            <a:r>
              <a:rPr lang="zh-CN" altLang="en-US"/>
              <a:t>#test5-1.py：拉普拉斯边缘检测</a:t>
            </a:r>
          </a:p>
          <a:p>
            <a:pPr marL="0" indent="0">
              <a:buNone/>
            </a:pPr>
            <a:r>
              <a:rPr lang="zh-CN" altLang="en-US"/>
              <a:t>import cv2</a:t>
            </a:r>
          </a:p>
          <a:p>
            <a:pPr marL="0" indent="0">
              <a:buNone/>
            </a:pPr>
            <a:r>
              <a:rPr lang="zh-CN" altLang="en-US"/>
              <a:t>img=cv2.imread('bee.jpg')  			#读取图像</a:t>
            </a:r>
          </a:p>
          <a:p>
            <a:pPr marL="0" indent="0">
              <a:buNone/>
            </a:pPr>
            <a:r>
              <a:rPr lang="zh-CN" altLang="en-US"/>
              <a:t>cv2.imshow('original',img)  	        	</a:t>
            </a:r>
            <a:r>
              <a:rPr lang="en-US" altLang="zh-CN"/>
              <a:t>	</a:t>
            </a:r>
            <a:r>
              <a:rPr lang="zh-CN" altLang="en-US"/>
              <a:t>#显示原图像</a:t>
            </a:r>
          </a:p>
          <a:p>
            <a:pPr marL="0" indent="0">
              <a:buNone/>
            </a:pPr>
            <a:r>
              <a:rPr lang="zh-CN" altLang="en-US"/>
              <a:t>img2=cv2.Laplacian(img,cv2.CV_8U) 		#边缘检测</a:t>
            </a:r>
          </a:p>
          <a:p>
            <a:pPr marL="0" indent="0">
              <a:buNone/>
            </a:pPr>
            <a:r>
              <a:rPr lang="zh-CN" altLang="en-US"/>
              <a:t>cv2.imshow('Laplacian',img2)  	     		#显示结果</a:t>
            </a: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5.1.2  Sobel边缘检测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7500" lnSpcReduction="10000"/>
          </a:bodyPr>
          <a:lstStyle/>
          <a:p>
            <a:pPr marL="0" indent="0">
              <a:buNone/>
            </a:pPr>
            <a:r>
              <a:rPr lang="zh-CN" altLang="en-US"/>
              <a:t>Sobel边缘检测将高斯滤波和微分结合起来执行图像卷积运算，其结果具有一定的抗噪性。cv2.Sobel()函数用于实现Sobel边缘检测，其基本格式如下。</a:t>
            </a:r>
          </a:p>
          <a:p>
            <a:pPr marL="0" indent="0">
              <a:buNone/>
            </a:pPr>
            <a:r>
              <a:rPr lang="zh-CN" altLang="en-US"/>
              <a:t>dst=cv2.Sobel(src,depth,dx,dy[,ksize[,scale[,delta[,borderType]]]])</a:t>
            </a:r>
          </a:p>
          <a:p>
            <a:pPr marL="0" indent="0">
              <a:buNone/>
            </a:pPr>
            <a:r>
              <a:rPr lang="zh-CN" altLang="en-US"/>
              <a:t>参数说明如下。</a:t>
            </a:r>
          </a:p>
          <a:p>
            <a:r>
              <a:rPr lang="zh-CN" altLang="en-US"/>
              <a:t>dst表示边缘检测结果图像。</a:t>
            </a:r>
          </a:p>
          <a:p>
            <a:r>
              <a:rPr lang="zh-CN" altLang="en-US"/>
              <a:t>src为原图像。</a:t>
            </a:r>
          </a:p>
          <a:p>
            <a:r>
              <a:rPr lang="zh-CN" altLang="en-US"/>
              <a:t>depth为目标图像的深度。</a:t>
            </a:r>
          </a:p>
          <a:p>
            <a:r>
              <a:rPr lang="zh-CN" altLang="en-US"/>
              <a:t>dx为导数x的阶数。</a:t>
            </a:r>
          </a:p>
          <a:p>
            <a:r>
              <a:rPr lang="zh-CN" altLang="en-US"/>
              <a:t>dy为导数y的阶数。</a:t>
            </a:r>
          </a:p>
          <a:p>
            <a:r>
              <a:rPr lang="zh-CN" altLang="en-US"/>
              <a:t>ksize为扩展的Sobel内核的大小，必须是1、3、5或7。</a:t>
            </a:r>
          </a:p>
          <a:p>
            <a:r>
              <a:rPr lang="zh-CN" altLang="en-US"/>
              <a:t>scale为计算导数的可选比例因子。</a:t>
            </a:r>
          </a:p>
          <a:p>
            <a:r>
              <a:rPr lang="zh-CN" altLang="en-US"/>
              <a:t>delta为添加到边缘检测结果中的可选增量值。</a:t>
            </a:r>
          </a:p>
          <a:p>
            <a:r>
              <a:rPr lang="zh-CN" altLang="en-US"/>
              <a:t>borderType为边界值类型。</a:t>
            </a:r>
          </a:p>
          <a:p>
            <a:pPr>
              <a:buNone/>
            </a:pPr>
            <a:r>
              <a:rPr lang="zh-CN" altLang="en-US"/>
              <a:t>示例代码如下。</a:t>
            </a:r>
          </a:p>
          <a:p>
            <a:pPr marL="0" indent="0">
              <a:buNone/>
            </a:pPr>
            <a:r>
              <a:rPr lang="zh-CN" altLang="en-US"/>
              <a:t>#test5-2.py：Sobel边缘检测</a:t>
            </a:r>
          </a:p>
          <a:p>
            <a:pPr marL="0" indent="0">
              <a:buNone/>
            </a:pPr>
            <a:r>
              <a:rPr lang="zh-CN" altLang="en-US"/>
              <a:t>import cv2</a:t>
            </a:r>
          </a:p>
          <a:p>
            <a:pPr marL="0" indent="0">
              <a:buNone/>
            </a:pPr>
            <a:r>
              <a:rPr lang="zh-CN" altLang="en-US"/>
              <a:t>img=cv2.imread('bee.jpg')  	        		#读取图像</a:t>
            </a:r>
          </a:p>
          <a:p>
            <a:pPr marL="0" indent="0">
              <a:buNone/>
            </a:pPr>
            <a:r>
              <a:rPr lang="zh-CN" altLang="en-US"/>
              <a:t>cv2.imshow('original',img)  	        		#显示原图像</a:t>
            </a:r>
          </a:p>
          <a:p>
            <a:pPr marL="0" indent="0">
              <a:buNone/>
            </a:pPr>
            <a:r>
              <a:rPr lang="zh-CN" altLang="en-US"/>
              <a:t>img2=cv2.Sobel(img,cv2.CV_8U,0,1)   		</a:t>
            </a:r>
            <a:r>
              <a:rPr lang="en-US" altLang="zh-CN"/>
              <a:t>	</a:t>
            </a:r>
            <a:r>
              <a:rPr lang="zh-CN" altLang="en-US"/>
              <a:t>#边缘检测</a:t>
            </a:r>
          </a:p>
          <a:p>
            <a:pPr marL="0" indent="0">
              <a:buNone/>
            </a:pPr>
            <a:r>
              <a:rPr lang="zh-CN" altLang="en-US"/>
              <a:t>cv2.imshow('Sobel',img2)  	        		#显示结果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5.1.3  Canny边缘检测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10000"/>
          </a:bodyPr>
          <a:lstStyle/>
          <a:p>
            <a:pPr marL="0" indent="0">
              <a:buNone/>
            </a:pPr>
            <a:r>
              <a:rPr lang="zh-CN" altLang="en-US"/>
              <a:t>Laplacian边缘检测和Sobel边缘检测都是通过卷积运算来计算边缘，它们的算法比较简单，因此结果可能会损失过多的边缘信息或有很多的噪声。Canny边缘检测的算法更复杂，它包含下列5个步骤。</a:t>
            </a:r>
          </a:p>
          <a:p>
            <a:pPr marL="0" indent="0">
              <a:buNone/>
            </a:pPr>
            <a:r>
              <a:rPr lang="zh-CN" altLang="en-US"/>
              <a:t>（1）使用高斯滤波去除图像噪声。</a:t>
            </a:r>
          </a:p>
          <a:p>
            <a:pPr marL="0" indent="0">
              <a:buNone/>
            </a:pPr>
            <a:r>
              <a:rPr lang="zh-CN" altLang="en-US"/>
              <a:t>（2）使用Sobel核进行滤波，计算梯度。</a:t>
            </a:r>
          </a:p>
          <a:p>
            <a:pPr marL="0" indent="0">
              <a:buNone/>
            </a:pPr>
            <a:r>
              <a:rPr lang="zh-CN" altLang="en-US"/>
              <a:t>（3）在边缘使用非最大值抑制。</a:t>
            </a:r>
          </a:p>
          <a:p>
            <a:pPr marL="0" indent="0">
              <a:buNone/>
            </a:pPr>
            <a:r>
              <a:rPr lang="zh-CN" altLang="en-US"/>
              <a:t>（4）对检测出的边缘使用双阈值以去除假阳性。</a:t>
            </a:r>
          </a:p>
          <a:p>
            <a:pPr marL="0" indent="0">
              <a:buNone/>
            </a:pPr>
            <a:r>
              <a:rPr lang="zh-CN" altLang="en-US"/>
              <a:t>（5）分析边缘之间的连接性，保留真正的边缘，消除不明显的边缘。</a:t>
            </a:r>
          </a:p>
          <a:p>
            <a:pPr marL="0" indent="0">
              <a:buNone/>
            </a:pPr>
            <a:r>
              <a:rPr lang="zh-CN" altLang="en-US"/>
              <a:t>cv2.Canny()函数用于实现Canny边缘检测，其基本格式如下。</a:t>
            </a:r>
          </a:p>
          <a:p>
            <a:pPr marL="0" indent="0">
              <a:buNone/>
            </a:pPr>
            <a:r>
              <a:rPr lang="zh-CN" altLang="en-US"/>
              <a:t>dst=cv2.Canny(src,threshold1,threshold2[,apertureSize[,L2gradient]])</a:t>
            </a:r>
          </a:p>
          <a:p>
            <a:pPr marL="0" indent="0">
              <a:buNone/>
            </a:pPr>
            <a:r>
              <a:rPr lang="zh-CN" altLang="en-US"/>
              <a:t>参数说明如下。</a:t>
            </a:r>
          </a:p>
          <a:p>
            <a:r>
              <a:rPr lang="zh-CN" altLang="en-US"/>
              <a:t>dst表示边缘检测结果图像。</a:t>
            </a:r>
          </a:p>
          <a:p>
            <a:r>
              <a:rPr lang="zh-CN" altLang="en-US"/>
              <a:t>src为原图像。</a:t>
            </a:r>
          </a:p>
          <a:p>
            <a:r>
              <a:rPr lang="zh-CN" altLang="en-US"/>
              <a:t>threshold1为第1阈值。</a:t>
            </a:r>
          </a:p>
          <a:p>
            <a:r>
              <a:rPr lang="zh-CN" altLang="en-US"/>
              <a:t>threshold2为第2阈值。</a:t>
            </a:r>
          </a:p>
          <a:p>
            <a:r>
              <a:rPr lang="zh-CN" altLang="en-US"/>
              <a:t>apertureSize为计算梯度时使用的Sobel核大小。</a:t>
            </a:r>
          </a:p>
          <a:p>
            <a:r>
              <a:rPr lang="zh-CN" altLang="en-US"/>
              <a:t>L2gradient为标志。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示例代码如下。</a:t>
            </a:r>
          </a:p>
          <a:p>
            <a:pPr marL="0" indent="0">
              <a:buNone/>
            </a:pPr>
            <a:r>
              <a:rPr lang="zh-CN" altLang="en-US"/>
              <a:t>#test5-3.py：Canny边缘检测</a:t>
            </a:r>
          </a:p>
          <a:p>
            <a:pPr marL="0" indent="0">
              <a:buNone/>
            </a:pPr>
            <a:r>
              <a:rPr lang="zh-CN" altLang="en-US"/>
              <a:t>import cv2</a:t>
            </a:r>
          </a:p>
          <a:p>
            <a:pPr marL="0" indent="0">
              <a:buNone/>
            </a:pPr>
            <a:r>
              <a:rPr lang="zh-CN" altLang="en-US"/>
              <a:t>img=cv2.imread('bee.jpg')  	        	#读取图像</a:t>
            </a:r>
          </a:p>
          <a:p>
            <a:pPr marL="0" indent="0">
              <a:buNone/>
            </a:pPr>
            <a:r>
              <a:rPr lang="zh-CN" altLang="en-US"/>
              <a:t>cv2.imshow('original',img)  	        	#显示原图像</a:t>
            </a:r>
          </a:p>
          <a:p>
            <a:pPr marL="0" indent="0">
              <a:buNone/>
            </a:pPr>
            <a:r>
              <a:rPr lang="zh-CN" altLang="en-US"/>
              <a:t>img2=cv2.Canny(img,200,300)   	#边缘检测</a:t>
            </a:r>
          </a:p>
          <a:p>
            <a:pPr marL="0" indent="0">
              <a:buNone/>
            </a:pPr>
            <a:r>
              <a:rPr lang="zh-CN" altLang="en-US"/>
              <a:t>cv2.imshow('Canny',img2)  	        	#显示结果</a:t>
            </a: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5.2 </a:t>
            </a:r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图像轮廓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本节主要内容：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查找轮廓</a:t>
            </a: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绘制轮廓</a:t>
            </a: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轮廓特征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5.2.1  查找轮廓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cv2.findContours()函数用于从二值图像中查找图像轮廓，其基本格式如下。</a:t>
            </a:r>
          </a:p>
          <a:p>
            <a:pPr marL="0" indent="0">
              <a:buNone/>
            </a:pPr>
            <a:r>
              <a:rPr lang="zh-CN" altLang="en-US"/>
              <a:t>contours,hierarchy=cv2.findContours(image,mode,method[,offset])</a:t>
            </a:r>
          </a:p>
          <a:p>
            <a:pPr marL="0" indent="0">
              <a:buNone/>
            </a:pPr>
            <a:r>
              <a:rPr lang="zh-CN" altLang="en-US"/>
              <a:t>参数说明如下。</a:t>
            </a:r>
          </a:p>
          <a:p>
            <a:r>
              <a:rPr lang="zh-CN" altLang="en-US"/>
              <a:t>contours为返回的轮廓。</a:t>
            </a:r>
          </a:p>
          <a:p>
            <a:r>
              <a:rPr lang="zh-CN" altLang="en-US"/>
              <a:t>hierarchy为返回的轮廓的层次结构。</a:t>
            </a:r>
          </a:p>
          <a:p>
            <a:r>
              <a:rPr lang="zh-CN" altLang="en-US"/>
              <a:t>image为原图像。</a:t>
            </a:r>
          </a:p>
          <a:p>
            <a:r>
              <a:rPr lang="zh-CN" altLang="en-US"/>
              <a:t>mode为轮廓的检索模式。</a:t>
            </a:r>
          </a:p>
          <a:p>
            <a:r>
              <a:rPr lang="zh-CN" altLang="en-US"/>
              <a:t>method为轮廓的近似方法。</a:t>
            </a:r>
          </a:p>
          <a:p>
            <a:r>
              <a:rPr lang="zh-CN" altLang="en-US"/>
              <a:t>offset为每个轮廓点移动的可选偏移量。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7500" lnSpcReduction="10000"/>
          </a:bodyPr>
          <a:lstStyle/>
          <a:p>
            <a:pPr marL="0" indent="0">
              <a:buNone/>
            </a:pPr>
            <a:r>
              <a:rPr lang="zh-CN" altLang="en-US"/>
              <a:t>示例代码如下。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#test5-4.py：查找轮廓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import cv2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import numpy as np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img=cv2.imread('shapes.jpg')        				</a:t>
            </a:r>
            <a:r>
              <a:rPr lang="en-US" altLang="zh-CN"/>
              <a:t>		</a:t>
            </a:r>
            <a:r>
              <a:rPr lang="zh-CN" altLang="en-US"/>
              <a:t>#读取图像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cv2.imshow('original',img)  	    				</a:t>
            </a:r>
            <a:r>
              <a:rPr lang="en-US" altLang="zh-CN"/>
              <a:t>		</a:t>
            </a:r>
            <a:r>
              <a:rPr lang="zh-CN" altLang="en-US"/>
              <a:t>#显示原图像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gray=cv2.cvtColor(img,cv2.COLOR_BGR2GRAY)			</a:t>
            </a:r>
            <a:r>
              <a:rPr lang="en-US" altLang="zh-CN"/>
              <a:t>	</a:t>
            </a:r>
            <a:r>
              <a:rPr lang="zh-CN" altLang="en-US"/>
              <a:t>#将其转换为灰度图像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ret,img2=cv2.threshold(gray,125,255,cv2.THRESH_BINARY)			#二值化阈值处理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c,h=cv2.findContours(img2,cv2.RETR_TREE,cv2.CHAIN_APPROX_SIMPLE)	#查找轮廓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print('轮廓：',c)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print('轮廓类型：',type(c))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print('轮廓个数：',len(c))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print('层次：',h)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print('层次类型：',type(h))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for n in(range(3)):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    img3=np.zeros(img.shape, np.uint8)+255 	    			#按原图大小创建一幅白色图像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    cv2.polylines(img3,[c[n]],True,(255,0,0),2)				#绘制轮廓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    cv2.imshow('%s' % n,img3)  	                			#显示轮廓图像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cv2.waitKey(0)                                  				#按任意键结束等待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cv2.destroyAllWindows()                         				#关闭所有窗口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4055" y="692785"/>
            <a:ext cx="10849610" cy="59226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1000"/>
              <a:t>1．cv2.findContours()函数返回结果</a:t>
            </a:r>
          </a:p>
          <a:p>
            <a:pPr marL="0" indent="0">
              <a:buNone/>
            </a:pPr>
            <a:r>
              <a:rPr lang="zh-CN" altLang="en-US" sz="1000"/>
              <a:t>cv2.findContours()函数返回一个list对象，保存了轮廓数组。轮廓数组的每个元素都是一个表示轮廓的array对象；返回的轮廓层次是一个numpy.ndarray对象。</a:t>
            </a:r>
          </a:p>
          <a:p>
            <a:pPr marL="0" indent="0">
              <a:buNone/>
            </a:pPr>
            <a:r>
              <a:rPr lang="zh-CN" altLang="en-US" sz="1000"/>
              <a:t>2．轮廓层次</a:t>
            </a:r>
          </a:p>
          <a:p>
            <a:pPr marL="0" indent="0">
              <a:buNone/>
            </a:pPr>
            <a:r>
              <a:rPr lang="zh-CN" altLang="en-US" sz="1000"/>
              <a:t>根据轮廓的嵌套关系，可将轮廓之间的层次关系分为父级和子级，外部的轮廓为父级，内部的轮廓为子级。例如，图5-4所示的轮廓1是轮廓2的父级，轮廓0和轮廓1同级。</a:t>
            </a:r>
          </a:p>
          <a:p>
            <a:pPr marL="0" indent="0">
              <a:buNone/>
            </a:pPr>
            <a:r>
              <a:rPr lang="zh-CN" altLang="en-US" sz="1000"/>
              <a:t>cv2.findContours()函数返回的轮廓层次中，numpy.ndarray对象中的每个元素表示的层次关系格式为：[下一个轮廓 前一个轮廓 第一个子级轮廓 父级轮廓]。例如，[-1 0 2 -1]中，-1表示不存在对应的轮廓，前一个轮廓在轮廓数组中的序号为0，第一个子级轮廓在轮廓数组中的序号为2。</a:t>
            </a:r>
          </a:p>
          <a:p>
            <a:pPr marL="0" indent="0">
              <a:buNone/>
            </a:pPr>
            <a:r>
              <a:rPr lang="zh-CN" altLang="en-US" sz="1000"/>
              <a:t>3．轮廓的检索模式</a:t>
            </a:r>
          </a:p>
          <a:p>
            <a:pPr marL="0" indent="0">
              <a:buNone/>
            </a:pPr>
            <a:r>
              <a:rPr lang="zh-CN" altLang="en-US" sz="1000"/>
              <a:t>cv2.findContours()函数中的mode参数用于设置轮廓的检索模式，不同检索模式下函数返回的轮廓有所不同。mode参数可设置为下列常数。</a:t>
            </a:r>
          </a:p>
          <a:p>
            <a:r>
              <a:rPr lang="zh-CN" altLang="en-US" sz="1000"/>
              <a:t>cv2.RETR_LIST：仅检索所有轮廓，不创建任何父子关系。</a:t>
            </a:r>
          </a:p>
          <a:p>
            <a:r>
              <a:rPr lang="zh-CN" altLang="en-US" sz="1000"/>
              <a:t>cv2.RETR_EXTERNAL：仅检索所有的外部轮廓，不包含子级轮廓。</a:t>
            </a:r>
          </a:p>
          <a:p>
            <a:r>
              <a:rPr lang="zh-CN" altLang="en-US" sz="1000"/>
              <a:t>cv2.RETR_CCOMP：检索所有轮廓并将它们排列为2级层次结构，所有的外部轮廓为1级，所有的子级轮廓为2级。</a:t>
            </a:r>
          </a:p>
          <a:p>
            <a:r>
              <a:rPr lang="zh-CN" altLang="en-US" sz="1000"/>
              <a:t>cv2.RETR_TREE：检索所有轮廓并创建完整的层次列表，如父级、子级、孙子级等。</a:t>
            </a:r>
          </a:p>
          <a:p>
            <a:pPr>
              <a:buNone/>
            </a:pPr>
            <a:r>
              <a:rPr lang="zh-CN" altLang="en-US" sz="1000"/>
              <a:t>4．轮廓的近似方法</a:t>
            </a:r>
          </a:p>
          <a:p>
            <a:pPr marL="0" indent="0">
              <a:buNone/>
            </a:pPr>
            <a:r>
              <a:rPr lang="zh-CN" altLang="en-US" sz="1000"/>
              <a:t>cv2.findContours()函数中的method参数用于设置轮廓的近似方法，它用于决定如何确定轮廓包含的像素点。method参数可设置为下列常数。</a:t>
            </a:r>
          </a:p>
          <a:p>
            <a:r>
              <a:rPr lang="zh-CN" altLang="en-US" sz="1000"/>
              <a:t>cv2.CHAIN_APPROX_NONE：存储所有轮廓点，轮廓的任意两个相邻点是水平、垂直或对角线上的邻居。</a:t>
            </a:r>
          </a:p>
          <a:p>
            <a:r>
              <a:rPr lang="zh-CN" altLang="en-US" sz="1000"/>
              <a:t>cv2.CHAIN_APPROX_SIMPLE：只保存水平、垂直和对角线的端点。</a:t>
            </a:r>
          </a:p>
          <a:p>
            <a:r>
              <a:rPr lang="zh-CN" altLang="en-US" sz="1000"/>
              <a:t>cv2.CHAIN_APPROX_TC89_L1：应用Teh-Chin链逼近算法中的一种确定轮廓点。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5.2.2  绘制轮廓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CN" altLang="en-US"/>
              <a:t>cv2.drawContours()函数用于绘制轮廓，其基本格式如下。</a:t>
            </a:r>
          </a:p>
          <a:p>
            <a:pPr marL="0" indent="0">
              <a:buNone/>
            </a:pPr>
            <a:r>
              <a:rPr lang="zh-CN" altLang="en-US"/>
              <a:t>image=cv2.drawContours(image,contours,contourIdx,color</a:t>
            </a:r>
          </a:p>
          <a:p>
            <a:pPr marL="0" indent="0">
              <a:buNone/>
            </a:pPr>
            <a:r>
              <a:rPr lang="en-US" altLang="zh-CN"/>
              <a:t>		</a:t>
            </a:r>
            <a:r>
              <a:rPr lang="zh-CN" altLang="en-US"/>
              <a:t>[,thickness[,lineType[,hierarchy[,maxLevel[,offset]]]]])</a:t>
            </a:r>
          </a:p>
          <a:p>
            <a:pPr marL="0" indent="0">
              <a:buNone/>
            </a:pPr>
            <a:r>
              <a:rPr lang="zh-CN" altLang="en-US"/>
              <a:t>参数说明如下。</a:t>
            </a:r>
          </a:p>
          <a:p>
            <a:r>
              <a:rPr lang="zh-CN" altLang="en-US"/>
              <a:t>image为在其中绘制轮廓的图像。</a:t>
            </a:r>
          </a:p>
          <a:p>
            <a:r>
              <a:rPr lang="zh-CN" altLang="en-US"/>
              <a:t>contours为要绘制的轮廓。</a:t>
            </a:r>
          </a:p>
          <a:p>
            <a:r>
              <a:rPr lang="zh-CN" altLang="en-US"/>
              <a:t>contourIdx为要绘制的轮廓的索引，大于或等于0时绘制对应的轮廓，负数（通常为-1）表示绘制所有轮廓。</a:t>
            </a:r>
          </a:p>
          <a:p>
            <a:r>
              <a:rPr lang="zh-CN" altLang="en-US"/>
              <a:t>color为轮廓颜色，颜色为BGR格式。</a:t>
            </a:r>
          </a:p>
          <a:p>
            <a:r>
              <a:rPr lang="zh-CN" altLang="en-US"/>
              <a:t>thickness为可选参数，表示绘制轮廓时画笔的粗细。</a:t>
            </a:r>
          </a:p>
          <a:p>
            <a:r>
              <a:rPr lang="zh-CN" altLang="en-US"/>
              <a:t>lineType为可选参数，表示绘制轮廓时使用的线型。</a:t>
            </a:r>
          </a:p>
          <a:p>
            <a:r>
              <a:rPr lang="zh-CN" altLang="en-US"/>
              <a:t>hierarchy为可选参数，对应cv2.findContours()函数返回的轮廓层次。</a:t>
            </a:r>
          </a:p>
          <a:p>
            <a:r>
              <a:rPr lang="zh-CN" altLang="en-US"/>
              <a:t>maxLevel为可选参数，表示可绘制的最大轮廓层次深度。</a:t>
            </a:r>
          </a:p>
          <a:p>
            <a:r>
              <a:rPr lang="zh-CN" altLang="en-US"/>
              <a:t>offset为可选参数，表示绘制轮廓的偏移位置。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zh-CN" altLang="en-US"/>
              <a:t>示例代码如下。</a:t>
            </a:r>
          </a:p>
          <a:p>
            <a:pPr marL="0" indent="0">
              <a:buNone/>
            </a:pPr>
            <a:r>
              <a:rPr lang="zh-CN" altLang="en-US"/>
              <a:t>#test5-5.py：绘制轮廓</a:t>
            </a:r>
          </a:p>
          <a:p>
            <a:pPr marL="0" indent="0">
              <a:buNone/>
            </a:pPr>
            <a:r>
              <a:rPr lang="zh-CN" altLang="en-US"/>
              <a:t>import cv2</a:t>
            </a:r>
          </a:p>
          <a:p>
            <a:pPr marL="0" indent="0">
              <a:buNone/>
            </a:pPr>
            <a:r>
              <a:rPr lang="zh-CN" altLang="en-US"/>
              <a:t>import numpy as np</a:t>
            </a:r>
          </a:p>
          <a:p>
            <a:pPr marL="0" indent="0">
              <a:buNone/>
            </a:pPr>
            <a:r>
              <a:rPr lang="zh-CN" altLang="en-US"/>
              <a:t>img=cv2.imread('shapes.jpg')       	 				#读取图像</a:t>
            </a:r>
          </a:p>
          <a:p>
            <a:pPr marL="0" indent="0">
              <a:buNone/>
            </a:pPr>
            <a:r>
              <a:rPr lang="zh-CN" altLang="en-US"/>
              <a:t>cv2.imshow('original',img)  	    					#显示原图像</a:t>
            </a:r>
          </a:p>
          <a:p>
            <a:pPr marL="0" indent="0">
              <a:buNone/>
            </a:pPr>
            <a:r>
              <a:rPr lang="zh-CN" altLang="en-US"/>
              <a:t>gray=cv2.cvtColor(img,cv2.COLOR_BGR2GRAY)				#将其转换为灰度图像</a:t>
            </a:r>
          </a:p>
          <a:p>
            <a:pPr marL="0" indent="0">
              <a:buNone/>
            </a:pPr>
            <a:r>
              <a:rPr lang="zh-CN" altLang="en-US"/>
              <a:t>ret,img2=cv2.threshold(gray,125,255,cv2.THRESH_BINARY)			#二值化阈值处理</a:t>
            </a:r>
          </a:p>
          <a:p>
            <a:pPr marL="0" indent="0">
              <a:buNone/>
            </a:pPr>
            <a:r>
              <a:rPr lang="zh-CN" altLang="en-US"/>
              <a:t>c,h=cv2.findContours(img2,cv2.RETR_TREE,cv2.CHAIN_APPROX_SIMPLE)	#查找轮廓</a:t>
            </a:r>
          </a:p>
          <a:p>
            <a:pPr marL="0" indent="0">
              <a:buNone/>
            </a:pPr>
            <a:r>
              <a:rPr lang="zh-CN" altLang="en-US"/>
              <a:t>img3=np.zeros(img.shape, np.uint8)+255 	    				#按原图大小创建一幅白色图像</a:t>
            </a:r>
          </a:p>
          <a:p>
            <a:pPr marL="0" indent="0">
              <a:buNone/>
            </a:pPr>
            <a:r>
              <a:rPr lang="zh-CN" altLang="en-US"/>
              <a:t>img3=cv2.drawContours(img3,c,-1,(0,0,255),2)    				#绘制轮廓</a:t>
            </a:r>
          </a:p>
          <a:p>
            <a:pPr marL="0" indent="0">
              <a:buNone/>
            </a:pPr>
            <a:r>
              <a:rPr lang="zh-CN" altLang="en-US"/>
              <a:t>cv2.imshow('Contours',img3)  	                				#显示轮廓图像</a:t>
            </a:r>
          </a:p>
          <a:p>
            <a:pPr marL="0" indent="0">
              <a:buNone/>
            </a:pPr>
            <a:r>
              <a:rPr lang="zh-CN" altLang="en-US"/>
              <a:t>cv2.waitKey(0)                                  					#按任意键结束等待</a:t>
            </a:r>
          </a:p>
          <a:p>
            <a:pPr marL="0" indent="0">
              <a:buNone/>
            </a:pPr>
            <a:r>
              <a:rPr lang="zh-CN" altLang="en-US"/>
              <a:t>cv2.destroyAllWindows()                         				#关闭所有窗口</a:t>
            </a: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5.2.3  轮廓特征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/>
              <a:t>1．轮廓的矩</a:t>
            </a:r>
          </a:p>
          <a:p>
            <a:pPr marL="0" indent="0">
              <a:buNone/>
            </a:pPr>
            <a:r>
              <a:rPr lang="zh-CN" altLang="en-US"/>
              <a:t>轮廓的矩包含了轮廓的各种几何特征，如面积、位置、角度、形状等。</a:t>
            </a:r>
          </a:p>
          <a:p>
            <a:pPr marL="0" indent="0">
              <a:buNone/>
            </a:pPr>
            <a:r>
              <a:rPr lang="zh-CN" altLang="en-US"/>
              <a:t>cv2.moments()函数用于返回轮廓的矩，其基本格式如下。</a:t>
            </a:r>
          </a:p>
          <a:p>
            <a:pPr marL="0" indent="0">
              <a:buNone/>
            </a:pPr>
            <a:r>
              <a:rPr lang="zh-CN" altLang="en-US"/>
              <a:t>ret=cv2.moments(array[,binaryImage])</a:t>
            </a:r>
          </a:p>
          <a:p>
            <a:pPr marL="0" indent="0">
              <a:buNone/>
            </a:pPr>
            <a:r>
              <a:rPr lang="zh-CN" altLang="en-US"/>
              <a:t>参数说明如下。</a:t>
            </a:r>
          </a:p>
          <a:p>
            <a:r>
              <a:rPr lang="zh-CN" altLang="en-US"/>
              <a:t>ret为返回的轮廓矩，是一个字典对象。大多数矩的含义比较抽象，但其中的零阶矩（m00）表示轮廓的面积。</a:t>
            </a:r>
          </a:p>
          <a:p>
            <a:r>
              <a:rPr lang="zh-CN" altLang="en-US"/>
              <a:t>array为表示轮廓的数组。</a:t>
            </a:r>
          </a:p>
          <a:p>
            <a:r>
              <a:rPr lang="zh-CN" altLang="en-US"/>
              <a:t>binaryImage值为True时，会将array对象中的所有非0值设置为1。</a:t>
            </a:r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7500" lnSpcReduction="10000"/>
          </a:bodyPr>
          <a:lstStyle/>
          <a:p>
            <a:pPr marL="0" indent="0">
              <a:buNone/>
            </a:pPr>
            <a:r>
              <a:rPr>
                <a:sym typeface="+mn-ea"/>
              </a:rPr>
              <a:t>示例代码如下。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#test5-6.py：轮廓的矩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import cv2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import numpy as np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img=cv2.imread('shape2.jpg')        					#读取图像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cv2.imshow('original',img)  	    				#显示原图像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gray=cv2.cvtColor(img,cv2.COLOR_BGR2GRAY)				#将其转换为灰度图像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ret,img2=cv2.threshold(gray,125,255,cv2.THRESH_BINARY)			#二值化阈值处理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c,h=cv2.findContours(img2,cv2.RETR_TREE,cv2.CHAIN_APPROX_SIMPLE)	</a:t>
            </a:r>
            <a:r>
              <a:rPr lang="en-US" altLang="zh-CN">
                <a:sym typeface="+mn-ea"/>
              </a:rPr>
              <a:t>	</a:t>
            </a:r>
            <a:r>
              <a:rPr>
                <a:sym typeface="+mn-ea"/>
              </a:rPr>
              <a:t>#查找轮廓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img3=np.zeros(img.shape, np.uint8)+255 	    			#按原图大小创建一幅白色图像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img3=cv2.drawContours(img3,c,-1,(0,0,255),2)    				#绘制轮廓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cv2.imshow('Contours',img3)  	                				#显示轮廓图像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for n in range(len(c)):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    m=cv2.moments(c[n])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    print('轮廓%s的矩：'%n,m)   					#输出轮廓矩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    print('轮廓%s的面积：'%n,m['m00'])   					#输出轮廓面积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cv2.waitKey(0)                                  				#按任意键结束等待</a:t>
            </a:r>
            <a:endParaRPr lang="zh-CN" altLang="en-US"/>
          </a:p>
          <a:p>
            <a:pPr marL="0" indent="0">
              <a:buNone/>
            </a:pPr>
            <a:r>
              <a:rPr>
                <a:sym typeface="+mn-ea"/>
              </a:rPr>
              <a:t>cv2.destroyAllWindows()                         				#关闭所有窗口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7500" lnSpcReduction="10000"/>
          </a:bodyPr>
          <a:lstStyle/>
          <a:p>
            <a:pPr marL="0" indent="0">
              <a:buNone/>
            </a:pPr>
            <a:r>
              <a:rPr lang="zh-CN" altLang="en-US"/>
              <a:t>2．轮廓的面积</a:t>
            </a:r>
          </a:p>
          <a:p>
            <a:pPr marL="0" indent="0">
              <a:buNone/>
            </a:pPr>
            <a:r>
              <a:rPr lang="zh-CN" altLang="en-US"/>
              <a:t>cv2.contourArea()函数用于返回轮廓面积，其基本格式如下。</a:t>
            </a:r>
          </a:p>
          <a:p>
            <a:pPr marL="0" indent="0">
              <a:buNone/>
            </a:pPr>
            <a:r>
              <a:rPr lang="zh-CN" altLang="en-US"/>
              <a:t>ret=cv2.contourArea(contour[,oriented])</a:t>
            </a:r>
          </a:p>
          <a:p>
            <a:pPr marL="0" indent="0">
              <a:buNone/>
            </a:pPr>
            <a:r>
              <a:rPr lang="zh-CN" altLang="en-US"/>
              <a:t>参数说明如下。</a:t>
            </a:r>
          </a:p>
          <a:p>
            <a:r>
              <a:rPr lang="zh-CN" altLang="en-US"/>
              <a:t>ret为返回的面积。</a:t>
            </a:r>
          </a:p>
          <a:p>
            <a:r>
              <a:rPr lang="zh-CN" altLang="en-US"/>
              <a:t>contour为轮廓。</a:t>
            </a:r>
          </a:p>
          <a:p>
            <a:r>
              <a:rPr lang="zh-CN" altLang="en-US"/>
              <a:t>oriented为可选参数。其参数值为True时，返回值的正与负表示轮廓是顺时针还是逆时针；参数值为False（默认值）时，函数返回值为绝对值。</a:t>
            </a:r>
          </a:p>
          <a:p>
            <a:pPr marL="0" indent="0">
              <a:buNone/>
            </a:pPr>
            <a:r>
              <a:rPr lang="zh-CN" altLang="en-US"/>
              <a:t>示例代码如下。</a:t>
            </a:r>
          </a:p>
          <a:p>
            <a:pPr marL="0" indent="0">
              <a:buNone/>
            </a:pPr>
            <a:r>
              <a:rPr lang="zh-CN" altLang="en-US"/>
              <a:t>#test5-7.py：轮廓面积</a:t>
            </a:r>
          </a:p>
          <a:p>
            <a:pPr marL="0" indent="0">
              <a:buNone/>
            </a:pPr>
            <a:r>
              <a:rPr lang="zh-CN" altLang="en-US"/>
              <a:t>import cv2</a:t>
            </a:r>
          </a:p>
          <a:p>
            <a:pPr marL="0" indent="0">
              <a:buNone/>
            </a:pPr>
            <a:r>
              <a:rPr lang="zh-CN" altLang="en-US"/>
              <a:t>import numpy as np</a:t>
            </a:r>
          </a:p>
          <a:p>
            <a:pPr marL="0" indent="0">
              <a:buNone/>
            </a:pPr>
            <a:r>
              <a:rPr lang="zh-CN" altLang="en-US"/>
              <a:t>img=cv2.imread('shape2.jpg')                            			#读取图像</a:t>
            </a:r>
          </a:p>
          <a:p>
            <a:pPr marL="0" indent="0">
              <a:buNone/>
            </a:pPr>
            <a:r>
              <a:rPr lang="zh-CN" altLang="en-US"/>
              <a:t>gray=cv2.cvtColor(img,cv2.COLOR_BGR2GRAY)               		#将其转换为灰度图像</a:t>
            </a:r>
          </a:p>
          <a:p>
            <a:pPr marL="0" indent="0">
              <a:buNone/>
            </a:pPr>
            <a:r>
              <a:rPr lang="zh-CN" altLang="en-US"/>
              <a:t>ret,img2=cv2.threshold(gray,125,255,cv2.THRESH_BINARY)  		#二值化阈值处理</a:t>
            </a:r>
          </a:p>
          <a:p>
            <a:pPr marL="0" indent="0">
              <a:buNone/>
            </a:pPr>
            <a:r>
              <a:rPr lang="zh-CN" altLang="en-US"/>
              <a:t>c,h=cv2.findContours(img2,cv2.RETR_TREE,cv2.CHAIN_APPROX_SIMPLE)	#查找轮廓</a:t>
            </a:r>
          </a:p>
          <a:p>
            <a:pPr marL="0" indent="0">
              <a:buNone/>
            </a:pPr>
            <a:r>
              <a:rPr lang="zh-CN" altLang="en-US"/>
              <a:t>for n in range(len(c)):</a:t>
            </a:r>
          </a:p>
          <a:p>
            <a:pPr marL="0" indent="0">
              <a:buNone/>
            </a:pPr>
            <a:r>
              <a:rPr lang="zh-CN" altLang="en-US"/>
              <a:t>    m=cv2.contourArea(c[n])             				#计算轮廓面积</a:t>
            </a:r>
          </a:p>
          <a:p>
            <a:pPr marL="0" indent="0">
              <a:buNone/>
            </a:pPr>
            <a:r>
              <a:rPr lang="zh-CN" altLang="en-US"/>
              <a:t>    print('轮廓%s的面积：'%n,m)          				#输出轮廓面积</a:t>
            </a: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7500" lnSpcReduction="10000"/>
          </a:bodyPr>
          <a:lstStyle/>
          <a:p>
            <a:pPr marL="0" indent="0">
              <a:buNone/>
            </a:pPr>
            <a:r>
              <a:rPr lang="zh-CN" altLang="en-US"/>
              <a:t>3．轮廓的长度</a:t>
            </a:r>
          </a:p>
          <a:p>
            <a:pPr marL="0" indent="0">
              <a:buNone/>
            </a:pPr>
            <a:r>
              <a:rPr lang="zh-CN" altLang="en-US"/>
              <a:t>cv2.arcLength()函数用于返回轮廓的长度，其基本格式如下。</a:t>
            </a:r>
          </a:p>
          <a:p>
            <a:pPr marL="0" indent="0">
              <a:buNone/>
            </a:pPr>
            <a:r>
              <a:rPr lang="zh-CN" altLang="en-US"/>
              <a:t>ret=cv2.arcLength(contour,closed)</a:t>
            </a:r>
          </a:p>
          <a:p>
            <a:pPr marL="0" indent="0">
              <a:buNone/>
            </a:pPr>
            <a:r>
              <a:rPr lang="zh-CN" altLang="en-US"/>
              <a:t>参数说明如下。</a:t>
            </a:r>
          </a:p>
          <a:p>
            <a:r>
              <a:rPr lang="zh-CN" altLang="en-US"/>
              <a:t>ret为返回的长度。</a:t>
            </a:r>
          </a:p>
          <a:p>
            <a:r>
              <a:rPr lang="zh-CN" altLang="en-US"/>
              <a:t>contour为轮廓。</a:t>
            </a:r>
          </a:p>
          <a:p>
            <a:r>
              <a:rPr lang="zh-CN" altLang="en-US"/>
              <a:t>closed为布尔值，为True时表示轮廓是封闭的。</a:t>
            </a:r>
          </a:p>
          <a:p>
            <a:pPr>
              <a:buNone/>
            </a:pPr>
            <a:r>
              <a:rPr lang="zh-CN" altLang="en-US"/>
              <a:t>示例代码如下。</a:t>
            </a:r>
          </a:p>
          <a:p>
            <a:pPr marL="0" indent="0">
              <a:buNone/>
            </a:pPr>
            <a:r>
              <a:rPr lang="zh-CN" altLang="en-US"/>
              <a:t>#test5-8.py：轮廓长度</a:t>
            </a:r>
          </a:p>
          <a:p>
            <a:pPr marL="0" indent="0">
              <a:buNone/>
            </a:pPr>
            <a:r>
              <a:rPr lang="zh-CN" altLang="en-US"/>
              <a:t>import cv2</a:t>
            </a:r>
          </a:p>
          <a:p>
            <a:pPr marL="0" indent="0">
              <a:buNone/>
            </a:pPr>
            <a:r>
              <a:rPr lang="zh-CN" altLang="en-US"/>
              <a:t>import numpy as np</a:t>
            </a:r>
          </a:p>
          <a:p>
            <a:pPr marL="0" indent="0">
              <a:buNone/>
            </a:pPr>
            <a:r>
              <a:rPr lang="zh-CN" altLang="en-US"/>
              <a:t>img=cv2.imread('shape2.jpg')                            			#读取图像</a:t>
            </a:r>
          </a:p>
          <a:p>
            <a:pPr marL="0" indent="0">
              <a:buNone/>
            </a:pPr>
            <a:r>
              <a:rPr lang="zh-CN" altLang="en-US"/>
              <a:t>gray=cv2.cvtColor(img,cv2.COLOR_BGR2GRAY)               		#将其转换为灰度图像</a:t>
            </a:r>
          </a:p>
          <a:p>
            <a:pPr marL="0" indent="0">
              <a:buNone/>
            </a:pPr>
            <a:r>
              <a:rPr lang="zh-CN" altLang="en-US"/>
              <a:t>ret,img2=cv2.threshold(gray,125,255,cv2.THRESH_BINARY)  		#二值化阈值处理</a:t>
            </a:r>
          </a:p>
          <a:p>
            <a:pPr marL="0" indent="0">
              <a:buNone/>
            </a:pPr>
            <a:r>
              <a:rPr lang="zh-CN" altLang="en-US"/>
              <a:t>c,h=cv2.findContours(img2,cv2.RETR_TREE,cv2.CHAIN_APPROX_SIMPLE)	#查找轮廓</a:t>
            </a:r>
          </a:p>
          <a:p>
            <a:pPr marL="0" indent="0">
              <a:buNone/>
            </a:pPr>
            <a:r>
              <a:rPr lang="zh-CN" altLang="en-US"/>
              <a:t>for n in range(len(c)):</a:t>
            </a:r>
          </a:p>
          <a:p>
            <a:pPr marL="0" indent="0">
              <a:buNone/>
            </a:pPr>
            <a:r>
              <a:rPr lang="zh-CN" altLang="en-US"/>
              <a:t>    m=cv2.arcLength(c[n],True)                  			#计算轮廓长度</a:t>
            </a:r>
          </a:p>
          <a:p>
            <a:pPr marL="0" indent="0">
              <a:buNone/>
            </a:pPr>
            <a:r>
              <a:rPr lang="zh-CN" altLang="en-US"/>
              <a:t>    print('轮廓%s的长度：'%n,m)                  			#输出轮廓长度</a:t>
            </a: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4．轮廓的近似多边形</a:t>
            </a:r>
          </a:p>
          <a:p>
            <a:pPr marL="0" indent="0">
              <a:buNone/>
            </a:pPr>
            <a:r>
              <a:rPr lang="zh-CN" altLang="en-US"/>
              <a:t>cv2.approxPolyDP()函数用于返回轮廓的近似多边形，其基本格式如下。</a:t>
            </a:r>
          </a:p>
          <a:p>
            <a:pPr marL="0" indent="0">
              <a:buNone/>
            </a:pPr>
            <a:r>
              <a:rPr lang="zh-CN" altLang="en-US"/>
              <a:t>ret=cv2.approxPolyDP(contour,epsilon,closed)</a:t>
            </a:r>
          </a:p>
          <a:p>
            <a:pPr marL="0" indent="0">
              <a:buNone/>
            </a:pPr>
            <a:r>
              <a:rPr lang="zh-CN" altLang="en-US"/>
              <a:t>参数说明如下。</a:t>
            </a:r>
          </a:p>
          <a:p>
            <a:r>
              <a:rPr lang="zh-CN" altLang="en-US"/>
              <a:t>ret为返回的近似多边形。</a:t>
            </a:r>
          </a:p>
          <a:p>
            <a:r>
              <a:rPr lang="zh-CN" altLang="en-US"/>
              <a:t>contour为轮廓。</a:t>
            </a:r>
          </a:p>
          <a:p>
            <a:r>
              <a:rPr lang="zh-CN" altLang="en-US"/>
              <a:t>epsilon为精度，表示近似多边形接近轮廓的最大距离。</a:t>
            </a:r>
          </a:p>
          <a:p>
            <a:r>
              <a:rPr lang="zh-CN" altLang="en-US"/>
              <a:t>closed为布尔值，为True时表示轮廓是封闭的。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zh-CN" altLang="en-US"/>
              <a:t>示例代码如下。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#test5-9.py：轮廓的近似多边形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import cv2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import numpy as np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img=cv2.imread('shape3.jpg')        					#读取图像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cv2.imshow('original',img)  	    					#显示原图像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gray=cv2.cvtColor(img,cv2.COLOR_BGR2GRAY)				#将其转换为灰度图像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ret,img2=cv2.threshold(gray,125,255,cv2.THRESH_BINARY)			#二值化阈值处理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c,h=cv2.findContours(img2,cv2.RETR_TREE,cv2.CHAIN_APPROX_SIMPLE)	#查找轮廓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ep=[0.1,0.05,0.01]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arcl=cv2.arcLength(c[0],True)                  				#计算轮廓长度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print(arcl)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img3=np.zeros(img.shape, np.uint8)+255 	        				#按原图大小创建一幅白色图像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img3=cv2.drawContours(img3,c,-1,(0,0,255),2)    				#绘制轮廓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for n in range(3):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    eps=ep[n]*arcl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    img4=img3.copy()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    app=cv2.approxPolyDP(c[0],eps,True)         				#获得近似多边形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    img4=cv2.drawContours(img4,[app],-1,(255,0,0),2)    			#绘制近似轮廓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    cv2.imshow('appro %.2f' % ep[n],img4)  	               		#显示轮廓图像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cv2.waitKey(0)                                  					#按任意键结束等待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cv2.destroyAllWindows()                        					#关闭所有窗口</a:t>
            </a:r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5．轮廓的凸包</a:t>
            </a:r>
          </a:p>
          <a:p>
            <a:pPr marL="0" indent="0">
              <a:buNone/>
            </a:pPr>
            <a:r>
              <a:rPr lang="zh-CN" altLang="en-US"/>
              <a:t>cv2.convexHull()函数用于返回轮廓的凸包，其基本格式如下。</a:t>
            </a:r>
          </a:p>
          <a:p>
            <a:pPr marL="0" indent="0">
              <a:buNone/>
            </a:pPr>
            <a:r>
              <a:rPr lang="zh-CN" altLang="en-US"/>
              <a:t>hull=cv2.convexHull(contour[,clockwise[,returnPoints]])</a:t>
            </a:r>
          </a:p>
          <a:p>
            <a:pPr marL="0" indent="0">
              <a:buNone/>
            </a:pPr>
            <a:r>
              <a:rPr lang="zh-CN" altLang="en-US"/>
              <a:t>参数说明如下。</a:t>
            </a:r>
          </a:p>
          <a:p>
            <a:r>
              <a:rPr lang="zh-CN" altLang="en-US"/>
              <a:t>hull为返回的凸包，是一个numpy.ndarray对象，包含了凸包的关键点。</a:t>
            </a:r>
          </a:p>
          <a:p>
            <a:r>
              <a:rPr lang="zh-CN" altLang="en-US"/>
              <a:t>contour为轮廓。</a:t>
            </a:r>
          </a:p>
          <a:p>
            <a:r>
              <a:rPr lang="zh-CN" altLang="en-US"/>
              <a:t>clockwise为方向标记，为True时，凸包为顺时针方向；为False（默认值）时，凸包为逆时针方向。</a:t>
            </a:r>
          </a:p>
          <a:p>
            <a:r>
              <a:rPr lang="zh-CN" altLang="en-US"/>
              <a:t>returnPoints为True（默认值）时，返回的hull中包含的是凸包关键点的坐标；为False时，返回的是凸包关键点在轮廓中的索引。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zh-CN" altLang="en-US"/>
              <a:t>示例代码如下。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#test5-10.py：轮廓的凸包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import cv2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import numpy as np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img=cv2.imread('shape3.jpg')        						#读取图像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cv2.imshow('original',img)  	    						#显示原图像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gray=cv2.cvtColor(img,cv2.COLOR_BGR2GRAY)				#将其转换为灰度图像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ret,img2=cv2.threshold(gray,125,255,cv2.THRESH_BINARY)			#二值化阈值处理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c,h=cv2.findContours(img2,cv2.RETR_TREE,cv2.CHAIN_APPROX_SIMPLE)	#计算轮廓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img3=np.zeros(img.shape, np.uint8)+255 	        			#按原图大小创建一幅白色图像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img3=cv2.drawContours(img3,c,-1,(0,0,255),2)    				#绘制轮廓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hull = cv2.convexHull(c[0])						#计算凸包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print('returnPoints=True时返回的凸包：\n ',hull)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hull2 = cv2.convexHull(c[0],returnPoints=False)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print('returnPoints=False时返回的凸包：\n ',hull2)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cv2.polylines(img3,[hull],True,(255,0,0),2)	        			#绘制凸包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cv2.imshow('Convex Hull',img3)  	                			#显示轮廓图像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cv2.waitKey(0)                                      				#按任意键结束等待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cv2.destroyAllWindows()                             			#关闭所有窗口</a:t>
            </a: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6．轮廓的直边界矩形</a:t>
            </a:r>
          </a:p>
          <a:p>
            <a:pPr marL="0" indent="0">
              <a:buNone/>
            </a:pPr>
            <a:r>
              <a:rPr lang="zh-CN" altLang="en-US"/>
              <a:t>轮廓的直边界矩形是指可容纳轮廓的矩形，且矩形的两条边必须是水平的。直边界矩形不一定是面积最小的边界矩形。</a:t>
            </a:r>
          </a:p>
          <a:p>
            <a:pPr marL="0" indent="0">
              <a:buNone/>
            </a:pPr>
            <a:r>
              <a:rPr lang="zh-CN" altLang="en-US"/>
              <a:t>cv2.boundingRect()函数用于返回轮廓的直边界矩形，其基本格式如下。</a:t>
            </a:r>
          </a:p>
          <a:p>
            <a:pPr marL="0" indent="0">
              <a:buNone/>
            </a:pPr>
            <a:r>
              <a:rPr lang="zh-CN" altLang="en-US"/>
              <a:t>ret=cv2.boundingRect(contour)</a:t>
            </a:r>
          </a:p>
          <a:p>
            <a:pPr marL="0" indent="0">
              <a:buNone/>
            </a:pPr>
            <a:r>
              <a:rPr lang="zh-CN" altLang="en-US"/>
              <a:t>参数说明如下。</a:t>
            </a:r>
          </a:p>
          <a:p>
            <a:r>
              <a:rPr lang="zh-CN" altLang="en-US"/>
              <a:t>ret为返回的直边界矩形，它是一个四元组，其格式为(矩形左上角x坐标,矩形左上角y坐标,矩形的宽度,矩形的高度)。</a:t>
            </a:r>
          </a:p>
          <a:p>
            <a:r>
              <a:rPr lang="zh-CN" altLang="en-US"/>
              <a:t>contour为用于计算直边界矩形的轮廓。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zh-CN" altLang="en-US"/>
              <a:t>示例代码如下。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#test5-11.py：轮廓的直边界矩形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import cv2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import numpy as np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img=cv2.imread('shape4.jpg')                				#读取图像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cv2.imshow('original',img)  	            				#显示原图像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gray=cv2.cvtColor(img,cv2.COLOR_BGR2GRAY)   			#将其转换为灰度图像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ret,img2=cv2.threshold(gray,125,255,cv2.THRESH_BINARY)		#二值化阈值处理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c,h=cv2.findContours(img2,cv2.RETR_TREE,cv2.CHAIN_APPROX_SIMPLE)#计算轮廓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img3=np.zeros(img.shape, np.uint8)+255 	        			#按原图大小创建一幅白色图像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cv2.drawContours(img3,c,-1,(0,0,255),2)         			#绘制轮廓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ret=cv2.boundingRect(c[0])                      				#计算直边界矩形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print('直边界矩形：\n',ret)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pt1=(ret[0],ret[1])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pt2=(ret[0]+ret[2],ret[1]+ret[3])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cv2.rectangle(img3,pt1,pt2,(255,0,0),2)             			#绘制直边界矩形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cv2.imshow('Rectangle',img3)  	                  			#显示结果图像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cv2.waitKey(0)                                      				#按任意键结束等待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cv2.destroyAllWindows()                             			#关闭所有窗口</a:t>
            </a: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CN" altLang="en-US"/>
              <a:t>7．轮廓的旋转矩形</a:t>
            </a:r>
          </a:p>
          <a:p>
            <a:pPr marL="0" indent="0">
              <a:buNone/>
            </a:pPr>
            <a:r>
              <a:rPr lang="zh-CN" altLang="en-US"/>
              <a:t>轮廓的旋转矩形是指可容纳轮廓的面积最小的矩形。cv2.minAreaRect()函数用于返回轮廓的旋转矩形，其基本格式如下。</a:t>
            </a:r>
          </a:p>
          <a:p>
            <a:pPr marL="0" indent="0">
              <a:buNone/>
            </a:pPr>
            <a:r>
              <a:rPr lang="zh-CN" altLang="en-US"/>
              <a:t>box=cv2.minAreaRect(contour)</a:t>
            </a:r>
          </a:p>
          <a:p>
            <a:pPr marL="0" indent="0">
              <a:buNone/>
            </a:pPr>
            <a:r>
              <a:rPr lang="zh-CN" altLang="en-US"/>
              <a:t>参数说明如下。</a:t>
            </a:r>
          </a:p>
          <a:p>
            <a:r>
              <a:rPr lang="zh-CN" altLang="en-US"/>
              <a:t>box为返回的旋转矩形，它是一个三元组，其格式为((矩形中心点x坐标,矩形中心点y坐标),(矩形的宽度,矩形的高度),矩形的旋转角度)。</a:t>
            </a:r>
          </a:p>
          <a:p>
            <a:r>
              <a:rPr lang="zh-CN" altLang="en-US"/>
              <a:t>contour为用于计算矩形的轮廓。</a:t>
            </a:r>
          </a:p>
          <a:p>
            <a:pPr marL="0" indent="0">
              <a:buNone/>
            </a:pPr>
            <a:r>
              <a:rPr lang="zh-CN" altLang="en-US"/>
              <a:t>cv2.minAreaRect()函数的返回结果不能直接用于绘制旋转矩形，可用cv2.boxPoints()函数将其转换为矩形的顶点坐标，其基本格式如下。</a:t>
            </a:r>
          </a:p>
          <a:p>
            <a:pPr marL="0" indent="0">
              <a:buNone/>
            </a:pPr>
            <a:r>
              <a:rPr lang="zh-CN" altLang="en-US"/>
              <a:t>points=cv2.boxPoints(box)</a:t>
            </a:r>
          </a:p>
          <a:p>
            <a:pPr marL="0" indent="0">
              <a:buNone/>
            </a:pPr>
            <a:r>
              <a:rPr lang="zh-CN" altLang="en-US"/>
              <a:t>参数说明如下。</a:t>
            </a:r>
          </a:p>
          <a:p>
            <a:r>
              <a:rPr lang="zh-CN" altLang="en-US"/>
              <a:t>points为返回的矩形顶点坐标，坐标数据为浮点数。</a:t>
            </a:r>
          </a:p>
          <a:p>
            <a:r>
              <a:rPr lang="zh-CN" altLang="en-US"/>
              <a:t>box为cv2.minAreaRect()函数返回的矩形数据。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708" y="981083"/>
            <a:ext cx="10849411" cy="5388907"/>
          </a:xfrm>
        </p:spPr>
        <p:txBody>
          <a:bodyPr>
            <a:normAutofit fontScale="97500" lnSpcReduction="10000"/>
          </a:bodyPr>
          <a:lstStyle/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示例代码如下。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#test5-12.py：轮廓的旋转矩形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import cv2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import numpy as np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img=cv2.imread('shape4.jpg')                					#读取图像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cv2.imshow('original',img)  	            					#显示原图像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gray=cv2.cvtColor(img,cv2.COLOR_BGR2GRAY)   				#将其转换为灰度图像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ret,img2=cv2.threshold(gray,125,255,cv2.THRESH_BINARY)			#二值化阈值处理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c,h=cv2.findContours(img2,cv2.RETR_TREE,cv2.CHAIN_APPROX_SIMPLE)	#计算轮廓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img3=np.zeros(img.shape, np.uint8)+255 	        		#按原图大小创建一幅白色图像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cv2.drawContours(img3,c,-1,(0,0,255),2)         		#绘制轮廓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ret=cv2.minAreaRect(c[0])                      			#计算最小矩形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rect=cv2.boxPoints(ret)                             		#计算矩形顶点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rect=np.int0(rect)                                  		</a:t>
            </a:r>
            <a:r>
              <a:rPr lang="en-US" altLang="zh-CN"/>
              <a:t>	</a:t>
            </a:r>
            <a:r>
              <a:rPr lang="zh-CN" altLang="en-US"/>
              <a:t>#转换为整数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cv2.drawContours(img3,[rect],0,(255,0,0),2)        		#绘制旋转矩形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cv2.imshow('Rectangle',img3)  	                  	    	#显示结果图像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cv2.waitKey(0)                                      			#按任意键结束等待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cv2.destroyAllWindows()                             		#关闭所有窗口</a:t>
            </a:r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8．轮廓的最小外包圆</a:t>
            </a:r>
          </a:p>
          <a:p>
            <a:pPr marL="0" indent="0">
              <a:buNone/>
            </a:pPr>
            <a:r>
              <a:rPr lang="zh-CN" altLang="en-US"/>
              <a:t>cv2.minEnclosingCircle()函数用于返回可容纳轮廓的最小外包圆，其基本格式如下。</a:t>
            </a:r>
          </a:p>
          <a:p>
            <a:pPr marL="0" indent="0">
              <a:buNone/>
            </a:pPr>
            <a:r>
              <a:rPr lang="zh-CN" altLang="en-US"/>
              <a:t>center,radius=cv2.minEnclosingCircle(contour)</a:t>
            </a:r>
          </a:p>
          <a:p>
            <a:pPr marL="0" indent="0">
              <a:buNone/>
            </a:pPr>
            <a:r>
              <a:rPr lang="zh-CN" altLang="en-US"/>
              <a:t>参数说明如下。</a:t>
            </a:r>
          </a:p>
          <a:p>
            <a:r>
              <a:rPr lang="zh-CN" altLang="en-US"/>
              <a:t>center为圆心。</a:t>
            </a:r>
          </a:p>
          <a:p>
            <a:r>
              <a:rPr lang="zh-CN" altLang="en-US"/>
              <a:t>radius为半径。</a:t>
            </a:r>
          </a:p>
          <a:p>
            <a:r>
              <a:rPr lang="zh-CN" altLang="en-US"/>
              <a:t>contour为用于计算最小外包圆的轮廓。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7500" lnSpcReduction="10000"/>
          </a:bodyPr>
          <a:lstStyle/>
          <a:p>
            <a:pPr marL="0" indent="0">
              <a:buNone/>
            </a:pPr>
            <a:r>
              <a:rPr lang="zh-CN" altLang="en-US"/>
              <a:t>示例代码如下。</a:t>
            </a:r>
          </a:p>
          <a:p>
            <a:pPr marL="0" indent="0">
              <a:buNone/>
            </a:pPr>
            <a:r>
              <a:rPr lang="zh-CN" altLang="en-US"/>
              <a:t>#test5-13.py：轮廓的最小外包圆</a:t>
            </a:r>
          </a:p>
          <a:p>
            <a:pPr marL="0" indent="0">
              <a:buNone/>
            </a:pPr>
            <a:r>
              <a:rPr lang="zh-CN" altLang="en-US"/>
              <a:t>import cv2</a:t>
            </a:r>
          </a:p>
          <a:p>
            <a:pPr marL="0" indent="0">
              <a:buNone/>
            </a:pPr>
            <a:r>
              <a:rPr lang="zh-CN" altLang="en-US"/>
              <a:t>import numpy as np</a:t>
            </a:r>
          </a:p>
          <a:p>
            <a:pPr marL="0" indent="0">
              <a:buNone/>
            </a:pPr>
            <a:r>
              <a:rPr lang="zh-CN" altLang="en-US"/>
              <a:t>img=cv2.imread('shape4.jpg')                				#读取图像</a:t>
            </a:r>
          </a:p>
          <a:p>
            <a:pPr marL="0" indent="0">
              <a:buNone/>
            </a:pPr>
            <a:r>
              <a:rPr lang="zh-CN" altLang="en-US"/>
              <a:t>cv2.imshow('original',img)  	            				#显示原图像</a:t>
            </a:r>
          </a:p>
          <a:p>
            <a:pPr marL="0" indent="0">
              <a:buNone/>
            </a:pPr>
            <a:r>
              <a:rPr lang="zh-CN" altLang="en-US"/>
              <a:t>gray=cv2.cvtColor(img,cv2.COLOR_BGR2GRAY)   				#将其转换为灰度图像</a:t>
            </a:r>
          </a:p>
          <a:p>
            <a:pPr marL="0" indent="0">
              <a:buNone/>
            </a:pPr>
            <a:r>
              <a:rPr lang="zh-CN" altLang="en-US"/>
              <a:t>ret,img2=cv2.threshold(gray,125,255,cv2.THRESH_BINARY)			#二值化阈值处理</a:t>
            </a:r>
          </a:p>
          <a:p>
            <a:pPr marL="0" indent="0">
              <a:buNone/>
            </a:pPr>
            <a:r>
              <a:rPr lang="zh-CN" altLang="en-US"/>
              <a:t>c,h=cv2.findContours(img2,cv2.RETR_TREE,cv2.CHAIN_APPROX_SIMPLE)	</a:t>
            </a:r>
            <a:r>
              <a:rPr lang="en-US" altLang="zh-CN"/>
              <a:t>	</a:t>
            </a:r>
            <a:r>
              <a:rPr lang="zh-CN" altLang="en-US"/>
              <a:t>#计算轮廓</a:t>
            </a:r>
          </a:p>
          <a:p>
            <a:pPr marL="0" indent="0">
              <a:buNone/>
            </a:pPr>
            <a:r>
              <a:rPr lang="zh-CN" altLang="en-US"/>
              <a:t>img3=np.zeros(img.shape, np.uint8)+255 	        			#按原图大小创建一幅白色图像</a:t>
            </a:r>
          </a:p>
          <a:p>
            <a:pPr marL="0" indent="0">
              <a:buNone/>
            </a:pPr>
            <a:r>
              <a:rPr lang="zh-CN" altLang="en-US"/>
              <a:t>cv2.drawContours(img3,c,-1,(0,0,255),2)         				#绘制轮廓</a:t>
            </a:r>
          </a:p>
          <a:p>
            <a:pPr marL="0" indent="0">
              <a:buNone/>
            </a:pPr>
            <a:r>
              <a:rPr lang="zh-CN" altLang="en-US"/>
              <a:t>(x,y),radius=cv2.minEnclosingCircle(c[0])          				#计算最小外包圆</a:t>
            </a:r>
          </a:p>
          <a:p>
            <a:pPr marL="0" indent="0">
              <a:buNone/>
            </a:pPr>
            <a:r>
              <a:rPr lang="zh-CN" altLang="en-US"/>
              <a:t>center = (int(x),int(y))                                </a:t>
            </a:r>
          </a:p>
          <a:p>
            <a:pPr marL="0" indent="0">
              <a:buNone/>
            </a:pPr>
            <a:r>
              <a:rPr lang="zh-CN" altLang="en-US"/>
              <a:t>radius = int(radius)</a:t>
            </a:r>
          </a:p>
          <a:p>
            <a:pPr marL="0" indent="0">
              <a:buNone/>
            </a:pPr>
            <a:r>
              <a:rPr lang="zh-CN" altLang="en-US"/>
              <a:t>cv2.circle(img3,center,radius,(255,0,0),2)      				#绘制最小外包圆</a:t>
            </a:r>
          </a:p>
          <a:p>
            <a:pPr marL="0" indent="0">
              <a:buNone/>
            </a:pPr>
            <a:r>
              <a:rPr lang="zh-CN" altLang="en-US"/>
              <a:t>cv2.imshow('Circle',img3)  	                  	    		#显示结果图像</a:t>
            </a:r>
          </a:p>
          <a:p>
            <a:pPr marL="0" indent="0">
              <a:buNone/>
            </a:pPr>
            <a:r>
              <a:rPr lang="zh-CN" altLang="en-US"/>
              <a:t>cv2.waitKey(0)                                      				#按任意键结束等待</a:t>
            </a:r>
          </a:p>
          <a:p>
            <a:pPr marL="0" indent="0">
              <a:buNone/>
            </a:pPr>
            <a:r>
              <a:rPr lang="zh-CN" altLang="en-US"/>
              <a:t>cv2.destroyAllWindows()                             				#关闭所有窗口</a:t>
            </a:r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7500" lnSpcReduction="10000"/>
          </a:bodyPr>
          <a:lstStyle/>
          <a:p>
            <a:pPr marL="0" indent="0">
              <a:buNone/>
            </a:pPr>
            <a:r>
              <a:rPr lang="zh-CN" altLang="en-US"/>
              <a:t>9．轮廓的拟合椭圆</a:t>
            </a:r>
          </a:p>
          <a:p>
            <a:pPr marL="0" indent="0">
              <a:buNone/>
            </a:pPr>
            <a:r>
              <a:rPr lang="zh-CN" altLang="en-US"/>
              <a:t>cv2.fitEllipse()函数用于返回轮廓的拟合椭圆，其基本格式如下。</a:t>
            </a:r>
          </a:p>
          <a:p>
            <a:pPr marL="0" indent="0">
              <a:buNone/>
            </a:pPr>
            <a:r>
              <a:rPr lang="zh-CN" altLang="en-US"/>
              <a:t>ellipse=cv2.fitEllipse(contour)</a:t>
            </a:r>
          </a:p>
          <a:p>
            <a:pPr marL="0" indent="0">
              <a:buNone/>
            </a:pPr>
            <a:r>
              <a:rPr lang="zh-CN" altLang="en-US"/>
              <a:t>参数说明如下。</a:t>
            </a:r>
          </a:p>
          <a:p>
            <a:r>
              <a:rPr lang="zh-CN" altLang="en-US"/>
              <a:t>ellipse为返回的椭圆。</a:t>
            </a:r>
          </a:p>
          <a:p>
            <a:r>
              <a:rPr lang="zh-CN" altLang="en-US"/>
              <a:t>contour为用于计算拟合椭圆的轮廓。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示例代码如下。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#test5-14.py：轮廓的拟合椭圆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import cv2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import numpy as np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img=cv2.imread('shape4.jpg')                					#读取图像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cv2.imshow('original',img)  	            					#显示原图像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gray=cv2.cvtColor(img,cv2.COLOR_BGR2GRAY)   				#将其转换为灰度图像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ret,img2=cv2.threshold(gray,125,255,cv2.THRESH_BINARY)			#二值化阈值处理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c,h=cv2.findContours(img2,cv2.RETR_TREE,cv2.CHAIN_APPROX_SIMPLE)	</a:t>
            </a:r>
            <a:r>
              <a:rPr lang="en-US" altLang="zh-CN"/>
              <a:t>	</a:t>
            </a:r>
            <a:r>
              <a:rPr lang="zh-CN" altLang="en-US"/>
              <a:t>#计算轮廓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img3=np.zeros(img.shape, np.uint8)+255 	        				#按原图大小创建一幅白色图像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cv2.drawContours(img3,c,-1,(0,0,255),2)         				#绘制轮廓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ellipse = cv2.fitEllipse(c[0])                       			</a:t>
            </a:r>
            <a:r>
              <a:rPr lang="en-US" altLang="zh-CN"/>
              <a:t>	</a:t>
            </a:r>
            <a:r>
              <a:rPr lang="zh-CN" altLang="en-US"/>
              <a:t>#计算拟合椭圆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cv2.ellipse(img3,ellipse,(255,0,0),2)           				</a:t>
            </a:r>
            <a:r>
              <a:rPr lang="en-US" altLang="zh-CN"/>
              <a:t>	</a:t>
            </a:r>
            <a:r>
              <a:rPr lang="zh-CN" altLang="en-US"/>
              <a:t>#绘制拟合椭圆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cv2.imshow('ellipse',img3)  	                  	    			#显示结果图像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cv2.waitKey(0)                                      				</a:t>
            </a:r>
            <a:r>
              <a:rPr lang="en-US" altLang="zh-CN"/>
              <a:t>	</a:t>
            </a:r>
            <a:r>
              <a:rPr lang="zh-CN" altLang="en-US"/>
              <a:t>#按任意键结束等待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cv2.destroyAllWindows()                             				#关闭所有窗口</a:t>
            </a:r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7500" lnSpcReduction="10000"/>
          </a:bodyPr>
          <a:lstStyle/>
          <a:p>
            <a:pPr marL="0" indent="0">
              <a:buNone/>
            </a:pPr>
            <a:r>
              <a:rPr lang="zh-CN" altLang="en-US"/>
              <a:t>10．轮廓的拟合直线</a:t>
            </a:r>
          </a:p>
          <a:p>
            <a:pPr marL="0" indent="0">
              <a:buNone/>
            </a:pPr>
            <a:r>
              <a:rPr lang="zh-CN" altLang="en-US"/>
              <a:t>cv2.fitLine()函数用于返回轮廓的拟合直线，其基本格式如下。</a:t>
            </a:r>
          </a:p>
          <a:p>
            <a:pPr marL="0" indent="0">
              <a:buNone/>
            </a:pPr>
            <a:r>
              <a:rPr lang="zh-CN" altLang="en-US"/>
              <a:t>line=cv2.fitLine(contour,distType,param,reps,aeps)</a:t>
            </a:r>
          </a:p>
          <a:p>
            <a:pPr marL="0" indent="0">
              <a:buNone/>
            </a:pPr>
            <a:r>
              <a:rPr lang="zh-CN" altLang="en-US"/>
              <a:t>参数说明如下。</a:t>
            </a:r>
          </a:p>
          <a:p>
            <a:r>
              <a:rPr lang="zh-CN" altLang="en-US"/>
              <a:t>line为返回的拟合直线。</a:t>
            </a:r>
          </a:p>
          <a:p>
            <a:r>
              <a:rPr lang="zh-CN" altLang="en-US"/>
              <a:t>contour为用于计算拟合直线的轮廓。</a:t>
            </a:r>
          </a:p>
          <a:p>
            <a:r>
              <a:rPr lang="zh-CN" altLang="en-US"/>
              <a:t>distType为距离类型参数，决定如何计算拟合直线，可设置为下列常量。</a:t>
            </a:r>
          </a:p>
          <a:p>
            <a:pPr lvl="1"/>
            <a:r>
              <a:rPr lang="zh-CN" altLang="en-US"/>
              <a:t>cv2.DIST_USER：用户自定义距离。</a:t>
            </a:r>
          </a:p>
          <a:p>
            <a:pPr lvl="1"/>
            <a:r>
              <a:rPr lang="zh-CN" altLang="en-US"/>
              <a:t>cv2.DIST_L1：用2个点的坐标计算距离，公式为|x1-x2|+|y1-y2|。</a:t>
            </a:r>
          </a:p>
          <a:p>
            <a:pPr lvl="1"/>
            <a:r>
              <a:rPr lang="zh-CN" altLang="en-US"/>
              <a:t>cv2.DIST_L2：欧氏距离（两点间的直线距离）。</a:t>
            </a:r>
          </a:p>
          <a:p>
            <a:pPr lvl="1"/>
            <a:r>
              <a:rPr lang="zh-CN" altLang="en-US"/>
              <a:t>cv2.DIST_C：用2个点的坐标计算距离，公式为max(|x1-x2|,|y1-y2|)。</a:t>
            </a:r>
          </a:p>
          <a:p>
            <a:pPr lvl="1"/>
            <a:r>
              <a:rPr lang="zh-CN" altLang="en-US"/>
              <a:t>cv2.DIST_L12：用1个点的坐标计算距离，公式为2(sqrt(1+x*x/2)-1)。</a:t>
            </a:r>
          </a:p>
          <a:p>
            <a:pPr lvl="1"/>
            <a:r>
              <a:rPr lang="zh-CN" altLang="en-US"/>
              <a:t>cv2.DIST_FAIR：用 1 个点的坐标计算距离，公式为c^2(|x|/c-log(1+|x|/c))，c=1.3998。</a:t>
            </a:r>
          </a:p>
          <a:p>
            <a:pPr lvl="1"/>
            <a:r>
              <a:rPr lang="zh-CN" altLang="en-US"/>
              <a:t>cv2.DIST_WELSCH：用1个点的坐标计算距离，公式为c^2/2(1-exp(-(x/c)^2))，c=2.9846。</a:t>
            </a:r>
          </a:p>
          <a:p>
            <a:pPr lvl="1"/>
            <a:r>
              <a:rPr lang="zh-CN" altLang="en-US"/>
              <a:t>cv2.DIST_HUBER：用 1 个点的坐标计算距离，公式为|x|&lt;c?x^2/2:c(|x|-c/2)，c=1.345。</a:t>
            </a:r>
          </a:p>
          <a:p>
            <a:r>
              <a:rPr lang="zh-CN" altLang="en-US"/>
              <a:t>param为距离参数，与距离类型参数有关；其设置为0时，函数将自动选择最优值。</a:t>
            </a:r>
          </a:p>
          <a:p>
            <a:r>
              <a:rPr lang="zh-CN" altLang="en-US"/>
              <a:t>reps为计算拟合直线需要的径向精度，通常设置为0.01。</a:t>
            </a:r>
          </a:p>
          <a:p>
            <a:pPr>
              <a:buNone/>
            </a:pPr>
            <a:r>
              <a:rPr lang="zh-CN" altLang="en-US"/>
              <a:t>aeps为计算拟合直线需要的角度精度，通常设置为0.01。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290" y="443230"/>
            <a:ext cx="10849610" cy="6219825"/>
          </a:xfrm>
        </p:spPr>
        <p:txBody>
          <a:bodyPr>
            <a:normAutofit fontScale="67500" lnSpcReduction="10000"/>
          </a:bodyPr>
          <a:lstStyle/>
          <a:p>
            <a:pPr marL="0" indent="0">
              <a:buNone/>
            </a:pPr>
            <a:r>
              <a:rPr lang="zh-CN" altLang="en-US"/>
              <a:t>示例代码如下。</a:t>
            </a:r>
          </a:p>
          <a:p>
            <a:pPr marL="0" indent="0">
              <a:buNone/>
            </a:pPr>
            <a:r>
              <a:rPr lang="zh-CN" altLang="en-US"/>
              <a:t>#test5-15.py：轮廓的拟合直线</a:t>
            </a:r>
          </a:p>
          <a:p>
            <a:pPr marL="0" indent="0">
              <a:buNone/>
            </a:pPr>
            <a:r>
              <a:rPr lang="zh-CN" altLang="en-US"/>
              <a:t>import cv2</a:t>
            </a:r>
          </a:p>
          <a:p>
            <a:pPr marL="0" indent="0">
              <a:buNone/>
            </a:pPr>
            <a:r>
              <a:rPr lang="zh-CN" altLang="en-US"/>
              <a:t>import numpy as np</a:t>
            </a:r>
          </a:p>
          <a:p>
            <a:pPr marL="0" indent="0">
              <a:buNone/>
            </a:pPr>
            <a:r>
              <a:rPr lang="zh-CN" altLang="en-US"/>
              <a:t>img=cv2.imread('shape4.jpg')                			#读取图像</a:t>
            </a:r>
          </a:p>
          <a:p>
            <a:pPr marL="0" indent="0">
              <a:buNone/>
            </a:pPr>
            <a:r>
              <a:rPr lang="zh-CN" altLang="en-US"/>
              <a:t>cv2.imshow('original',img)  	            			#显示原图像</a:t>
            </a:r>
          </a:p>
          <a:p>
            <a:pPr marL="0" indent="0">
              <a:buNone/>
            </a:pPr>
            <a:r>
              <a:rPr lang="zh-CN" altLang="en-US"/>
              <a:t>gray=cv2.cvtColor(img,cv2.COLOR_BGR2GRAY)   		#将其转换为灰度图像</a:t>
            </a:r>
          </a:p>
          <a:p>
            <a:pPr marL="0" indent="0">
              <a:buNone/>
            </a:pPr>
            <a:r>
              <a:rPr lang="zh-CN" altLang="en-US"/>
              <a:t>ret,img2=cv2.threshold(gray,125,255,cv2.THRESH_BINARY)	#二值化阈值处理</a:t>
            </a:r>
          </a:p>
          <a:p>
            <a:pPr marL="0" indent="0">
              <a:buNone/>
            </a:pPr>
            <a:r>
              <a:rPr lang="zh-CN" altLang="en-US"/>
              <a:t>c,h=cv2.findContours(img2,cv2.RETR_TREE,cv2.CHAIN_APPROX_SIMPLE)#计算轮廓</a:t>
            </a:r>
          </a:p>
          <a:p>
            <a:pPr marL="0" indent="0">
              <a:buNone/>
            </a:pPr>
            <a:r>
              <a:rPr lang="zh-CN" altLang="en-US"/>
              <a:t>img3=np.zeros(img.shape, np.uint8)+255 	        		#按原图大小创建一幅白色图像</a:t>
            </a:r>
          </a:p>
          <a:p>
            <a:pPr marL="0" indent="0">
              <a:buNone/>
            </a:pPr>
            <a:r>
              <a:rPr lang="zh-CN" altLang="en-US"/>
              <a:t>cv2.drawContours(img3,c,-1,(0,0,255),2)         		#绘制轮廓</a:t>
            </a:r>
          </a:p>
          <a:p>
            <a:pPr marL="0" indent="0">
              <a:buNone/>
            </a:pPr>
            <a:r>
              <a:rPr lang="zh-CN" altLang="en-US"/>
              <a:t>rows,cols = img.shape[:2]</a:t>
            </a:r>
          </a:p>
          <a:p>
            <a:pPr marL="0" indent="0">
              <a:buNone/>
            </a:pPr>
            <a:r>
              <a:rPr lang="zh-CN" altLang="en-US"/>
              <a:t>[vx,vy,x,y] = cv2.fitLine(c[0], cv2.DIST_L2,0,0.01,0.01)		#计算拟合直线</a:t>
            </a:r>
          </a:p>
          <a:p>
            <a:pPr marL="0" indent="0">
              <a:buNone/>
            </a:pPr>
            <a:r>
              <a:rPr lang="zh-CN" altLang="en-US"/>
              <a:t>lefty = int((-x*vy/vx) + y)</a:t>
            </a:r>
          </a:p>
          <a:p>
            <a:pPr marL="0" indent="0">
              <a:buNone/>
            </a:pPr>
            <a:r>
              <a:rPr lang="zh-CN" altLang="en-US"/>
              <a:t>righty = int(((cols-x)*vy/vx)+y)</a:t>
            </a:r>
          </a:p>
          <a:p>
            <a:pPr marL="0" indent="0">
              <a:buNone/>
            </a:pPr>
            <a:r>
              <a:rPr lang="zh-CN" altLang="en-US"/>
              <a:t>cv2.line(img3,(cols-1,righty),(0,lefty),(255,0,0),2)    		#绘制拟合直线</a:t>
            </a:r>
          </a:p>
          <a:p>
            <a:pPr marL="0" indent="0">
              <a:buNone/>
            </a:pPr>
            <a:r>
              <a:rPr lang="zh-CN" altLang="en-US"/>
              <a:t>cv2.imshow('FitLine',img3)  	                  	    	#显示结果图像</a:t>
            </a:r>
          </a:p>
          <a:p>
            <a:pPr marL="0" indent="0">
              <a:buNone/>
            </a:pPr>
            <a:r>
              <a:rPr lang="zh-CN" altLang="en-US"/>
              <a:t>cv2.waitKey(0)                                      			#按任意键结束等待</a:t>
            </a:r>
          </a:p>
          <a:p>
            <a:pPr marL="0" indent="0">
              <a:buNone/>
            </a:pPr>
            <a:r>
              <a:rPr lang="zh-CN" altLang="en-US"/>
              <a:t>cv2.destroyAllWindows()                             		#关闭所有窗口</a:t>
            </a:r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443230"/>
            <a:ext cx="10849610" cy="6071870"/>
          </a:xfrm>
        </p:spPr>
        <p:txBody>
          <a:bodyPr>
            <a:normAutofit fontScale="72500" lnSpcReduction="10000"/>
          </a:bodyPr>
          <a:lstStyle/>
          <a:p>
            <a:pPr marL="0" indent="0">
              <a:buNone/>
            </a:pPr>
            <a:r>
              <a:rPr lang="zh-CN" altLang="en-US"/>
              <a:t>11．轮廓的最小外包三角形</a:t>
            </a:r>
          </a:p>
          <a:p>
            <a:pPr marL="0" indent="0">
              <a:buNone/>
            </a:pPr>
            <a:r>
              <a:rPr lang="zh-CN" altLang="en-US"/>
              <a:t>cv2.minEnclosingTriangle()函数用于返回可容纳轮廓的最小外包三角形，其基本格式如下。</a:t>
            </a:r>
          </a:p>
          <a:p>
            <a:pPr marL="0" indent="0">
              <a:buNone/>
            </a:pPr>
            <a:r>
              <a:rPr lang="zh-CN" altLang="en-US"/>
              <a:t>retval,triangle=cv2.minEnclosingTriangle(contour)</a:t>
            </a:r>
          </a:p>
          <a:p>
            <a:pPr marL="0" indent="0">
              <a:buNone/>
            </a:pPr>
            <a:r>
              <a:rPr lang="zh-CN" altLang="en-US"/>
              <a:t>参数说明如下。</a:t>
            </a:r>
          </a:p>
          <a:p>
            <a:r>
              <a:rPr lang="zh-CN" altLang="en-US"/>
              <a:t>retval为最小外包三角形的面积。</a:t>
            </a:r>
          </a:p>
          <a:p>
            <a:r>
              <a:rPr lang="zh-CN" altLang="en-US"/>
              <a:t>triangle为最小外包三角形。</a:t>
            </a:r>
          </a:p>
          <a:p>
            <a:r>
              <a:rPr lang="zh-CN" altLang="en-US"/>
              <a:t>contour为用于计算最小外包三角形的轮廓。</a:t>
            </a:r>
          </a:p>
          <a:p>
            <a:pPr>
              <a:buNone/>
            </a:pPr>
            <a:r>
              <a:rPr lang="zh-CN" altLang="en-US"/>
              <a:t>示例代码如下。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#test5-16.py：轮廓的最小外包三角形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import cv2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import numpy as n</a:t>
            </a:r>
            <a:r>
              <a:rPr lang="en-US" altLang="zh-CN"/>
              <a:t>p</a:t>
            </a:r>
            <a:endParaRPr lang="zh-CN" altLang="en-US"/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img=cv2.imread('shape4.jpg')                				#读取图像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cv2.imshow('original',img)  	            				#显示原图像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gray=cv2.cvtColor(img,cv2.COLOR_BGR2GRAY)   			#将其转换为灰度图像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ret,img2=cv2.threshold(gray,125,255,cv2.THRESH_BINARY)		#二值化阈值处理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c,h=cv2.findContours(img2,cv2.RETR_TREE,cv2.CHAIN_APPROX_SIMPLE)	#计算轮廓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img3=np.zeros(img.shape, np.uint8)+255 	        			#按原图大小创建一幅白色图像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cv2.drawContours(img3,c,-1,(0,0,255),2)         			#绘制轮廓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retval,triangle=cv2.minEnclosingTriangle(c[0])			#计算最小外包三角形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triangle=np.int0(triangle)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cv2.polylines(img3,[triangle],True,(255,0,0),2)	        		#绘制最小外包三角形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cv2.imshow('Triangle',img3)  	                  	    		#显示结果图像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cv2.waitKey(0)                                      				#按任意键结束等待</a:t>
            </a:r>
          </a:p>
          <a:p>
            <a:pPr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zh-CN" altLang="en-US"/>
              <a:t>cv2.destroyAllWindows()                             			#关闭所有窗口</a:t>
            </a:r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5.3 </a:t>
            </a:r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霍夫变换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本节主要内容：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霍夫直线变换</a:t>
            </a:r>
          </a:p>
          <a:p>
            <a:r>
              <a:rPr>
                <a:latin typeface="方正姚体" panose="02010601030101010101" pitchFamily="2" charset="-122"/>
                <a:ea typeface="方正姚体" panose="02010601030101010101" pitchFamily="2" charset="-122"/>
                <a:sym typeface="+mn-ea"/>
              </a:rPr>
              <a:t>霍夫圆线变换</a:t>
            </a: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5.3.1  霍夫直线变换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cv2.HoughLines()函数利用霍夫变换算法检测图像中的直线，其基本格式如下。</a:t>
            </a:r>
          </a:p>
          <a:p>
            <a:pPr marL="0" indent="0">
              <a:buNone/>
            </a:pPr>
            <a:r>
              <a:rPr lang="zh-CN" altLang="en-US"/>
              <a:t>lines=cv2.HoughLines(image,rho,theta,threshold)</a:t>
            </a:r>
          </a:p>
          <a:p>
            <a:pPr marL="0" indent="0">
              <a:buNone/>
            </a:pPr>
            <a:r>
              <a:rPr lang="zh-CN" altLang="en-US"/>
              <a:t>参数说明如下。</a:t>
            </a:r>
          </a:p>
          <a:p>
            <a:r>
              <a:rPr lang="zh-CN" altLang="en-US"/>
              <a:t>lines为返回的直线。</a:t>
            </a:r>
          </a:p>
          <a:p>
            <a:r>
              <a:rPr lang="zh-CN" altLang="en-US"/>
              <a:t>image为原图像，必须是8位的单通道二值图像，通常会在霍夫变换之前，对图像执行阈值处理或Canny边缘检测。</a:t>
            </a:r>
          </a:p>
          <a:p>
            <a:r>
              <a:rPr lang="zh-CN" altLang="en-US"/>
              <a:t>rho为距离的精度（以像素为单位），通常为1。</a:t>
            </a:r>
          </a:p>
          <a:p>
            <a:r>
              <a:rPr lang="zh-CN" altLang="en-US"/>
              <a:t>theta为角度的精度，通常使用π/180°，表示搜索所有可能的角度。</a:t>
            </a:r>
          </a:p>
          <a:p>
            <a:r>
              <a:rPr lang="zh-CN" altLang="en-US"/>
              <a:t>threshold为阈值，值越小，检测出的直线越多。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257810"/>
            <a:ext cx="10849610" cy="6083300"/>
          </a:xfrm>
        </p:spPr>
        <p:txBody>
          <a:bodyPr>
            <a:normAutofit fontScale="57500" lnSpcReduction="10000"/>
          </a:bodyPr>
          <a:lstStyle/>
          <a:p>
            <a:pPr marL="0" indent="0">
              <a:buNone/>
            </a:pPr>
            <a:r>
              <a:rPr lang="zh-CN" altLang="en-US"/>
              <a:t>示例代码如下。</a:t>
            </a:r>
          </a:p>
          <a:p>
            <a:pPr marL="0" indent="0">
              <a:buNone/>
            </a:pPr>
            <a:r>
              <a:rPr lang="zh-CN" altLang="en-US"/>
              <a:t>#test5-17.py：霍夫直线</a:t>
            </a:r>
          </a:p>
          <a:p>
            <a:pPr marL="0" indent="0">
              <a:buNone/>
            </a:pPr>
            <a:r>
              <a:rPr lang="zh-CN" altLang="en-US"/>
              <a:t>import cv2</a:t>
            </a:r>
          </a:p>
          <a:p>
            <a:pPr marL="0" indent="0">
              <a:buNone/>
            </a:pPr>
            <a:r>
              <a:rPr lang="zh-CN" altLang="en-US"/>
              <a:t>import numpy as np</a:t>
            </a:r>
          </a:p>
          <a:p>
            <a:pPr marL="0" indent="0">
              <a:buNone/>
            </a:pPr>
            <a:r>
              <a:rPr lang="zh-CN" altLang="en-US"/>
              <a:t>img=cv2.imread('shape6.jpg')                			#读取图像</a:t>
            </a:r>
          </a:p>
          <a:p>
            <a:pPr marL="0" indent="0">
              <a:buNone/>
            </a:pPr>
            <a:r>
              <a:rPr lang="zh-CN" altLang="en-US"/>
              <a:t>cv2.imshow('original',img)  	            			#显示原图像</a:t>
            </a:r>
          </a:p>
          <a:p>
            <a:pPr marL="0" indent="0">
              <a:buNone/>
            </a:pPr>
            <a:r>
              <a:rPr lang="zh-CN" altLang="en-US"/>
              <a:t>gray=cv2.cvtColor(img,cv2.COLOR_BGR2GRAY)   		</a:t>
            </a:r>
            <a:r>
              <a:rPr lang="en-US" altLang="zh-CN"/>
              <a:t>	</a:t>
            </a:r>
            <a:r>
              <a:rPr lang="zh-CN" altLang="en-US"/>
              <a:t>#将其转换为灰度图像</a:t>
            </a:r>
          </a:p>
          <a:p>
            <a:pPr marL="0" indent="0">
              <a:buNone/>
            </a:pPr>
            <a:r>
              <a:rPr lang="zh-CN" altLang="en-US"/>
              <a:t>edges=cv2.Canny(gray,50,150,apertureSize =3)         		#执行边缘检测</a:t>
            </a:r>
          </a:p>
          <a:p>
            <a:pPr marL="0" indent="0">
              <a:buNone/>
            </a:pPr>
            <a:r>
              <a:rPr lang="zh-CN" altLang="en-US"/>
              <a:t>lines=cv2.HoughLines(edges,1,np.pi/180,150)             		#霍夫直线变换</a:t>
            </a:r>
          </a:p>
          <a:p>
            <a:pPr marL="0" indent="0">
              <a:buNone/>
            </a:pPr>
            <a:r>
              <a:rPr lang="zh-CN" altLang="en-US"/>
              <a:t>img3=img.copy()</a:t>
            </a:r>
          </a:p>
          <a:p>
            <a:pPr marL="0" indent="0">
              <a:buNone/>
            </a:pPr>
            <a:r>
              <a:rPr lang="zh-CN" altLang="en-US"/>
              <a:t>for line in lines:                                      		</a:t>
            </a:r>
            <a:r>
              <a:rPr lang="en-US" altLang="zh-CN"/>
              <a:t>	</a:t>
            </a:r>
            <a:r>
              <a:rPr lang="zh-CN" altLang="en-US"/>
              <a:t>#逐条绘制直线</a:t>
            </a:r>
          </a:p>
          <a:p>
            <a:pPr marL="0" indent="0">
              <a:buNone/>
            </a:pPr>
            <a:r>
              <a:rPr lang="zh-CN" altLang="en-US"/>
              <a:t>    rho,theta=line[0]</a:t>
            </a:r>
          </a:p>
          <a:p>
            <a:pPr marL="0" indent="0">
              <a:buNone/>
            </a:pPr>
            <a:r>
              <a:rPr lang="zh-CN" altLang="en-US"/>
              <a:t>    a=np.cos(theta)</a:t>
            </a:r>
          </a:p>
          <a:p>
            <a:pPr marL="0" indent="0">
              <a:buNone/>
            </a:pPr>
            <a:r>
              <a:rPr lang="zh-CN" altLang="en-US"/>
              <a:t>    b=np.sin(theta)</a:t>
            </a:r>
          </a:p>
          <a:p>
            <a:pPr marL="0" indent="0">
              <a:buNone/>
            </a:pPr>
            <a:r>
              <a:rPr lang="zh-CN" altLang="en-US"/>
              <a:t>    x0, y0 = a*rho, b*rho</a:t>
            </a:r>
          </a:p>
          <a:p>
            <a:pPr marL="0" indent="0">
              <a:buNone/>
            </a:pPr>
            <a:r>
              <a:rPr lang="zh-CN" altLang="en-US"/>
              <a:t>    pt1 = ( int(x0+1000*(-b)), int(y0+1000*(a)) )		</a:t>
            </a:r>
            <a:r>
              <a:rPr lang="en-US" altLang="zh-CN"/>
              <a:t>	</a:t>
            </a:r>
            <a:r>
              <a:rPr lang="zh-CN" altLang="en-US"/>
              <a:t>#计算直线端点</a:t>
            </a:r>
          </a:p>
          <a:p>
            <a:pPr marL="0" indent="0">
              <a:buNone/>
            </a:pPr>
            <a:r>
              <a:rPr lang="zh-CN" altLang="en-US"/>
              <a:t>    pt2 = ( int(x0-1000*(-b)), int(y0-1000*(a)) )			#计算直线端点</a:t>
            </a:r>
          </a:p>
          <a:p>
            <a:pPr marL="0" indent="0">
              <a:buNone/>
            </a:pPr>
            <a:r>
              <a:rPr lang="zh-CN" altLang="en-US"/>
              <a:t>    cv2.line(img3, pt1, pt2, (0,0,255), 2)			#绘制直线</a:t>
            </a:r>
          </a:p>
          <a:p>
            <a:pPr marL="0" indent="0">
              <a:buNone/>
            </a:pPr>
            <a:r>
              <a:rPr lang="zh-CN" altLang="en-US"/>
              <a:t>cv2.imshow('HoughLines',img3)  	                  	    	#显示结果图像</a:t>
            </a:r>
          </a:p>
          <a:p>
            <a:pPr marL="0" indent="0">
              <a:buNone/>
            </a:pPr>
            <a:r>
              <a:rPr lang="zh-CN" altLang="en-US"/>
              <a:t>cv2.waitKey(0)                                      			#按任意键结束等待</a:t>
            </a:r>
          </a:p>
          <a:p>
            <a:pPr marL="0" indent="0">
              <a:buNone/>
            </a:pPr>
            <a:r>
              <a:rPr lang="zh-CN" altLang="en-US"/>
              <a:t>cv2.destroyAllWindows()                             		</a:t>
            </a:r>
            <a:r>
              <a:rPr lang="en-US" altLang="zh-CN"/>
              <a:t>	</a:t>
            </a:r>
            <a:r>
              <a:rPr lang="zh-CN" altLang="en-US"/>
              <a:t>#关闭所有窗口</a:t>
            </a:r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/>
              <a:t>cv2.HoughLinesP()函数利用概率霍夫变换算法来检测图像中的直线，其基本格式如下。</a:t>
            </a:r>
          </a:p>
          <a:p>
            <a:pPr marL="0" indent="0">
              <a:buNone/>
            </a:pPr>
            <a:r>
              <a:rPr lang="zh-CN" altLang="en-US"/>
              <a:t>lines=cv2.HoughLinesP(image,rho,theta,threshold[,minLineLength[,maxLineGap]])</a:t>
            </a:r>
          </a:p>
          <a:p>
            <a:pPr marL="0" indent="0">
              <a:buNone/>
            </a:pPr>
            <a:r>
              <a:rPr lang="zh-CN" altLang="en-US"/>
              <a:t>参数说明如下。</a:t>
            </a:r>
          </a:p>
          <a:p>
            <a:r>
              <a:rPr lang="zh-CN" altLang="en-US"/>
              <a:t>lines为返回的直线。</a:t>
            </a:r>
          </a:p>
          <a:p>
            <a:r>
              <a:rPr lang="zh-CN" altLang="en-US"/>
              <a:t>image为原图像，必须是8位的单通道二值图像，通常会在霍夫变换之前，对图像执行阈值处理或Canny边缘检测。</a:t>
            </a:r>
          </a:p>
          <a:p>
            <a:r>
              <a:rPr lang="zh-CN" altLang="en-US"/>
              <a:t>rho为距离的精度（以像素为单位），通常为1。</a:t>
            </a:r>
          </a:p>
          <a:p>
            <a:r>
              <a:rPr lang="zh-CN" altLang="en-US"/>
              <a:t>theta为角度的精度，通常使用π/180°，表示搜索所有可能的角度。</a:t>
            </a:r>
          </a:p>
          <a:p>
            <a:r>
              <a:rPr lang="zh-CN" altLang="en-US"/>
              <a:t>threshold为阈值，值越小，检测出的直线越多。</a:t>
            </a:r>
          </a:p>
          <a:p>
            <a:r>
              <a:rPr lang="zh-CN" altLang="en-US"/>
              <a:t>minLineLength为可接受的直线的最小长度，默认值为0。</a:t>
            </a:r>
          </a:p>
          <a:p>
            <a:r>
              <a:rPr lang="zh-CN" altLang="en-US"/>
              <a:t>maxLineGap为共线线段之间的最大间隔，默认值为0。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5000" lnSpcReduction="10000"/>
          </a:bodyPr>
          <a:lstStyle/>
          <a:p>
            <a:pPr marL="0" indent="0">
              <a:buNone/>
            </a:pPr>
            <a:r>
              <a:rPr lang="zh-CN" altLang="en-US"/>
              <a:t>示例代码如下。</a:t>
            </a:r>
          </a:p>
          <a:p>
            <a:pPr marL="0" indent="0">
              <a:buNone/>
            </a:pPr>
            <a:r>
              <a:rPr lang="zh-CN" altLang="en-US"/>
              <a:t>#test5-18.py：概率霍夫直线</a:t>
            </a:r>
          </a:p>
          <a:p>
            <a:pPr marL="0" indent="0">
              <a:buNone/>
            </a:pPr>
            <a:r>
              <a:rPr lang="zh-CN" altLang="en-US"/>
              <a:t>import cv2</a:t>
            </a:r>
          </a:p>
          <a:p>
            <a:pPr marL="0" indent="0">
              <a:buNone/>
            </a:pPr>
            <a:r>
              <a:rPr lang="zh-CN" altLang="en-US"/>
              <a:t>import numpy as np</a:t>
            </a:r>
          </a:p>
          <a:p>
            <a:pPr marL="0" indent="0">
              <a:buNone/>
            </a:pPr>
            <a:r>
              <a:rPr lang="zh-CN" altLang="en-US"/>
              <a:t>img=cv2.imread('shape6.jpg')                			#读取图像</a:t>
            </a:r>
          </a:p>
          <a:p>
            <a:pPr marL="0" indent="0">
              <a:buNone/>
            </a:pPr>
            <a:r>
              <a:rPr lang="zh-CN" altLang="en-US"/>
              <a:t>cv2.imshow('original',img)  	            			#显示原图像</a:t>
            </a:r>
          </a:p>
          <a:p>
            <a:pPr marL="0" indent="0">
              <a:buNone/>
            </a:pPr>
            <a:r>
              <a:rPr lang="zh-CN" altLang="en-US"/>
              <a:t>gray=cv2.cvtColor(img,cv2.COLOR_BGR2GRAY)   			#将其转换为灰度图像</a:t>
            </a:r>
          </a:p>
          <a:p>
            <a:pPr marL="0" indent="0">
              <a:buNone/>
            </a:pPr>
            <a:r>
              <a:rPr lang="zh-CN" altLang="en-US"/>
              <a:t>edges = cv2.Canny(gray,50,150,apertureSize =3)         		#执行边缘检测</a:t>
            </a:r>
          </a:p>
          <a:p>
            <a:pPr marL="0" indent="0">
              <a:buNone/>
            </a:pPr>
            <a:r>
              <a:rPr lang="zh-CN" altLang="en-US"/>
              <a:t>lines=cv2.HoughLinesP(edges,1,np.pi/180,1,</a:t>
            </a:r>
          </a:p>
          <a:p>
            <a:pPr marL="0" indent="0">
              <a:buNone/>
            </a:pPr>
            <a:r>
              <a:rPr lang="zh-CN" altLang="en-US"/>
              <a:t>                   minLineLength=100,maxLineGap=10) 			#概率霍夫直线变换</a:t>
            </a:r>
          </a:p>
          <a:p>
            <a:pPr marL="0" indent="0">
              <a:buNone/>
            </a:pPr>
            <a:r>
              <a:rPr lang="zh-CN" altLang="en-US"/>
              <a:t>img3=img.copy()</a:t>
            </a:r>
          </a:p>
          <a:p>
            <a:pPr marL="0" indent="0">
              <a:buNone/>
            </a:pPr>
            <a:r>
              <a:rPr lang="zh-CN" altLang="en-US"/>
              <a:t>for line in lines:                                      		</a:t>
            </a:r>
            <a:r>
              <a:rPr lang="en-US" altLang="zh-CN"/>
              <a:t>	</a:t>
            </a:r>
            <a:r>
              <a:rPr lang="zh-CN" altLang="en-US"/>
              <a:t>#逐条绘制直线</a:t>
            </a:r>
          </a:p>
          <a:p>
            <a:pPr marL="0" indent="0">
              <a:buNone/>
            </a:pPr>
            <a:r>
              <a:rPr lang="zh-CN" altLang="en-US"/>
              <a:t>    x1,y1,x2,y2=line[0]    </a:t>
            </a:r>
          </a:p>
          <a:p>
            <a:pPr marL="0" indent="0">
              <a:buNone/>
            </a:pPr>
            <a:r>
              <a:rPr lang="zh-CN" altLang="en-US"/>
              <a:t>    cv2.line(img3, (x1,y1), (x2,y2), (0,0,255), 2)			#绘制直线</a:t>
            </a:r>
          </a:p>
          <a:p>
            <a:pPr marL="0" indent="0">
              <a:buNone/>
            </a:pPr>
            <a:r>
              <a:rPr lang="zh-CN" altLang="en-US"/>
              <a:t>cv2.imshow('HoughLines',img3)  	                  	    	#显示结果图像</a:t>
            </a:r>
          </a:p>
          <a:p>
            <a:pPr marL="0" indent="0">
              <a:buNone/>
            </a:pPr>
            <a:r>
              <a:rPr lang="zh-CN" altLang="en-US"/>
              <a:t>cv2.waitKey(0)                                      			#按任意键结束等待</a:t>
            </a:r>
          </a:p>
          <a:p>
            <a:pPr marL="0" indent="0">
              <a:buNone/>
            </a:pPr>
            <a:r>
              <a:rPr lang="zh-CN" altLang="en-US"/>
              <a:t>cv2.destroyAllWindows()                             			#关闭所有窗口</a:t>
            </a:r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5.3.2  霍夫圆变换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zh-CN" altLang="en-US"/>
              <a:t>cv2.HoughCircles()函数利用霍夫变换查找图像中的圆，其基本格式如下。</a:t>
            </a:r>
          </a:p>
          <a:p>
            <a:pPr marL="0" indent="0">
              <a:buNone/>
            </a:pPr>
            <a:r>
              <a:rPr lang="zh-CN" altLang="en-US"/>
              <a:t>circles=cv2.HoughCircles(image,method,dp,minDist </a:t>
            </a:r>
          </a:p>
          <a:p>
            <a:pPr marL="0" indent="0">
              <a:buNone/>
            </a:pPr>
            <a:r>
              <a:rPr lang="zh-CN" altLang="en-US"/>
              <a:t>[param1[,param2[,minRadius[,maxRadius]]]])</a:t>
            </a:r>
          </a:p>
          <a:p>
            <a:pPr marL="0" indent="0">
              <a:buNone/>
            </a:pPr>
            <a:r>
              <a:rPr lang="zh-CN" altLang="en-US"/>
              <a:t>参数说明如下。</a:t>
            </a:r>
          </a:p>
          <a:p>
            <a:r>
              <a:rPr lang="zh-CN" altLang="en-US"/>
              <a:t>circles为返回的圆。</a:t>
            </a:r>
          </a:p>
          <a:p>
            <a:r>
              <a:rPr lang="zh-CN" altLang="en-US"/>
              <a:t>image为原图像，必须是8位的单通道二值图像。</a:t>
            </a:r>
          </a:p>
          <a:p>
            <a:r>
              <a:rPr lang="zh-CN" altLang="en-US"/>
              <a:t>method为查找方法，可设置为cv2.HOUGH_GRADIENT和cv2.HOUGH_GRADIENT _ALT。</a:t>
            </a:r>
          </a:p>
          <a:p>
            <a:r>
              <a:rPr lang="zh-CN" altLang="en-US"/>
              <a:t>dp 为累加器分辨率，它与图像分辨率成反比。例如，如果dp=1，则累加器与输入图像的分辨率相同；如果dp =2，则累加器的宽度和高度是输入图像的一半。</a:t>
            </a:r>
          </a:p>
          <a:p>
            <a:r>
              <a:rPr lang="zh-CN" altLang="en-US"/>
              <a:t>minDist为圆心间的最小距离。</a:t>
            </a:r>
          </a:p>
          <a:p>
            <a:r>
              <a:rPr lang="zh-CN" altLang="en-US"/>
              <a:t>param1为对应Canny边缘检测的高阈值（低阈值是高阈值的一半），默认值为100。</a:t>
            </a:r>
          </a:p>
          <a:p>
            <a:r>
              <a:rPr lang="zh-CN" altLang="en-US"/>
              <a:t>param2为圆心位置必须达到的投票数，值越大，检测出的圆越少，默认值为100。</a:t>
            </a:r>
          </a:p>
          <a:p>
            <a:r>
              <a:rPr lang="zh-CN" altLang="en-US"/>
              <a:t>minRadius为最小圆半径，半径小于该值的圆不会被检测出来。其默认值为0，此时不起作用。</a:t>
            </a:r>
          </a:p>
          <a:p>
            <a:r>
              <a:rPr lang="zh-CN" altLang="en-US"/>
              <a:t>maxRadius为最大圆半径，半径大于该值的圆不会被检测出来。其默认值为0，此时不起作用。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5.3.2  霍夫圆变换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952500"/>
            <a:ext cx="10849610" cy="568833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en-US" sz="1000"/>
              <a:t>示例代码如下。</a:t>
            </a:r>
          </a:p>
          <a:p>
            <a:pPr marL="0" indent="0">
              <a:buNone/>
            </a:pPr>
            <a:r>
              <a:rPr lang="zh-CN" altLang="en-US" sz="1000"/>
              <a:t>#test5-19.py：霍夫圆</a:t>
            </a:r>
          </a:p>
          <a:p>
            <a:pPr marL="0" indent="0">
              <a:buNone/>
            </a:pPr>
            <a:r>
              <a:rPr lang="zh-CN" altLang="en-US" sz="1000"/>
              <a:t>import cv2</a:t>
            </a:r>
          </a:p>
          <a:p>
            <a:pPr marL="0" indent="0">
              <a:buNone/>
            </a:pPr>
            <a:r>
              <a:rPr lang="zh-CN" altLang="en-US" sz="1000"/>
              <a:t>import numpy as np</a:t>
            </a:r>
          </a:p>
          <a:p>
            <a:pPr marL="0" indent="0">
              <a:buNone/>
            </a:pPr>
            <a:r>
              <a:rPr lang="zh-CN" altLang="en-US" sz="1000"/>
              <a:t>img=cv2.imread('shape6.jpg')                			#读取图像</a:t>
            </a:r>
          </a:p>
          <a:p>
            <a:pPr marL="0" indent="0">
              <a:buNone/>
            </a:pPr>
            <a:r>
              <a:rPr lang="zh-CN" altLang="en-US" sz="1000"/>
              <a:t>cv2.imshow('original',img)  	            			#显示原图像</a:t>
            </a:r>
          </a:p>
          <a:p>
            <a:pPr marL="0" indent="0">
              <a:buNone/>
            </a:pPr>
            <a:r>
              <a:rPr lang="zh-CN" altLang="en-US" sz="1000"/>
              <a:t>gray=cv2.cvtColor(img,cv2.COLOR_BGR2GRAY)   		#将其转换为灰度图像</a:t>
            </a:r>
          </a:p>
          <a:p>
            <a:pPr marL="0" indent="0">
              <a:buNone/>
            </a:pPr>
            <a:r>
              <a:rPr lang="zh-CN" altLang="en-US" sz="1000"/>
              <a:t>edges=cv2.Canny(gray,50,150,apertureSize =3)         		#执行边缘检测</a:t>
            </a:r>
          </a:p>
          <a:p>
            <a:pPr marL="0" indent="0">
              <a:buNone/>
            </a:pPr>
            <a:r>
              <a:rPr lang="zh-CN" altLang="en-US" sz="1000"/>
              <a:t>circles= cv2.HoughCircles(edges,cv2.HOUGH_GRADIENT,1,50, param2=30,minRadius=10,maxRadius=40)	#检测圆</a:t>
            </a:r>
          </a:p>
          <a:p>
            <a:pPr marL="0" indent="0">
              <a:buNone/>
            </a:pPr>
            <a:r>
              <a:rPr lang="zh-CN" altLang="en-US" sz="1000"/>
              <a:t>circles = np.uint16(np.around(circles))</a:t>
            </a:r>
          </a:p>
          <a:p>
            <a:pPr marL="0" indent="0">
              <a:buNone/>
            </a:pPr>
            <a:r>
              <a:rPr lang="zh-CN" altLang="en-US" sz="1000"/>
              <a:t>img2=img.copy()</a:t>
            </a:r>
          </a:p>
          <a:p>
            <a:pPr marL="0" indent="0">
              <a:buNone/>
            </a:pPr>
            <a:r>
              <a:rPr lang="zh-CN" altLang="en-US" sz="1000"/>
              <a:t>for i in circles[0,:]:</a:t>
            </a:r>
          </a:p>
          <a:p>
            <a:pPr marL="0" indent="0">
              <a:buNone/>
            </a:pPr>
            <a:r>
              <a:rPr lang="zh-CN" altLang="en-US" sz="1000"/>
              <a:t>    cv2.circle(img2,(i[0],i[1]),i[2],(255,0,0),2)   		#画圆</a:t>
            </a:r>
          </a:p>
          <a:p>
            <a:pPr marL="0" indent="0">
              <a:buNone/>
            </a:pPr>
            <a:r>
              <a:rPr lang="zh-CN" altLang="en-US" sz="1000"/>
              <a:t>    cv2.circle(img2,(i[0],i[1]),2,(0,0,255),3)         		#画圆心</a:t>
            </a:r>
          </a:p>
          <a:p>
            <a:pPr marL="0" indent="0">
              <a:buNone/>
            </a:pPr>
            <a:r>
              <a:rPr lang="zh-CN" altLang="en-US" sz="1000"/>
              <a:t>cv2.imshow('circles',img2)  	                  	    	#显示结果图像</a:t>
            </a:r>
          </a:p>
          <a:p>
            <a:pPr marL="0" indent="0">
              <a:buNone/>
            </a:pPr>
            <a:r>
              <a:rPr lang="zh-CN" altLang="en-US" sz="1000"/>
              <a:t>cv2.waitKey(0)                                      		</a:t>
            </a:r>
            <a:r>
              <a:rPr lang="en-US" altLang="zh-CN" sz="1000"/>
              <a:t>	</a:t>
            </a:r>
            <a:r>
              <a:rPr lang="zh-CN" altLang="en-US" sz="1000"/>
              <a:t>#按任意键结束等待</a:t>
            </a:r>
          </a:p>
          <a:p>
            <a:pPr marL="0" indent="0">
              <a:buNone/>
            </a:pPr>
            <a:r>
              <a:rPr lang="zh-CN" altLang="en-US" sz="1000"/>
              <a:t>cv2.destroyAllWindows()                             		#关闭所有窗口</a:t>
            </a:r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方正姚体" panose="02010601030101010101" pitchFamily="2" charset="-122"/>
                <a:ea typeface="方正姚体" panose="02010601030101010101" pitchFamily="2" charset="-122"/>
              </a:rPr>
              <a:t>5.4 </a:t>
            </a:r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实验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本节主要内容：</a:t>
            </a:r>
            <a:endParaRPr lang="en-US" altLang="zh-CN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实验1：执行Canny边缘检测</a:t>
            </a:r>
          </a:p>
          <a:p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实验2：查找和绘制轮廓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5.4.1  实验1：执行Canny边缘检测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1．实验目的</a:t>
            </a: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使用函数cv2.Canny()对图像执行Canny边缘检测操作。</a:t>
            </a: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2．实验内容</a:t>
            </a: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原图如图5-18所示，使用函数cv2.Canny()对其执行边缘检测操作。</a:t>
            </a: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3．实验过程</a:t>
            </a: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 </a:t>
            </a:r>
          </a:p>
          <a:p>
            <a:pPr marL="0" indent="0">
              <a:buNone/>
            </a:pP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方正姚体" panose="02010601030101010101" pitchFamily="2" charset="-122"/>
              <a:ea typeface="方正姚体" panose="02010601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图5-18  边缘检测操作原图</a:t>
            </a:r>
          </a:p>
        </p:txBody>
      </p:sp>
      <p:graphicFrame>
        <p:nvGraphicFramePr>
          <p:cNvPr id="4" name="对象 3"/>
          <p:cNvGraphicFramePr/>
          <p:nvPr/>
        </p:nvGraphicFramePr>
        <p:xfrm>
          <a:off x="3502025" y="2925445"/>
          <a:ext cx="11678285" cy="3232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r:id="rId4" imgW="8963025" imgH="2247900" progId="Word.Document.8">
                  <p:embed/>
                </p:oleObj>
              </mc:Choice>
              <mc:Fallback>
                <p:oleObj r:id="rId4" imgW="8963025" imgH="2247900" progId="Word.Document.8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02025" y="2925445"/>
                        <a:ext cx="11678285" cy="32327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latin typeface="方正姚体" panose="02010601030101010101" pitchFamily="2" charset="-122"/>
                <a:ea typeface="方正姚体" panose="02010601030101010101" pitchFamily="2" charset="-122"/>
              </a:rPr>
              <a:t>5.4.2  实验2：查找和绘制轮廓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1．实验目的</a:t>
            </a: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掌握查找轮廓和绘制轮廓的基本方法。</a:t>
            </a: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2．实验内容</a:t>
            </a: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原图如图5-18所示，查找并绘制该图中的轮廓。</a:t>
            </a:r>
          </a:p>
          <a:p>
            <a:pPr marL="0" indent="0">
              <a:buNone/>
            </a:pPr>
            <a:r>
              <a:rPr lang="zh-CN" altLang="en-US" dirty="0">
                <a:latin typeface="方正姚体" panose="02010601030101010101" pitchFamily="2" charset="-122"/>
                <a:ea typeface="方正姚体" panose="02010601030101010101" pitchFamily="2" charset="-122"/>
              </a:rPr>
              <a:t>3．实验过程</a:t>
            </a:r>
          </a:p>
        </p:txBody>
      </p:sp>
      <p:pic>
        <p:nvPicPr>
          <p:cNvPr id="4" name="图片 3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149725" y="2924810"/>
            <a:ext cx="4461510" cy="341185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dirty="0"/>
              <a:t>谢谢观看</a:t>
            </a:r>
          </a:p>
        </p:txBody>
      </p:sp>
      <p:sp>
        <p:nvSpPr>
          <p:cNvPr id="73" name="矩形 72"/>
          <p:cNvSpPr/>
          <p:nvPr>
            <p:custDataLst>
              <p:tags r:id="rId3"/>
            </p:custDataLst>
          </p:nvPr>
        </p:nvSpPr>
        <p:spPr>
          <a:xfrm rot="5400000">
            <a:off x="10613165" y="5800107"/>
            <a:ext cx="1123022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rPr>
              <a:t>2023</a:t>
            </a:r>
            <a:endParaRPr lang="en-US" altLang="zh-CN" sz="2800" baseline="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3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2633"/>
  <p:tag name="KSO_WM_TEMPLATE_THUMBS_INDEX" val="1、4、7、8、9、10、11、12、13、14、15"/>
  <p:tag name="KSO_WM_TEMPLATE_MASTER_THUMB_INDEX" val="1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1.0"/>
  <p:tag name="KSO_WM_BEAUTIFY_FLAG" val="#wm#"/>
  <p:tag name="KSO_WM_SLIDE_BACKGROUND_MASK_FLAG" val="1"/>
  <p:tag name="KSO_WM_UNIT_SUBTYPE" val="q"/>
  <p:tag name="KSO_WM_UNIT_TYPE" val="i"/>
  <p:tag name="KSO_WM_UNIT_INDEX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3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2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SLIDE_BACKGROUND_MASK_FLAG" val="1"/>
  <p:tag name="KSO_WM_UNIT_TYPE" val="y"/>
  <p:tag name="KSO_WM_UNIT_INDEX" val="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1.0"/>
  <p:tag name="KSO_WM_BEAUTIFY_FLAG" val="#wm#"/>
  <p:tag name="KSO_WM_UNIT_SUBTYPE" val="h"/>
  <p:tag name="KSO_WM_SLIDE_BK_DARK_LIGHT" val="2"/>
  <p:tag name="KSO_WM_UNIT_BK_DARK_LIGHT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  <p:tag name="KSO_WM_SLIDE_BK_DARK_LIGHT" val="2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1.0"/>
  <p:tag name="KSO_WM_BEAUTIFY_FLAG" val="#wm#"/>
  <p:tag name="KSO_WM_UNIT_SUBTYPE" val="h"/>
  <p:tag name="KSO_WM_SLIDE_BK_DARK_LIGHT" val="2"/>
  <p:tag name="KSO_WM_UNIT_BK_DARK_LIGHT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  <p:tag name="KSO_WM_SLIDE_BK_DARK_LIGHT" val="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  <p:tag name="KSO_WM_SLIDE_BACKGROUND_MASK_FLAG" val="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"/>
  <p:tag name="KSO_WM_TEMPLATE_INDEX" val="20202633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"/>
  <p:tag name="KSO_WM_TEMPLATE_INDEX" val="20202633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"/>
  <p:tag name="KSO_WM_TEMPLATE_INDEX" val="20202633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"/>
  <p:tag name="KSO_WM_TEMPLATE_INDEX" val="20202633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633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"/>
  <p:tag name="KSO_WM_TEMPLATE_INDEX" val="20202633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"/>
  <p:tag name="KSO_WM_TEMPLATE_INDEX" val="20202633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"/>
  <p:tag name="KSO_WM_TEMPLATE_INDEX" val="20202633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406,&quot;width&quot;:4454}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2633_15"/>
  <p:tag name="KSO_WM_TEMPLATE_SUBCATEGORY" val="0"/>
  <p:tag name="KSO_WM_TEMPLATE_MASTER_TYPE" val="1"/>
  <p:tag name="KSO_WM_TEMPLATE_COLOR_TYPE" val="1"/>
  <p:tag name="KSO_WM_SLIDE_ITEM_CNT" val="0"/>
  <p:tag name="KSO_WM_SLIDE_INDEX" val="15"/>
  <p:tag name="KSO_WM_TAG_VERSION" val="1.0"/>
  <p:tag name="KSO_WM_BEAUTIFY_FLAG" val="#wm#"/>
  <p:tag name="KSO_WM_TEMPLATE_CATEGORY" val="custom"/>
  <p:tag name="KSO_WM_TEMPLATE_INDEX" val="20202633"/>
  <p:tag name="KSO_WM_SLIDE_TYPE" val="endPage"/>
  <p:tag name="KSO_WM_SLIDE_SUBTYPE" val="pureTxt"/>
  <p:tag name="KSO_WM_SLIDE_LAYOUT" val="a_b"/>
  <p:tag name="KSO_WM_SLIDE_LAYOUT_CNT" val="1_1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33_15*a*1"/>
  <p:tag name="KSO_WM_TEMPLATE_CATEGORY" val="custom"/>
  <p:tag name="KSO_WM_TEMPLATE_INDEX" val="20202633"/>
  <p:tag name="KSO_WM_UNIT_LAYERLEVEL" val="1"/>
  <p:tag name="KSO_WM_TAG_VERSION" val="1.0"/>
  <p:tag name="KSO_WM_BEAUTIFY_FLAG" val="#wm#"/>
  <p:tag name="KSO_WM_UNIT_ISCONTENTSTITLE" val="0"/>
  <p:tag name="KSO_WM_UNIT_NOCLEAR" val="1"/>
  <p:tag name="KSO_WM_UNIT_VALUE" val="6"/>
  <p:tag name="KSO_WM_UNIT_TYPE" val="a"/>
  <p:tag name="KSO_WM_UNIT_INDEX" val="1"/>
  <p:tag name="KSO_WM_UNIT_PRESET_TEXT" val="谢谢观看"/>
  <p:tag name="KSO_WM_UNIT_ISNUMDGMTITLE" val="0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2633_15*i*1"/>
  <p:tag name="KSO_WM_TEMPLATE_CATEGORY" val="custom"/>
  <p:tag name="KSO_WM_TEMPLATE_INDEX" val="20202633"/>
  <p:tag name="KSO_WM_UNIT_LAYERLEVEL" val="1"/>
  <p:tag name="KSO_WM_TAG_VERSION" val="1.0"/>
  <p:tag name="KSO_WM_BEAUTIFY_FLAG" val="#wm#"/>
  <p:tag name="KSO_WM_UNIT_TYPE" val="i"/>
  <p:tag name="KSO_WM_UNIT_INDEX" val="1"/>
  <p:tag name="KSO_WM_UNIT_PRESET_TEXT" val="202X"/>
</p:tagLst>
</file>

<file path=ppt/theme/theme1.xml><?xml version="1.0" encoding="utf-8"?>
<a:theme xmlns:a="http://schemas.openxmlformats.org/drawingml/2006/main" name="2_Office 主题​​">
  <a:themeElements>
    <a:clrScheme name="渐变15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4F4EFC"/>
      </a:accent1>
      <a:accent2>
        <a:srgbClr val="5B97FA"/>
      </a:accent2>
      <a:accent3>
        <a:srgbClr val="67DCFD"/>
      </a:accent3>
      <a:accent4>
        <a:srgbClr val="6CFDDC"/>
      </a:accent4>
      <a:accent5>
        <a:srgbClr val="6AFE9A"/>
      </a:accent5>
      <a:accent6>
        <a:srgbClr val="6AFF60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办公室主题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办公室主题">
  <a:themeElements>
    <a:clrScheme name="Watercolor_16x9">
      <a:dk1>
        <a:sysClr val="windowText" lastClr="000000"/>
      </a:dk1>
      <a:lt1>
        <a:sysClr val="window" lastClr="FFFFFF"/>
      </a:lt1>
      <a:dk2>
        <a:srgbClr val="09AFA7"/>
      </a:dk2>
      <a:lt2>
        <a:srgbClr val="AEF1EA"/>
      </a:lt2>
      <a:accent1>
        <a:srgbClr val="08CAC1"/>
      </a:accent1>
      <a:accent2>
        <a:srgbClr val="76C714"/>
      </a:accent2>
      <a:accent3>
        <a:srgbClr val="0E70C2"/>
      </a:accent3>
      <a:accent4>
        <a:srgbClr val="259F39"/>
      </a:accent4>
      <a:accent5>
        <a:srgbClr val="C8C015"/>
      </a:accent5>
      <a:accent6>
        <a:srgbClr val="444FDC"/>
      </a:accent6>
      <a:hlink>
        <a:srgbClr val="76C714"/>
      </a:hlink>
      <a:folHlink>
        <a:srgbClr val="7F7F7F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TM03090430[[fn=带状]]</Template>
  <TotalTime>0</TotalTime>
  <Words>8461</Words>
  <Application>Microsoft Office PowerPoint</Application>
  <PresentationFormat>自定义</PresentationFormat>
  <Paragraphs>556</Paragraphs>
  <Slides>42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49" baseType="lpstr">
      <vt:lpstr>方正姚体</vt:lpstr>
      <vt:lpstr>宋体</vt:lpstr>
      <vt:lpstr>微软雅黑</vt:lpstr>
      <vt:lpstr>Arial</vt:lpstr>
      <vt:lpstr>Palatino Linotype</vt:lpstr>
      <vt:lpstr>2_Office 主题​​</vt:lpstr>
      <vt:lpstr>Microsoft Word 97 - 2003 Document</vt:lpstr>
      <vt:lpstr>OpenCV计算机视觉基础教程</vt:lpstr>
      <vt:lpstr>第5章  边缘和轮廓</vt:lpstr>
      <vt:lpstr>5.1.1  Laplacian边缘检测</vt:lpstr>
      <vt:lpstr>PowerPoint 演示文稿</vt:lpstr>
      <vt:lpstr>5.1.2  Sobel边缘检测</vt:lpstr>
      <vt:lpstr>5.1.3  Canny边缘检测</vt:lpstr>
      <vt:lpstr>PowerPoint 演示文稿</vt:lpstr>
      <vt:lpstr>5.2 图像轮廓</vt:lpstr>
      <vt:lpstr>5.2.1  查找轮廓</vt:lpstr>
      <vt:lpstr>PowerPoint 演示文稿</vt:lpstr>
      <vt:lpstr>PowerPoint 演示文稿</vt:lpstr>
      <vt:lpstr>5.2.2  绘制轮廓</vt:lpstr>
      <vt:lpstr>PowerPoint 演示文稿</vt:lpstr>
      <vt:lpstr>5.2.3  轮廓特征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5.3 霍夫变换</vt:lpstr>
      <vt:lpstr>5.3.1  霍夫直线变换</vt:lpstr>
      <vt:lpstr>PowerPoint 演示文稿</vt:lpstr>
      <vt:lpstr>PowerPoint 演示文稿</vt:lpstr>
      <vt:lpstr>PowerPoint 演示文稿</vt:lpstr>
      <vt:lpstr>5.3.2  霍夫圆变换</vt:lpstr>
      <vt:lpstr>5.3.2  霍夫圆变换</vt:lpstr>
      <vt:lpstr>5.4 实验</vt:lpstr>
      <vt:lpstr>5.4.1  实验1：执行Canny边缘检测</vt:lpstr>
      <vt:lpstr>5.4.2  实验2：查找和绘制轮廓</vt:lpstr>
      <vt:lpstr>谢谢观看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Python3基础教程</dc:title>
  <dc:creator>china xbg</dc:creator>
  <cp:lastModifiedBy>Yang Cong</cp:lastModifiedBy>
  <cp:revision>31</cp:revision>
  <dcterms:created xsi:type="dcterms:W3CDTF">2019-11-26T13:46:00Z</dcterms:created>
  <dcterms:modified xsi:type="dcterms:W3CDTF">2023-09-06T14:10:41Z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9CBD9D2472074812AD158735AE45062F</vt:lpwstr>
  </property>
  <property fmtid="{D5CDD505-2E9C-101B-9397-08002B2CF9AE}" pid="3" name="KSOProductBuildVer">
    <vt:lpwstr>2052-11.1.0.10577</vt:lpwstr>
  </property>
</Properties>
</file>