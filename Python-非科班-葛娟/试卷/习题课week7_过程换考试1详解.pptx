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483" r:id="rId3"/>
    <p:sldId id="498" r:id="rId5"/>
    <p:sldId id="583" r:id="rId6"/>
    <p:sldId id="584" r:id="rId7"/>
    <p:sldId id="629" r:id="rId8"/>
    <p:sldId id="586" r:id="rId9"/>
    <p:sldId id="587" r:id="rId10"/>
    <p:sldId id="588" r:id="rId11"/>
    <p:sldId id="589" r:id="rId12"/>
    <p:sldId id="590" r:id="rId13"/>
    <p:sldId id="591" r:id="rId14"/>
    <p:sldId id="592" r:id="rId15"/>
    <p:sldId id="593" r:id="rId16"/>
    <p:sldId id="594" r:id="rId17"/>
    <p:sldId id="595" r:id="rId18"/>
    <p:sldId id="596" r:id="rId19"/>
    <p:sldId id="597" r:id="rId20"/>
    <p:sldId id="628" r:id="rId21"/>
    <p:sldId id="598" r:id="rId22"/>
    <p:sldId id="599" r:id="rId23"/>
    <p:sldId id="600" r:id="rId24"/>
    <p:sldId id="601" r:id="rId25"/>
    <p:sldId id="585" r:id="rId26"/>
    <p:sldId id="602" r:id="rId27"/>
    <p:sldId id="603" r:id="rId28"/>
    <p:sldId id="633" r:id="rId29"/>
    <p:sldId id="604" r:id="rId30"/>
    <p:sldId id="605" r:id="rId31"/>
    <p:sldId id="609" r:id="rId32"/>
    <p:sldId id="625" r:id="rId33"/>
    <p:sldId id="610" r:id="rId34"/>
    <p:sldId id="626" r:id="rId35"/>
    <p:sldId id="611" r:id="rId36"/>
    <p:sldId id="624" r:id="rId37"/>
    <p:sldId id="612" r:id="rId38"/>
    <p:sldId id="613" r:id="rId39"/>
    <p:sldId id="614" r:id="rId40"/>
    <p:sldId id="615" r:id="rId41"/>
    <p:sldId id="616" r:id="rId42"/>
    <p:sldId id="617" r:id="rId43"/>
    <p:sldId id="618" r:id="rId44"/>
    <p:sldId id="619" r:id="rId45"/>
    <p:sldId id="623" r:id="rId46"/>
    <p:sldId id="627" r:id="rId47"/>
    <p:sldId id="630" r:id="rId48"/>
    <p:sldId id="631" r:id="rId49"/>
    <p:sldId id="632" r:id="rId50"/>
  </p:sldIdLst>
  <p:sldSz cx="12192000" cy="6858000"/>
  <p:notesSz cx="6858000" cy="9144000"/>
  <p:custDataLst>
    <p:tags r:id="rId55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9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dmin" initials="a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DDDDD"/>
    <a:srgbClr val="003300"/>
    <a:srgbClr val="990000"/>
    <a:srgbClr val="0033CC"/>
    <a:srgbClr val="800080"/>
    <a:srgbClr val="660066"/>
    <a:srgbClr val="66FF66"/>
    <a:srgbClr val="FFFF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331" autoAdjust="0"/>
    <p:restoredTop sz="94660"/>
  </p:normalViewPr>
  <p:slideViewPr>
    <p:cSldViewPr showGuides="1">
      <p:cViewPr>
        <p:scale>
          <a:sx n="75" d="100"/>
          <a:sy n="75" d="100"/>
        </p:scale>
        <p:origin x="384" y="264"/>
      </p:cViewPr>
      <p:guideLst>
        <p:guide orient="horz" pos="2169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5" Type="http://schemas.openxmlformats.org/officeDocument/2006/relationships/tags" Target="tags/tag88.xml"/><Relationship Id="rId54" Type="http://schemas.openxmlformats.org/officeDocument/2006/relationships/commentAuthors" Target="commentAuthors.xml"/><Relationship Id="rId53" Type="http://schemas.openxmlformats.org/officeDocument/2006/relationships/tableStyles" Target="tableStyles.xml"/><Relationship Id="rId52" Type="http://schemas.openxmlformats.org/officeDocument/2006/relationships/viewProps" Target="viewProps.xml"/><Relationship Id="rId51" Type="http://schemas.openxmlformats.org/officeDocument/2006/relationships/presProps" Target="presProps.xml"/><Relationship Id="rId50" Type="http://schemas.openxmlformats.org/officeDocument/2006/relationships/slide" Target="slides/slide47.xml"/><Relationship Id="rId5" Type="http://schemas.openxmlformats.org/officeDocument/2006/relationships/slide" Target="slides/slide2.xml"/><Relationship Id="rId49" Type="http://schemas.openxmlformats.org/officeDocument/2006/relationships/slide" Target="slides/slide46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notesMaster" Target="notesMasters/notesMaster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buFont typeface="Arial" panose="020B0604020202020204" pitchFamily="34" charset="0"/>
              <a:buNone/>
              <a:defRPr sz="1200" smtClean="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buFont typeface="Arial" panose="020B0604020202020204" pitchFamily="34" charset="0"/>
              <a:buNone/>
              <a:defRPr sz="1200" smtClean="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220" name="Rectangle 4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9525">
            <a:noFill/>
          </a:ln>
        </p:spPr>
      </p:sp>
      <p:sp>
        <p:nvSpPr>
          <p:cNvPr id="4101" name="Rectangle 5"/>
          <p:cNvSpPr>
            <a:spLocks noGrp="1" noRot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单击此处编辑母版文本样式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第二级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第三级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第四级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第五级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buFont typeface="Arial" panose="020B0604020202020204" pitchFamily="34" charset="0"/>
              <a:buNone/>
              <a:defRPr sz="1200" smtClean="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10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buFont typeface="Arial" panose="020B0604020202020204" pitchFamily="34" charset="0"/>
              <a:buNone/>
              <a:defRPr sz="1200" smtClean="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A0249CFA-C427-4C77-960D-70A82ADC9BFA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1267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ctr"/>
          <a:lstStyle/>
          <a:p>
            <a:pPr lvl="0" eaLnBrk="1" hangingPunct="1"/>
            <a:endParaRPr lang="zh-CN" altLang="en-US" dirty="0"/>
          </a:p>
        </p:txBody>
      </p:sp>
      <p:sp>
        <p:nvSpPr>
          <p:cNvPr id="11268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 eaLnBrk="1" hangingPunct="1">
              <a:buFont typeface="Arial" panose="020B0604020202020204" pitchFamily="34" charset="0"/>
            </a:pPr>
            <a:fld id="{9A0DB2DC-4C9A-4742-B13C-FB6460FD3503}" type="slidenum">
              <a:rPr lang="zh-CN" altLang="en-US" sz="1200" dirty="0"/>
            </a:fld>
            <a:endParaRPr lang="zh-CN" altLang="en-US" sz="1200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9" Type="http://schemas.openxmlformats.org/officeDocument/2006/relationships/image" Target="../media/image4.png"/><Relationship Id="rId8" Type="http://schemas.openxmlformats.org/officeDocument/2006/relationships/tags" Target="../tags/tag5.xml"/><Relationship Id="rId7" Type="http://schemas.openxmlformats.org/officeDocument/2006/relationships/image" Target="../media/image3.png"/><Relationship Id="rId6" Type="http://schemas.openxmlformats.org/officeDocument/2006/relationships/tags" Target="../tags/tag4.xml"/><Relationship Id="rId5" Type="http://schemas.openxmlformats.org/officeDocument/2006/relationships/image" Target="../media/image2.png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6" Type="http://schemas.openxmlformats.org/officeDocument/2006/relationships/tags" Target="../tags/tag12.xml"/><Relationship Id="rId15" Type="http://schemas.openxmlformats.org/officeDocument/2006/relationships/tags" Target="../tags/tag11.xml"/><Relationship Id="rId14" Type="http://schemas.openxmlformats.org/officeDocument/2006/relationships/tags" Target="../tags/tag10.xml"/><Relationship Id="rId13" Type="http://schemas.openxmlformats.org/officeDocument/2006/relationships/tags" Target="../tags/tag9.xml"/><Relationship Id="rId12" Type="http://schemas.openxmlformats.org/officeDocument/2006/relationships/tags" Target="../tags/tag8.xml"/><Relationship Id="rId11" Type="http://schemas.openxmlformats.org/officeDocument/2006/relationships/tags" Target="../tags/tag7.xml"/><Relationship Id="rId10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9" Type="http://schemas.openxmlformats.org/officeDocument/2006/relationships/image" Target="../media/image5.png"/><Relationship Id="rId8" Type="http://schemas.openxmlformats.org/officeDocument/2006/relationships/tags" Target="../tags/tag19.xml"/><Relationship Id="rId7" Type="http://schemas.openxmlformats.org/officeDocument/2006/relationships/tags" Target="../tags/tag18.xml"/><Relationship Id="rId6" Type="http://schemas.openxmlformats.org/officeDocument/2006/relationships/tags" Target="../tags/tag17.xml"/><Relationship Id="rId5" Type="http://schemas.openxmlformats.org/officeDocument/2006/relationships/tags" Target="../tags/tag16.xml"/><Relationship Id="rId4" Type="http://schemas.openxmlformats.org/officeDocument/2006/relationships/tags" Target="../tags/tag15.xml"/><Relationship Id="rId3" Type="http://schemas.openxmlformats.org/officeDocument/2006/relationships/tags" Target="../tags/tag14.xml"/><Relationship Id="rId2" Type="http://schemas.openxmlformats.org/officeDocument/2006/relationships/tags" Target="../tags/tag13.xml"/><Relationship Id="rId11" Type="http://schemas.openxmlformats.org/officeDocument/2006/relationships/image" Target="../media/image6.png"/><Relationship Id="rId10" Type="http://schemas.openxmlformats.org/officeDocument/2006/relationships/tags" Target="../tags/tag20.xml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9" Type="http://schemas.openxmlformats.org/officeDocument/2006/relationships/image" Target="../media/image7.png"/><Relationship Id="rId8" Type="http://schemas.openxmlformats.org/officeDocument/2006/relationships/tags" Target="../tags/tag27.xml"/><Relationship Id="rId7" Type="http://schemas.openxmlformats.org/officeDocument/2006/relationships/tags" Target="../tags/tag26.xml"/><Relationship Id="rId6" Type="http://schemas.openxmlformats.org/officeDocument/2006/relationships/tags" Target="../tags/tag25.xml"/><Relationship Id="rId5" Type="http://schemas.openxmlformats.org/officeDocument/2006/relationships/tags" Target="../tags/tag24.xml"/><Relationship Id="rId4" Type="http://schemas.openxmlformats.org/officeDocument/2006/relationships/tags" Target="../tags/tag23.xml"/><Relationship Id="rId3" Type="http://schemas.openxmlformats.org/officeDocument/2006/relationships/tags" Target="../tags/tag22.xml"/><Relationship Id="rId2" Type="http://schemas.openxmlformats.org/officeDocument/2006/relationships/tags" Target="../tags/tag21.xml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7" Type="http://schemas.openxmlformats.org/officeDocument/2006/relationships/tags" Target="../tags/tag32.xml"/><Relationship Id="rId6" Type="http://schemas.openxmlformats.org/officeDocument/2006/relationships/tags" Target="../tags/tag31.xml"/><Relationship Id="rId5" Type="http://schemas.openxmlformats.org/officeDocument/2006/relationships/tags" Target="../tags/tag30.xml"/><Relationship Id="rId4" Type="http://schemas.openxmlformats.org/officeDocument/2006/relationships/tags" Target="../tags/tag29.xml"/><Relationship Id="rId3" Type="http://schemas.openxmlformats.org/officeDocument/2006/relationships/image" Target="../media/image2.png"/><Relationship Id="rId2" Type="http://schemas.openxmlformats.org/officeDocument/2006/relationships/tags" Target="../tags/tag28.xml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7" Type="http://schemas.openxmlformats.org/officeDocument/2006/relationships/image" Target="../media/image8.png"/><Relationship Id="rId6" Type="http://schemas.openxmlformats.org/officeDocument/2006/relationships/tags" Target="../tags/tag37.xml"/><Relationship Id="rId5" Type="http://schemas.openxmlformats.org/officeDocument/2006/relationships/tags" Target="../tags/tag36.xml"/><Relationship Id="rId4" Type="http://schemas.openxmlformats.org/officeDocument/2006/relationships/tags" Target="../tags/tag35.xml"/><Relationship Id="rId3" Type="http://schemas.openxmlformats.org/officeDocument/2006/relationships/tags" Target="../tags/tag34.xml"/><Relationship Id="rId2" Type="http://schemas.openxmlformats.org/officeDocument/2006/relationships/tags" Target="../tags/tag33.xml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9" Type="http://schemas.openxmlformats.org/officeDocument/2006/relationships/image" Target="../media/image9.png"/><Relationship Id="rId8" Type="http://schemas.openxmlformats.org/officeDocument/2006/relationships/tags" Target="../tags/tag44.xml"/><Relationship Id="rId7" Type="http://schemas.openxmlformats.org/officeDocument/2006/relationships/tags" Target="../tags/tag43.xml"/><Relationship Id="rId6" Type="http://schemas.openxmlformats.org/officeDocument/2006/relationships/tags" Target="../tags/tag42.xml"/><Relationship Id="rId5" Type="http://schemas.openxmlformats.org/officeDocument/2006/relationships/tags" Target="../tags/tag41.xml"/><Relationship Id="rId4" Type="http://schemas.openxmlformats.org/officeDocument/2006/relationships/tags" Target="../tags/tag40.xml"/><Relationship Id="rId3" Type="http://schemas.openxmlformats.org/officeDocument/2006/relationships/tags" Target="../tags/tag39.xml"/><Relationship Id="rId2" Type="http://schemas.openxmlformats.org/officeDocument/2006/relationships/tags" Target="../tags/tag38.xml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9" Type="http://schemas.openxmlformats.org/officeDocument/2006/relationships/tags" Target="../tags/tag52.xml"/><Relationship Id="rId8" Type="http://schemas.openxmlformats.org/officeDocument/2006/relationships/tags" Target="../tags/tag51.xml"/><Relationship Id="rId7" Type="http://schemas.openxmlformats.org/officeDocument/2006/relationships/tags" Target="../tags/tag50.xml"/><Relationship Id="rId6" Type="http://schemas.openxmlformats.org/officeDocument/2006/relationships/tags" Target="../tags/tag49.xml"/><Relationship Id="rId5" Type="http://schemas.openxmlformats.org/officeDocument/2006/relationships/tags" Target="../tags/tag48.xml"/><Relationship Id="rId4" Type="http://schemas.openxmlformats.org/officeDocument/2006/relationships/tags" Target="../tags/tag47.xml"/><Relationship Id="rId3" Type="http://schemas.openxmlformats.org/officeDocument/2006/relationships/tags" Target="../tags/tag46.xml"/><Relationship Id="rId2" Type="http://schemas.openxmlformats.org/officeDocument/2006/relationships/tags" Target="../tags/tag45.xml"/><Relationship Id="rId10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9" Type="http://schemas.openxmlformats.org/officeDocument/2006/relationships/tags" Target="../tags/tag60.xml"/><Relationship Id="rId8" Type="http://schemas.openxmlformats.org/officeDocument/2006/relationships/tags" Target="../tags/tag59.xml"/><Relationship Id="rId7" Type="http://schemas.openxmlformats.org/officeDocument/2006/relationships/tags" Target="../tags/tag58.xml"/><Relationship Id="rId6" Type="http://schemas.openxmlformats.org/officeDocument/2006/relationships/tags" Target="../tags/tag57.xml"/><Relationship Id="rId5" Type="http://schemas.openxmlformats.org/officeDocument/2006/relationships/tags" Target="../tags/tag56.xml"/><Relationship Id="rId4" Type="http://schemas.openxmlformats.org/officeDocument/2006/relationships/tags" Target="../tags/tag55.xml"/><Relationship Id="rId3" Type="http://schemas.openxmlformats.org/officeDocument/2006/relationships/tags" Target="../tags/tag54.xml"/><Relationship Id="rId2" Type="http://schemas.openxmlformats.org/officeDocument/2006/relationships/tags" Target="../tags/tag53.xml"/><Relationship Id="rId10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9" Type="http://schemas.openxmlformats.org/officeDocument/2006/relationships/tags" Target="../tags/tag67.xml"/><Relationship Id="rId8" Type="http://schemas.openxmlformats.org/officeDocument/2006/relationships/tags" Target="../tags/tag66.xml"/><Relationship Id="rId7" Type="http://schemas.openxmlformats.org/officeDocument/2006/relationships/tags" Target="../tags/tag65.xml"/><Relationship Id="rId6" Type="http://schemas.openxmlformats.org/officeDocument/2006/relationships/tags" Target="../tags/tag64.xml"/><Relationship Id="rId5" Type="http://schemas.openxmlformats.org/officeDocument/2006/relationships/tags" Target="../tags/tag63.xml"/><Relationship Id="rId4" Type="http://schemas.openxmlformats.org/officeDocument/2006/relationships/tags" Target="../tags/tag62.xml"/><Relationship Id="rId3" Type="http://schemas.openxmlformats.org/officeDocument/2006/relationships/image" Target="../media/image10.png"/><Relationship Id="rId2" Type="http://schemas.openxmlformats.org/officeDocument/2006/relationships/tags" Target="../tags/tag61.xml"/><Relationship Id="rId10" Type="http://schemas.openxmlformats.org/officeDocument/2006/relationships/tags" Target="../tags/tag68.xml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9" Type="http://schemas.openxmlformats.org/officeDocument/2006/relationships/tags" Target="../tags/tag75.xml"/><Relationship Id="rId8" Type="http://schemas.openxmlformats.org/officeDocument/2006/relationships/tags" Target="../tags/tag74.xml"/><Relationship Id="rId7" Type="http://schemas.openxmlformats.org/officeDocument/2006/relationships/tags" Target="../tags/tag73.xml"/><Relationship Id="rId6" Type="http://schemas.openxmlformats.org/officeDocument/2006/relationships/tags" Target="../tags/tag72.xml"/><Relationship Id="rId5" Type="http://schemas.openxmlformats.org/officeDocument/2006/relationships/tags" Target="../tags/tag71.xml"/><Relationship Id="rId4" Type="http://schemas.openxmlformats.org/officeDocument/2006/relationships/tags" Target="../tags/tag70.xml"/><Relationship Id="rId3" Type="http://schemas.openxmlformats.org/officeDocument/2006/relationships/image" Target="../media/image11.png"/><Relationship Id="rId2" Type="http://schemas.openxmlformats.org/officeDocument/2006/relationships/tags" Target="../tags/tag69.xml"/><Relationship Id="rId12" Type="http://schemas.openxmlformats.org/officeDocument/2006/relationships/tags" Target="../tags/tag78.xml"/><Relationship Id="rId11" Type="http://schemas.openxmlformats.org/officeDocument/2006/relationships/tags" Target="../tags/tag77.xml"/><Relationship Id="rId10" Type="http://schemas.openxmlformats.org/officeDocument/2006/relationships/tags" Target="../tags/tag76.xml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9" Type="http://schemas.openxmlformats.org/officeDocument/2006/relationships/image" Target="../media/image13.png"/><Relationship Id="rId8" Type="http://schemas.openxmlformats.org/officeDocument/2006/relationships/tags" Target="../tags/tag84.xml"/><Relationship Id="rId7" Type="http://schemas.openxmlformats.org/officeDocument/2006/relationships/image" Target="../media/image12.png"/><Relationship Id="rId6" Type="http://schemas.openxmlformats.org/officeDocument/2006/relationships/tags" Target="../tags/tag83.xml"/><Relationship Id="rId5" Type="http://schemas.openxmlformats.org/officeDocument/2006/relationships/tags" Target="../tags/tag82.xml"/><Relationship Id="rId4" Type="http://schemas.openxmlformats.org/officeDocument/2006/relationships/tags" Target="../tags/tag81.xml"/><Relationship Id="rId3" Type="http://schemas.openxmlformats.org/officeDocument/2006/relationships/tags" Target="../tags/tag80.xml"/><Relationship Id="rId2" Type="http://schemas.openxmlformats.org/officeDocument/2006/relationships/tags" Target="../tags/tag79.xml"/><Relationship Id="rId11" Type="http://schemas.openxmlformats.org/officeDocument/2006/relationships/tags" Target="../tags/tag86.xml"/><Relationship Id="rId10" Type="http://schemas.openxmlformats.org/officeDocument/2006/relationships/tags" Target="../tags/tag85.xml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03405"/>
            <a:ext cx="94488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632201"/>
            <a:ext cx="94488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09561" y="4314328"/>
            <a:ext cx="2910840" cy="374642"/>
          </a:xfrm>
        </p:spPr>
        <p:txBody>
          <a:bodyPr/>
          <a:lstStyle/>
          <a:p>
            <a:fld id="{B20C2A66-674B-4E2C-9331-BF930D797691}" type="datetime1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4323845"/>
            <a:ext cx="6400800" cy="365125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1430866"/>
            <a:ext cx="2743200" cy="365125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9336" y="137030"/>
            <a:ext cx="10873208" cy="877233"/>
          </a:xfrm>
        </p:spPr>
        <p:txBody>
          <a:bodyPr/>
          <a:lstStyle>
            <a:lvl1pPr algn="l">
              <a:defRPr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2346" y="1196752"/>
            <a:ext cx="12059654" cy="5780486"/>
          </a:xfrm>
        </p:spPr>
        <p:txBody>
          <a:bodyPr>
            <a:normAutofit/>
          </a:bodyPr>
          <a:lstStyle>
            <a:lvl1pPr>
              <a:defRPr sz="2800"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>
              <a:defRPr sz="2800" b="1"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>
              <a:defRPr sz="2800" b="1"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>
              <a:defRPr sz="2800" b="1"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>
              <a:defRPr sz="2800" b="1">
                <a:latin typeface="黑体" panose="02010609060101010101" pitchFamily="49" charset="-122"/>
                <a:ea typeface="黑体" panose="02010609060101010101" pitchFamily="49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4DF1E-2037-4B0F-BAAC-894B1CE64362}" type="datetime1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391628" y="6385210"/>
            <a:ext cx="2743200" cy="365125"/>
          </a:xfrm>
        </p:spPr>
        <p:txBody>
          <a:bodyPr/>
          <a:lstStyle>
            <a:lvl1pPr>
              <a:defRPr sz="2400" b="1"/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3"/>
            <a:ext cx="10820399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467" y="3641725"/>
            <a:ext cx="10490200" cy="955675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EC284E05-F085-4A5B-AF38-A6090B6F5858}" type="datetime1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1"/>
            <a:ext cx="6991492" cy="36406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59"/>
            <a:ext cx="5334000" cy="402412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194559"/>
            <a:ext cx="5334000" cy="402412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884F1A-E17D-477C-A620-1D146F336BF0}" type="datetime1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600" cy="12954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9" y="2183802"/>
            <a:ext cx="50799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3132666"/>
            <a:ext cx="5311775" cy="3086019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0" y="2183802"/>
            <a:ext cx="5105400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132666"/>
            <a:ext cx="5334000" cy="3086019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7FA113-1CA7-4ADB-9780-ABE3F561E80A}" type="datetime1">
              <a:rPr lang="zh-CN" altLang="en-US" smtClean="0"/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6CE392-02B2-479C-9DE7-95951542A97F}" type="datetime1">
              <a:rPr lang="zh-CN" altLang="en-US" smtClean="0"/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17235F-9E2D-4DFF-8AD3-AF85F2E8FB58}" type="datetime1">
              <a:rPr lang="zh-CN" altLang="en-US" smtClean="0"/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41148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95582" y="746759"/>
            <a:ext cx="6510618" cy="5471925"/>
          </a:xfrm>
        </p:spPr>
        <p:txBody>
          <a:bodyPr anchor="ctr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411480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8E5C75-E01B-4132-8D9C-BBF842DE9A81}" type="datetime1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687324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861238" y="751241"/>
            <a:ext cx="3644962" cy="546744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687324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1B04B9-4B00-484A-A2D7-43416B384589}" type="datetime1">
              <a:rPr lang="zh-CN" altLang="en-US" smtClean="0"/>
            </a:fld>
            <a:endParaRPr lang="zh-CN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描述的全景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77" y="4697360"/>
            <a:ext cx="10822034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1727" y="941439"/>
            <a:ext cx="10821840" cy="3478161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516715"/>
            <a:ext cx="10820400" cy="701969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78D497-4F12-44EA-8D0C-53DB28255A64}" type="datetime1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>
  <p:cSld name="标题和描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2"/>
            <a:ext cx="1082040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9133"/>
            <a:ext cx="10130516" cy="99906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27B0A067-987E-459C-994D-6C969E7E8998}" type="datetime1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>
  <p:cSld name="带描述的引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67" y="753533"/>
            <a:ext cx="10151533" cy="2604495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303865" y="3365556"/>
            <a:ext cx="9592736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959862"/>
            <a:ext cx="10151533" cy="679871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A88CF3AC-B929-48C0-A33E-EC8AC94989D5}" type="datetime1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476250" y="93345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  <a:endParaRPr lang="en-US" sz="8000" dirty="0">
              <a:solidFill>
                <a:schemeClr val="tx1"/>
              </a:solidFill>
              <a:effectLst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0984230" y="270129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  <a:endParaRPr lang="en-US" sz="8000" dirty="0">
              <a:solidFill>
                <a:schemeClr val="tx1"/>
              </a:solidFill>
              <a:effectLst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95" y="1124701"/>
            <a:ext cx="10146186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8315"/>
            <a:ext cx="10144654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78883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04279F6E-9BDB-491D-93B5-EAEAE4FFC03D}" type="datetime1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8883"/>
            <a:ext cx="6991492" cy="365125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895600" y="761999"/>
            <a:ext cx="8610599" cy="1303867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0" y="2202080"/>
            <a:ext cx="3456432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799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68800" y="2201333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366858" y="2904067"/>
            <a:ext cx="3456432" cy="331461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51800" y="2192866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8051801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5ED13-AF60-455C-9C03-83E0D12E5764}" type="datetime1">
              <a:rPr lang="zh-CN" altLang="en-US" smtClean="0"/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图片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599" cy="12954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8618" y="4191000"/>
            <a:ext cx="3451582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8618" y="2362200"/>
            <a:ext cx="3451582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8618" y="4873764"/>
            <a:ext cx="3451582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74263" y="4191000"/>
            <a:ext cx="3448935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374263" y="2362200"/>
            <a:ext cx="3448936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374264" y="4873763"/>
            <a:ext cx="344893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49731" y="4191000"/>
            <a:ext cx="3456469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49855" y="2362200"/>
            <a:ext cx="3447878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8049731" y="4873761"/>
            <a:ext cx="345244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4A9A49-F92A-4B51-9BD7-3C7C897B2AD8}" type="datetime1">
              <a:rPr lang="zh-CN" altLang="en-US" smtClean="0"/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194559"/>
            <a:ext cx="10820400" cy="40241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BE8E90-F6F6-4068-A24A-BED174172FE5}" type="datetime1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 showMasterSp="0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48800" y="745066"/>
            <a:ext cx="2057400" cy="3903133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4466" y="745067"/>
            <a:ext cx="8204201" cy="3903133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79941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DA3D0481-1761-46C3-BAF3-C0CD79BB1B97}" type="datetime1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0"/>
            <a:ext cx="6991492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>
            <p:custDataLst>
              <p:tags r:id="rId2"/>
            </p:custDataLst>
          </p:nvPr>
        </p:nvGrpSpPr>
        <p:grpSpPr>
          <a:xfrm>
            <a:off x="0" y="0"/>
            <a:ext cx="12192000" cy="7454900"/>
            <a:chOff x="0" y="0"/>
            <a:chExt cx="19200" cy="11740"/>
          </a:xfrm>
        </p:grpSpPr>
        <p:grpSp>
          <p:nvGrpSpPr>
            <p:cNvPr id="6" name="组合 5"/>
            <p:cNvGrpSpPr/>
            <p:nvPr userDrawn="1">
              <p:custDataLst>
                <p:tags r:id="rId3"/>
              </p:custDataLst>
            </p:nvPr>
          </p:nvGrpSpPr>
          <p:grpSpPr>
            <a:xfrm>
              <a:off x="0" y="0"/>
              <a:ext cx="19200" cy="3223"/>
              <a:chOff x="0" y="0"/>
              <a:chExt cx="12192000" cy="2046605"/>
            </a:xfrm>
          </p:grpSpPr>
          <p:pic>
            <p:nvPicPr>
              <p:cNvPr id="7" name="图片 6"/>
              <p:cNvPicPr>
                <a:picLocks noChangeAspect="1"/>
              </p:cNvPicPr>
              <p:nvPr userDrawn="1">
                <p:custDataLst>
                  <p:tags r:id="rId4"/>
                </p:custDataLst>
              </p:nvPr>
            </p:nvPicPr>
            <p:blipFill>
              <a:blip r:embed="rId5"/>
              <a:stretch>
                <a:fillRect/>
              </a:stretch>
            </p:blipFill>
            <p:spPr>
              <a:xfrm>
                <a:off x="0" y="0"/>
                <a:ext cx="12192000" cy="2046605"/>
              </a:xfrm>
              <a:prstGeom prst="rect">
                <a:avLst/>
              </a:prstGeom>
            </p:spPr>
          </p:pic>
          <p:pic>
            <p:nvPicPr>
              <p:cNvPr id="9" name="图片 8"/>
              <p:cNvPicPr>
                <a:picLocks noChangeAspect="1"/>
              </p:cNvPicPr>
              <p:nvPr userDrawn="1">
                <p:custDataLst>
                  <p:tags r:id="rId6"/>
                </p:custDataLst>
              </p:nvPr>
            </p:nvPicPr>
            <p:blipFill rotWithShape="1">
              <a:blip r:embed="rId7"/>
              <a:srcRect/>
              <a:stretch>
                <a:fillRect/>
              </a:stretch>
            </p:blipFill>
            <p:spPr>
              <a:xfrm>
                <a:off x="0" y="10686"/>
                <a:ext cx="12192000" cy="1704978"/>
              </a:xfrm>
              <a:prstGeom prst="rect">
                <a:avLst/>
              </a:prstGeom>
            </p:spPr>
          </p:pic>
        </p:grpSp>
        <p:pic>
          <p:nvPicPr>
            <p:cNvPr id="8" name="图片 7"/>
            <p:cNvPicPr>
              <a:picLocks noChangeAspect="1"/>
            </p:cNvPicPr>
            <p:nvPr userDrawn="1">
              <p:custDataLst>
                <p:tags r:id="rId8"/>
              </p:custDataLst>
            </p:nvPr>
          </p:nvPicPr>
          <p:blipFill>
            <a:blip r:embed="rId9"/>
            <a:stretch>
              <a:fillRect/>
            </a:stretch>
          </p:blipFill>
          <p:spPr>
            <a:xfrm>
              <a:off x="0" y="9728"/>
              <a:ext cx="19200" cy="2012"/>
            </a:xfrm>
            <a:prstGeom prst="rect">
              <a:avLst/>
            </a:prstGeom>
          </p:spPr>
        </p:pic>
      </p:grp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/>
        <p:txBody>
          <a:bodyPr/>
          <a:lstStyle>
            <a:lvl1pPr>
              <a:defRPr u="none" strike="noStrike" kern="1200" cap="none" spc="0" normalizeH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5C2AC65E-A036-4A52-B2D5-C3957CC0F708}" type="datetime1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/>
        <p:txBody>
          <a:bodyPr/>
          <a:lstStyle>
            <a:lvl1pPr>
              <a:defRPr u="none" strike="noStrike" kern="1200" cap="none" spc="0" normalizeH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/>
        <p:txBody>
          <a:bodyPr/>
          <a:lstStyle>
            <a:lvl1pPr>
              <a:defRPr u="none" strike="noStrike" kern="1200" cap="none" spc="0" normalizeH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13"/>
            </p:custDataLst>
          </p:nvPr>
        </p:nvSpPr>
        <p:spPr>
          <a:xfrm>
            <a:off x="2216785" y="3503930"/>
            <a:ext cx="7759065" cy="491490"/>
          </a:xfrm>
        </p:spPr>
        <p:txBody>
          <a:bodyPr lIns="90000" tIns="46800" rIns="90000" bIns="46800">
            <a:norm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2000" u="none" strike="noStrike" kern="1200" cap="none" spc="0" normalizeH="0" baseline="0">
                <a:solidFill>
                  <a:schemeClr val="accent1"/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14"/>
            </p:custDataLst>
          </p:nvPr>
        </p:nvSpPr>
        <p:spPr>
          <a:xfrm>
            <a:off x="2216468" y="2292046"/>
            <a:ext cx="7759065" cy="1150960"/>
          </a:xfrm>
        </p:spPr>
        <p:txBody>
          <a:bodyPr lIns="90000" tIns="46800" rIns="90000" bIns="46800" anchor="b" anchorCtr="0">
            <a:noAutofit/>
          </a:bodyPr>
          <a:lstStyle>
            <a:lvl1pPr algn="ctr">
              <a:defRPr sz="4800" spc="600" baseline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3" hasCustomPrompt="1"/>
            <p:custDataLst>
              <p:tags r:id="rId15"/>
            </p:custDataLst>
          </p:nvPr>
        </p:nvSpPr>
        <p:spPr>
          <a:xfrm>
            <a:off x="4511039" y="4490846"/>
            <a:ext cx="1383093" cy="474726"/>
          </a:xfrm>
          <a:solidFill>
            <a:schemeClr val="accent1"/>
          </a:solidFill>
        </p:spPr>
        <p:txBody>
          <a:bodyPr lIns="90000" tIns="46800" rIns="90000" bIns="46800" anchor="ctr">
            <a:normAutofit/>
          </a:bodyPr>
          <a:lstStyle>
            <a:lvl1pPr marL="0" indent="0" algn="ctr">
              <a:buNone/>
              <a:defRPr u="none" strike="noStrike" kern="1200" cap="none" spc="0" normalizeH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编辑文本</a:t>
            </a:r>
            <a:endParaRPr lang="zh-CN" altLang="en-US" dirty="0"/>
          </a:p>
        </p:txBody>
      </p:sp>
      <p:sp>
        <p:nvSpPr>
          <p:cNvPr id="14" name="文本占位符 13"/>
          <p:cNvSpPr>
            <a:spLocks noGrp="1"/>
          </p:cNvSpPr>
          <p:nvPr>
            <p:ph type="body" sz="quarter" idx="14" hasCustomPrompt="1"/>
            <p:custDataLst>
              <p:tags r:id="rId16"/>
            </p:custDataLst>
          </p:nvPr>
        </p:nvSpPr>
        <p:spPr>
          <a:xfrm>
            <a:off x="6096000" y="4490846"/>
            <a:ext cx="1383092" cy="474726"/>
          </a:xfrm>
          <a:ln>
            <a:solidFill>
              <a:schemeClr val="accent1"/>
            </a:solidFill>
          </a:ln>
        </p:spPr>
        <p:txBody>
          <a:bodyPr lIns="90000" tIns="46800" rIns="90000" bIns="46800" anchor="ctr">
            <a:normAutofit/>
          </a:bodyPr>
          <a:lstStyle>
            <a:lvl1pPr marL="0" indent="0" algn="ctr">
              <a:buNone/>
              <a:defRPr u="none" strike="noStrike" kern="1200" cap="none" spc="0" normalizeH="0">
                <a:ln>
                  <a:noFill/>
                </a:ln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编辑文本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两栏内容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69882" y="443234"/>
            <a:ext cx="10852237" cy="673348"/>
          </a:xfrm>
        </p:spPr>
        <p:txBody>
          <a:bodyPr vert="horz" lIns="90000" tIns="46800" rIns="90000" bIns="46800" rtlCol="0" anchor="t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200" b="1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69930" y="1329539"/>
            <a:ext cx="5283242" cy="5011877"/>
          </a:xfrm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238877" y="1329539"/>
            <a:ext cx="5283242" cy="5011876"/>
          </a:xfrm>
        </p:spPr>
        <p:txBody>
          <a:bodyPr lIns="90000" tIns="46800" rIns="90000" bIns="46800">
            <a:normAutofit/>
          </a:bodyPr>
          <a:lstStyle>
            <a:lvl1pPr>
              <a:defRPr sz="2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z="2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z="2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z="2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z="2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5878216-36BE-4602-98DE-8CA9652CA9FC}" type="datetime1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pic>
        <p:nvPicPr>
          <p:cNvPr id="10" name="图片 9" descr="C:\Users\kingsoft\Desktop\图片7副本.png图片7副本"/>
          <p:cNvPicPr>
            <a:picLocks noChangeAspect="1"/>
          </p:cNvPicPr>
          <p:nvPr>
            <p:custDataLst>
              <p:tags r:id="rId8"/>
            </p:custDataLst>
          </p:nvPr>
        </p:nvPicPr>
        <p:blipFill rotWithShape="1">
          <a:blip r:embed="rId9"/>
          <a:srcRect/>
          <a:stretch>
            <a:fillRect/>
          </a:stretch>
        </p:blipFill>
        <p:spPr>
          <a:xfrm>
            <a:off x="-16510" y="5971592"/>
            <a:ext cx="3478627" cy="907998"/>
          </a:xfrm>
          <a:prstGeom prst="rect">
            <a:avLst/>
          </a:prstGeom>
        </p:spPr>
      </p:pic>
      <p:pic>
        <p:nvPicPr>
          <p:cNvPr id="11" name="图片 10" descr="C:\Users\kingsoft\Desktop\图片7副本.png图片7副本"/>
          <p:cNvPicPr>
            <a:picLocks noChangeAspect="1"/>
          </p:cNvPicPr>
          <p:nvPr>
            <p:custDataLst>
              <p:tags r:id="rId10"/>
            </p:custDataLst>
          </p:nvPr>
        </p:nvPicPr>
        <p:blipFill rotWithShape="1">
          <a:blip r:embed="rId11"/>
          <a:srcRect/>
          <a:stretch>
            <a:fillRect/>
          </a:stretch>
        </p:blipFill>
        <p:spPr>
          <a:xfrm flipH="1">
            <a:off x="8716609" y="5905492"/>
            <a:ext cx="3481106" cy="97409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图片与标题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69930" y="443234"/>
            <a:ext cx="10852237" cy="441964"/>
          </a:xfrm>
        </p:spPr>
        <p:txBody>
          <a:bodyPr vert="horz" lIns="90000" tIns="46800" rIns="90000" bIns="46800" rtlCol="0" anchor="t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3"/>
            </p:custDataLst>
          </p:nvPr>
        </p:nvSpPr>
        <p:spPr>
          <a:xfrm>
            <a:off x="669930" y="952508"/>
            <a:ext cx="5283242" cy="5388907"/>
          </a:xfrm>
        </p:spPr>
        <p:txBody>
          <a:bodyPr vert="horz" lIns="90000" tIns="46800" rIns="90000" bIns="4680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4"/>
            </p:custDataLst>
          </p:nvPr>
        </p:nvSpPr>
        <p:spPr>
          <a:xfrm>
            <a:off x="6238925" y="952508"/>
            <a:ext cx="5283242" cy="5388907"/>
          </a:xfrm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A5AA50A9-CE5E-4247-A72D-C528636014E4}" type="datetime1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pic>
        <p:nvPicPr>
          <p:cNvPr id="9" name="图片 8" descr="C:\Users\kingsoft\Desktop\图片7副本.png图片7副本"/>
          <p:cNvPicPr>
            <a:picLocks noChangeAspect="1"/>
          </p:cNvPicPr>
          <p:nvPr>
            <p:custDataLst>
              <p:tags r:id="rId8"/>
            </p:custDataLst>
          </p:nvPr>
        </p:nvPicPr>
        <p:blipFill rotWithShape="1">
          <a:blip r:embed="rId9"/>
          <a:srcRect/>
          <a:stretch>
            <a:fillRect/>
          </a:stretch>
        </p:blipFill>
        <p:spPr>
          <a:xfrm flipH="1">
            <a:off x="8231997" y="5327780"/>
            <a:ext cx="3960001" cy="153022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0" y="-15240"/>
            <a:ext cx="12192000" cy="2046605"/>
          </a:xfrm>
          <a:prstGeom prst="rect">
            <a:avLst/>
          </a:prstGeom>
        </p:spPr>
      </p:pic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CCC58767-75C2-44BB-93D5-3A2DFF1A0F53}" type="datetime1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7"/>
            </p:custDataLst>
          </p:nvPr>
        </p:nvSpPr>
        <p:spPr>
          <a:xfrm>
            <a:off x="669930" y="952508"/>
            <a:ext cx="10852237" cy="5388907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2pPr>
            <a:lvl3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3pPr>
            <a:lvl4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4pPr>
            <a:lvl5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通用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>
            <a:noAutofit/>
          </a:bodyPr>
          <a:lstStyle>
            <a:lvl1pPr>
              <a:defRPr sz="2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>
            <a:lvl1pPr>
              <a:defRPr baseline="0">
                <a:latin typeface="微软雅黑" panose="020B0503020204020204" charset="-122"/>
              </a:defRPr>
            </a:lvl1pPr>
          </a:lstStyle>
          <a:p>
            <a:fld id="{7B3D67BC-BDAD-481B-A16A-2A1D9139D338}" type="datetime1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>
            <a:lvl1pPr>
              <a:defRPr baseline="0">
                <a:latin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>
            <a:lvl1pPr>
              <a:defRPr baseline="0">
                <a:latin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pic>
        <p:nvPicPr>
          <p:cNvPr id="18" name="图片 17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0" y="6177281"/>
            <a:ext cx="12192000" cy="131520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相框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>
            <p:custDataLst>
              <p:tags r:id="rId2"/>
            </p:custDataLst>
          </p:nvPr>
        </p:nvSpPr>
        <p:spPr>
          <a:xfrm>
            <a:off x="286385" y="273050"/>
            <a:ext cx="11616055" cy="63119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baseline="0" dirty="0">
              <a:latin typeface="Arial" panose="020B0604020202020204" pitchFamily="34" charset="0"/>
              <a:ea typeface="微软雅黑" panose="020B0503020204020204" charset="-122"/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35237192-B91D-4572-95CF-80202C1F2197}" type="datetime1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1281600" y="1249200"/>
            <a:ext cx="9626400" cy="723600"/>
          </a:xfrm>
        </p:spPr>
        <p:txBody>
          <a:bodyPr anchor="ctr"/>
          <a:lstStyle>
            <a:lvl1pPr>
              <a:defRPr sz="32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1281113" y="2163600"/>
            <a:ext cx="9626600" cy="3445200"/>
          </a:xfrm>
        </p:spPr>
        <p:txBody>
          <a:bodyPr/>
          <a:lstStyle>
            <a:lvl1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pic>
        <p:nvPicPr>
          <p:cNvPr id="10" name="图片 9" descr="C:\Users\kingsoft\Desktop\图片7副本.png图片7副本"/>
          <p:cNvPicPr>
            <a:picLocks noChangeAspect="1"/>
          </p:cNvPicPr>
          <p:nvPr>
            <p:custDataLst>
              <p:tags r:id="rId8"/>
            </p:custDataLst>
          </p:nvPr>
        </p:nvPicPr>
        <p:blipFill rotWithShape="1">
          <a:blip r:embed="rId9"/>
          <a:srcRect/>
          <a:stretch>
            <a:fillRect/>
          </a:stretch>
        </p:blipFill>
        <p:spPr>
          <a:xfrm flipH="1">
            <a:off x="7072603" y="4933186"/>
            <a:ext cx="4829835" cy="1651763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左右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/>
          <p:cNvSpPr/>
          <p:nvPr>
            <p:custDataLst>
              <p:tags r:id="rId2"/>
            </p:custDataLst>
          </p:nvPr>
        </p:nvSpPr>
        <p:spPr>
          <a:xfrm>
            <a:off x="0" y="0"/>
            <a:ext cx="4823460" cy="6858635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dirty="0">
              <a:solidFill>
                <a:schemeClr val="accent1"/>
              </a:solidFill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583200" y="770400"/>
            <a:ext cx="3960000" cy="882000"/>
          </a:xfrm>
        </p:spPr>
        <p:txBody>
          <a:bodyPr anchor="ctr"/>
          <a:lstStyle>
            <a:lvl1pPr>
              <a:defRPr sz="36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50AEC561-C55C-46C2-8C29-803E5378EBE9}" type="datetime1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7"/>
            </p:custDataLst>
          </p:nvPr>
        </p:nvSpPr>
        <p:spPr>
          <a:xfrm>
            <a:off x="586800" y="1764000"/>
            <a:ext cx="3956400" cy="4093200"/>
          </a:xfrm>
        </p:spPr>
        <p:txBody>
          <a:bodyPr/>
          <a:lstStyle>
            <a:lvl1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8"/>
            </p:custDataLst>
          </p:nvPr>
        </p:nvSpPr>
        <p:spPr>
          <a:xfrm>
            <a:off x="5101200" y="769938"/>
            <a:ext cx="6480000" cy="5087937"/>
          </a:xfrm>
        </p:spPr>
        <p:txBody>
          <a:bodyPr/>
          <a:lstStyle>
            <a:lvl1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pic>
        <p:nvPicPr>
          <p:cNvPr id="10" name="图片 9" descr="C:\Users\kingsoft\Desktop\图片7副本.png图片7副本"/>
          <p:cNvPicPr>
            <a:picLocks noChangeAspect="1"/>
          </p:cNvPicPr>
          <p:nvPr>
            <p:custDataLst>
              <p:tags r:id="rId9"/>
            </p:custDataLst>
          </p:nvPr>
        </p:nvPicPr>
        <p:blipFill rotWithShape="1">
          <a:blip r:embed="rId10"/>
          <a:srcRect/>
          <a:stretch>
            <a:fillRect/>
          </a:stretch>
        </p:blipFill>
        <p:spPr>
          <a:xfrm flipH="1">
            <a:off x="8231997" y="5327780"/>
            <a:ext cx="3960001" cy="153022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上下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/>
          <p:cNvSpPr/>
          <p:nvPr>
            <p:custDataLst>
              <p:tags r:id="rId2"/>
            </p:custDataLst>
          </p:nvPr>
        </p:nvSpPr>
        <p:spPr>
          <a:xfrm>
            <a:off x="0" y="0"/>
            <a:ext cx="12192000" cy="26640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612000" y="781200"/>
            <a:ext cx="10976400" cy="626400"/>
          </a:xfrm>
        </p:spPr>
        <p:txBody>
          <a:bodyPr anchor="ctr"/>
          <a:lstStyle>
            <a:lvl1pPr algn="ctr">
              <a:defRPr sz="36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BE663C22-4A7D-410D-B0E4-2E0E42CE7F83}" type="datetime1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7"/>
            </p:custDataLst>
          </p:nvPr>
        </p:nvSpPr>
        <p:spPr>
          <a:xfrm>
            <a:off x="612000" y="1659600"/>
            <a:ext cx="10975975" cy="828000"/>
          </a:xfrm>
        </p:spPr>
        <p:txBody>
          <a:bodyPr/>
          <a:lstStyle>
            <a:lvl1pPr algn="ctr"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8"/>
            </p:custDataLst>
          </p:nvPr>
        </p:nvSpPr>
        <p:spPr>
          <a:xfrm>
            <a:off x="612775" y="2808000"/>
            <a:ext cx="10965600" cy="3430800"/>
          </a:xfrm>
        </p:spPr>
        <p:txBody>
          <a:bodyPr/>
          <a:lstStyle>
            <a:lvl1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pic>
        <p:nvPicPr>
          <p:cNvPr id="16" name="图片 15" descr="C:\Users\kingsoft\Desktop\图片7副本.png图片7副本"/>
          <p:cNvPicPr>
            <a:picLocks noChangeAspect="1"/>
          </p:cNvPicPr>
          <p:nvPr>
            <p:custDataLst>
              <p:tags r:id="rId9"/>
            </p:custDataLst>
          </p:nvPr>
        </p:nvPicPr>
        <p:blipFill rotWithShape="1">
          <a:blip r:embed="rId10"/>
          <a:srcRect/>
          <a:stretch>
            <a:fillRect/>
          </a:stretch>
        </p:blipFill>
        <p:spPr>
          <a:xfrm flipH="1">
            <a:off x="8231997" y="5327780"/>
            <a:ext cx="3960001" cy="153022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下上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图片 17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3810" y="0"/>
            <a:ext cx="12192000" cy="1975485"/>
          </a:xfrm>
          <a:prstGeom prst="rect">
            <a:avLst/>
          </a:prstGeom>
        </p:spPr>
      </p:pic>
      <p:sp>
        <p:nvSpPr>
          <p:cNvPr id="13" name="矩形 12"/>
          <p:cNvSpPr/>
          <p:nvPr>
            <p:custDataLst>
              <p:tags r:id="rId4"/>
            </p:custDataLst>
          </p:nvPr>
        </p:nvSpPr>
        <p:spPr>
          <a:xfrm>
            <a:off x="0" y="5041901"/>
            <a:ext cx="12192000" cy="1828799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604800" y="669600"/>
            <a:ext cx="10976400" cy="565200"/>
          </a:xfrm>
        </p:spPr>
        <p:txBody>
          <a:bodyPr anchor="ctr"/>
          <a:lstStyle>
            <a:lvl1pPr algn="ctr">
              <a:defRPr sz="32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04191289-D728-4987-AB51-8A444DCFD9E6}" type="datetime1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9"/>
            </p:custDataLst>
          </p:nvPr>
        </p:nvSpPr>
        <p:spPr>
          <a:xfrm>
            <a:off x="604837" y="1681200"/>
            <a:ext cx="10990800" cy="3211200"/>
          </a:xfrm>
        </p:spPr>
        <p:txBody>
          <a:bodyPr/>
          <a:lstStyle>
            <a:lvl1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4"/>
            <p:custDataLst>
              <p:tags r:id="rId10"/>
            </p:custDataLst>
          </p:nvPr>
        </p:nvSpPr>
        <p:spPr>
          <a:xfrm>
            <a:off x="594000" y="5180400"/>
            <a:ext cx="11001600" cy="1011600"/>
          </a:xfrm>
        </p:spPr>
        <p:txBody>
          <a:bodyPr/>
          <a:lstStyle>
            <a:lvl1pPr marL="0" indent="0">
              <a:buNone/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导航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图片 17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0" y="6242387"/>
            <a:ext cx="12192000" cy="1231226"/>
          </a:xfrm>
          <a:prstGeom prst="rect">
            <a:avLst/>
          </a:prstGeom>
        </p:spPr>
      </p:pic>
      <p:sp>
        <p:nvSpPr>
          <p:cNvPr id="15" name="矩形 14"/>
          <p:cNvSpPr/>
          <p:nvPr>
            <p:custDataLst>
              <p:tags r:id="rId4"/>
            </p:custDataLst>
          </p:nvPr>
        </p:nvSpPr>
        <p:spPr>
          <a:xfrm>
            <a:off x="0" y="0"/>
            <a:ext cx="12192000" cy="914407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en-US" altLang="zh-CN">
              <a:latin typeface="Viner Hand ITC" panose="03070502030502020203" charset="0"/>
              <a:cs typeface="Viner Hand ITC" panose="03070502030502020203" charset="0"/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579600" y="237600"/>
            <a:ext cx="11037600" cy="441964"/>
          </a:xfrm>
        </p:spPr>
        <p:txBody>
          <a:bodyPr>
            <a:normAutofit/>
          </a:bodyPr>
          <a:lstStyle>
            <a:lvl1pPr>
              <a:defRPr sz="28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6"/>
            </p:custDataLst>
          </p:nvPr>
        </p:nvSpPr>
        <p:spPr>
          <a:xfrm>
            <a:off x="579600" y="1663200"/>
            <a:ext cx="5342400" cy="2894400"/>
          </a:xfrm>
        </p:spPr>
        <p:txBody>
          <a:bodyPr>
            <a:normAutofit/>
          </a:bodyPr>
          <a:lstStyle>
            <a:lvl1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C5C14843-6478-4C07-8347-DFAE7E8F7323}" type="datetime1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10"/>
            </p:custDataLst>
          </p:nvPr>
        </p:nvSpPr>
        <p:spPr>
          <a:xfrm>
            <a:off x="6242400" y="1663200"/>
            <a:ext cx="5367600" cy="2894400"/>
          </a:xfrm>
        </p:spPr>
        <p:txBody>
          <a:bodyPr>
            <a:normAutofit/>
          </a:bodyPr>
          <a:lstStyle>
            <a:lvl1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11" name="文本占位符 10"/>
          <p:cNvSpPr>
            <a:spLocks noGrp="1"/>
          </p:cNvSpPr>
          <p:nvPr>
            <p:ph type="body" sz="quarter" idx="15"/>
            <p:custDataLst>
              <p:tags r:id="rId11"/>
            </p:custDataLst>
          </p:nvPr>
        </p:nvSpPr>
        <p:spPr>
          <a:xfrm>
            <a:off x="572400" y="4816800"/>
            <a:ext cx="5342400" cy="781200"/>
          </a:xfrm>
        </p:spPr>
        <p:txBody>
          <a:bodyPr>
            <a:normAutofit/>
          </a:bodyPr>
          <a:lstStyle>
            <a:lvl1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6"/>
            <p:custDataLst>
              <p:tags r:id="rId12"/>
            </p:custDataLst>
          </p:nvPr>
        </p:nvSpPr>
        <p:spPr>
          <a:xfrm>
            <a:off x="6253200" y="4813200"/>
            <a:ext cx="5367600" cy="781200"/>
          </a:xfrm>
        </p:spPr>
        <p:txBody>
          <a:bodyPr>
            <a:normAutofit/>
          </a:bodyPr>
          <a:lstStyle>
            <a:lvl1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腰带">
    <p:bg>
      <p:bgPr>
        <a:solidFill>
          <a:srgbClr val="EBF5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/>
          <p:cNvSpPr/>
          <p:nvPr>
            <p:custDataLst>
              <p:tags r:id="rId2"/>
            </p:custDataLst>
          </p:nvPr>
        </p:nvSpPr>
        <p:spPr>
          <a:xfrm>
            <a:off x="0" y="959224"/>
            <a:ext cx="12192000" cy="4939553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B1066972-3A3A-42F7-A19D-6A652367E5F8}" type="datetime1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pic>
        <p:nvPicPr>
          <p:cNvPr id="9" name="图片 8" descr="C:\Users\kingsoft\Desktop\图片7副本.png图片7副本"/>
          <p:cNvPicPr>
            <a:picLocks noChangeAspect="1"/>
          </p:cNvPicPr>
          <p:nvPr>
            <p:custDataLst>
              <p:tags r:id="rId6"/>
            </p:custDataLst>
          </p:nvPr>
        </p:nvPicPr>
        <p:blipFill rotWithShape="1">
          <a:blip r:embed="rId7"/>
          <a:srcRect/>
          <a:stretch>
            <a:fillRect/>
          </a:stretch>
        </p:blipFill>
        <p:spPr>
          <a:xfrm flipH="1">
            <a:off x="8429082" y="4917233"/>
            <a:ext cx="3762917" cy="981917"/>
          </a:xfrm>
          <a:prstGeom prst="rect">
            <a:avLst/>
          </a:prstGeom>
        </p:spPr>
      </p:pic>
      <p:pic>
        <p:nvPicPr>
          <p:cNvPr id="10" name="图片 9" descr="C:\Users\kingsoft\Desktop\图片7副本.png图片7副本"/>
          <p:cNvPicPr>
            <a:picLocks noChangeAspect="1"/>
          </p:cNvPicPr>
          <p:nvPr>
            <p:custDataLst>
              <p:tags r:id="rId8"/>
            </p:custDataLst>
          </p:nvPr>
        </p:nvPicPr>
        <p:blipFill rotWithShape="1">
          <a:blip r:embed="rId9"/>
          <a:srcRect/>
          <a:stretch>
            <a:fillRect/>
          </a:stretch>
        </p:blipFill>
        <p:spPr>
          <a:xfrm rot="10800000" flipH="1">
            <a:off x="0" y="398"/>
            <a:ext cx="4713605" cy="1229995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10"/>
            </p:custDataLst>
          </p:nvPr>
        </p:nvSpPr>
        <p:spPr>
          <a:xfrm>
            <a:off x="1522800" y="1339200"/>
            <a:ext cx="9144000" cy="2386800"/>
          </a:xfrm>
        </p:spPr>
        <p:txBody>
          <a:bodyPr anchor="b"/>
          <a:lstStyle>
            <a:lvl1pPr algn="ctr">
              <a:defRPr sz="60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11"/>
            </p:custDataLst>
          </p:nvPr>
        </p:nvSpPr>
        <p:spPr>
          <a:xfrm>
            <a:off x="1522413" y="3862800"/>
            <a:ext cx="9144000" cy="1656000"/>
          </a:xfrm>
        </p:spPr>
        <p:txBody>
          <a:bodyPr/>
          <a:lstStyle>
            <a:lvl1pPr algn="ctr"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4E1525-BE42-49FE-84A7-17A883A22F46}" type="datetime1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AF6B47-A570-44CE-8867-BA8BB65B8C42}" type="datetime1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647473-9643-49CF-AE53-D8FE3B0007D1}" type="datetime1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AC42DC-CD4B-4409-87D1-9CA1C46D2E29}" type="datetime1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49A3FF-FAA5-426D-9CC0-5CCB90C7A378}" type="datetime1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349330-93E5-45FE-9071-092AD7446F61}" type="datetime1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A2924D-4DC4-4100-95A2-02B35B066E43}" type="datetime1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1F24E2-641C-4934-A78D-E97AB0CF7D4C}" type="datetime1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7" Type="http://schemas.openxmlformats.org/officeDocument/2006/relationships/theme" Target="../theme/theme1.xml"/><Relationship Id="rId36" Type="http://schemas.openxmlformats.org/officeDocument/2006/relationships/slideLayout" Target="../slideLayouts/slideLayout36.xml"/><Relationship Id="rId35" Type="http://schemas.openxmlformats.org/officeDocument/2006/relationships/slideLayout" Target="../slideLayouts/slideLayout35.xml"/><Relationship Id="rId34" Type="http://schemas.openxmlformats.org/officeDocument/2006/relationships/slideLayout" Target="../slideLayouts/slideLayout34.xml"/><Relationship Id="rId33" Type="http://schemas.openxmlformats.org/officeDocument/2006/relationships/slideLayout" Target="../slideLayouts/slideLayout33.xml"/><Relationship Id="rId32" Type="http://schemas.openxmlformats.org/officeDocument/2006/relationships/slideLayout" Target="../slideLayouts/slideLayout32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3" Type="http://schemas.openxmlformats.org/officeDocument/2006/relationships/slideLayout" Target="../slideLayouts/slideLayout3.xml"/><Relationship Id="rId29" Type="http://schemas.openxmlformats.org/officeDocument/2006/relationships/slideLayout" Target="../slideLayouts/slideLayout29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0" Type="http://schemas.openxmlformats.org/officeDocument/2006/relationships/slideLayout" Target="../slideLayouts/slideLayout20.xml"/><Relationship Id="rId2" Type="http://schemas.openxmlformats.org/officeDocument/2006/relationships/slideLayout" Target="../slideLayouts/slideLayout2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95600" y="883285"/>
            <a:ext cx="7664896" cy="11741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94560"/>
            <a:ext cx="10820400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171E8D-95E6-4AC6-BFD2-86A75E105ABA}" type="datetime1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  <p:sldLayoutId id="2147483678" r:id="rId30"/>
    <p:sldLayoutId id="2147483679" r:id="rId31"/>
    <p:sldLayoutId id="2147483680" r:id="rId32"/>
    <p:sldLayoutId id="2147483681" r:id="rId33"/>
    <p:sldLayoutId id="2147483682" r:id="rId34"/>
    <p:sldLayoutId id="2147483683" r:id="rId35"/>
    <p:sldLayoutId id="2147483684" r:id="rId36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 cap="all" baseline="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8.xml"/><Relationship Id="rId1" Type="http://schemas.openxmlformats.org/officeDocument/2006/relationships/tags" Target="../tags/tag8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7" name="WordArt 6"/>
          <p:cNvSpPr>
            <a:spLocks noChangeArrowheads="1" noChangeShapeType="1"/>
          </p:cNvSpPr>
          <p:nvPr/>
        </p:nvSpPr>
        <p:spPr bwMode="auto">
          <a:xfrm>
            <a:off x="1882775" y="1557338"/>
            <a:ext cx="8426450" cy="2011363"/>
          </a:xfrm>
          <a:prstGeom prst="rect">
            <a:avLst/>
          </a:prstGeom>
        </p:spPr>
        <p:txBody>
          <a:bodyPr wrap="none" fromWordArt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8500" b="1" i="0" u="none" strike="noStrike" kern="10" cap="none" spc="0" normalizeH="0" baseline="0" noProof="0" dirty="0">
              <a:ln w="9525">
                <a:noFill/>
                <a:round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华文新魏" panose="02010800040101010101" pitchFamily="2" charset="-122"/>
              <a:ea typeface="华文新魏" panose="02010800040101010101" pitchFamily="2" charset="-122"/>
              <a:cs typeface="+mn-cs"/>
            </a:endParaRPr>
          </a:p>
        </p:txBody>
      </p:sp>
      <p:sp>
        <p:nvSpPr>
          <p:cNvPr id="5" name="标题 4"/>
          <p:cNvSpPr>
            <a:spLocks noGrp="1"/>
          </p:cNvSpPr>
          <p:nvPr>
            <p:ph type="ctrTitle"/>
          </p:nvPr>
        </p:nvSpPr>
        <p:spPr>
          <a:xfrm>
            <a:off x="2216785" y="2292350"/>
            <a:ext cx="8775759" cy="1276350"/>
          </a:xfrm>
        </p:spPr>
        <p:txBody>
          <a:bodyPr/>
          <a:lstStyle/>
          <a:p>
            <a:r>
              <a:rPr lang="zh-CN" altLang="en-US" dirty="0">
                <a:latin typeface="+mj-lt"/>
                <a:ea typeface="+mj-ea"/>
                <a:sym typeface="+mn-ea"/>
              </a:rPr>
              <a:t>习题课</a:t>
            </a:r>
            <a:br>
              <a:rPr lang="en-US" altLang="zh-CN" dirty="0">
                <a:latin typeface="+mj-lt"/>
                <a:ea typeface="+mj-ea"/>
                <a:sym typeface="+mn-ea"/>
              </a:rPr>
            </a:br>
            <a:br>
              <a:rPr lang="en-US" altLang="zh-CN" dirty="0">
                <a:latin typeface="+mj-lt"/>
                <a:ea typeface="+mj-ea"/>
                <a:sym typeface="+mn-ea"/>
              </a:rPr>
            </a:br>
            <a:r>
              <a:rPr lang="en-US" altLang="zh-CN" dirty="0">
                <a:latin typeface="+mj-lt"/>
                <a:ea typeface="+mj-ea"/>
                <a:sym typeface="+mn-ea"/>
              </a:rPr>
              <a:t>Week7 </a:t>
            </a:r>
            <a:r>
              <a:rPr lang="zh-CN" altLang="en-US" dirty="0">
                <a:latin typeface="+mj-lt"/>
                <a:ea typeface="+mj-ea"/>
                <a:sym typeface="+mn-ea"/>
              </a:rPr>
              <a:t>过程化考试</a:t>
            </a:r>
            <a:r>
              <a:rPr lang="en-US" altLang="zh-CN" dirty="0">
                <a:latin typeface="+mj-lt"/>
                <a:ea typeface="+mj-ea"/>
                <a:sym typeface="+mn-ea"/>
              </a:rPr>
              <a:t>1</a:t>
            </a:r>
            <a:r>
              <a:rPr lang="zh-CN" altLang="en-US" dirty="0">
                <a:latin typeface="+mj-lt"/>
                <a:ea typeface="+mj-ea"/>
                <a:sym typeface="+mn-ea"/>
              </a:rPr>
              <a:t>详解</a:t>
            </a:r>
            <a:endParaRPr lang="zh-CN" altLang="en-US" dirty="0">
              <a:solidFill>
                <a:schemeClr val="tx1"/>
              </a:solidFill>
              <a:sym typeface="+mn-ea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"/>
    </p:custDataLst>
  </p:cSld>
  <p:clrMapOvr>
    <a:masterClrMapping/>
  </p:clrMapOvr>
  <p:transition spd="slow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638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63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63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87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考情总结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lvl="1" indent="0">
              <a:buNone/>
            </a:pPr>
            <a:r>
              <a:rPr lang="zh-CN" altLang="en-US" dirty="0"/>
              <a:t>平均：</a:t>
            </a:r>
            <a:r>
              <a:rPr lang="en-US" altLang="zh-CN" dirty="0"/>
              <a:t>71.8</a:t>
            </a:r>
            <a:endParaRPr lang="en-US" altLang="zh-CN" dirty="0"/>
          </a:p>
          <a:p>
            <a:pPr marL="457200" lvl="1" indent="0">
              <a:buNone/>
            </a:pPr>
            <a:r>
              <a:rPr lang="zh-CN" altLang="en-US" dirty="0"/>
              <a:t>最高：</a:t>
            </a:r>
            <a:r>
              <a:rPr lang="en-US" altLang="zh-CN" dirty="0"/>
              <a:t>97</a:t>
            </a:r>
            <a:endParaRPr lang="en-US" altLang="zh-CN" dirty="0"/>
          </a:p>
          <a:p>
            <a:pPr marL="457200" lvl="1" indent="0">
              <a:buNone/>
            </a:pPr>
            <a:r>
              <a:rPr lang="zh-CN" altLang="en-US" dirty="0"/>
              <a:t>分布：</a:t>
            </a:r>
            <a:r>
              <a:rPr lang="en-US" altLang="zh-CN" dirty="0"/>
              <a:t>A:6,</a:t>
            </a:r>
            <a:r>
              <a:rPr lang="zh-CN" altLang="en-US" dirty="0"/>
              <a:t> </a:t>
            </a:r>
            <a:r>
              <a:rPr lang="en-US" altLang="zh-CN" dirty="0"/>
              <a:t>B:25,</a:t>
            </a:r>
            <a:r>
              <a:rPr lang="zh-CN" altLang="en-US" dirty="0"/>
              <a:t> </a:t>
            </a:r>
            <a:r>
              <a:rPr lang="en-US" altLang="zh-CN" dirty="0"/>
              <a:t>C:16, D:16, E:16</a:t>
            </a:r>
            <a:endParaRPr lang="en-US" altLang="zh-CN" dirty="0"/>
          </a:p>
          <a:p>
            <a:pPr marL="457200" lvl="1" indent="0">
              <a:buNone/>
            </a:pPr>
            <a:r>
              <a:rPr lang="zh-CN" altLang="en-US" dirty="0"/>
              <a:t>选择</a:t>
            </a:r>
            <a:r>
              <a:rPr lang="en-US" altLang="zh-CN" dirty="0"/>
              <a:t>: 1,2,5,7,8,10,11,15,16,17,18,19,20,22-29(</a:t>
            </a:r>
            <a:r>
              <a:rPr lang="zh-CN" altLang="en-US" dirty="0"/>
              <a:t>除</a:t>
            </a:r>
            <a:r>
              <a:rPr lang="en-US" altLang="zh-CN" dirty="0"/>
              <a:t>28,30</a:t>
            </a:r>
            <a:r>
              <a:rPr lang="zh-CN" altLang="en-US" dirty="0"/>
              <a:t>）平均</a:t>
            </a:r>
            <a:r>
              <a:rPr lang="en-US" altLang="zh-CN" dirty="0"/>
              <a:t>22.6</a:t>
            </a:r>
            <a:endParaRPr lang="en-US" altLang="zh-CN" dirty="0"/>
          </a:p>
          <a:p>
            <a:pPr marL="457200" lvl="1" indent="0">
              <a:buNone/>
            </a:pPr>
            <a:r>
              <a:rPr lang="zh-CN" altLang="en-US" dirty="0"/>
              <a:t>填空</a:t>
            </a:r>
            <a:r>
              <a:rPr lang="en-US" altLang="zh-CN" dirty="0"/>
              <a:t>: all(</a:t>
            </a:r>
            <a:r>
              <a:rPr lang="zh-CN" altLang="en-US" dirty="0"/>
              <a:t>除了</a:t>
            </a:r>
            <a:r>
              <a:rPr lang="en-US" altLang="zh-CN" dirty="0"/>
              <a:t>3</a:t>
            </a:r>
            <a:r>
              <a:rPr lang="zh-CN" altLang="en-US" dirty="0"/>
              <a:t>）平均</a:t>
            </a:r>
            <a:r>
              <a:rPr lang="en-US" altLang="zh-CN" dirty="0"/>
              <a:t>10.6</a:t>
            </a:r>
            <a:endParaRPr lang="en-US" altLang="zh-CN" dirty="0"/>
          </a:p>
          <a:p>
            <a:pPr marL="457200" lvl="1" indent="0">
              <a:buNone/>
            </a:pPr>
            <a:r>
              <a:rPr lang="zh-CN" altLang="en-US" dirty="0"/>
              <a:t>编程：</a:t>
            </a:r>
            <a:r>
              <a:rPr lang="en-US" altLang="zh-CN" dirty="0"/>
              <a:t>1:94%, 2:94%, 3:77%, 4:66%, 5:55%) </a:t>
            </a:r>
            <a:r>
              <a:rPr lang="zh-CN" altLang="en-US" dirty="0"/>
              <a:t>平均</a:t>
            </a:r>
            <a:r>
              <a:rPr lang="en-US" altLang="zh-CN" dirty="0"/>
              <a:t>38.6(77%)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63352" y="188640"/>
            <a:ext cx="11928648" cy="6788598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altLang="zh-CN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*01.</a:t>
            </a:r>
            <a:r>
              <a:rPr lang="zh-CN" altLang="zh-CN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关于运算符</a:t>
            </a:r>
            <a:r>
              <a:rPr lang="en-US" altLang="zh-CN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%</a:t>
            </a:r>
            <a:r>
              <a:rPr lang="zh-CN" altLang="zh-CN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和</a:t>
            </a:r>
            <a:r>
              <a:rPr lang="en-US" altLang="zh-CN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//,</a:t>
            </a:r>
            <a:r>
              <a:rPr lang="zh-CN" altLang="zh-CN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错误的是</a:t>
            </a:r>
            <a:r>
              <a:rPr lang="en-US" altLang="zh-CN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___________</a:t>
            </a:r>
            <a:r>
              <a:rPr lang="zh-CN" altLang="zh-CN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。</a:t>
            </a:r>
            <a:endParaRPr lang="zh-CN" altLang="zh-CN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altLang="zh-CN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A. 4%5</a:t>
            </a:r>
            <a:r>
              <a:rPr lang="zh-CN" altLang="zh-CN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的结果是</a:t>
            </a:r>
            <a:r>
              <a:rPr lang="en-US" altLang="zh-CN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  <a:endParaRPr lang="zh-CN" altLang="zh-CN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altLang="zh-CN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B. 4//5</a:t>
            </a:r>
            <a:r>
              <a:rPr lang="zh-CN" altLang="zh-CN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的结果是</a:t>
            </a:r>
            <a:r>
              <a:rPr lang="en-US" altLang="zh-CN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endParaRPr lang="zh-CN" altLang="zh-CN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altLang="zh-CN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C. 4.0%5</a:t>
            </a:r>
            <a:r>
              <a:rPr lang="zh-CN" altLang="zh-CN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的结果是显示有语法错误</a:t>
            </a:r>
            <a:endParaRPr lang="zh-CN" altLang="zh-CN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altLang="zh-CN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D. 4.0//5</a:t>
            </a:r>
            <a:r>
              <a:rPr lang="zh-CN" altLang="zh-CN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的结果是</a:t>
            </a:r>
            <a:r>
              <a:rPr lang="en-US" altLang="zh-CN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0.0</a:t>
            </a:r>
            <a:endParaRPr lang="en-US" altLang="zh-CN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en-US" altLang="zh-CN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en-US" altLang="zh-CN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altLang="zh-CN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【C】 4.0%5=4.0, 4%5.0=4.0</a:t>
            </a:r>
            <a:endParaRPr lang="zh-CN" altLang="zh-CN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63352" y="188640"/>
            <a:ext cx="11928648" cy="6788598"/>
          </a:xfrm>
        </p:spPr>
        <p:txBody>
          <a:bodyPr>
            <a:normAutofit/>
          </a:bodyPr>
          <a:lstStyle/>
          <a:p>
            <a:pPr marL="457200" lvl="1" indent="0">
              <a:buNone/>
            </a:pPr>
            <a:r>
              <a:rPr lang="zh-CN" altLang="en-US" dirty="0"/>
              <a:t>！</a:t>
            </a:r>
            <a:r>
              <a:rPr lang="en-US" altLang="zh-CN" dirty="0"/>
              <a:t>*02.</a:t>
            </a:r>
            <a:r>
              <a:rPr lang="zh-CN" altLang="en-US" dirty="0"/>
              <a:t>下列</a:t>
            </a:r>
            <a:r>
              <a:rPr lang="en-US" altLang="zh-CN" dirty="0"/>
              <a:t>4</a:t>
            </a:r>
            <a:r>
              <a:rPr lang="zh-CN" altLang="en-US" dirty="0"/>
              <a:t>个选项中，均是合法整型常量的是</a:t>
            </a:r>
            <a:r>
              <a:rPr lang="en-US" altLang="zh-CN" dirty="0"/>
              <a:t>___________</a:t>
            </a:r>
            <a:r>
              <a:rPr lang="zh-CN" altLang="en-US" dirty="0"/>
              <a:t>。</a:t>
            </a:r>
            <a:endParaRPr lang="zh-CN" altLang="en-US" dirty="0"/>
          </a:p>
          <a:p>
            <a:pPr marL="457200" lvl="1" indent="0">
              <a:buNone/>
            </a:pPr>
            <a:r>
              <a:rPr lang="en-US" altLang="zh-CN" dirty="0"/>
              <a:t>A. 160  	-0xffff  	0b113</a:t>
            </a:r>
            <a:endParaRPr lang="en-US" altLang="zh-CN" dirty="0"/>
          </a:p>
          <a:p>
            <a:pPr marL="457200" lvl="1" indent="0">
              <a:buNone/>
            </a:pPr>
            <a:r>
              <a:rPr lang="en-US" altLang="zh-CN" dirty="0"/>
              <a:t>B. -0Xcdf 	0o17		123456</a:t>
            </a:r>
            <a:endParaRPr lang="en-US" altLang="zh-CN" dirty="0"/>
          </a:p>
          <a:p>
            <a:pPr marL="457200" lvl="1" indent="0">
              <a:buNone/>
            </a:pPr>
            <a:r>
              <a:rPr lang="en-US" altLang="zh-CN" dirty="0"/>
              <a:t>C. -0o19	123		0X23</a:t>
            </a:r>
            <a:endParaRPr lang="en-US" altLang="zh-CN" dirty="0"/>
          </a:p>
          <a:p>
            <a:pPr marL="457200" lvl="1" indent="0">
              <a:buNone/>
            </a:pPr>
            <a:r>
              <a:rPr lang="en-US" altLang="zh-CN" dirty="0"/>
              <a:t>D. -0X48eg	26		e2</a:t>
            </a:r>
            <a:endParaRPr lang="en-US" altLang="zh-CN" dirty="0"/>
          </a:p>
          <a:p>
            <a:pPr marL="457200" lvl="1" indent="0">
              <a:buNone/>
            </a:pPr>
            <a:endParaRPr lang="en-US" altLang="zh-CN" dirty="0"/>
          </a:p>
          <a:p>
            <a:pPr marL="457200" lvl="1" indent="0">
              <a:buNone/>
            </a:pPr>
            <a:endParaRPr lang="en-US" altLang="zh-CN" dirty="0"/>
          </a:p>
          <a:p>
            <a:pPr marL="457200" lvl="1" indent="0">
              <a:buNone/>
            </a:pPr>
            <a:endParaRPr lang="en-US" altLang="zh-CN" dirty="0"/>
          </a:p>
          <a:p>
            <a:pPr marL="457200" lvl="1" indent="0">
              <a:buNone/>
            </a:pPr>
            <a:r>
              <a:rPr lang="en-US" altLang="zh-CN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【B】</a:t>
            </a:r>
            <a:endParaRPr lang="en-US" altLang="zh-CN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457200" lvl="1" indent="0">
              <a:buNone/>
            </a:pPr>
            <a:r>
              <a:rPr lang="en-US" altLang="zh-CN" kern="10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0Xffff </a:t>
            </a:r>
            <a:r>
              <a:rPr lang="zh-CN" altLang="en-US" kern="10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表示</a:t>
            </a:r>
            <a:r>
              <a:rPr lang="en-US" altLang="zh-CN" kern="10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16</a:t>
            </a:r>
            <a:r>
              <a:rPr lang="zh-CN" altLang="en-US" kern="10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进制</a:t>
            </a:r>
            <a:endParaRPr lang="en-US" altLang="zh-CN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457200" lvl="1" indent="0">
              <a:buNone/>
            </a:pPr>
            <a:r>
              <a:rPr lang="en-US" altLang="zh-CN" kern="10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0o123 </a:t>
            </a:r>
            <a:r>
              <a:rPr lang="zh-CN" altLang="en-US" kern="10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表示</a:t>
            </a:r>
            <a:r>
              <a:rPr lang="en-US" altLang="zh-CN" kern="10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8</a:t>
            </a:r>
            <a:r>
              <a:rPr lang="zh-CN" altLang="en-US" kern="10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进制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51384" y="332656"/>
            <a:ext cx="3240360" cy="6644582"/>
          </a:xfrm>
        </p:spPr>
        <p:txBody>
          <a:bodyPr>
            <a:normAutofit fontScale="85000" lnSpcReduction="20000"/>
          </a:bodyPr>
          <a:lstStyle/>
          <a:p>
            <a:r>
              <a:rPr lang="en-US" altLang="zh-CN" dirty="0"/>
              <a:t>02</a:t>
            </a:r>
            <a:r>
              <a:rPr lang="zh-CN" altLang="en-US" dirty="0"/>
              <a:t>错</a:t>
            </a:r>
            <a:r>
              <a:rPr lang="en-US" altLang="zh-CN" dirty="0"/>
              <a:t>34</a:t>
            </a:r>
            <a:r>
              <a:rPr lang="zh-CN" altLang="en-US" dirty="0"/>
              <a:t>人</a:t>
            </a:r>
            <a:endParaRPr lang="en-US" altLang="zh-CN" dirty="0"/>
          </a:p>
          <a:p>
            <a:r>
              <a:rPr lang="en-US" altLang="zh-CN" dirty="0"/>
              <a:t>2309401014</a:t>
            </a:r>
            <a:endParaRPr lang="en-US" altLang="zh-CN" dirty="0"/>
          </a:p>
          <a:p>
            <a:r>
              <a:rPr lang="en-US" altLang="zh-CN" dirty="0"/>
              <a:t>2309401015</a:t>
            </a:r>
            <a:endParaRPr lang="en-US" altLang="zh-CN" dirty="0"/>
          </a:p>
          <a:p>
            <a:r>
              <a:rPr lang="en-US" altLang="zh-CN" dirty="0"/>
              <a:t>2309404019</a:t>
            </a:r>
            <a:endParaRPr lang="en-US" altLang="zh-CN" dirty="0"/>
          </a:p>
          <a:p>
            <a:r>
              <a:rPr lang="en-US" altLang="zh-CN" dirty="0"/>
              <a:t>2309404063</a:t>
            </a:r>
            <a:endParaRPr lang="en-US" altLang="zh-CN" dirty="0"/>
          </a:p>
          <a:p>
            <a:r>
              <a:rPr lang="en-US" altLang="zh-CN" dirty="0"/>
              <a:t>2309404114</a:t>
            </a:r>
            <a:endParaRPr lang="en-US" altLang="zh-CN" dirty="0"/>
          </a:p>
          <a:p>
            <a:r>
              <a:rPr lang="en-US" altLang="zh-CN" dirty="0"/>
              <a:t>2309408010</a:t>
            </a:r>
            <a:endParaRPr lang="en-US" altLang="zh-CN" dirty="0"/>
          </a:p>
          <a:p>
            <a:r>
              <a:rPr lang="en-US" altLang="zh-CN" dirty="0"/>
              <a:t>2309408030</a:t>
            </a:r>
            <a:endParaRPr lang="en-US" altLang="zh-CN" dirty="0"/>
          </a:p>
          <a:p>
            <a:r>
              <a:rPr lang="en-US" altLang="zh-CN" dirty="0"/>
              <a:t>2409401017</a:t>
            </a:r>
            <a:endParaRPr lang="en-US" altLang="zh-CN" dirty="0"/>
          </a:p>
          <a:p>
            <a:r>
              <a:rPr lang="en-US" altLang="zh-CN" dirty="0"/>
              <a:t>2009404135</a:t>
            </a:r>
            <a:endParaRPr lang="en-US" altLang="zh-CN" dirty="0"/>
          </a:p>
          <a:p>
            <a:r>
              <a:rPr lang="en-US" altLang="zh-CN" dirty="0"/>
              <a:t>2109401114</a:t>
            </a:r>
            <a:endParaRPr lang="en-US" altLang="zh-CN" dirty="0"/>
          </a:p>
          <a:p>
            <a:r>
              <a:rPr lang="en-US" altLang="zh-CN" dirty="0"/>
              <a:t>2109401137</a:t>
            </a:r>
            <a:endParaRPr lang="en-US" altLang="zh-CN" dirty="0"/>
          </a:p>
          <a:p>
            <a:r>
              <a:rPr lang="en-US" altLang="zh-CN" dirty="0"/>
              <a:t>2130416002</a:t>
            </a:r>
            <a:endParaRPr lang="en-US" altLang="zh-CN" dirty="0"/>
          </a:p>
          <a:p>
            <a:r>
              <a:rPr lang="en-US" altLang="zh-CN" dirty="0"/>
              <a:t>2309401004</a:t>
            </a:r>
            <a:endParaRPr lang="en-US" altLang="zh-CN" dirty="0"/>
          </a:p>
          <a:p>
            <a:r>
              <a:rPr lang="en-US" altLang="zh-CN" dirty="0"/>
              <a:t>2309401018</a:t>
            </a:r>
            <a:endParaRPr lang="en-US" altLang="zh-CN" dirty="0"/>
          </a:p>
          <a:p>
            <a:r>
              <a:rPr lang="en-US" altLang="zh-CN" dirty="0"/>
              <a:t>2309401054</a:t>
            </a:r>
            <a:endParaRPr lang="en-US" altLang="zh-CN" dirty="0"/>
          </a:p>
          <a:p>
            <a:r>
              <a:rPr lang="en-US" altLang="zh-CN" dirty="0"/>
              <a:t>2309401055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3471894" y="836712"/>
            <a:ext cx="6254368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dirty="0"/>
              <a:t>2309401068</a:t>
            </a:r>
            <a:endParaRPr lang="en-US" altLang="zh-CN" sz="2000" dirty="0"/>
          </a:p>
          <a:p>
            <a:r>
              <a:rPr lang="en-US" altLang="zh-CN" sz="2000" dirty="0"/>
              <a:t>2309401069</a:t>
            </a:r>
            <a:endParaRPr lang="en-US" altLang="zh-CN" sz="2000" dirty="0"/>
          </a:p>
          <a:p>
            <a:r>
              <a:rPr lang="en-US" altLang="zh-CN" sz="2000" dirty="0"/>
              <a:t>2309401070</a:t>
            </a:r>
            <a:endParaRPr lang="en-US" altLang="zh-CN" sz="2000" dirty="0"/>
          </a:p>
          <a:p>
            <a:r>
              <a:rPr lang="en-US" altLang="zh-CN" sz="2000" dirty="0"/>
              <a:t>2309404011</a:t>
            </a:r>
            <a:endParaRPr lang="en-US" altLang="zh-CN" sz="2000" dirty="0"/>
          </a:p>
          <a:p>
            <a:r>
              <a:rPr lang="en-US" altLang="zh-CN" sz="2000" dirty="0"/>
              <a:t>2309404015</a:t>
            </a:r>
            <a:endParaRPr lang="en-US" altLang="zh-CN" sz="2000" dirty="0"/>
          </a:p>
          <a:p>
            <a:r>
              <a:rPr lang="en-US" altLang="zh-CN" sz="2000" dirty="0"/>
              <a:t>2309404023</a:t>
            </a:r>
            <a:endParaRPr lang="en-US" altLang="zh-CN" sz="2000" dirty="0"/>
          </a:p>
          <a:p>
            <a:r>
              <a:rPr lang="en-US" altLang="zh-CN" sz="2000" dirty="0"/>
              <a:t>2309404049</a:t>
            </a:r>
            <a:endParaRPr lang="en-US" altLang="zh-CN" sz="2000" dirty="0"/>
          </a:p>
          <a:p>
            <a:r>
              <a:rPr lang="en-US" altLang="zh-CN" sz="2000" dirty="0"/>
              <a:t>2309404056</a:t>
            </a:r>
            <a:endParaRPr lang="en-US" altLang="zh-CN" sz="2000" dirty="0"/>
          </a:p>
          <a:p>
            <a:r>
              <a:rPr lang="en-US" altLang="zh-CN" sz="2000" dirty="0"/>
              <a:t>2309404086</a:t>
            </a:r>
            <a:endParaRPr lang="en-US" altLang="zh-CN" sz="2000" dirty="0"/>
          </a:p>
          <a:p>
            <a:r>
              <a:rPr lang="en-US" altLang="zh-CN" sz="2000" dirty="0"/>
              <a:t>2309404099</a:t>
            </a:r>
            <a:endParaRPr lang="en-US" altLang="zh-CN" sz="2000" dirty="0"/>
          </a:p>
          <a:p>
            <a:r>
              <a:rPr lang="en-US" altLang="zh-CN" sz="2000" dirty="0"/>
              <a:t>2309404102</a:t>
            </a:r>
            <a:endParaRPr lang="en-US" altLang="zh-CN" sz="2000" dirty="0"/>
          </a:p>
          <a:p>
            <a:r>
              <a:rPr lang="en-US" altLang="zh-CN" sz="2000" dirty="0"/>
              <a:t>2309404106</a:t>
            </a:r>
            <a:endParaRPr lang="en-US" altLang="zh-CN" sz="2000" dirty="0"/>
          </a:p>
          <a:p>
            <a:r>
              <a:rPr lang="en-US" altLang="zh-CN" sz="2000" dirty="0"/>
              <a:t>2309404112</a:t>
            </a:r>
            <a:endParaRPr lang="en-US" altLang="zh-CN" sz="2000" dirty="0"/>
          </a:p>
          <a:p>
            <a:r>
              <a:rPr lang="en-US" altLang="zh-CN" sz="2000" dirty="0"/>
              <a:t>2309404118</a:t>
            </a:r>
            <a:endParaRPr lang="en-US" altLang="zh-CN" sz="2000" dirty="0"/>
          </a:p>
          <a:p>
            <a:r>
              <a:rPr lang="en-US" altLang="zh-CN" sz="2000" dirty="0"/>
              <a:t>2309407019</a:t>
            </a:r>
            <a:endParaRPr lang="en-US" altLang="zh-CN" sz="2000" dirty="0"/>
          </a:p>
          <a:p>
            <a:r>
              <a:rPr lang="en-US" altLang="zh-CN" sz="2000" dirty="0"/>
              <a:t>2309408018</a:t>
            </a:r>
            <a:endParaRPr lang="en-US" altLang="zh-CN" sz="2000" dirty="0"/>
          </a:p>
          <a:p>
            <a:r>
              <a:rPr lang="en-US" altLang="zh-CN" sz="2000" dirty="0"/>
              <a:t>2309408054</a:t>
            </a:r>
            <a:endParaRPr lang="en-US" altLang="zh-CN" sz="2000" dirty="0"/>
          </a:p>
          <a:p>
            <a:r>
              <a:rPr lang="en-US" altLang="zh-CN" sz="2000" dirty="0"/>
              <a:t>2309404103</a:t>
            </a:r>
            <a:endParaRPr lang="en-US" altLang="zh-CN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63352" y="188640"/>
            <a:ext cx="11928648" cy="6788598"/>
          </a:xfrm>
        </p:spPr>
        <p:txBody>
          <a:bodyPr>
            <a:normAutofit/>
          </a:bodyPr>
          <a:lstStyle/>
          <a:p>
            <a:pPr marL="457200" lvl="1" indent="0">
              <a:buNone/>
            </a:pPr>
            <a:r>
              <a:rPr lang="en-US" altLang="zh-CN" dirty="0"/>
              <a:t>05.</a:t>
            </a:r>
            <a:r>
              <a:rPr lang="zh-CN" altLang="en-US" dirty="0"/>
              <a:t>以下代码执行时会有错误提示的是</a:t>
            </a:r>
            <a:r>
              <a:rPr lang="en-US" altLang="zh-CN" dirty="0"/>
              <a:t>___________</a:t>
            </a:r>
            <a:r>
              <a:rPr lang="zh-CN" altLang="en-US" dirty="0"/>
              <a:t>。</a:t>
            </a:r>
            <a:endParaRPr lang="zh-CN" altLang="en-US" dirty="0"/>
          </a:p>
          <a:p>
            <a:pPr marL="457200" lvl="1" indent="0">
              <a:buNone/>
            </a:pPr>
            <a:r>
              <a:rPr lang="en-US" altLang="zh-CN" dirty="0"/>
              <a:t>A. print(false)</a:t>
            </a:r>
            <a:endParaRPr lang="en-US" altLang="zh-CN" dirty="0"/>
          </a:p>
          <a:p>
            <a:pPr marL="457200" lvl="1" indent="0">
              <a:buNone/>
            </a:pPr>
            <a:r>
              <a:rPr lang="en-US" altLang="zh-CN" dirty="0"/>
              <a:t>B. print(1E2)</a:t>
            </a:r>
            <a:endParaRPr lang="en-US" altLang="zh-CN" dirty="0"/>
          </a:p>
          <a:p>
            <a:pPr marL="457200" lvl="1" indent="0">
              <a:buNone/>
            </a:pPr>
            <a:r>
              <a:rPr lang="en-US" altLang="zh-CN" dirty="0"/>
              <a:t>C. print('OK')</a:t>
            </a:r>
            <a:endParaRPr lang="en-US" altLang="zh-CN" dirty="0"/>
          </a:p>
          <a:p>
            <a:pPr marL="457200" lvl="1" indent="0">
              <a:buNone/>
            </a:pPr>
            <a:r>
              <a:rPr lang="en-US" altLang="zh-CN" dirty="0"/>
              <a:t>D. print(3.2+4)</a:t>
            </a:r>
            <a:endParaRPr lang="en-US" altLang="zh-CN" dirty="0"/>
          </a:p>
          <a:p>
            <a:pPr marL="457200" lvl="1" indent="0">
              <a:buNone/>
            </a:pPr>
            <a:endParaRPr lang="en-US" altLang="zh-CN" dirty="0"/>
          </a:p>
          <a:p>
            <a:pPr marL="457200" lvl="1" indent="0">
              <a:buNone/>
            </a:pPr>
            <a:endParaRPr lang="en-US" altLang="zh-CN" dirty="0"/>
          </a:p>
          <a:p>
            <a:pPr marL="457200" lvl="1" indent="0">
              <a:buNone/>
            </a:pPr>
            <a:endParaRPr lang="en-US" altLang="zh-CN" dirty="0"/>
          </a:p>
          <a:p>
            <a:pPr marL="457200" lvl="1" indent="0">
              <a:buNone/>
            </a:pPr>
            <a:r>
              <a:rPr lang="en-US" altLang="zh-CN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【A】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63352" y="188640"/>
            <a:ext cx="11928648" cy="6788598"/>
          </a:xfrm>
        </p:spPr>
        <p:txBody>
          <a:bodyPr>
            <a:normAutofit/>
          </a:bodyPr>
          <a:lstStyle/>
          <a:p>
            <a:pPr marL="457200" lvl="1" indent="0">
              <a:buNone/>
            </a:pPr>
            <a:r>
              <a:rPr lang="en-US" altLang="zh-CN" dirty="0"/>
              <a:t>*07.</a:t>
            </a:r>
            <a:r>
              <a:rPr lang="zh-CN" altLang="en-US" dirty="0"/>
              <a:t>运行以下代码后，输入</a:t>
            </a:r>
            <a:r>
              <a:rPr lang="en-US" altLang="zh-CN" dirty="0"/>
              <a:t>2 3&lt;</a:t>
            </a:r>
            <a:r>
              <a:rPr lang="zh-CN" altLang="en-US" dirty="0"/>
              <a:t>回车</a:t>
            </a:r>
            <a:r>
              <a:rPr lang="en-US" altLang="zh-CN" dirty="0"/>
              <a:t>&gt;</a:t>
            </a:r>
            <a:r>
              <a:rPr lang="zh-CN" altLang="en-US" dirty="0"/>
              <a:t>后能令变量</a:t>
            </a:r>
            <a:r>
              <a:rPr lang="en-US" altLang="zh-CN" dirty="0"/>
              <a:t>x</a:t>
            </a:r>
            <a:r>
              <a:rPr lang="zh-CN" altLang="en-US" dirty="0"/>
              <a:t>和</a:t>
            </a:r>
            <a:r>
              <a:rPr lang="en-US" altLang="zh-CN" dirty="0"/>
              <a:t>y</a:t>
            </a:r>
            <a:r>
              <a:rPr lang="zh-CN" altLang="en-US" dirty="0"/>
              <a:t>的值为字符串</a:t>
            </a:r>
            <a:r>
              <a:rPr lang="en-US" altLang="zh-CN" dirty="0"/>
              <a:t>'2'</a:t>
            </a:r>
            <a:r>
              <a:rPr lang="zh-CN" altLang="en-US" dirty="0"/>
              <a:t>和</a:t>
            </a:r>
            <a:r>
              <a:rPr lang="en-US" altLang="zh-CN" dirty="0"/>
              <a:t>'3'</a:t>
            </a:r>
            <a:r>
              <a:rPr lang="zh-CN" altLang="en-US" dirty="0"/>
              <a:t>的是</a:t>
            </a:r>
            <a:r>
              <a:rPr lang="en-US" altLang="zh-CN" dirty="0"/>
              <a:t>___________</a:t>
            </a:r>
            <a:r>
              <a:rPr lang="zh-CN" altLang="en-US" dirty="0"/>
              <a:t>。</a:t>
            </a:r>
            <a:endParaRPr lang="zh-CN" altLang="en-US" dirty="0"/>
          </a:p>
          <a:p>
            <a:pPr marL="457200" lvl="1" indent="0">
              <a:buNone/>
            </a:pPr>
            <a:r>
              <a:rPr lang="zh-CN" altLang="en-US" dirty="0"/>
              <a:t>（注：</a:t>
            </a:r>
            <a:r>
              <a:rPr lang="en-US" altLang="zh-CN" dirty="0"/>
              <a:t>2</a:t>
            </a:r>
            <a:r>
              <a:rPr lang="zh-CN" altLang="en-US" dirty="0"/>
              <a:t>和</a:t>
            </a:r>
            <a:r>
              <a:rPr lang="en-US" altLang="zh-CN" dirty="0"/>
              <a:t>3</a:t>
            </a:r>
            <a:r>
              <a:rPr lang="zh-CN" altLang="en-US" dirty="0"/>
              <a:t>之间有一个英文空格）</a:t>
            </a:r>
            <a:endParaRPr lang="zh-CN" altLang="en-US" dirty="0"/>
          </a:p>
          <a:p>
            <a:pPr marL="457200" lvl="1" indent="0">
              <a:buNone/>
            </a:pPr>
            <a:r>
              <a:rPr lang="en-US" altLang="zh-CN" dirty="0"/>
              <a:t>A. </a:t>
            </a:r>
            <a:r>
              <a:rPr lang="en-US" altLang="zh-CN" dirty="0" err="1"/>
              <a:t>x,y</a:t>
            </a:r>
            <a:r>
              <a:rPr lang="en-US" altLang="zh-CN" dirty="0"/>
              <a:t>=eval(input())</a:t>
            </a:r>
            <a:endParaRPr lang="en-US" altLang="zh-CN" dirty="0"/>
          </a:p>
          <a:p>
            <a:pPr marL="457200" lvl="1" indent="0">
              <a:buNone/>
            </a:pPr>
            <a:r>
              <a:rPr lang="en-US" altLang="zh-CN" dirty="0"/>
              <a:t>B. </a:t>
            </a:r>
            <a:r>
              <a:rPr lang="en-US" altLang="zh-CN" dirty="0" err="1"/>
              <a:t>x,y</a:t>
            </a:r>
            <a:r>
              <a:rPr lang="en-US" altLang="zh-CN" dirty="0"/>
              <a:t>=input().split()</a:t>
            </a:r>
            <a:endParaRPr lang="en-US" altLang="zh-CN" dirty="0"/>
          </a:p>
          <a:p>
            <a:pPr marL="457200" lvl="1" indent="0">
              <a:buNone/>
            </a:pPr>
            <a:r>
              <a:rPr lang="en-US" altLang="zh-CN" dirty="0"/>
              <a:t>C. </a:t>
            </a:r>
            <a:r>
              <a:rPr lang="en-US" altLang="zh-CN" dirty="0" err="1"/>
              <a:t>x,y</a:t>
            </a:r>
            <a:r>
              <a:rPr lang="en-US" altLang="zh-CN" dirty="0"/>
              <a:t>=map(</a:t>
            </a:r>
            <a:r>
              <a:rPr lang="en-US" altLang="zh-CN" dirty="0" err="1"/>
              <a:t>int,input</a:t>
            </a:r>
            <a:r>
              <a:rPr lang="en-US" altLang="zh-CN" dirty="0"/>
              <a:t>().split())</a:t>
            </a:r>
            <a:endParaRPr lang="en-US" altLang="zh-CN" dirty="0"/>
          </a:p>
          <a:p>
            <a:pPr marL="457200" lvl="1" indent="0">
              <a:buNone/>
            </a:pPr>
            <a:r>
              <a:rPr lang="en-US" altLang="zh-CN" dirty="0"/>
              <a:t>D. </a:t>
            </a:r>
            <a:r>
              <a:rPr lang="en-US" altLang="zh-CN" dirty="0" err="1"/>
              <a:t>x,y</a:t>
            </a:r>
            <a:r>
              <a:rPr lang="en-US" altLang="zh-CN" dirty="0"/>
              <a:t>=input()</a:t>
            </a:r>
            <a:endParaRPr lang="en-US" altLang="zh-CN" dirty="0"/>
          </a:p>
          <a:p>
            <a:pPr marL="457200" lvl="1" indent="0">
              <a:buNone/>
            </a:pPr>
            <a:endParaRPr lang="en-US" altLang="zh-CN" dirty="0"/>
          </a:p>
          <a:p>
            <a:pPr marL="457200" lvl="1" indent="0">
              <a:buNone/>
            </a:pPr>
            <a:endParaRPr lang="en-US" altLang="zh-CN" dirty="0"/>
          </a:p>
          <a:p>
            <a:pPr marL="457200" lvl="1" indent="0">
              <a:buNone/>
            </a:pPr>
            <a:endParaRPr lang="en-US" altLang="zh-CN" dirty="0"/>
          </a:p>
          <a:p>
            <a:pPr marL="457200" lvl="1" indent="0">
              <a:buNone/>
            </a:pPr>
            <a:r>
              <a:rPr lang="en-US" altLang="zh-CN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【B】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63352" y="188640"/>
            <a:ext cx="11928648" cy="6788598"/>
          </a:xfrm>
        </p:spPr>
        <p:txBody>
          <a:bodyPr>
            <a:normAutofit/>
          </a:bodyPr>
          <a:lstStyle/>
          <a:p>
            <a:pPr marL="457200" lvl="1" indent="0">
              <a:buNone/>
            </a:pPr>
            <a:r>
              <a:rPr lang="en-US" altLang="zh-CN" dirty="0"/>
              <a:t>*08.</a:t>
            </a:r>
            <a:r>
              <a:rPr lang="zh-CN" altLang="en-US" dirty="0"/>
              <a:t>以下表达式计算结果为</a:t>
            </a:r>
            <a:r>
              <a:rPr lang="en-US" altLang="zh-CN" dirty="0"/>
              <a:t>False</a:t>
            </a:r>
            <a:r>
              <a:rPr lang="zh-CN" altLang="en-US" dirty="0"/>
              <a:t>的是</a:t>
            </a:r>
            <a:r>
              <a:rPr lang="en-US" altLang="zh-CN" dirty="0"/>
              <a:t>___________</a:t>
            </a:r>
            <a:r>
              <a:rPr lang="zh-CN" altLang="en-US" dirty="0"/>
              <a:t>。</a:t>
            </a:r>
            <a:endParaRPr lang="zh-CN" altLang="en-US" dirty="0"/>
          </a:p>
          <a:p>
            <a:pPr marL="457200" lvl="1" indent="0">
              <a:buNone/>
            </a:pPr>
            <a:r>
              <a:rPr lang="en-US" altLang="zh-CN" dirty="0"/>
              <a:t>A. '</a:t>
            </a:r>
            <a:r>
              <a:rPr lang="en-US" altLang="zh-CN" dirty="0" err="1"/>
              <a:t>abc</a:t>
            </a:r>
            <a:r>
              <a:rPr lang="en-US" altLang="zh-CN" dirty="0"/>
              <a:t>' &gt; 'ab'</a:t>
            </a:r>
            <a:endParaRPr lang="en-US" altLang="zh-CN" dirty="0"/>
          </a:p>
          <a:p>
            <a:pPr marL="457200" lvl="1" indent="0">
              <a:buNone/>
            </a:pPr>
            <a:r>
              <a:rPr lang="en-US" altLang="zh-CN" dirty="0"/>
              <a:t>B. 'hello' &lt; 'hi'</a:t>
            </a:r>
            <a:endParaRPr lang="en-US" altLang="zh-CN" dirty="0"/>
          </a:p>
          <a:p>
            <a:pPr marL="457200" lvl="1" indent="0">
              <a:buNone/>
            </a:pPr>
            <a:r>
              <a:rPr lang="en-US" altLang="zh-CN" dirty="0"/>
              <a:t>C. 'a' &lt; 'D'</a:t>
            </a:r>
            <a:endParaRPr lang="en-US" altLang="zh-CN" dirty="0"/>
          </a:p>
          <a:p>
            <a:pPr marL="457200" lvl="1" indent="0">
              <a:buNone/>
            </a:pPr>
            <a:r>
              <a:rPr lang="en-US" altLang="zh-CN" dirty="0"/>
              <a:t>D. 'A'+'B'+'C'=='ABC’</a:t>
            </a:r>
            <a:endParaRPr lang="en-US" altLang="zh-CN" dirty="0"/>
          </a:p>
          <a:p>
            <a:pPr marL="457200" lvl="1" indent="0">
              <a:buNone/>
            </a:pPr>
            <a:endParaRPr lang="en-US" altLang="zh-CN" dirty="0"/>
          </a:p>
          <a:p>
            <a:pPr marL="457200" lvl="1" indent="0">
              <a:buNone/>
            </a:pPr>
            <a:endParaRPr lang="en-US" altLang="zh-CN" dirty="0"/>
          </a:p>
          <a:p>
            <a:pPr marL="457200" lvl="1" indent="0">
              <a:buNone/>
            </a:pPr>
            <a:endParaRPr lang="en-US" altLang="zh-CN" dirty="0"/>
          </a:p>
          <a:p>
            <a:pPr marL="457200" lvl="1" indent="0">
              <a:buNone/>
            </a:pPr>
            <a:r>
              <a:rPr lang="en-US" altLang="zh-CN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【C】</a:t>
            </a:r>
            <a:endParaRPr lang="en-US" altLang="zh-CN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457200" lvl="1" indent="0">
              <a:buNone/>
            </a:pPr>
            <a:r>
              <a:rPr lang="en-US" altLang="zh-CN" kern="10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ASCII</a:t>
            </a:r>
            <a:r>
              <a:rPr lang="zh-CN" altLang="en-US" kern="10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编码中，数字</a:t>
            </a:r>
            <a:r>
              <a:rPr lang="en-US" altLang="zh-CN" kern="10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&lt;</a:t>
            </a:r>
            <a:r>
              <a:rPr lang="zh-CN" altLang="en-US" kern="10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大写字母</a:t>
            </a:r>
            <a:r>
              <a:rPr lang="en-US" altLang="zh-CN" kern="10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&lt;</a:t>
            </a:r>
            <a:r>
              <a:rPr lang="zh-CN" altLang="en-US" kern="10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小写字母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63352" y="188640"/>
            <a:ext cx="11928648" cy="6788598"/>
          </a:xfrm>
        </p:spPr>
        <p:txBody>
          <a:bodyPr>
            <a:normAutofit/>
          </a:bodyPr>
          <a:lstStyle/>
          <a:p>
            <a:pPr marL="457200" lvl="1" indent="0">
              <a:buNone/>
            </a:pPr>
            <a:r>
              <a:rPr lang="en-US" altLang="zh-CN" dirty="0"/>
              <a:t>10.Python</a:t>
            </a:r>
            <a:r>
              <a:rPr lang="zh-CN" altLang="en-US" dirty="0"/>
              <a:t>内置函数</a:t>
            </a:r>
            <a:r>
              <a:rPr lang="en-US" altLang="zh-CN" dirty="0" err="1"/>
              <a:t>len</a:t>
            </a:r>
            <a:r>
              <a:rPr lang="en-US" altLang="zh-CN" dirty="0"/>
              <a:t>()</a:t>
            </a:r>
            <a:r>
              <a:rPr lang="zh-CN" altLang="en-US" dirty="0"/>
              <a:t>的参数不可以是下列哪种数据类型</a:t>
            </a:r>
            <a:r>
              <a:rPr lang="en-US" altLang="zh-CN" dirty="0"/>
              <a:t>___________</a:t>
            </a:r>
            <a:r>
              <a:rPr lang="zh-CN" altLang="en-US" dirty="0"/>
              <a:t>。</a:t>
            </a:r>
            <a:endParaRPr lang="zh-CN" altLang="en-US" dirty="0"/>
          </a:p>
          <a:p>
            <a:pPr marL="457200" lvl="1" indent="0">
              <a:buNone/>
            </a:pPr>
            <a:r>
              <a:rPr lang="en-US" altLang="zh-CN" dirty="0"/>
              <a:t>A. </a:t>
            </a:r>
            <a:r>
              <a:rPr lang="zh-CN" altLang="en-US" dirty="0"/>
              <a:t>字符串</a:t>
            </a:r>
            <a:endParaRPr lang="zh-CN" altLang="en-US" dirty="0"/>
          </a:p>
          <a:p>
            <a:pPr marL="457200" lvl="1" indent="0">
              <a:buNone/>
            </a:pPr>
            <a:r>
              <a:rPr lang="en-US" altLang="zh-CN" dirty="0"/>
              <a:t>B. </a:t>
            </a:r>
            <a:r>
              <a:rPr lang="zh-CN" altLang="en-US" dirty="0"/>
              <a:t>整型</a:t>
            </a:r>
            <a:endParaRPr lang="zh-CN" altLang="en-US" dirty="0"/>
          </a:p>
          <a:p>
            <a:pPr marL="457200" lvl="1" indent="0">
              <a:buNone/>
            </a:pPr>
            <a:r>
              <a:rPr lang="en-US" altLang="zh-CN" dirty="0"/>
              <a:t>C. </a:t>
            </a:r>
            <a:r>
              <a:rPr lang="zh-CN" altLang="en-US" dirty="0"/>
              <a:t>列表</a:t>
            </a:r>
            <a:endParaRPr lang="zh-CN" altLang="en-US" dirty="0"/>
          </a:p>
          <a:p>
            <a:pPr marL="457200" lvl="1" indent="0">
              <a:buNone/>
            </a:pPr>
            <a:r>
              <a:rPr lang="en-US" altLang="zh-CN" dirty="0"/>
              <a:t>D. </a:t>
            </a:r>
            <a:r>
              <a:rPr lang="zh-CN" altLang="en-US" dirty="0"/>
              <a:t>元组</a:t>
            </a:r>
            <a:endParaRPr lang="en-US" altLang="zh-CN" dirty="0"/>
          </a:p>
          <a:p>
            <a:pPr marL="457200" lvl="1" indent="0">
              <a:buNone/>
            </a:pPr>
            <a:endParaRPr lang="en-US" altLang="zh-CN" dirty="0"/>
          </a:p>
          <a:p>
            <a:pPr marL="457200" lvl="1" indent="0">
              <a:buNone/>
            </a:pPr>
            <a:endParaRPr lang="en-US" altLang="zh-CN" dirty="0"/>
          </a:p>
          <a:p>
            <a:pPr marL="457200" lvl="1" indent="0">
              <a:buNone/>
            </a:pPr>
            <a:endParaRPr lang="en-US" altLang="zh-CN" dirty="0"/>
          </a:p>
          <a:p>
            <a:pPr marL="457200" lvl="1" indent="0">
              <a:buNone/>
            </a:pPr>
            <a:endParaRPr lang="en-US" altLang="zh-CN" dirty="0"/>
          </a:p>
          <a:p>
            <a:pPr marL="457200" lvl="1" indent="0">
              <a:buNone/>
            </a:pPr>
            <a:r>
              <a:rPr lang="en-US" altLang="zh-CN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【B】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63352" y="188640"/>
            <a:ext cx="11928648" cy="6788598"/>
          </a:xfrm>
        </p:spPr>
        <p:txBody>
          <a:bodyPr>
            <a:normAutofit/>
          </a:bodyPr>
          <a:lstStyle/>
          <a:p>
            <a:pPr marL="457200" lvl="1" indent="0">
              <a:buNone/>
            </a:pPr>
            <a:r>
              <a:rPr lang="en-US" altLang="zh-CN" dirty="0"/>
              <a:t>*11.</a:t>
            </a:r>
            <a:r>
              <a:rPr lang="zh-CN" altLang="en-US" dirty="0"/>
              <a:t>执行以下程序后的输出结果是</a:t>
            </a:r>
            <a:r>
              <a:rPr lang="en-US" altLang="zh-CN" dirty="0"/>
              <a:t>___________</a:t>
            </a:r>
            <a:r>
              <a:rPr lang="zh-CN" altLang="en-US" dirty="0"/>
              <a:t>。</a:t>
            </a:r>
            <a:endParaRPr lang="zh-CN" altLang="en-US" dirty="0"/>
          </a:p>
          <a:p>
            <a:pPr marL="457200" lvl="1" indent="0">
              <a:buNone/>
            </a:pPr>
            <a:r>
              <a:rPr lang="en-US" altLang="zh-CN" sz="2600" dirty="0"/>
              <a:t>#1. x=10</a:t>
            </a:r>
            <a:endParaRPr lang="en-US" altLang="zh-CN" sz="2600" dirty="0"/>
          </a:p>
          <a:p>
            <a:pPr marL="457200" lvl="1" indent="0">
              <a:buNone/>
            </a:pPr>
            <a:r>
              <a:rPr lang="en-US" altLang="zh-CN" sz="2600" dirty="0"/>
              <a:t>#2. while x&gt;0:</a:t>
            </a:r>
            <a:endParaRPr lang="en-US" altLang="zh-CN" sz="2600" dirty="0"/>
          </a:p>
          <a:p>
            <a:pPr marL="457200" lvl="1" indent="0">
              <a:buNone/>
            </a:pPr>
            <a:r>
              <a:rPr lang="en-US" altLang="zh-CN" sz="2600" dirty="0"/>
              <a:t>#3.   if x==8:</a:t>
            </a:r>
            <a:endParaRPr lang="en-US" altLang="zh-CN" sz="2600" dirty="0"/>
          </a:p>
          <a:p>
            <a:pPr marL="457200" lvl="1" indent="0">
              <a:buNone/>
            </a:pPr>
            <a:r>
              <a:rPr lang="en-US" altLang="zh-CN" sz="2600" dirty="0"/>
              <a:t>#4.     x-=2</a:t>
            </a:r>
            <a:endParaRPr lang="en-US" altLang="zh-CN" sz="2600" dirty="0"/>
          </a:p>
          <a:p>
            <a:pPr marL="457200" lvl="1" indent="0">
              <a:buNone/>
            </a:pPr>
            <a:r>
              <a:rPr lang="en-US" altLang="zh-CN" sz="2600" dirty="0"/>
              <a:t>#5.     continue</a:t>
            </a:r>
            <a:endParaRPr lang="en-US" altLang="zh-CN" sz="2600" dirty="0"/>
          </a:p>
          <a:p>
            <a:pPr marL="457200" lvl="1" indent="0">
              <a:buNone/>
            </a:pPr>
            <a:r>
              <a:rPr lang="en-US" altLang="zh-CN" sz="2600" dirty="0"/>
              <a:t>#6.   x-=2</a:t>
            </a:r>
            <a:endParaRPr lang="en-US" altLang="zh-CN" sz="2600" dirty="0"/>
          </a:p>
          <a:p>
            <a:pPr marL="457200" lvl="1" indent="0">
              <a:buNone/>
            </a:pPr>
            <a:r>
              <a:rPr lang="en-US" altLang="zh-CN" sz="2600" dirty="0"/>
              <a:t>#7. else:</a:t>
            </a:r>
            <a:endParaRPr lang="en-US" altLang="zh-CN" sz="2600" dirty="0"/>
          </a:p>
          <a:p>
            <a:pPr marL="457200" lvl="1" indent="0">
              <a:buNone/>
            </a:pPr>
            <a:r>
              <a:rPr lang="en-US" altLang="zh-CN" sz="2600" dirty="0"/>
              <a:t>#8.   print('x=',x)</a:t>
            </a:r>
            <a:endParaRPr lang="en-US" altLang="zh-CN" sz="2600" dirty="0"/>
          </a:p>
          <a:p>
            <a:pPr marL="457200" lvl="1" indent="0">
              <a:buNone/>
            </a:pPr>
            <a:r>
              <a:rPr lang="en-US" altLang="zh-CN" sz="2600" dirty="0"/>
              <a:t>A. x=8</a:t>
            </a:r>
            <a:endParaRPr lang="en-US" altLang="zh-CN" sz="2600" dirty="0"/>
          </a:p>
          <a:p>
            <a:pPr marL="457200" lvl="1" indent="0">
              <a:buNone/>
            </a:pPr>
            <a:r>
              <a:rPr lang="en-US" altLang="zh-CN" sz="2600" dirty="0"/>
              <a:t>B. x=0</a:t>
            </a:r>
            <a:endParaRPr lang="en-US" altLang="zh-CN" sz="2600" dirty="0"/>
          </a:p>
          <a:p>
            <a:pPr marL="457200" lvl="1" indent="0">
              <a:buNone/>
            </a:pPr>
            <a:r>
              <a:rPr lang="en-US" altLang="zh-CN" dirty="0"/>
              <a:t>C. </a:t>
            </a:r>
            <a:r>
              <a:rPr lang="zh-CN" altLang="en-US" dirty="0"/>
              <a:t>无输出</a:t>
            </a:r>
            <a:endParaRPr lang="zh-CN" altLang="en-US" dirty="0"/>
          </a:p>
          <a:p>
            <a:pPr marL="457200" lvl="1" indent="0">
              <a:buNone/>
            </a:pPr>
            <a:r>
              <a:rPr lang="en-US" altLang="zh-CN" dirty="0"/>
              <a:t>D. </a:t>
            </a:r>
            <a:r>
              <a:rPr lang="zh-CN" altLang="en-US" dirty="0"/>
              <a:t>死循环</a:t>
            </a:r>
            <a:endParaRPr lang="en-US" altLang="zh-CN" dirty="0"/>
          </a:p>
          <a:p>
            <a:pPr marL="457200" lvl="1" indent="0">
              <a:buNone/>
            </a:pPr>
            <a:endParaRPr lang="en-US" altLang="zh-CN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457200" lvl="1" indent="0">
              <a:buNone/>
            </a:pPr>
            <a:r>
              <a:rPr lang="en-US" altLang="zh-CN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【B】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63352" y="188640"/>
            <a:ext cx="11928648" cy="6788598"/>
          </a:xfrm>
        </p:spPr>
        <p:txBody>
          <a:bodyPr>
            <a:normAutofit/>
          </a:bodyPr>
          <a:lstStyle/>
          <a:p>
            <a:pPr marL="457200" lvl="1" indent="0">
              <a:buNone/>
            </a:pPr>
            <a:r>
              <a:rPr lang="en-US" altLang="zh-CN" dirty="0"/>
              <a:t>*15.</a:t>
            </a:r>
            <a:r>
              <a:rPr lang="zh-CN" altLang="en-US" dirty="0"/>
              <a:t>执行以下程序后</a:t>
            </a:r>
            <a:r>
              <a:rPr lang="en-US" altLang="zh-CN" dirty="0"/>
              <a:t>,</a:t>
            </a:r>
            <a:r>
              <a:rPr lang="zh-CN" altLang="en-US" dirty="0"/>
              <a:t>准备依次输入以下数据</a:t>
            </a:r>
            <a:r>
              <a:rPr lang="en-US" altLang="zh-CN" dirty="0"/>
              <a:t>4</a:t>
            </a:r>
            <a:r>
              <a:rPr lang="zh-CN" altLang="en-US" dirty="0"/>
              <a:t>、</a:t>
            </a:r>
            <a:r>
              <a:rPr lang="en-US" altLang="zh-CN" dirty="0"/>
              <a:t>5</a:t>
            </a:r>
            <a:r>
              <a:rPr lang="zh-CN" altLang="en-US" dirty="0"/>
              <a:t>、</a:t>
            </a:r>
            <a:r>
              <a:rPr lang="en-US" altLang="zh-CN" dirty="0"/>
              <a:t>87.3</a:t>
            </a:r>
            <a:r>
              <a:rPr lang="zh-CN" altLang="en-US" dirty="0"/>
              <a:t>、</a:t>
            </a:r>
            <a:r>
              <a:rPr lang="en-US" altLang="zh-CN" dirty="0"/>
              <a:t>-13</a:t>
            </a:r>
            <a:r>
              <a:rPr lang="zh-CN" altLang="en-US" dirty="0"/>
              <a:t>、</a:t>
            </a:r>
            <a:r>
              <a:rPr lang="en-US" altLang="zh-CN" dirty="0"/>
              <a:t>2</a:t>
            </a:r>
            <a:r>
              <a:rPr lang="zh-CN" altLang="en-US" dirty="0"/>
              <a:t>、</a:t>
            </a:r>
            <a:r>
              <a:rPr lang="en-US" altLang="zh-CN" dirty="0"/>
              <a:t>-99</a:t>
            </a:r>
            <a:r>
              <a:rPr lang="zh-CN" altLang="en-US" dirty="0"/>
              <a:t>、</a:t>
            </a:r>
            <a:r>
              <a:rPr lang="en-US" altLang="zh-CN" dirty="0"/>
              <a:t>9,</a:t>
            </a:r>
            <a:r>
              <a:rPr lang="zh-CN" altLang="en-US" dirty="0"/>
              <a:t>最后的输出结果是</a:t>
            </a:r>
            <a:r>
              <a:rPr lang="en-US" altLang="zh-CN" dirty="0"/>
              <a:t>___________</a:t>
            </a:r>
            <a:r>
              <a:rPr lang="zh-CN" altLang="en-US" dirty="0"/>
              <a:t>。</a:t>
            </a:r>
            <a:endParaRPr lang="zh-CN" altLang="en-US" dirty="0"/>
          </a:p>
          <a:p>
            <a:pPr marL="457200" lvl="1" indent="0">
              <a:buNone/>
            </a:pPr>
            <a:r>
              <a:rPr lang="en-US" altLang="zh-CN" dirty="0"/>
              <a:t>#1. n=100</a:t>
            </a:r>
            <a:endParaRPr lang="en-US" altLang="zh-CN" dirty="0"/>
          </a:p>
          <a:p>
            <a:pPr marL="457200" lvl="1" indent="0">
              <a:buNone/>
            </a:pPr>
            <a:r>
              <a:rPr lang="en-US" altLang="zh-CN" dirty="0"/>
              <a:t>#2. min=0</a:t>
            </a:r>
            <a:endParaRPr lang="en-US" altLang="zh-CN" dirty="0"/>
          </a:p>
          <a:p>
            <a:pPr marL="457200" lvl="1" indent="0">
              <a:buNone/>
            </a:pPr>
            <a:r>
              <a:rPr lang="en-US" altLang="zh-CN" dirty="0"/>
              <a:t>#3. while n&gt;0:</a:t>
            </a:r>
            <a:endParaRPr lang="en-US" altLang="zh-CN" dirty="0"/>
          </a:p>
          <a:p>
            <a:pPr marL="457200" lvl="1" indent="0">
              <a:buNone/>
            </a:pPr>
            <a:r>
              <a:rPr lang="en-US" altLang="zh-CN" dirty="0"/>
              <a:t>#4.    n=eval(input())</a:t>
            </a:r>
            <a:endParaRPr lang="en-US" altLang="zh-CN" dirty="0"/>
          </a:p>
          <a:p>
            <a:pPr marL="457200" lvl="1" indent="0">
              <a:buNone/>
            </a:pPr>
            <a:r>
              <a:rPr lang="en-US" altLang="zh-CN" dirty="0"/>
              <a:t>#5.    if min&gt;n:   #</a:t>
            </a:r>
            <a:r>
              <a:rPr lang="zh-CN" altLang="en-US" dirty="0"/>
              <a:t>更新最小值</a:t>
            </a:r>
            <a:endParaRPr lang="en-US" altLang="zh-CN" dirty="0"/>
          </a:p>
          <a:p>
            <a:pPr marL="457200" lvl="1" indent="0">
              <a:buNone/>
            </a:pPr>
            <a:r>
              <a:rPr lang="en-US" altLang="zh-CN" dirty="0"/>
              <a:t>#6.       min=n</a:t>
            </a:r>
            <a:endParaRPr lang="en-US" altLang="zh-CN" dirty="0"/>
          </a:p>
          <a:p>
            <a:pPr marL="457200" lvl="1" indent="0">
              <a:buNone/>
            </a:pPr>
            <a:r>
              <a:rPr lang="en-US" altLang="zh-CN" dirty="0"/>
              <a:t>#7. print(min)</a:t>
            </a:r>
            <a:endParaRPr lang="en-US" altLang="zh-CN" dirty="0"/>
          </a:p>
          <a:p>
            <a:pPr marL="457200" lvl="1" indent="0">
              <a:buNone/>
            </a:pPr>
            <a:r>
              <a:rPr lang="en-US" altLang="zh-CN" dirty="0"/>
              <a:t>A. 2</a:t>
            </a:r>
            <a:endParaRPr lang="en-US" altLang="zh-CN" dirty="0"/>
          </a:p>
          <a:p>
            <a:pPr marL="457200" lvl="1" indent="0">
              <a:buNone/>
            </a:pPr>
            <a:r>
              <a:rPr lang="en-US" altLang="zh-CN" dirty="0"/>
              <a:t>B. -99</a:t>
            </a:r>
            <a:endParaRPr lang="en-US" altLang="zh-CN" dirty="0"/>
          </a:p>
          <a:p>
            <a:pPr marL="457200" lvl="1" indent="0">
              <a:buNone/>
            </a:pPr>
            <a:r>
              <a:rPr lang="en-US" altLang="zh-CN" dirty="0"/>
              <a:t>C. -13</a:t>
            </a:r>
            <a:endParaRPr lang="en-US" altLang="zh-CN" dirty="0"/>
          </a:p>
          <a:p>
            <a:pPr marL="457200" lvl="1" indent="0">
              <a:buNone/>
            </a:pPr>
            <a:r>
              <a:rPr lang="en-US" altLang="zh-CN" dirty="0"/>
              <a:t>D. 0</a:t>
            </a:r>
            <a:endParaRPr lang="en-US" altLang="zh-CN" dirty="0"/>
          </a:p>
          <a:p>
            <a:pPr marL="457200" lvl="1" indent="0">
              <a:buNone/>
            </a:pPr>
            <a:r>
              <a:rPr lang="en-US" altLang="zh-CN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【C】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63352" y="188640"/>
            <a:ext cx="11928648" cy="6788598"/>
          </a:xfrm>
        </p:spPr>
        <p:txBody>
          <a:bodyPr>
            <a:normAutofit/>
          </a:bodyPr>
          <a:lstStyle/>
          <a:p>
            <a:pPr marL="457200" lvl="1" indent="0">
              <a:buNone/>
            </a:pPr>
            <a:r>
              <a:rPr lang="en-US" altLang="zh-CN" dirty="0"/>
              <a:t>*16.</a:t>
            </a:r>
            <a:r>
              <a:rPr lang="zh-CN" altLang="en-US" dirty="0"/>
              <a:t>以下程序中的输出结果是</a:t>
            </a:r>
            <a:r>
              <a:rPr lang="en-US" altLang="zh-CN" dirty="0"/>
              <a:t>__________</a:t>
            </a:r>
            <a:r>
              <a:rPr lang="zh-CN" altLang="en-US" dirty="0"/>
              <a:t>。</a:t>
            </a:r>
            <a:endParaRPr lang="zh-CN" altLang="en-US" dirty="0"/>
          </a:p>
          <a:p>
            <a:pPr marL="457200" lvl="1" indent="0">
              <a:buNone/>
            </a:pPr>
            <a:r>
              <a:rPr lang="en-US" altLang="zh-CN" dirty="0"/>
              <a:t>#1. for </a:t>
            </a:r>
            <a:r>
              <a:rPr lang="en-US" altLang="zh-CN" dirty="0" err="1"/>
              <a:t>i</a:t>
            </a:r>
            <a:r>
              <a:rPr lang="en-US" altLang="zh-CN" dirty="0"/>
              <a:t> in range(10):</a:t>
            </a:r>
            <a:endParaRPr lang="en-US" altLang="zh-CN" dirty="0"/>
          </a:p>
          <a:p>
            <a:pPr marL="457200" lvl="1" indent="0">
              <a:buNone/>
            </a:pPr>
            <a:r>
              <a:rPr lang="en-US" altLang="zh-CN" dirty="0"/>
              <a:t>#2.    if i%2!=0:</a:t>
            </a:r>
            <a:endParaRPr lang="en-US" altLang="zh-CN" dirty="0"/>
          </a:p>
          <a:p>
            <a:pPr marL="457200" lvl="1" indent="0">
              <a:buNone/>
            </a:pPr>
            <a:r>
              <a:rPr lang="en-US" altLang="zh-CN" dirty="0"/>
              <a:t>#3.       continue</a:t>
            </a:r>
            <a:endParaRPr lang="en-US" altLang="zh-CN" dirty="0"/>
          </a:p>
          <a:p>
            <a:pPr marL="457200" lvl="1" indent="0">
              <a:buNone/>
            </a:pPr>
            <a:r>
              <a:rPr lang="en-US" altLang="zh-CN" dirty="0"/>
              <a:t>#4.    print(</a:t>
            </a:r>
            <a:r>
              <a:rPr lang="en-US" altLang="zh-CN" dirty="0" err="1"/>
              <a:t>i,end</a:t>
            </a:r>
            <a:r>
              <a:rPr lang="en-US" altLang="zh-CN" dirty="0"/>
              <a:t>='') #</a:t>
            </a:r>
            <a:r>
              <a:rPr lang="zh-CN" altLang="en-US" dirty="0"/>
              <a:t>引号中无空格</a:t>
            </a:r>
            <a:endParaRPr lang="zh-CN" altLang="en-US" dirty="0"/>
          </a:p>
          <a:p>
            <a:pPr marL="457200" lvl="1" indent="0">
              <a:buNone/>
            </a:pPr>
            <a:r>
              <a:rPr lang="en-US" altLang="zh-CN" dirty="0"/>
              <a:t>A. </a:t>
            </a:r>
            <a:r>
              <a:rPr lang="zh-CN" altLang="en-US" dirty="0"/>
              <a:t>无输出</a:t>
            </a:r>
            <a:endParaRPr lang="zh-CN" altLang="en-US" dirty="0"/>
          </a:p>
          <a:p>
            <a:pPr marL="457200" lvl="1" indent="0">
              <a:buNone/>
            </a:pPr>
            <a:r>
              <a:rPr lang="en-US" altLang="zh-CN" dirty="0"/>
              <a:t>B. 0246810</a:t>
            </a:r>
            <a:endParaRPr lang="en-US" altLang="zh-CN" dirty="0"/>
          </a:p>
          <a:p>
            <a:pPr marL="457200" lvl="1" indent="0">
              <a:buNone/>
            </a:pPr>
            <a:r>
              <a:rPr lang="en-US" altLang="zh-CN" dirty="0"/>
              <a:t>C. 02468</a:t>
            </a:r>
            <a:endParaRPr lang="en-US" altLang="zh-CN" dirty="0"/>
          </a:p>
          <a:p>
            <a:pPr marL="457200" lvl="1" indent="0">
              <a:buNone/>
            </a:pPr>
            <a:r>
              <a:rPr lang="en-US" altLang="zh-CN" dirty="0"/>
              <a:t>D. 13579</a:t>
            </a:r>
            <a:endParaRPr lang="en-US" altLang="zh-CN" dirty="0"/>
          </a:p>
          <a:p>
            <a:pPr marL="457200" lvl="1" indent="0">
              <a:buNone/>
            </a:pPr>
            <a:endParaRPr lang="en-US" altLang="zh-CN" dirty="0"/>
          </a:p>
          <a:p>
            <a:pPr marL="457200" lvl="1" indent="0">
              <a:buNone/>
            </a:pPr>
            <a:endParaRPr lang="en-US" altLang="zh-CN" dirty="0"/>
          </a:p>
          <a:p>
            <a:pPr marL="457200" lvl="1" indent="0">
              <a:buNone/>
            </a:pPr>
            <a:r>
              <a:rPr lang="en-US" altLang="zh-CN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【C】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63352" y="188640"/>
            <a:ext cx="11928648" cy="6788598"/>
          </a:xfrm>
        </p:spPr>
        <p:txBody>
          <a:bodyPr>
            <a:normAutofit/>
          </a:bodyPr>
          <a:lstStyle/>
          <a:p>
            <a:pPr marL="457200" lvl="1" indent="0">
              <a:buNone/>
            </a:pPr>
            <a:r>
              <a:rPr lang="en-US" altLang="zh-CN" dirty="0"/>
              <a:t>*17.</a:t>
            </a:r>
            <a:r>
              <a:rPr lang="zh-CN" altLang="en-US" dirty="0"/>
              <a:t>以下程序的运行结果是</a:t>
            </a:r>
            <a:r>
              <a:rPr lang="en-US" altLang="zh-CN" dirty="0"/>
              <a:t>__________</a:t>
            </a:r>
            <a:r>
              <a:rPr lang="zh-CN" altLang="en-US" dirty="0"/>
              <a:t>。</a:t>
            </a:r>
            <a:endParaRPr lang="zh-CN" altLang="en-US" dirty="0"/>
          </a:p>
          <a:p>
            <a:pPr marL="457200" lvl="1" indent="0">
              <a:buNone/>
            </a:pPr>
            <a:r>
              <a:rPr lang="en-US" altLang="zh-CN" sz="2400" dirty="0"/>
              <a:t>#1. x=5</a:t>
            </a:r>
            <a:endParaRPr lang="en-US" altLang="zh-CN" sz="2400" dirty="0"/>
          </a:p>
          <a:p>
            <a:pPr marL="457200" lvl="1" indent="0">
              <a:buNone/>
            </a:pPr>
            <a:r>
              <a:rPr lang="en-US" altLang="zh-CN" sz="2400" dirty="0"/>
              <a:t>#2. n=0</a:t>
            </a:r>
            <a:endParaRPr lang="en-US" altLang="zh-CN" sz="2400" dirty="0"/>
          </a:p>
          <a:p>
            <a:pPr marL="457200" lvl="1" indent="0">
              <a:buNone/>
            </a:pPr>
            <a:r>
              <a:rPr lang="en-US" altLang="zh-CN" sz="2400" dirty="0"/>
              <a:t>#3. while x&gt;1 and n&lt;=3:</a:t>
            </a:r>
            <a:endParaRPr lang="en-US" altLang="zh-CN" sz="2400" dirty="0"/>
          </a:p>
          <a:p>
            <a:pPr marL="457200" lvl="1" indent="0">
              <a:buNone/>
            </a:pPr>
            <a:r>
              <a:rPr lang="en-US" altLang="zh-CN" sz="2400" dirty="0"/>
              <a:t>#4.   if x%3==0:</a:t>
            </a:r>
            <a:endParaRPr lang="en-US" altLang="zh-CN" sz="2400" dirty="0"/>
          </a:p>
          <a:p>
            <a:pPr marL="457200" lvl="1" indent="0">
              <a:buNone/>
            </a:pPr>
            <a:r>
              <a:rPr lang="en-US" altLang="zh-CN" sz="2400" dirty="0"/>
              <a:t>#5.     x=x//3</a:t>
            </a:r>
            <a:endParaRPr lang="en-US" altLang="zh-CN" sz="2400" dirty="0"/>
          </a:p>
          <a:p>
            <a:pPr marL="457200" lvl="1" indent="0">
              <a:buNone/>
            </a:pPr>
            <a:r>
              <a:rPr lang="en-US" altLang="zh-CN" sz="2400" dirty="0"/>
              <a:t>#6.   else:</a:t>
            </a:r>
            <a:endParaRPr lang="en-US" altLang="zh-CN" sz="2400" dirty="0"/>
          </a:p>
          <a:p>
            <a:pPr marL="457200" lvl="1" indent="0">
              <a:buNone/>
            </a:pPr>
            <a:r>
              <a:rPr lang="en-US" altLang="zh-CN" sz="2400" dirty="0"/>
              <a:t>#7.     x=x*2+2</a:t>
            </a:r>
            <a:endParaRPr lang="en-US" altLang="zh-CN" sz="2400" dirty="0"/>
          </a:p>
          <a:p>
            <a:pPr marL="457200" lvl="1" indent="0">
              <a:buNone/>
            </a:pPr>
            <a:r>
              <a:rPr lang="en-US" altLang="zh-CN" sz="2400" dirty="0"/>
              <a:t>#8.   print(</a:t>
            </a:r>
            <a:r>
              <a:rPr lang="en-US" altLang="zh-CN" sz="2400" dirty="0" err="1"/>
              <a:t>x,end</a:t>
            </a:r>
            <a:r>
              <a:rPr lang="en-US" altLang="zh-CN" sz="2400" dirty="0"/>
              <a:t>=' ') #</a:t>
            </a:r>
            <a:r>
              <a:rPr lang="zh-CN" altLang="en-US" sz="2400" dirty="0"/>
              <a:t>引号中有一个空格</a:t>
            </a:r>
            <a:endParaRPr lang="zh-CN" altLang="en-US" sz="2400" dirty="0"/>
          </a:p>
          <a:p>
            <a:pPr marL="457200" lvl="1" indent="0">
              <a:buNone/>
            </a:pPr>
            <a:r>
              <a:rPr lang="en-US" altLang="zh-CN" sz="2400" dirty="0"/>
              <a:t>#9.   n+=1</a:t>
            </a:r>
            <a:endParaRPr lang="en-US" altLang="zh-CN" sz="2400" dirty="0"/>
          </a:p>
          <a:p>
            <a:pPr marL="457200" lvl="1" indent="0">
              <a:buNone/>
            </a:pPr>
            <a:r>
              <a:rPr lang="en-US" altLang="zh-CN" sz="2400" dirty="0"/>
              <a:t>#10.print(n)</a:t>
            </a:r>
            <a:endParaRPr lang="en-US" altLang="zh-CN" sz="2400" dirty="0"/>
          </a:p>
          <a:p>
            <a:pPr marL="457200" lvl="1" indent="0">
              <a:buNone/>
            </a:pPr>
            <a:r>
              <a:rPr lang="en-US" altLang="zh-CN" dirty="0"/>
              <a:t>A. 12 4 10 22 4</a:t>
            </a:r>
            <a:endParaRPr lang="en-US" altLang="zh-CN" dirty="0"/>
          </a:p>
          <a:p>
            <a:pPr marL="457200" lvl="1" indent="0">
              <a:buNone/>
            </a:pPr>
            <a:r>
              <a:rPr lang="en-US" altLang="zh-CN" dirty="0"/>
              <a:t>B. 12 4 10 22 </a:t>
            </a:r>
            <a:endParaRPr lang="en-US" altLang="zh-CN" dirty="0"/>
          </a:p>
          <a:p>
            <a:pPr marL="457200" lvl="1" indent="0">
              <a:buNone/>
            </a:pPr>
            <a:r>
              <a:rPr lang="en-US" altLang="zh-CN" dirty="0"/>
              <a:t>C. 12 26 54 110 4</a:t>
            </a:r>
            <a:endParaRPr lang="en-US" altLang="zh-CN" dirty="0"/>
          </a:p>
          <a:p>
            <a:pPr marL="457200" lvl="1" indent="0">
              <a:buNone/>
            </a:pPr>
            <a:r>
              <a:rPr lang="en-US" altLang="zh-CN" dirty="0"/>
              <a:t>D. 12 26 54 110</a:t>
            </a:r>
            <a:endParaRPr lang="en-US" altLang="zh-CN" dirty="0"/>
          </a:p>
          <a:p>
            <a:pPr marL="457200" lvl="1" indent="0">
              <a:buNone/>
            </a:pPr>
            <a:r>
              <a:rPr lang="en-US" altLang="zh-CN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【A】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63352" y="188640"/>
            <a:ext cx="11928648" cy="6788598"/>
          </a:xfrm>
        </p:spPr>
        <p:txBody>
          <a:bodyPr>
            <a:normAutofit/>
          </a:bodyPr>
          <a:lstStyle/>
          <a:p>
            <a:pPr marL="457200" lvl="1" indent="0">
              <a:buNone/>
            </a:pPr>
            <a:r>
              <a:rPr lang="en-US" altLang="zh-CN" dirty="0"/>
              <a:t>*18.</a:t>
            </a:r>
            <a:r>
              <a:rPr lang="zh-CN" altLang="en-US" dirty="0"/>
              <a:t>下列语句中，</a:t>
            </a:r>
            <a:r>
              <a:rPr lang="en-US" altLang="zh-CN" dirty="0"/>
              <a:t>_______</a:t>
            </a:r>
            <a:r>
              <a:rPr lang="zh-CN" altLang="en-US" dirty="0"/>
              <a:t>会输出</a:t>
            </a:r>
            <a:r>
              <a:rPr lang="en-US" altLang="zh-CN" dirty="0"/>
              <a:t>1</a:t>
            </a:r>
            <a:r>
              <a:rPr lang="zh-CN" altLang="en-US" dirty="0"/>
              <a:t>、</a:t>
            </a:r>
            <a:r>
              <a:rPr lang="en-US" altLang="zh-CN" dirty="0"/>
              <a:t>2</a:t>
            </a:r>
            <a:r>
              <a:rPr lang="zh-CN" altLang="en-US" dirty="0"/>
              <a:t>、</a:t>
            </a:r>
            <a:r>
              <a:rPr lang="en-US" altLang="zh-CN" dirty="0"/>
              <a:t>3</a:t>
            </a:r>
            <a:r>
              <a:rPr lang="zh-CN" altLang="en-US" dirty="0"/>
              <a:t>三个数字。</a:t>
            </a:r>
            <a:endParaRPr lang="zh-CN" altLang="en-US" dirty="0"/>
          </a:p>
          <a:p>
            <a:pPr marL="457200" lvl="1" indent="0">
              <a:buNone/>
            </a:pPr>
            <a:r>
              <a:rPr lang="en-US" altLang="zh-CN" dirty="0"/>
              <a:t>A. #1. for a in range(3):</a:t>
            </a:r>
            <a:endParaRPr lang="en-US" altLang="zh-CN" dirty="0"/>
          </a:p>
          <a:p>
            <a:pPr marL="457200" lvl="1" indent="0">
              <a:buNone/>
            </a:pPr>
            <a:r>
              <a:rPr lang="en-US" altLang="zh-CN" dirty="0"/>
              <a:t>   #2.   print(a)</a:t>
            </a:r>
            <a:endParaRPr lang="en-US" altLang="zh-CN" dirty="0"/>
          </a:p>
          <a:p>
            <a:pPr marL="457200" lvl="1" indent="0">
              <a:buNone/>
            </a:pPr>
            <a:r>
              <a:rPr lang="en-US" altLang="zh-CN" dirty="0"/>
              <a:t>B. #1. </a:t>
            </a:r>
            <a:r>
              <a:rPr lang="en-US" altLang="zh-CN" dirty="0" err="1"/>
              <a:t>i</a:t>
            </a:r>
            <a:r>
              <a:rPr lang="en-US" altLang="zh-CN" dirty="0"/>
              <a:t>=1</a:t>
            </a:r>
            <a:endParaRPr lang="en-US" altLang="zh-CN" dirty="0"/>
          </a:p>
          <a:p>
            <a:pPr marL="457200" lvl="1" indent="0">
              <a:buNone/>
            </a:pPr>
            <a:r>
              <a:rPr lang="en-US" altLang="zh-CN" dirty="0"/>
              <a:t>   #2. while </a:t>
            </a:r>
            <a:r>
              <a:rPr lang="en-US" altLang="zh-CN" dirty="0" err="1"/>
              <a:t>i</a:t>
            </a:r>
            <a:r>
              <a:rPr lang="en-US" altLang="zh-CN" dirty="0"/>
              <a:t>&lt;3:</a:t>
            </a:r>
            <a:endParaRPr lang="en-US" altLang="zh-CN" dirty="0"/>
          </a:p>
          <a:p>
            <a:pPr marL="457200" lvl="1" indent="0">
              <a:buNone/>
            </a:pPr>
            <a:r>
              <a:rPr lang="en-US" altLang="zh-CN" dirty="0"/>
              <a:t>   #3.   print(</a:t>
            </a:r>
            <a:r>
              <a:rPr lang="en-US" altLang="zh-CN" dirty="0" err="1"/>
              <a:t>i</a:t>
            </a:r>
            <a:r>
              <a:rPr lang="en-US" altLang="zh-CN" dirty="0"/>
              <a:t>)</a:t>
            </a:r>
            <a:endParaRPr lang="en-US" altLang="zh-CN" dirty="0"/>
          </a:p>
          <a:p>
            <a:pPr marL="457200" lvl="1" indent="0">
              <a:buNone/>
            </a:pPr>
            <a:r>
              <a:rPr lang="en-US" altLang="zh-CN" dirty="0"/>
              <a:t>   #4.   </a:t>
            </a:r>
            <a:r>
              <a:rPr lang="en-US" altLang="zh-CN" dirty="0" err="1"/>
              <a:t>i</a:t>
            </a:r>
            <a:r>
              <a:rPr lang="en-US" altLang="zh-CN" dirty="0"/>
              <a:t>+=1</a:t>
            </a:r>
            <a:endParaRPr lang="en-US" altLang="zh-CN" dirty="0"/>
          </a:p>
          <a:p>
            <a:pPr marL="457200" lvl="1" indent="0">
              <a:buNone/>
            </a:pPr>
            <a:r>
              <a:rPr lang="en-US" altLang="zh-CN" dirty="0"/>
              <a:t>C. #1. </a:t>
            </a:r>
            <a:r>
              <a:rPr lang="en-US" altLang="zh-CN" dirty="0" err="1"/>
              <a:t>aList</a:t>
            </a:r>
            <a:r>
              <a:rPr lang="en-US" altLang="zh-CN" dirty="0"/>
              <a:t>=[1,2,3]</a:t>
            </a:r>
            <a:endParaRPr lang="en-US" altLang="zh-CN" dirty="0"/>
          </a:p>
          <a:p>
            <a:pPr marL="457200" lvl="1" indent="0">
              <a:buNone/>
            </a:pPr>
            <a:r>
              <a:rPr lang="en-US" altLang="zh-CN" dirty="0"/>
              <a:t>   #2. for </a:t>
            </a:r>
            <a:r>
              <a:rPr lang="en-US" altLang="zh-CN" dirty="0" err="1"/>
              <a:t>i</a:t>
            </a:r>
            <a:r>
              <a:rPr lang="en-US" altLang="zh-CN" dirty="0"/>
              <a:t> in range(1,3):</a:t>
            </a:r>
            <a:endParaRPr lang="en-US" altLang="zh-CN" dirty="0"/>
          </a:p>
          <a:p>
            <a:pPr marL="457200" lvl="1" indent="0">
              <a:buNone/>
            </a:pPr>
            <a:r>
              <a:rPr lang="en-US" altLang="zh-CN" dirty="0"/>
              <a:t>   #3.    print(</a:t>
            </a:r>
            <a:r>
              <a:rPr lang="en-US" altLang="zh-CN" dirty="0" err="1"/>
              <a:t>aList</a:t>
            </a:r>
            <a:r>
              <a:rPr lang="en-US" altLang="zh-CN" dirty="0"/>
              <a:t>[</a:t>
            </a:r>
            <a:r>
              <a:rPr lang="en-US" altLang="zh-CN" dirty="0" err="1"/>
              <a:t>i</a:t>
            </a:r>
            <a:r>
              <a:rPr lang="en-US" altLang="zh-CN" dirty="0"/>
              <a:t>])</a:t>
            </a:r>
            <a:endParaRPr lang="en-US" altLang="zh-CN" dirty="0"/>
          </a:p>
          <a:p>
            <a:pPr marL="457200" lvl="1" indent="0">
              <a:buNone/>
            </a:pPr>
            <a:r>
              <a:rPr lang="en-US" altLang="zh-CN" dirty="0"/>
              <a:t>D. #1. </a:t>
            </a:r>
            <a:r>
              <a:rPr lang="en-US" altLang="zh-CN" dirty="0" err="1"/>
              <a:t>alist</a:t>
            </a:r>
            <a:r>
              <a:rPr lang="en-US" altLang="zh-CN" dirty="0"/>
              <a:t>=[2,1,3,6,2,2,5,3,1,7]</a:t>
            </a:r>
            <a:endParaRPr lang="en-US" altLang="zh-CN" dirty="0"/>
          </a:p>
          <a:p>
            <a:pPr marL="457200" lvl="1" indent="0">
              <a:buNone/>
            </a:pPr>
            <a:r>
              <a:rPr lang="en-US" altLang="zh-CN" dirty="0"/>
              <a:t>   #2. for x in </a:t>
            </a:r>
            <a:r>
              <a:rPr lang="en-US" altLang="zh-CN" dirty="0" err="1"/>
              <a:t>alist</a:t>
            </a:r>
            <a:r>
              <a:rPr lang="en-US" altLang="zh-CN" dirty="0"/>
              <a:t>[-2::-3]:</a:t>
            </a:r>
            <a:endParaRPr lang="en-US" altLang="zh-CN" dirty="0"/>
          </a:p>
          <a:p>
            <a:pPr marL="457200" lvl="1" indent="0">
              <a:buNone/>
            </a:pPr>
            <a:r>
              <a:rPr lang="en-US" altLang="zh-CN" dirty="0"/>
              <a:t>   #3.    print(x)</a:t>
            </a:r>
            <a:endParaRPr lang="en-US" altLang="zh-CN" dirty="0"/>
          </a:p>
          <a:p>
            <a:pPr marL="457200" lvl="1" indent="0">
              <a:buNone/>
            </a:pPr>
            <a:r>
              <a:rPr lang="en-US" altLang="zh-CN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【D】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63352" y="188640"/>
            <a:ext cx="11928648" cy="6788598"/>
          </a:xfrm>
        </p:spPr>
        <p:txBody>
          <a:bodyPr>
            <a:normAutofit/>
          </a:bodyPr>
          <a:lstStyle/>
          <a:p>
            <a:pPr marL="457200" lvl="1" indent="0">
              <a:buNone/>
            </a:pPr>
            <a:r>
              <a:rPr lang="en-US" altLang="zh-CN" dirty="0"/>
              <a:t>19.Python</a:t>
            </a:r>
            <a:r>
              <a:rPr lang="zh-CN" altLang="en-US" dirty="0"/>
              <a:t>语句 </a:t>
            </a:r>
            <a:r>
              <a:rPr lang="en-US" altLang="zh-CN" dirty="0"/>
              <a:t>print(type((1,2,3,4)))</a:t>
            </a:r>
            <a:r>
              <a:rPr lang="zh-CN" altLang="en-US" dirty="0"/>
              <a:t>的输出结果是</a:t>
            </a:r>
            <a:r>
              <a:rPr lang="en-US" altLang="zh-CN" dirty="0"/>
              <a:t>___________</a:t>
            </a:r>
            <a:r>
              <a:rPr lang="zh-CN" altLang="en-US" dirty="0"/>
              <a:t>。</a:t>
            </a:r>
            <a:endParaRPr lang="zh-CN" altLang="en-US" dirty="0"/>
          </a:p>
          <a:p>
            <a:pPr marL="457200" lvl="1" indent="0">
              <a:buNone/>
            </a:pPr>
            <a:r>
              <a:rPr lang="en-US" altLang="zh-CN" dirty="0"/>
              <a:t>A. &lt;class 'tuple'&gt;</a:t>
            </a:r>
            <a:endParaRPr lang="en-US" altLang="zh-CN" dirty="0"/>
          </a:p>
          <a:p>
            <a:pPr marL="457200" lvl="1" indent="0">
              <a:buNone/>
            </a:pPr>
            <a:r>
              <a:rPr lang="en-US" altLang="zh-CN" dirty="0"/>
              <a:t>B. &lt;class '</a:t>
            </a:r>
            <a:r>
              <a:rPr lang="en-US" altLang="zh-CN" dirty="0" err="1"/>
              <a:t>dict</a:t>
            </a:r>
            <a:r>
              <a:rPr lang="en-US" altLang="zh-CN" dirty="0"/>
              <a:t>'&gt;</a:t>
            </a:r>
            <a:endParaRPr lang="en-US" altLang="zh-CN" dirty="0"/>
          </a:p>
          <a:p>
            <a:pPr marL="457200" lvl="1" indent="0">
              <a:buNone/>
            </a:pPr>
            <a:r>
              <a:rPr lang="en-US" altLang="zh-CN" dirty="0"/>
              <a:t>C. &lt;class 'set&gt;</a:t>
            </a:r>
            <a:endParaRPr lang="en-US" altLang="zh-CN" dirty="0"/>
          </a:p>
          <a:p>
            <a:pPr marL="457200" lvl="1" indent="0">
              <a:buNone/>
            </a:pPr>
            <a:r>
              <a:rPr lang="en-US" altLang="zh-CN" dirty="0"/>
              <a:t>D. &lt;class 'list’&gt;</a:t>
            </a:r>
            <a:endParaRPr lang="en-US" altLang="zh-CN" dirty="0"/>
          </a:p>
          <a:p>
            <a:pPr marL="457200" lvl="1" indent="0">
              <a:buNone/>
            </a:pPr>
            <a:endParaRPr lang="en-US" altLang="zh-CN" dirty="0"/>
          </a:p>
          <a:p>
            <a:pPr marL="457200" lvl="1" indent="0">
              <a:buNone/>
            </a:pPr>
            <a:endParaRPr lang="en-US" altLang="zh-CN" dirty="0"/>
          </a:p>
          <a:p>
            <a:pPr marL="457200" lvl="1" indent="0">
              <a:buNone/>
            </a:pPr>
            <a:endParaRPr lang="en-US" altLang="zh-CN" dirty="0"/>
          </a:p>
          <a:p>
            <a:pPr marL="457200" lvl="1" indent="0">
              <a:buNone/>
            </a:pPr>
            <a:r>
              <a:rPr lang="en-US" altLang="zh-CN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【A】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63352" y="188640"/>
            <a:ext cx="11928648" cy="6788598"/>
          </a:xfrm>
        </p:spPr>
        <p:txBody>
          <a:bodyPr>
            <a:normAutofit/>
          </a:bodyPr>
          <a:lstStyle/>
          <a:p>
            <a:pPr marL="457200" lvl="1" indent="0">
              <a:buNone/>
            </a:pPr>
            <a:r>
              <a:rPr lang="en-US" altLang="zh-CN" dirty="0"/>
              <a:t>20.</a:t>
            </a:r>
            <a:r>
              <a:rPr lang="zh-CN" altLang="en-US" dirty="0"/>
              <a:t>已知列表 </a:t>
            </a:r>
            <a:r>
              <a:rPr lang="en-US" altLang="zh-CN" dirty="0"/>
              <a:t>x = list(range(5)),</a:t>
            </a:r>
            <a:r>
              <a:rPr lang="zh-CN" altLang="en-US" dirty="0"/>
              <a:t>表达式 </a:t>
            </a:r>
            <a:r>
              <a:rPr lang="en-US" altLang="zh-CN" dirty="0" err="1"/>
              <a:t>x.index</a:t>
            </a:r>
            <a:r>
              <a:rPr lang="en-US" altLang="zh-CN" dirty="0"/>
              <a:t>(3) </a:t>
            </a:r>
            <a:r>
              <a:rPr lang="zh-CN" altLang="en-US" dirty="0"/>
              <a:t>的值为</a:t>
            </a:r>
            <a:r>
              <a:rPr lang="en-US" altLang="zh-CN" dirty="0"/>
              <a:t>________</a:t>
            </a:r>
            <a:r>
              <a:rPr lang="zh-CN" altLang="en-US" dirty="0"/>
              <a:t>。</a:t>
            </a:r>
            <a:endParaRPr lang="zh-CN" altLang="en-US" dirty="0"/>
          </a:p>
          <a:p>
            <a:pPr marL="457200" lvl="1" indent="0">
              <a:buNone/>
            </a:pPr>
            <a:r>
              <a:rPr lang="en-US" altLang="zh-CN" dirty="0"/>
              <a:t>A. 5</a:t>
            </a:r>
            <a:endParaRPr lang="en-US" altLang="zh-CN" dirty="0"/>
          </a:p>
          <a:p>
            <a:pPr marL="457200" lvl="1" indent="0">
              <a:buNone/>
            </a:pPr>
            <a:r>
              <a:rPr lang="en-US" altLang="zh-CN" dirty="0"/>
              <a:t>B. 4</a:t>
            </a:r>
            <a:endParaRPr lang="en-US" altLang="zh-CN" dirty="0"/>
          </a:p>
          <a:p>
            <a:pPr marL="457200" lvl="1" indent="0">
              <a:buNone/>
            </a:pPr>
            <a:r>
              <a:rPr lang="en-US" altLang="zh-CN" dirty="0"/>
              <a:t>C. 3</a:t>
            </a:r>
            <a:endParaRPr lang="en-US" altLang="zh-CN" dirty="0"/>
          </a:p>
          <a:p>
            <a:pPr marL="457200" lvl="1" indent="0">
              <a:buNone/>
            </a:pPr>
            <a:r>
              <a:rPr lang="en-US" altLang="zh-CN" dirty="0"/>
              <a:t>D. </a:t>
            </a:r>
            <a:r>
              <a:rPr lang="zh-CN" altLang="en-US" dirty="0"/>
              <a:t>出错</a:t>
            </a:r>
            <a:endParaRPr lang="en-US" altLang="zh-CN" dirty="0"/>
          </a:p>
          <a:p>
            <a:pPr marL="457200" lvl="1" indent="0">
              <a:buNone/>
            </a:pPr>
            <a:endParaRPr lang="en-US" altLang="zh-CN" dirty="0"/>
          </a:p>
          <a:p>
            <a:pPr marL="457200" lvl="1" indent="0">
              <a:buNone/>
            </a:pPr>
            <a:endParaRPr lang="en-US" altLang="zh-CN" dirty="0"/>
          </a:p>
          <a:p>
            <a:pPr marL="457200" lvl="1" indent="0">
              <a:buNone/>
            </a:pPr>
            <a:r>
              <a:rPr lang="en-US" altLang="zh-CN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【C】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63352" y="188640"/>
            <a:ext cx="11928648" cy="6788598"/>
          </a:xfrm>
        </p:spPr>
        <p:txBody>
          <a:bodyPr>
            <a:normAutofit/>
          </a:bodyPr>
          <a:lstStyle/>
          <a:p>
            <a:pPr marL="457200" lvl="1" indent="0">
              <a:buNone/>
            </a:pPr>
            <a:r>
              <a:rPr lang="zh-CN" altLang="en-US" dirty="0"/>
              <a:t>！</a:t>
            </a:r>
            <a:r>
              <a:rPr lang="en-US" altLang="zh-CN" dirty="0"/>
              <a:t>22.</a:t>
            </a:r>
            <a:r>
              <a:rPr lang="zh-CN" altLang="en-US" dirty="0"/>
              <a:t>在</a:t>
            </a:r>
            <a:r>
              <a:rPr lang="en-US" altLang="zh-CN" dirty="0"/>
              <a:t>IDLE</a:t>
            </a:r>
            <a:r>
              <a:rPr lang="zh-CN" altLang="en-US" dirty="0"/>
              <a:t>交互式界面中，能够浏览历史记录中上一条命令的快捷键是</a:t>
            </a:r>
            <a:r>
              <a:rPr lang="en-US" altLang="zh-CN" dirty="0"/>
              <a:t>___________</a:t>
            </a:r>
            <a:r>
              <a:rPr lang="zh-CN" altLang="en-US" dirty="0"/>
              <a:t>。</a:t>
            </a:r>
            <a:endParaRPr lang="zh-CN" altLang="en-US" dirty="0"/>
          </a:p>
          <a:p>
            <a:pPr marL="457200" lvl="1" indent="0">
              <a:buNone/>
            </a:pPr>
            <a:r>
              <a:rPr lang="en-US" altLang="zh-CN" dirty="0"/>
              <a:t>A. </a:t>
            </a:r>
            <a:r>
              <a:rPr lang="en-US" altLang="zh-CN" dirty="0" err="1"/>
              <a:t>Alt+A</a:t>
            </a:r>
            <a:endParaRPr lang="en-US" altLang="zh-CN" dirty="0"/>
          </a:p>
          <a:p>
            <a:pPr marL="457200" lvl="1" indent="0">
              <a:buNone/>
            </a:pPr>
            <a:r>
              <a:rPr lang="en-US" altLang="zh-CN" dirty="0"/>
              <a:t>B. </a:t>
            </a:r>
            <a:r>
              <a:rPr lang="en-US" altLang="zh-CN" dirty="0" err="1"/>
              <a:t>Alt+P</a:t>
            </a:r>
            <a:endParaRPr lang="en-US" altLang="zh-CN" dirty="0"/>
          </a:p>
          <a:p>
            <a:pPr marL="457200" lvl="1" indent="0">
              <a:buNone/>
            </a:pPr>
            <a:r>
              <a:rPr lang="en-US" altLang="zh-CN" dirty="0"/>
              <a:t>C. </a:t>
            </a:r>
            <a:r>
              <a:rPr lang="en-US" altLang="zh-CN" dirty="0" err="1"/>
              <a:t>Alt+N</a:t>
            </a:r>
            <a:endParaRPr lang="en-US" altLang="zh-CN" dirty="0"/>
          </a:p>
          <a:p>
            <a:pPr marL="457200" lvl="1" indent="0">
              <a:buNone/>
            </a:pPr>
            <a:r>
              <a:rPr lang="en-US" altLang="zh-CN" dirty="0"/>
              <a:t>D. </a:t>
            </a:r>
            <a:r>
              <a:rPr lang="en-US" altLang="zh-CN" dirty="0" err="1"/>
              <a:t>Alt+C</a:t>
            </a:r>
            <a:endParaRPr lang="en-US" altLang="zh-CN" dirty="0"/>
          </a:p>
          <a:p>
            <a:pPr marL="457200" lvl="1" indent="0">
              <a:buNone/>
            </a:pPr>
            <a:endParaRPr lang="en-US" altLang="zh-CN" dirty="0"/>
          </a:p>
          <a:p>
            <a:pPr marL="457200" lvl="1" indent="0">
              <a:buNone/>
            </a:pPr>
            <a:endParaRPr lang="en-US" altLang="zh-CN" dirty="0"/>
          </a:p>
          <a:p>
            <a:pPr marL="457200" lvl="1" indent="0">
              <a:buNone/>
            </a:pPr>
            <a:r>
              <a:rPr lang="en-US" altLang="zh-CN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【B】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altLang="zh-CN" dirty="0"/>
              <a:t>22</a:t>
            </a:r>
            <a:r>
              <a:rPr lang="zh-CN" altLang="en-US" dirty="0"/>
              <a:t>错误</a:t>
            </a:r>
            <a:r>
              <a:rPr lang="en-US" altLang="zh-CN" dirty="0"/>
              <a:t>15</a:t>
            </a:r>
            <a:r>
              <a:rPr lang="zh-CN" altLang="en-US" dirty="0"/>
              <a:t>人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2309401014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2309401015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2309404019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2309404028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2309404032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2309404063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2309404094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2309404114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2309408005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2309408010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2309408012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2309408019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2309408030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2409401017</a:t>
            </a: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63352" y="188640"/>
            <a:ext cx="11928648" cy="6788598"/>
          </a:xfrm>
        </p:spPr>
        <p:txBody>
          <a:bodyPr>
            <a:normAutofit/>
          </a:bodyPr>
          <a:lstStyle/>
          <a:p>
            <a:pPr marL="457200" lvl="1" indent="0">
              <a:buNone/>
            </a:pPr>
            <a:r>
              <a:rPr lang="en-US" altLang="zh-CN" dirty="0"/>
              <a:t>*23.</a:t>
            </a:r>
            <a:r>
              <a:rPr lang="zh-CN" altLang="en-US" dirty="0"/>
              <a:t>以下代码的输出结果是</a:t>
            </a:r>
            <a:r>
              <a:rPr lang="en-US" altLang="zh-CN" dirty="0"/>
              <a:t>________</a:t>
            </a:r>
            <a:r>
              <a:rPr lang="zh-CN" altLang="en-US" dirty="0"/>
              <a:t>。</a:t>
            </a:r>
            <a:endParaRPr lang="zh-CN" altLang="en-US" dirty="0"/>
          </a:p>
          <a:p>
            <a:pPr marL="457200" lvl="1" indent="0">
              <a:buNone/>
            </a:pPr>
            <a:r>
              <a:rPr lang="en-US" altLang="zh-CN" dirty="0"/>
              <a:t>#1. s=[4, 2, 9, 1]</a:t>
            </a:r>
            <a:endParaRPr lang="en-US" altLang="zh-CN" dirty="0"/>
          </a:p>
          <a:p>
            <a:pPr marL="457200" lvl="1" indent="0">
              <a:buNone/>
            </a:pPr>
            <a:r>
              <a:rPr lang="en-US" altLang="zh-CN" dirty="0"/>
              <a:t>#2. </a:t>
            </a:r>
            <a:r>
              <a:rPr lang="en-US" altLang="zh-CN" dirty="0" err="1"/>
              <a:t>s.insert</a:t>
            </a:r>
            <a:r>
              <a:rPr lang="en-US" altLang="zh-CN" dirty="0"/>
              <a:t>(3, 5)   </a:t>
            </a:r>
            <a:endParaRPr lang="en-US" altLang="zh-CN" dirty="0"/>
          </a:p>
          <a:p>
            <a:pPr marL="457200" lvl="1" indent="0">
              <a:buNone/>
            </a:pPr>
            <a:r>
              <a:rPr lang="en-US" altLang="zh-CN" dirty="0"/>
              <a:t>#3. print(s)</a:t>
            </a:r>
            <a:endParaRPr lang="en-US" altLang="zh-CN" dirty="0"/>
          </a:p>
          <a:p>
            <a:pPr marL="457200" lvl="1" indent="0">
              <a:buNone/>
            </a:pPr>
            <a:r>
              <a:rPr lang="en-US" altLang="zh-CN" dirty="0"/>
              <a:t>A. [4, 2, 9, 2, 3, 5]</a:t>
            </a:r>
            <a:endParaRPr lang="en-US" altLang="zh-CN" dirty="0"/>
          </a:p>
          <a:p>
            <a:pPr marL="457200" lvl="1" indent="0">
              <a:buNone/>
            </a:pPr>
            <a:r>
              <a:rPr lang="en-US" altLang="zh-CN" dirty="0"/>
              <a:t>B. [4, 2, 9, 5, 1]</a:t>
            </a:r>
            <a:endParaRPr lang="en-US" altLang="zh-CN" dirty="0"/>
          </a:p>
          <a:p>
            <a:pPr marL="457200" lvl="1" indent="0">
              <a:buNone/>
            </a:pPr>
            <a:r>
              <a:rPr lang="en-US" altLang="zh-CN" dirty="0"/>
              <a:t>C. [4, 2, 5, 9, 1]</a:t>
            </a:r>
            <a:endParaRPr lang="en-US" altLang="zh-CN" dirty="0"/>
          </a:p>
          <a:p>
            <a:pPr marL="457200" lvl="1" indent="0">
              <a:buNone/>
            </a:pPr>
            <a:r>
              <a:rPr lang="en-US" altLang="zh-CN" dirty="0"/>
              <a:t>D. [4, 2, 9, 1, 5]</a:t>
            </a:r>
            <a:endParaRPr lang="en-US" altLang="zh-CN" dirty="0"/>
          </a:p>
          <a:p>
            <a:pPr marL="457200" lvl="1" indent="0">
              <a:buNone/>
            </a:pPr>
            <a:endParaRPr lang="en-US" altLang="zh-CN" dirty="0"/>
          </a:p>
          <a:p>
            <a:pPr marL="457200" lvl="1" indent="0">
              <a:buNone/>
            </a:pPr>
            <a:endParaRPr lang="en-US" altLang="zh-CN" dirty="0"/>
          </a:p>
          <a:p>
            <a:pPr marL="457200" lvl="1" indent="0">
              <a:buNone/>
            </a:pPr>
            <a:r>
              <a:rPr lang="en-US" altLang="zh-CN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【B】 </a:t>
            </a:r>
            <a:r>
              <a:rPr lang="en-US" altLang="zh-CN" dirty="0" err="1"/>
              <a:t>s.insert</a:t>
            </a:r>
            <a:r>
              <a:rPr lang="en-US" altLang="zh-CN" dirty="0"/>
              <a:t>(3, 5) </a:t>
            </a:r>
            <a:r>
              <a:rPr lang="zh-CN" altLang="en-US" dirty="0"/>
              <a:t>在下标</a:t>
            </a:r>
            <a:r>
              <a:rPr lang="en-US" altLang="zh-CN" dirty="0"/>
              <a:t>3</a:t>
            </a:r>
            <a:r>
              <a:rPr lang="zh-CN" altLang="en-US" dirty="0"/>
              <a:t>处插入</a:t>
            </a:r>
            <a:r>
              <a:rPr lang="en-US" altLang="zh-CN" dirty="0"/>
              <a:t>5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63352" y="188640"/>
            <a:ext cx="11928648" cy="6788598"/>
          </a:xfrm>
        </p:spPr>
        <p:txBody>
          <a:bodyPr>
            <a:normAutofit/>
          </a:bodyPr>
          <a:lstStyle/>
          <a:p>
            <a:pPr marL="457200" lvl="1" indent="0">
              <a:buNone/>
            </a:pPr>
            <a:r>
              <a:rPr lang="en-US" altLang="zh-CN" dirty="0"/>
              <a:t>*24.</a:t>
            </a:r>
            <a:r>
              <a:rPr lang="zh-CN" altLang="en-US" dirty="0"/>
              <a:t>以下代码的输出结果是</a:t>
            </a:r>
            <a:r>
              <a:rPr lang="en-US" altLang="zh-CN" dirty="0"/>
              <a:t>________</a:t>
            </a:r>
            <a:r>
              <a:rPr lang="zh-CN" altLang="en-US" dirty="0"/>
              <a:t>。</a:t>
            </a:r>
            <a:endParaRPr lang="zh-CN" altLang="en-US" dirty="0"/>
          </a:p>
          <a:p>
            <a:pPr marL="457200" lvl="1" indent="0">
              <a:buNone/>
            </a:pPr>
            <a:r>
              <a:rPr lang="en-US" altLang="zh-CN" dirty="0"/>
              <a:t>#1. </a:t>
            </a: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ls=[ 'hello ', 13, [2023, 'world'], 20]</a:t>
            </a:r>
            <a:endParaRPr lang="en-US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lvl="1" indent="0">
              <a:buNone/>
            </a:pP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#2. print(ls[2][1][-1])</a:t>
            </a:r>
            <a:endParaRPr lang="en-US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lvl="1" indent="0">
              <a:buNone/>
            </a:pP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A. d</a:t>
            </a:r>
            <a:endParaRPr lang="en-US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lvl="1" indent="0">
              <a:buNone/>
            </a:pPr>
            <a:r>
              <a:rPr lang="en-US" altLang="zh-CN" dirty="0"/>
              <a:t>B. world</a:t>
            </a:r>
            <a:endParaRPr lang="en-US" altLang="zh-CN" dirty="0"/>
          </a:p>
          <a:p>
            <a:pPr marL="457200" lvl="1" indent="0">
              <a:buNone/>
            </a:pPr>
            <a:r>
              <a:rPr lang="en-US" altLang="zh-CN" dirty="0"/>
              <a:t>C. 2023</a:t>
            </a:r>
            <a:endParaRPr lang="en-US" altLang="zh-CN" dirty="0"/>
          </a:p>
          <a:p>
            <a:pPr marL="457200" lvl="1" indent="0">
              <a:buNone/>
            </a:pPr>
            <a:r>
              <a:rPr lang="en-US" altLang="zh-CN" dirty="0"/>
              <a:t>D. </a:t>
            </a:r>
            <a:r>
              <a:rPr lang="zh-CN" altLang="en-US" dirty="0"/>
              <a:t>出错</a:t>
            </a:r>
            <a:endParaRPr lang="en-US" altLang="zh-CN" dirty="0"/>
          </a:p>
          <a:p>
            <a:pPr marL="457200" lvl="1" indent="0">
              <a:buNone/>
            </a:pPr>
            <a:endParaRPr lang="en-US" altLang="zh-CN" dirty="0"/>
          </a:p>
          <a:p>
            <a:pPr marL="457200" lvl="1" indent="0">
              <a:buNone/>
            </a:pPr>
            <a:endParaRPr lang="en-US" altLang="zh-CN" dirty="0"/>
          </a:p>
          <a:p>
            <a:pPr marL="457200" lvl="1" indent="0">
              <a:buNone/>
            </a:pPr>
            <a:r>
              <a:rPr lang="en-US" altLang="zh-CN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【A】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63352" y="188640"/>
            <a:ext cx="11928648" cy="6788598"/>
          </a:xfrm>
        </p:spPr>
        <p:txBody>
          <a:bodyPr>
            <a:normAutofit/>
          </a:bodyPr>
          <a:lstStyle/>
          <a:p>
            <a:pPr marL="457200" lvl="1" indent="0">
              <a:buNone/>
            </a:pPr>
            <a:r>
              <a:rPr lang="en-US" altLang="zh-CN" dirty="0"/>
              <a:t>*25.</a:t>
            </a:r>
            <a:r>
              <a:rPr lang="zh-CN" altLang="en-US" dirty="0"/>
              <a:t>以下关于 </a:t>
            </a:r>
            <a:r>
              <a:rPr lang="en-US" altLang="zh-CN" dirty="0"/>
              <a:t>Python</a:t>
            </a:r>
            <a:r>
              <a:rPr lang="zh-CN" altLang="en-US" dirty="0"/>
              <a:t>元组的描述中</a:t>
            </a:r>
            <a:r>
              <a:rPr lang="en-US" altLang="zh-CN" dirty="0"/>
              <a:t>,</a:t>
            </a:r>
            <a:r>
              <a:rPr lang="zh-CN" altLang="en-US" dirty="0"/>
              <a:t>错误的是</a:t>
            </a:r>
            <a:r>
              <a:rPr lang="en-US" altLang="zh-CN" dirty="0"/>
              <a:t>________</a:t>
            </a:r>
            <a:r>
              <a:rPr lang="zh-CN" altLang="en-US" dirty="0"/>
              <a:t>。</a:t>
            </a:r>
            <a:endParaRPr lang="zh-CN" altLang="en-US" dirty="0"/>
          </a:p>
          <a:p>
            <a:pPr marL="457200" lvl="1" indent="0">
              <a:buNone/>
            </a:pPr>
            <a:r>
              <a:rPr lang="en-US" altLang="zh-CN" dirty="0"/>
              <a:t>A. </a:t>
            </a:r>
            <a:r>
              <a:rPr lang="zh-CN" altLang="en-US" dirty="0"/>
              <a:t>可以对元组进行成员关系操作、长度计算和切片</a:t>
            </a:r>
            <a:endParaRPr lang="zh-CN" altLang="en-US" dirty="0"/>
          </a:p>
          <a:p>
            <a:pPr marL="457200" lvl="1" indent="0">
              <a:buNone/>
            </a:pPr>
            <a:r>
              <a:rPr lang="en-US" altLang="zh-CN" dirty="0"/>
              <a:t>B. </a:t>
            </a:r>
            <a:r>
              <a:rPr lang="zh-CN" altLang="en-US" dirty="0"/>
              <a:t>元组的长度和内容都不可以改变</a:t>
            </a:r>
            <a:r>
              <a:rPr lang="en-US" altLang="zh-CN" dirty="0"/>
              <a:t>,</a:t>
            </a:r>
            <a:r>
              <a:rPr lang="zh-CN" altLang="en-US" dirty="0"/>
              <a:t>且元素类型必须相同</a:t>
            </a:r>
            <a:endParaRPr lang="zh-CN" altLang="en-US" dirty="0"/>
          </a:p>
          <a:p>
            <a:pPr marL="457200" lvl="1" indent="0">
              <a:buNone/>
            </a:pPr>
            <a:r>
              <a:rPr lang="en-US" altLang="zh-CN" dirty="0"/>
              <a:t>C. </a:t>
            </a:r>
            <a:r>
              <a:rPr lang="zh-CN" altLang="en-US" dirty="0"/>
              <a:t>元组可以同时使用正向递増序号和反向递减序号进行索引</a:t>
            </a:r>
            <a:endParaRPr lang="zh-CN" altLang="en-US" dirty="0"/>
          </a:p>
          <a:p>
            <a:pPr marL="457200" lvl="1" indent="0">
              <a:buNone/>
            </a:pPr>
            <a:r>
              <a:rPr lang="en-US" altLang="zh-CN" dirty="0"/>
              <a:t>D. </a:t>
            </a:r>
            <a:r>
              <a:rPr lang="zh-CN" altLang="en-US" dirty="0"/>
              <a:t>可以使用比较操作符</a:t>
            </a:r>
            <a:r>
              <a:rPr lang="en-US" altLang="zh-CN" dirty="0"/>
              <a:t>(</a:t>
            </a:r>
            <a:r>
              <a:rPr lang="zh-CN" altLang="en-US" dirty="0"/>
              <a:t>如</a:t>
            </a:r>
            <a:r>
              <a:rPr lang="en-US" altLang="zh-CN" dirty="0"/>
              <a:t>&gt;</a:t>
            </a:r>
            <a:r>
              <a:rPr lang="zh-CN" altLang="en-US" dirty="0"/>
              <a:t>或</a:t>
            </a:r>
            <a:r>
              <a:rPr lang="en-US" altLang="zh-CN" dirty="0"/>
              <a:t>&lt;</a:t>
            </a:r>
            <a:r>
              <a:rPr lang="zh-CN" altLang="en-US" dirty="0"/>
              <a:t>等</a:t>
            </a:r>
            <a:r>
              <a:rPr lang="en-US" altLang="zh-CN" dirty="0"/>
              <a:t>)</a:t>
            </a:r>
            <a:r>
              <a:rPr lang="zh-CN" altLang="en-US" dirty="0"/>
              <a:t>对元组进行比较</a:t>
            </a:r>
            <a:endParaRPr lang="en-US" altLang="zh-CN" dirty="0"/>
          </a:p>
          <a:p>
            <a:pPr marL="457200" lvl="1" indent="0">
              <a:buNone/>
            </a:pPr>
            <a:endParaRPr lang="en-US" altLang="zh-CN" dirty="0"/>
          </a:p>
          <a:p>
            <a:pPr marL="457200" lvl="1" indent="0">
              <a:buNone/>
            </a:pPr>
            <a:endParaRPr lang="en-US" altLang="zh-CN" dirty="0"/>
          </a:p>
          <a:p>
            <a:pPr marL="457200" lvl="1" indent="0">
              <a:buNone/>
            </a:pPr>
            <a:endParaRPr lang="en-US" altLang="zh-CN" dirty="0"/>
          </a:p>
          <a:p>
            <a:pPr marL="457200" lvl="1" indent="0">
              <a:buNone/>
            </a:pPr>
            <a:r>
              <a:rPr lang="en-US" altLang="zh-CN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【B】 </a:t>
            </a:r>
            <a:r>
              <a:rPr lang="zh-CN" altLang="en-US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元组内容和长度不可变，但元素类型可以不同，例如</a:t>
            </a:r>
            <a:r>
              <a:rPr lang="en-US" altLang="zh-CN" kern="10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 t=(1, 3.14, ‘a’)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63352" y="188640"/>
            <a:ext cx="11928648" cy="6788598"/>
          </a:xfrm>
        </p:spPr>
        <p:txBody>
          <a:bodyPr>
            <a:normAutofit/>
          </a:bodyPr>
          <a:lstStyle/>
          <a:p>
            <a:pPr marL="457200" lvl="1" indent="0">
              <a:buNone/>
            </a:pPr>
            <a:r>
              <a:rPr lang="en-US" altLang="zh-CN" dirty="0"/>
              <a:t>*26.</a:t>
            </a:r>
            <a:r>
              <a:rPr lang="zh-CN" altLang="en-US" dirty="0"/>
              <a:t>下面代码输出结果为</a:t>
            </a:r>
            <a:r>
              <a:rPr lang="en-US" altLang="zh-CN" dirty="0"/>
              <a:t>_______________</a:t>
            </a:r>
            <a:r>
              <a:rPr lang="zh-CN" altLang="en-US" dirty="0"/>
              <a:t>。</a:t>
            </a:r>
            <a:endParaRPr lang="zh-CN" altLang="en-US" dirty="0"/>
          </a:p>
          <a:p>
            <a:pPr marL="457200" lvl="1" indent="0">
              <a:buNone/>
            </a:pPr>
            <a:r>
              <a:rPr lang="en-US" altLang="zh-CN" dirty="0"/>
              <a:t>#1. x=[3,2,1]</a:t>
            </a:r>
            <a:endParaRPr lang="en-US" altLang="zh-CN" dirty="0"/>
          </a:p>
          <a:p>
            <a:pPr marL="457200" lvl="1" indent="0">
              <a:buNone/>
            </a:pPr>
            <a:r>
              <a:rPr lang="en-US" altLang="zh-CN" dirty="0"/>
              <a:t>#2. L=x</a:t>
            </a:r>
            <a:endParaRPr lang="en-US" altLang="zh-CN" dirty="0"/>
          </a:p>
          <a:p>
            <a:pPr marL="457200" lvl="1" indent="0">
              <a:buNone/>
            </a:pPr>
            <a:r>
              <a:rPr lang="en-US" altLang="zh-CN" dirty="0"/>
              <a:t>#3. for </a:t>
            </a:r>
            <a:r>
              <a:rPr lang="en-US" altLang="zh-CN" dirty="0" err="1"/>
              <a:t>i</a:t>
            </a:r>
            <a:r>
              <a:rPr lang="en-US" altLang="zh-CN" dirty="0"/>
              <a:t> in range(x[0]):</a:t>
            </a:r>
            <a:endParaRPr lang="en-US" altLang="zh-CN" dirty="0"/>
          </a:p>
          <a:p>
            <a:pPr marL="457200" lvl="1" indent="0">
              <a:buNone/>
            </a:pPr>
            <a:r>
              <a:rPr lang="en-US" altLang="zh-CN" dirty="0"/>
              <a:t>#4.   </a:t>
            </a:r>
            <a:r>
              <a:rPr lang="en-US" altLang="zh-CN" dirty="0" err="1"/>
              <a:t>L.append</a:t>
            </a:r>
            <a:r>
              <a:rPr lang="en-US" altLang="zh-CN" dirty="0"/>
              <a:t>(</a:t>
            </a:r>
            <a:r>
              <a:rPr lang="en-US" altLang="zh-CN" dirty="0" err="1"/>
              <a:t>i</a:t>
            </a:r>
            <a:r>
              <a:rPr lang="en-US" altLang="zh-CN" dirty="0"/>
              <a:t>**</a:t>
            </a:r>
            <a:r>
              <a:rPr lang="en-US" altLang="zh-CN" dirty="0" err="1"/>
              <a:t>i</a:t>
            </a:r>
            <a:r>
              <a:rPr lang="en-US" altLang="zh-CN" dirty="0"/>
              <a:t>)</a:t>
            </a:r>
            <a:endParaRPr lang="en-US" altLang="zh-CN" dirty="0"/>
          </a:p>
          <a:p>
            <a:pPr marL="457200" lvl="1" indent="0">
              <a:buNone/>
            </a:pPr>
            <a:r>
              <a:rPr lang="en-US" altLang="zh-CN" dirty="0"/>
              <a:t>#5. print(x)</a:t>
            </a:r>
            <a:endParaRPr lang="en-US" altLang="zh-CN" dirty="0"/>
          </a:p>
          <a:p>
            <a:pPr marL="457200" lvl="1" indent="0">
              <a:buNone/>
            </a:pPr>
            <a:r>
              <a:rPr lang="en-US" altLang="zh-CN" dirty="0"/>
              <a:t>A. [3,2,1]</a:t>
            </a:r>
            <a:endParaRPr lang="en-US" altLang="zh-CN" dirty="0"/>
          </a:p>
          <a:p>
            <a:pPr marL="457200" lvl="1" indent="0">
              <a:buNone/>
            </a:pPr>
            <a:r>
              <a:rPr lang="en-US" altLang="zh-CN" dirty="0"/>
              <a:t>B. [3,2,1,0,1,4]</a:t>
            </a:r>
            <a:endParaRPr lang="en-US" altLang="zh-CN" dirty="0"/>
          </a:p>
          <a:p>
            <a:pPr marL="457200" lvl="1" indent="0">
              <a:buNone/>
            </a:pPr>
            <a:r>
              <a:rPr lang="en-US" altLang="zh-CN" dirty="0"/>
              <a:t>C. [3,2,1,1,1,4]</a:t>
            </a:r>
            <a:endParaRPr lang="en-US" altLang="zh-CN" dirty="0"/>
          </a:p>
          <a:p>
            <a:pPr marL="457200" lvl="1" indent="0">
              <a:buNone/>
            </a:pPr>
            <a:r>
              <a:rPr lang="en-US" altLang="zh-CN" dirty="0"/>
              <a:t>D. [1,1,4]</a:t>
            </a:r>
            <a:endParaRPr lang="en-US" altLang="zh-CN" dirty="0"/>
          </a:p>
          <a:p>
            <a:pPr marL="457200" lvl="1" indent="0">
              <a:buNone/>
            </a:pPr>
            <a:endParaRPr lang="en-US" altLang="zh-CN" dirty="0"/>
          </a:p>
          <a:p>
            <a:pPr marL="457200" lvl="1" indent="0">
              <a:buNone/>
            </a:pPr>
            <a:endParaRPr lang="en-US" altLang="zh-CN" dirty="0"/>
          </a:p>
          <a:p>
            <a:pPr marL="457200" lvl="1" indent="0">
              <a:buNone/>
            </a:pPr>
            <a:r>
              <a:rPr lang="en-US" altLang="zh-CN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【C】  0**0=1 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63352" y="188640"/>
            <a:ext cx="11928648" cy="6788598"/>
          </a:xfrm>
        </p:spPr>
        <p:txBody>
          <a:bodyPr>
            <a:normAutofit/>
          </a:bodyPr>
          <a:lstStyle/>
          <a:p>
            <a:pPr marL="457200" lvl="1" indent="0">
              <a:buNone/>
            </a:pPr>
            <a:r>
              <a:rPr lang="en-US" altLang="zh-CN" dirty="0"/>
              <a:t>*27.</a:t>
            </a:r>
            <a:r>
              <a:rPr lang="zh-CN" altLang="en-US" dirty="0"/>
              <a:t>已知列表 </a:t>
            </a:r>
            <a:r>
              <a:rPr lang="en-US" altLang="zh-CN" dirty="0"/>
              <a:t>x = list(range(5)),</a:t>
            </a:r>
            <a:r>
              <a:rPr lang="zh-CN" altLang="en-US" dirty="0"/>
              <a:t>那么执行语句 </a:t>
            </a:r>
            <a:r>
              <a:rPr lang="en-US" altLang="zh-CN" dirty="0" err="1"/>
              <a:t>x.remove</a:t>
            </a:r>
            <a:r>
              <a:rPr lang="en-US" altLang="zh-CN" dirty="0"/>
              <a:t>(2) </a:t>
            </a:r>
            <a:r>
              <a:rPr lang="zh-CN" altLang="en-US" dirty="0"/>
              <a:t>之后</a:t>
            </a:r>
            <a:r>
              <a:rPr lang="en-US" altLang="zh-CN" dirty="0"/>
              <a:t>,</a:t>
            </a:r>
            <a:r>
              <a:rPr lang="zh-CN" altLang="en-US" dirty="0"/>
              <a:t>表达式 </a:t>
            </a:r>
            <a:r>
              <a:rPr lang="en-US" altLang="zh-CN" dirty="0" err="1"/>
              <a:t>x.index</a:t>
            </a:r>
            <a:r>
              <a:rPr lang="en-US" altLang="zh-CN" dirty="0"/>
              <a:t>(4) </a:t>
            </a:r>
            <a:r>
              <a:rPr lang="zh-CN" altLang="en-US" dirty="0"/>
              <a:t>的值为</a:t>
            </a:r>
            <a:r>
              <a:rPr lang="en-US" altLang="zh-CN" dirty="0"/>
              <a:t>________</a:t>
            </a:r>
            <a:r>
              <a:rPr lang="zh-CN" altLang="en-US" dirty="0"/>
              <a:t>。</a:t>
            </a:r>
            <a:endParaRPr lang="zh-CN" altLang="en-US" dirty="0"/>
          </a:p>
          <a:p>
            <a:pPr marL="457200" lvl="1" indent="0">
              <a:buNone/>
            </a:pPr>
            <a:r>
              <a:rPr lang="en-US" altLang="zh-CN" dirty="0"/>
              <a:t>A. 5</a:t>
            </a:r>
            <a:endParaRPr lang="en-US" altLang="zh-CN" dirty="0"/>
          </a:p>
          <a:p>
            <a:pPr marL="457200" lvl="1" indent="0">
              <a:buNone/>
            </a:pPr>
            <a:r>
              <a:rPr lang="en-US" altLang="zh-CN" dirty="0"/>
              <a:t>B. 4</a:t>
            </a:r>
            <a:endParaRPr lang="en-US" altLang="zh-CN" dirty="0"/>
          </a:p>
          <a:p>
            <a:pPr marL="457200" lvl="1" indent="0">
              <a:buNone/>
            </a:pPr>
            <a:r>
              <a:rPr lang="en-US" altLang="zh-CN" dirty="0"/>
              <a:t>C. 3</a:t>
            </a:r>
            <a:endParaRPr lang="en-US" altLang="zh-CN" dirty="0"/>
          </a:p>
          <a:p>
            <a:pPr marL="457200" lvl="1" indent="0">
              <a:buNone/>
            </a:pPr>
            <a:r>
              <a:rPr lang="en-US" altLang="zh-CN" dirty="0"/>
              <a:t>D. 2</a:t>
            </a:r>
            <a:endParaRPr lang="en-US" altLang="zh-CN" dirty="0"/>
          </a:p>
          <a:p>
            <a:pPr marL="457200" lvl="1" indent="0">
              <a:buNone/>
            </a:pPr>
            <a:endParaRPr lang="en-US" altLang="zh-CN" dirty="0"/>
          </a:p>
          <a:p>
            <a:pPr marL="457200" lvl="1" indent="0">
              <a:buNone/>
            </a:pPr>
            <a:endParaRPr lang="en-US" altLang="zh-CN" dirty="0"/>
          </a:p>
          <a:p>
            <a:pPr marL="457200" lvl="1" indent="0">
              <a:buNone/>
            </a:pPr>
            <a:r>
              <a:rPr lang="en-US" altLang="zh-CN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【C】 x=[0,1,2,3,4]</a:t>
            </a:r>
            <a:endParaRPr lang="en-US" altLang="zh-CN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457200" lvl="1" indent="0">
              <a:buNone/>
            </a:pPr>
            <a:r>
              <a:rPr lang="en-US" altLang="zh-CN" kern="10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	      x =[0,1,3,4]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63352" y="188640"/>
            <a:ext cx="11928648" cy="6788598"/>
          </a:xfrm>
        </p:spPr>
        <p:txBody>
          <a:bodyPr>
            <a:normAutofit/>
          </a:bodyPr>
          <a:lstStyle/>
          <a:p>
            <a:pPr marL="457200" lvl="1" indent="0">
              <a:buNone/>
            </a:pPr>
            <a:r>
              <a:rPr lang="en-US" altLang="zh-CN" dirty="0"/>
              <a:t>*29.</a:t>
            </a:r>
            <a:r>
              <a:rPr lang="zh-CN" altLang="en-US" dirty="0"/>
              <a:t>以下关于列表变量</a:t>
            </a:r>
            <a:r>
              <a:rPr lang="en-US" altLang="zh-CN" dirty="0"/>
              <a:t>ls</a:t>
            </a:r>
            <a:r>
              <a:rPr lang="zh-CN" altLang="en-US" dirty="0"/>
              <a:t>操作描述中</a:t>
            </a:r>
            <a:r>
              <a:rPr lang="en-US" altLang="zh-CN" dirty="0"/>
              <a:t>,</a:t>
            </a:r>
            <a:r>
              <a:rPr lang="zh-CN" altLang="en-US" dirty="0"/>
              <a:t>错误的是</a:t>
            </a:r>
            <a:r>
              <a:rPr lang="en-US" altLang="zh-CN" dirty="0"/>
              <a:t>________</a:t>
            </a:r>
            <a:r>
              <a:rPr lang="zh-CN" altLang="en-US" dirty="0"/>
              <a:t>。</a:t>
            </a:r>
            <a:endParaRPr lang="zh-CN" altLang="en-US" dirty="0"/>
          </a:p>
          <a:p>
            <a:pPr marL="457200" lvl="1" indent="0">
              <a:buNone/>
            </a:pPr>
            <a:r>
              <a:rPr lang="en-US" altLang="zh-CN" dirty="0"/>
              <a:t>A. </a:t>
            </a:r>
            <a:r>
              <a:rPr lang="en-US" altLang="zh-CN" dirty="0" err="1"/>
              <a:t>ls.sort</a:t>
            </a:r>
            <a:r>
              <a:rPr lang="en-US" altLang="zh-CN" dirty="0"/>
              <a:t>():</a:t>
            </a:r>
            <a:r>
              <a:rPr lang="zh-CN" altLang="en-US" dirty="0"/>
              <a:t>将列表</a:t>
            </a:r>
            <a:r>
              <a:rPr lang="en-US" altLang="zh-CN" dirty="0"/>
              <a:t>ls</a:t>
            </a:r>
            <a:r>
              <a:rPr lang="zh-CN" altLang="en-US" dirty="0"/>
              <a:t>中的所有元素升序排列</a:t>
            </a:r>
            <a:endParaRPr lang="zh-CN" altLang="en-US" dirty="0"/>
          </a:p>
          <a:p>
            <a:pPr marL="457200" lvl="1" indent="0">
              <a:buNone/>
            </a:pPr>
            <a:r>
              <a:rPr lang="en-US" altLang="zh-CN" dirty="0"/>
              <a:t>B. </a:t>
            </a:r>
            <a:r>
              <a:rPr lang="en-US" altLang="zh-CN" dirty="0" err="1"/>
              <a:t>ls.clear</a:t>
            </a:r>
            <a:r>
              <a:rPr lang="en-US" altLang="zh-CN" dirty="0"/>
              <a:t>():</a:t>
            </a:r>
            <a:r>
              <a:rPr lang="zh-CN" altLang="en-US" dirty="0"/>
              <a:t>清空列表</a:t>
            </a:r>
            <a:r>
              <a:rPr lang="en-US" altLang="zh-CN" dirty="0"/>
              <a:t>ls</a:t>
            </a:r>
            <a:r>
              <a:rPr lang="zh-CN" altLang="en-US" dirty="0"/>
              <a:t>中的所有元素</a:t>
            </a:r>
            <a:endParaRPr lang="zh-CN" altLang="en-US" dirty="0"/>
          </a:p>
          <a:p>
            <a:pPr marL="457200" lvl="1" indent="0">
              <a:buNone/>
            </a:pPr>
            <a:r>
              <a:rPr lang="en-US" altLang="zh-CN" dirty="0"/>
              <a:t>C. </a:t>
            </a:r>
            <a:r>
              <a:rPr lang="en-US" altLang="zh-CN" dirty="0" err="1"/>
              <a:t>ls.pop</a:t>
            </a:r>
            <a:r>
              <a:rPr lang="en-US" altLang="zh-CN" dirty="0"/>
              <a:t>():</a:t>
            </a:r>
            <a:r>
              <a:rPr lang="zh-CN" altLang="en-US" dirty="0"/>
              <a:t>删除列表</a:t>
            </a:r>
            <a:r>
              <a:rPr lang="en-US" altLang="zh-CN" dirty="0"/>
              <a:t>ls</a:t>
            </a:r>
            <a:r>
              <a:rPr lang="zh-CN" altLang="en-US" dirty="0"/>
              <a:t>中最后一个元素</a:t>
            </a:r>
            <a:endParaRPr lang="zh-CN" altLang="en-US" dirty="0"/>
          </a:p>
          <a:p>
            <a:pPr marL="457200" lvl="1" indent="0">
              <a:buNone/>
            </a:pPr>
            <a:r>
              <a:rPr lang="en-US" altLang="zh-CN" dirty="0"/>
              <a:t>D. </a:t>
            </a:r>
            <a:r>
              <a:rPr lang="en-US" altLang="zh-CN" dirty="0" err="1"/>
              <a:t>ls.pop</a:t>
            </a:r>
            <a:r>
              <a:rPr lang="en-US" altLang="zh-CN" dirty="0"/>
              <a:t>(x):</a:t>
            </a:r>
            <a:r>
              <a:rPr lang="zh-CN" altLang="en-US" dirty="0"/>
              <a:t>删除列表</a:t>
            </a:r>
            <a:r>
              <a:rPr lang="en-US" altLang="zh-CN" dirty="0"/>
              <a:t>ls</a:t>
            </a:r>
            <a:r>
              <a:rPr lang="zh-CN" altLang="en-US" dirty="0"/>
              <a:t>中值为</a:t>
            </a:r>
            <a:r>
              <a:rPr lang="en-US" altLang="zh-CN" dirty="0"/>
              <a:t>x</a:t>
            </a:r>
            <a:r>
              <a:rPr lang="zh-CN" altLang="en-US" dirty="0"/>
              <a:t>的元素</a:t>
            </a:r>
            <a:endParaRPr lang="en-US" altLang="zh-CN" dirty="0"/>
          </a:p>
          <a:p>
            <a:pPr marL="457200" lvl="1" indent="0">
              <a:buNone/>
            </a:pPr>
            <a:endParaRPr lang="en-US" altLang="zh-CN" dirty="0"/>
          </a:p>
          <a:p>
            <a:pPr marL="457200" lvl="1" indent="0">
              <a:buNone/>
            </a:pPr>
            <a:endParaRPr lang="en-US" altLang="zh-CN" dirty="0"/>
          </a:p>
          <a:p>
            <a:pPr marL="457200" lvl="1" indent="0">
              <a:buNone/>
            </a:pPr>
            <a:endParaRPr lang="en-US" altLang="zh-CN" dirty="0"/>
          </a:p>
          <a:p>
            <a:pPr marL="457200" lvl="1" indent="0">
              <a:buNone/>
            </a:pPr>
            <a:endParaRPr lang="en-US" altLang="zh-CN" dirty="0"/>
          </a:p>
          <a:p>
            <a:pPr marL="457200" lvl="1" indent="0">
              <a:buNone/>
            </a:pPr>
            <a:r>
              <a:rPr lang="en-US" altLang="zh-CN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【</a:t>
            </a:r>
            <a:r>
              <a:rPr lang="en-US" altLang="zh-CN" kern="100" dirty="0" err="1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D】ls.pop</a:t>
            </a:r>
            <a:r>
              <a:rPr lang="en-US" altLang="zh-CN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(x)</a:t>
            </a:r>
            <a:r>
              <a:rPr lang="zh-CN" altLang="en-US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抛出下标为</a:t>
            </a:r>
            <a:r>
              <a:rPr lang="en-US" altLang="zh-CN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zh-CN" altLang="en-US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的元素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63352" y="188640"/>
            <a:ext cx="11928648" cy="6788598"/>
          </a:xfrm>
        </p:spPr>
        <p:txBody>
          <a:bodyPr>
            <a:normAutofit/>
          </a:bodyPr>
          <a:lstStyle/>
          <a:p>
            <a:pPr marL="457200" lvl="1" indent="0">
              <a:buNone/>
            </a:pPr>
            <a:r>
              <a:rPr lang="zh-CN" altLang="en-US" dirty="0"/>
              <a:t>填空题</a:t>
            </a:r>
            <a:endParaRPr lang="zh-CN" altLang="en-US" dirty="0"/>
          </a:p>
          <a:p>
            <a:pPr marL="457200" lvl="1" indent="0">
              <a:buNone/>
            </a:pPr>
            <a:r>
              <a:rPr lang="en-US" altLang="zh-CN" dirty="0"/>
              <a:t>01.</a:t>
            </a:r>
            <a:r>
              <a:rPr lang="zh-CN" altLang="en-US" dirty="0"/>
              <a:t>已知</a:t>
            </a:r>
            <a:r>
              <a:rPr lang="en-US" altLang="zh-CN" dirty="0"/>
              <a:t>x=2</a:t>
            </a:r>
            <a:r>
              <a:rPr lang="zh-CN" altLang="en-US" dirty="0"/>
              <a:t>、</a:t>
            </a:r>
            <a:r>
              <a:rPr lang="en-US" altLang="zh-CN" dirty="0"/>
              <a:t>y=8,</a:t>
            </a:r>
            <a:r>
              <a:rPr lang="zh-CN" altLang="en-US" dirty="0"/>
              <a:t>表达式 </a:t>
            </a:r>
            <a:r>
              <a:rPr lang="en-US" altLang="zh-CN" dirty="0" err="1"/>
              <a:t>x+y</a:t>
            </a:r>
            <a:r>
              <a:rPr lang="en-US" altLang="zh-CN" dirty="0"/>
              <a:t> and y//2 </a:t>
            </a:r>
            <a:r>
              <a:rPr lang="zh-CN" altLang="en-US" dirty="0"/>
              <a:t>的值为</a:t>
            </a:r>
            <a:r>
              <a:rPr lang="en-US" altLang="zh-CN" dirty="0"/>
              <a:t>______________</a:t>
            </a:r>
            <a:r>
              <a:rPr lang="zh-CN" altLang="en-US" dirty="0"/>
              <a:t>。</a:t>
            </a:r>
            <a:endParaRPr lang="zh-CN" altLang="en-US" dirty="0"/>
          </a:p>
          <a:p>
            <a:pPr marL="457200" lvl="1" indent="0">
              <a:buNone/>
            </a:pPr>
            <a:endParaRPr lang="en-US" altLang="zh-CN" dirty="0"/>
          </a:p>
          <a:p>
            <a:pPr marL="457200" lvl="1" indent="0">
              <a:buNone/>
            </a:pPr>
            <a:r>
              <a:rPr lang="en-US" altLang="zh-CN" dirty="0"/>
              <a:t>02.</a:t>
            </a:r>
            <a:r>
              <a:rPr lang="zh-CN" altLang="en-US" dirty="0"/>
              <a:t>已知</a:t>
            </a:r>
            <a:r>
              <a:rPr lang="en-US" altLang="zh-CN" dirty="0"/>
              <a:t>A=3.5</a:t>
            </a:r>
            <a:r>
              <a:rPr lang="zh-CN" altLang="en-US" dirty="0"/>
              <a:t>、</a:t>
            </a:r>
            <a:r>
              <a:rPr lang="en-US" altLang="zh-CN" dirty="0"/>
              <a:t>B=5.0</a:t>
            </a:r>
            <a:r>
              <a:rPr lang="zh-CN" altLang="en-US" dirty="0"/>
              <a:t>、</a:t>
            </a:r>
            <a:r>
              <a:rPr lang="en-US" altLang="zh-CN" dirty="0"/>
              <a:t>C=2.5</a:t>
            </a:r>
            <a:r>
              <a:rPr lang="zh-CN" altLang="en-US" dirty="0"/>
              <a:t>、</a:t>
            </a:r>
            <a:r>
              <a:rPr lang="en-US" altLang="zh-CN" dirty="0"/>
              <a:t>D=True</a:t>
            </a:r>
            <a:r>
              <a:rPr lang="zh-CN" altLang="en-US" dirty="0"/>
              <a:t>，则表达式</a:t>
            </a:r>
            <a:endParaRPr lang="en-US" altLang="zh-CN" dirty="0"/>
          </a:p>
          <a:p>
            <a:pPr marL="457200" lvl="1" indent="0">
              <a:buNone/>
            </a:pPr>
            <a:r>
              <a:rPr lang="en-US" altLang="zh-CN" dirty="0"/>
              <a:t>      A&gt;0 or A+C&gt;B+3 and not D</a:t>
            </a:r>
            <a:r>
              <a:rPr lang="zh-CN" altLang="en-US" dirty="0"/>
              <a:t>的值为 </a:t>
            </a:r>
            <a:r>
              <a:rPr lang="en-US" altLang="zh-CN" dirty="0"/>
              <a:t>__________</a:t>
            </a:r>
            <a:r>
              <a:rPr lang="zh-CN" altLang="en-US" dirty="0"/>
              <a:t>。</a:t>
            </a:r>
            <a:endParaRPr lang="zh-CN" altLang="en-US" dirty="0"/>
          </a:p>
          <a:p>
            <a:pPr marL="457200" lvl="1" indent="0">
              <a:buNone/>
            </a:pPr>
            <a:r>
              <a:rPr lang="en-US" altLang="zh-CN" dirty="0"/>
              <a:t> </a:t>
            </a:r>
            <a:r>
              <a:rPr lang="zh-CN" altLang="en-US" dirty="0"/>
              <a:t>解答</a:t>
            </a:r>
            <a:r>
              <a:rPr lang="en-US" altLang="zh-CN" dirty="0"/>
              <a:t>True or False   and (not </a:t>
            </a:r>
            <a:r>
              <a:rPr lang="en-US" altLang="zh-CN" dirty="0"/>
              <a:t>True) =True or (False and False)</a:t>
            </a:r>
            <a:endParaRPr lang="en-US" altLang="zh-CN" dirty="0"/>
          </a:p>
          <a:p>
            <a:pPr marL="457200" lvl="1" indent="0">
              <a:buNone/>
            </a:pPr>
            <a:r>
              <a:rPr lang="en-US" altLang="zh-CN" dirty="0"/>
              <a:t>     </a:t>
            </a:r>
            <a:r>
              <a:rPr lang="zh-CN" altLang="en-US" dirty="0"/>
              <a:t>优先级：</a:t>
            </a:r>
            <a:r>
              <a:rPr lang="en-US" altLang="zh-CN" dirty="0"/>
              <a:t>not-&gt;and-&gt;or</a:t>
            </a:r>
            <a:endParaRPr lang="en-US" altLang="zh-CN" dirty="0"/>
          </a:p>
          <a:p>
            <a:pPr marL="457200" lvl="1" indent="0">
              <a:buNone/>
            </a:pPr>
            <a:endParaRPr lang="en-US" altLang="zh-CN" dirty="0"/>
          </a:p>
          <a:p>
            <a:pPr marL="457200" lvl="1" indent="0">
              <a:buNone/>
            </a:pPr>
            <a:endParaRPr lang="en-US" altLang="zh-CN" dirty="0"/>
          </a:p>
          <a:p>
            <a:pPr marL="457200" lvl="1" indent="0">
              <a:buNone/>
            </a:pPr>
            <a:r>
              <a:rPr lang="en-US" altLang="zh-CN" dirty="0"/>
              <a:t>【</a:t>
            </a:r>
            <a:r>
              <a:rPr lang="zh-CN" altLang="en-US" dirty="0"/>
              <a:t>答案</a:t>
            </a:r>
            <a:r>
              <a:rPr lang="en-US" altLang="zh-CN" dirty="0"/>
              <a:t>】</a:t>
            </a:r>
            <a:endParaRPr lang="en-US" altLang="zh-CN" dirty="0"/>
          </a:p>
          <a:p>
            <a:pPr marL="457200" lvl="1" indent="0">
              <a:buNone/>
            </a:pPr>
            <a:r>
              <a:rPr lang="en-US" altLang="zh-CN" dirty="0"/>
              <a:t>01.10 and</a:t>
            </a:r>
            <a:r>
              <a:rPr lang="zh-CN" altLang="en-US" dirty="0"/>
              <a:t> </a:t>
            </a:r>
            <a:r>
              <a:rPr lang="en-US" altLang="zh-CN" dirty="0"/>
              <a:t>4</a:t>
            </a:r>
            <a:r>
              <a:rPr lang="zh-CN" altLang="en-US" dirty="0"/>
              <a:t> </a:t>
            </a:r>
            <a:r>
              <a:rPr lang="en-US" altLang="zh-CN" dirty="0"/>
              <a:t>=</a:t>
            </a:r>
            <a:r>
              <a:rPr lang="zh-CN" altLang="en-US" dirty="0"/>
              <a:t> </a:t>
            </a:r>
            <a:r>
              <a:rPr lang="en-US" altLang="zh-CN" dirty="0"/>
              <a:t>4   </a:t>
            </a:r>
            <a:endParaRPr lang="en-US" altLang="zh-CN" dirty="0"/>
          </a:p>
          <a:p>
            <a:pPr marL="457200" lvl="1" indent="0">
              <a:buNone/>
            </a:pPr>
            <a:r>
              <a:rPr lang="en-US" altLang="zh-CN" dirty="0"/>
              <a:t>02.True    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63352" y="188640"/>
            <a:ext cx="11928648" cy="6788598"/>
          </a:xfrm>
        </p:spPr>
        <p:txBody>
          <a:bodyPr>
            <a:normAutofit/>
          </a:bodyPr>
          <a:lstStyle/>
          <a:p>
            <a:pPr marL="457200" lvl="1" indent="0">
              <a:buNone/>
            </a:pPr>
            <a:r>
              <a:rPr lang="en-US" altLang="zh-CN" dirty="0"/>
              <a:t>03.</a:t>
            </a:r>
            <a:r>
              <a:rPr lang="zh-CN" altLang="en-US" dirty="0"/>
              <a:t>以下程序中</a:t>
            </a:r>
            <a:r>
              <a:rPr lang="en-US" altLang="zh-CN" dirty="0"/>
              <a:t>,</a:t>
            </a:r>
            <a:r>
              <a:rPr lang="zh-CN" altLang="en-US" dirty="0"/>
              <a:t>输出结果一共</a:t>
            </a:r>
            <a:r>
              <a:rPr lang="en-US" altLang="zh-CN" dirty="0"/>
              <a:t>__________</a:t>
            </a:r>
            <a:r>
              <a:rPr lang="zh-CN" altLang="en-US" dirty="0"/>
              <a:t>行。</a:t>
            </a:r>
            <a:endParaRPr lang="zh-CN" altLang="en-US" dirty="0"/>
          </a:p>
          <a:p>
            <a:pPr marL="457200" lvl="1" indent="0">
              <a:buNone/>
            </a:pPr>
            <a:r>
              <a:rPr lang="en-US" altLang="zh-CN" dirty="0"/>
              <a:t>#1. for x in ['1','2','3']:</a:t>
            </a:r>
            <a:endParaRPr lang="en-US" altLang="zh-CN" dirty="0"/>
          </a:p>
          <a:p>
            <a:pPr marL="457200" lvl="1" indent="0">
              <a:buNone/>
            </a:pPr>
            <a:r>
              <a:rPr lang="en-US" altLang="zh-CN" dirty="0"/>
              <a:t>#2.   print('</a:t>
            </a:r>
            <a:r>
              <a:rPr lang="zh-CN" altLang="en-US" dirty="0"/>
              <a:t>循环执行中</a:t>
            </a:r>
            <a:r>
              <a:rPr lang="en-US" altLang="zh-CN" dirty="0"/>
              <a:t>:'+x)</a:t>
            </a:r>
            <a:endParaRPr lang="en-US" altLang="zh-CN" dirty="0"/>
          </a:p>
          <a:p>
            <a:pPr marL="457200" lvl="1" indent="0">
              <a:buNone/>
            </a:pPr>
            <a:r>
              <a:rPr lang="en-US" altLang="zh-CN" dirty="0"/>
              <a:t>#3. else:</a:t>
            </a:r>
            <a:endParaRPr lang="en-US" altLang="zh-CN" dirty="0"/>
          </a:p>
          <a:p>
            <a:pPr marL="457200" lvl="1" indent="0">
              <a:buNone/>
            </a:pPr>
            <a:r>
              <a:rPr lang="en-US" altLang="zh-CN" dirty="0"/>
              <a:t>#4.   print('</a:t>
            </a:r>
            <a:r>
              <a:rPr lang="zh-CN" altLang="en-US" dirty="0"/>
              <a:t>循环正常结束</a:t>
            </a:r>
            <a:r>
              <a:rPr lang="en-US" altLang="zh-CN" dirty="0"/>
              <a:t>’)</a:t>
            </a:r>
            <a:endParaRPr lang="en-US" altLang="zh-CN" dirty="0"/>
          </a:p>
          <a:p>
            <a:pPr marL="457200" lvl="1" indent="0">
              <a:buNone/>
            </a:pPr>
            <a:endParaRPr lang="en-US" altLang="zh-CN" dirty="0"/>
          </a:p>
          <a:p>
            <a:pPr marL="457200" lvl="1" indent="0">
              <a:buNone/>
            </a:pPr>
            <a:endParaRPr lang="en-US" altLang="zh-CN" dirty="0"/>
          </a:p>
          <a:p>
            <a:pPr marL="457200" lvl="1" indent="0">
              <a:buNone/>
            </a:pPr>
            <a:r>
              <a:rPr lang="en-US" altLang="zh-CN" dirty="0"/>
              <a:t>【4】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63352" y="188640"/>
            <a:ext cx="11928648" cy="6788598"/>
          </a:xfrm>
        </p:spPr>
        <p:txBody>
          <a:bodyPr>
            <a:normAutofit/>
          </a:bodyPr>
          <a:lstStyle/>
          <a:p>
            <a:pPr marL="457200" lvl="1" indent="0">
              <a:buNone/>
            </a:pPr>
            <a:r>
              <a:rPr lang="en-US" altLang="zh-CN" dirty="0"/>
              <a:t>*04.</a:t>
            </a:r>
            <a:r>
              <a:rPr lang="zh-CN" altLang="en-US" dirty="0"/>
              <a:t>运行以下程序</a:t>
            </a:r>
            <a:r>
              <a:rPr lang="en-US" altLang="zh-CN" dirty="0"/>
              <a:t>,</a:t>
            </a:r>
            <a:r>
              <a:rPr lang="zh-CN" altLang="en-US" dirty="0"/>
              <a:t>输入</a:t>
            </a:r>
            <a:r>
              <a:rPr lang="en-US" altLang="zh-CN" dirty="0"/>
              <a:t>32,</a:t>
            </a:r>
            <a:r>
              <a:rPr lang="zh-CN" altLang="en-US" dirty="0"/>
              <a:t>则输出结果是</a:t>
            </a:r>
            <a:r>
              <a:rPr lang="en-US" altLang="zh-CN" dirty="0"/>
              <a:t>___________</a:t>
            </a:r>
            <a:r>
              <a:rPr lang="zh-CN" altLang="en-US" dirty="0"/>
              <a:t>。</a:t>
            </a:r>
            <a:endParaRPr lang="zh-CN" altLang="en-US" dirty="0"/>
          </a:p>
          <a:p>
            <a:pPr marL="457200" lvl="1" indent="0">
              <a:buNone/>
            </a:pPr>
            <a:r>
              <a:rPr lang="en-US" altLang="zh-CN" dirty="0"/>
              <a:t>#1. x=eval(input('x='))</a:t>
            </a:r>
            <a:endParaRPr lang="en-US" altLang="zh-CN" dirty="0"/>
          </a:p>
          <a:p>
            <a:pPr marL="457200" lvl="1" indent="0">
              <a:buNone/>
            </a:pPr>
            <a:r>
              <a:rPr lang="en-US" altLang="zh-CN" dirty="0"/>
              <a:t>#2. y=0</a:t>
            </a:r>
            <a:endParaRPr lang="en-US" altLang="zh-CN" dirty="0"/>
          </a:p>
          <a:p>
            <a:pPr marL="457200" lvl="1" indent="0">
              <a:buNone/>
            </a:pPr>
            <a:r>
              <a:rPr lang="en-US" altLang="zh-CN" dirty="0"/>
              <a:t>#3. if x&gt;=0:</a:t>
            </a:r>
            <a:endParaRPr lang="en-US" altLang="zh-CN" dirty="0"/>
          </a:p>
          <a:p>
            <a:pPr marL="457200" lvl="1" indent="0">
              <a:buNone/>
            </a:pPr>
            <a:r>
              <a:rPr lang="en-US" altLang="zh-CN" dirty="0"/>
              <a:t>#4.    if x==0:</a:t>
            </a:r>
            <a:endParaRPr lang="en-US" altLang="zh-CN" dirty="0"/>
          </a:p>
          <a:p>
            <a:pPr marL="457200" lvl="1" indent="0">
              <a:buNone/>
            </a:pPr>
            <a:r>
              <a:rPr lang="en-US" altLang="zh-CN" dirty="0"/>
              <a:t>#5.       y=1</a:t>
            </a:r>
            <a:endParaRPr lang="en-US" altLang="zh-CN" dirty="0"/>
          </a:p>
          <a:p>
            <a:pPr marL="457200" lvl="1" indent="0">
              <a:buNone/>
            </a:pPr>
            <a:r>
              <a:rPr lang="en-US" altLang="zh-CN" dirty="0"/>
              <a:t>#6. else:</a:t>
            </a:r>
            <a:endParaRPr lang="en-US" altLang="zh-CN" dirty="0"/>
          </a:p>
          <a:p>
            <a:pPr marL="457200" lvl="1" indent="0">
              <a:buNone/>
            </a:pPr>
            <a:r>
              <a:rPr lang="en-US" altLang="zh-CN" dirty="0"/>
              <a:t>#7.    y=-1</a:t>
            </a:r>
            <a:endParaRPr lang="en-US" altLang="zh-CN" dirty="0"/>
          </a:p>
          <a:p>
            <a:pPr marL="457200" lvl="1" indent="0">
              <a:buNone/>
            </a:pPr>
            <a:r>
              <a:rPr lang="en-US" altLang="zh-CN" dirty="0"/>
              <a:t>#8. print(y)</a:t>
            </a:r>
            <a:endParaRPr lang="en-US" altLang="zh-CN" dirty="0"/>
          </a:p>
          <a:p>
            <a:pPr marL="457200" lvl="1" indent="0">
              <a:buNone/>
            </a:pPr>
            <a:endParaRPr lang="en-US" altLang="zh-CN" dirty="0"/>
          </a:p>
          <a:p>
            <a:pPr marL="457200" lvl="1" indent="0">
              <a:buNone/>
            </a:pPr>
            <a:endParaRPr lang="en-US" altLang="zh-CN" dirty="0"/>
          </a:p>
          <a:p>
            <a:pPr marL="457200" lvl="1" indent="0">
              <a:buNone/>
            </a:pPr>
            <a:endParaRPr lang="en-US" altLang="zh-CN" dirty="0"/>
          </a:p>
          <a:p>
            <a:pPr marL="457200" lvl="1" indent="0">
              <a:buNone/>
            </a:pPr>
            <a:r>
              <a:rPr lang="en-US" altLang="zh-CN" dirty="0"/>
              <a:t>【0】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63352" y="188640"/>
            <a:ext cx="11928648" cy="6788598"/>
          </a:xfrm>
        </p:spPr>
        <p:txBody>
          <a:bodyPr>
            <a:normAutofit/>
          </a:bodyPr>
          <a:lstStyle/>
          <a:p>
            <a:pPr marL="457200" lvl="1" indent="0">
              <a:buNone/>
            </a:pPr>
            <a:r>
              <a:rPr lang="en-US" altLang="zh-CN" sz="2600" dirty="0"/>
              <a:t>*05.</a:t>
            </a:r>
            <a:r>
              <a:rPr lang="zh-CN" altLang="en-US" sz="2600" dirty="0"/>
              <a:t>运行以下程序，并输入字符串“</a:t>
            </a:r>
            <a:r>
              <a:rPr lang="en-US" altLang="zh-CN" sz="2600" dirty="0"/>
              <a:t>I love </a:t>
            </a:r>
            <a:r>
              <a:rPr lang="en-US" altLang="zh-CN" sz="2600" dirty="0" err="1"/>
              <a:t>BeiJing</a:t>
            </a:r>
            <a:r>
              <a:rPr lang="en-US" altLang="zh-CN" sz="2600" dirty="0"/>
              <a:t> 2022”</a:t>
            </a:r>
            <a:r>
              <a:rPr lang="zh-CN" altLang="en-US" sz="2600" dirty="0"/>
              <a:t>（单词之间用一个空格分隔），程序的输出结果是</a:t>
            </a:r>
            <a:r>
              <a:rPr lang="en-US" altLang="zh-CN" sz="2600" dirty="0"/>
              <a:t>_________</a:t>
            </a:r>
            <a:r>
              <a:rPr lang="zh-CN" altLang="en-US" sz="2600" dirty="0"/>
              <a:t>。</a:t>
            </a:r>
            <a:endParaRPr lang="zh-CN" altLang="en-US" sz="2600" dirty="0"/>
          </a:p>
          <a:p>
            <a:pPr marL="457200" lvl="1" indent="0">
              <a:buNone/>
            </a:pPr>
            <a:r>
              <a:rPr lang="en-US" altLang="zh-CN" sz="2600" dirty="0"/>
              <a:t>#1. st1=input("Please input:")</a:t>
            </a:r>
            <a:endParaRPr lang="en-US" altLang="zh-CN" sz="2600" dirty="0"/>
          </a:p>
          <a:p>
            <a:pPr marL="457200" lvl="1" indent="0">
              <a:buNone/>
            </a:pPr>
            <a:r>
              <a:rPr lang="en-US" altLang="zh-CN" sz="2600" dirty="0"/>
              <a:t>#2. a=b=c=0</a:t>
            </a:r>
            <a:endParaRPr lang="en-US" altLang="zh-CN" sz="2600" dirty="0"/>
          </a:p>
          <a:p>
            <a:pPr marL="457200" lvl="1" indent="0">
              <a:buNone/>
            </a:pPr>
            <a:r>
              <a:rPr lang="en-US" altLang="zh-CN" sz="2600" dirty="0"/>
              <a:t>#3. for </a:t>
            </a:r>
            <a:r>
              <a:rPr lang="en-US" altLang="zh-CN" sz="2600" dirty="0" err="1"/>
              <a:t>ch</a:t>
            </a:r>
            <a:r>
              <a:rPr lang="en-US" altLang="zh-CN" sz="2600" dirty="0"/>
              <a:t> in st1:</a:t>
            </a:r>
            <a:endParaRPr lang="en-US" altLang="zh-CN" sz="2600" dirty="0"/>
          </a:p>
          <a:p>
            <a:pPr marL="457200" lvl="1" indent="0">
              <a:buNone/>
            </a:pPr>
            <a:r>
              <a:rPr lang="en-US" altLang="zh-CN" sz="2600" dirty="0"/>
              <a:t>#4.    if '0'&lt;=</a:t>
            </a:r>
            <a:r>
              <a:rPr lang="en-US" altLang="zh-CN" sz="2600" dirty="0" err="1"/>
              <a:t>ch</a:t>
            </a:r>
            <a:r>
              <a:rPr lang="en-US" altLang="zh-CN" sz="2600" dirty="0"/>
              <a:t>&lt;='9':</a:t>
            </a:r>
            <a:endParaRPr lang="en-US" altLang="zh-CN" sz="2600" dirty="0"/>
          </a:p>
          <a:p>
            <a:pPr marL="457200" lvl="1" indent="0">
              <a:buNone/>
            </a:pPr>
            <a:r>
              <a:rPr lang="en-US" altLang="zh-CN" sz="2600" dirty="0"/>
              <a:t>#5.       a=a+1</a:t>
            </a:r>
            <a:endParaRPr lang="en-US" altLang="zh-CN" sz="2600" dirty="0"/>
          </a:p>
          <a:p>
            <a:pPr marL="457200" lvl="1" indent="0">
              <a:buNone/>
            </a:pPr>
            <a:r>
              <a:rPr lang="en-US" altLang="zh-CN" sz="2600" dirty="0"/>
              <a:t>#6.    </a:t>
            </a:r>
            <a:r>
              <a:rPr lang="en-US" altLang="zh-CN" sz="2600" dirty="0" err="1"/>
              <a:t>elif</a:t>
            </a:r>
            <a:r>
              <a:rPr lang="en-US" altLang="zh-CN" sz="2600" dirty="0"/>
              <a:t> 'a'&lt;=</a:t>
            </a:r>
            <a:r>
              <a:rPr lang="en-US" altLang="zh-CN" sz="2600" dirty="0" err="1"/>
              <a:t>ch</a:t>
            </a:r>
            <a:r>
              <a:rPr lang="en-US" altLang="zh-CN" sz="2600" dirty="0"/>
              <a:t>&lt;='z':</a:t>
            </a:r>
            <a:endParaRPr lang="en-US" altLang="zh-CN" sz="2600" dirty="0"/>
          </a:p>
          <a:p>
            <a:pPr marL="457200" lvl="1" indent="0">
              <a:buNone/>
            </a:pPr>
            <a:r>
              <a:rPr lang="en-US" altLang="zh-CN" sz="2600" dirty="0"/>
              <a:t>#7.       b=b+1</a:t>
            </a:r>
            <a:endParaRPr lang="en-US" altLang="zh-CN" sz="2600" dirty="0"/>
          </a:p>
          <a:p>
            <a:pPr marL="457200" lvl="1" indent="0">
              <a:buNone/>
            </a:pPr>
            <a:r>
              <a:rPr lang="en-US" altLang="zh-CN" sz="2600" dirty="0"/>
              <a:t>#8.    </a:t>
            </a:r>
            <a:r>
              <a:rPr lang="en-US" altLang="zh-CN" sz="2600" dirty="0" err="1"/>
              <a:t>elif</a:t>
            </a:r>
            <a:r>
              <a:rPr lang="en-US" altLang="zh-CN" sz="2600" dirty="0"/>
              <a:t> </a:t>
            </a:r>
            <a:r>
              <a:rPr lang="en-US" altLang="zh-CN" sz="2600" dirty="0" err="1"/>
              <a:t>ch</a:t>
            </a:r>
            <a:r>
              <a:rPr lang="en-US" altLang="zh-CN" sz="2600" dirty="0"/>
              <a:t>==' ': #</a:t>
            </a:r>
            <a:r>
              <a:rPr lang="zh-CN" altLang="en-US" sz="2600" dirty="0"/>
              <a:t>引号中有一个空格</a:t>
            </a:r>
            <a:endParaRPr lang="zh-CN" altLang="en-US" sz="2600" dirty="0"/>
          </a:p>
          <a:p>
            <a:pPr marL="457200" lvl="1" indent="0">
              <a:buNone/>
            </a:pPr>
            <a:r>
              <a:rPr lang="en-US" altLang="zh-CN" sz="2600" dirty="0"/>
              <a:t>#9.        c=c+1</a:t>
            </a:r>
            <a:endParaRPr lang="en-US" altLang="zh-CN" sz="2600" dirty="0"/>
          </a:p>
          <a:p>
            <a:pPr marL="457200" lvl="1" indent="0">
              <a:buNone/>
            </a:pPr>
            <a:r>
              <a:rPr lang="en-US" altLang="zh-CN" sz="2600" dirty="0"/>
              <a:t>#10. else:</a:t>
            </a:r>
            <a:endParaRPr lang="en-US" altLang="zh-CN" sz="2600" dirty="0"/>
          </a:p>
          <a:p>
            <a:pPr marL="457200" lvl="1" indent="0">
              <a:buNone/>
            </a:pPr>
            <a:r>
              <a:rPr lang="en-US" altLang="zh-CN" sz="2600" dirty="0"/>
              <a:t>#11.    print(</a:t>
            </a:r>
            <a:r>
              <a:rPr lang="en-US" altLang="zh-CN" sz="2600" dirty="0" err="1"/>
              <a:t>a,b,c,sep</a:t>
            </a:r>
            <a:r>
              <a:rPr lang="en-US" altLang="zh-CN" sz="2600" dirty="0"/>
              <a:t>=',’)</a:t>
            </a:r>
            <a:endParaRPr lang="en-US" altLang="zh-CN" sz="2600" dirty="0"/>
          </a:p>
          <a:p>
            <a:pPr marL="457200" lvl="1" indent="0">
              <a:buNone/>
            </a:pPr>
            <a:endParaRPr lang="en-US" altLang="zh-CN" sz="2600" dirty="0"/>
          </a:p>
          <a:p>
            <a:pPr marL="457200" lvl="1" indent="0">
              <a:buNone/>
            </a:pPr>
            <a:r>
              <a:rPr lang="en-US" altLang="zh-CN" sz="2600" dirty="0"/>
              <a:t>【 4,9,3 】</a:t>
            </a:r>
            <a:endParaRPr lang="en-US" altLang="zh-CN" sz="26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63352" y="188640"/>
            <a:ext cx="11928648" cy="6788598"/>
          </a:xfrm>
        </p:spPr>
        <p:txBody>
          <a:bodyPr>
            <a:normAutofit/>
          </a:bodyPr>
          <a:lstStyle/>
          <a:p>
            <a:pPr marL="457200" lvl="1" indent="0">
              <a:buNone/>
            </a:pPr>
            <a:r>
              <a:rPr lang="en-US" altLang="zh-CN" dirty="0"/>
              <a:t>06.</a:t>
            </a:r>
            <a:r>
              <a:rPr lang="zh-CN" altLang="en-US" dirty="0"/>
              <a:t>已知列表 </a:t>
            </a:r>
            <a:r>
              <a:rPr lang="en-US" altLang="zh-CN" dirty="0"/>
              <a:t>x = [1, 2, 3]</a:t>
            </a:r>
            <a:r>
              <a:rPr lang="zh-CN" altLang="en-US" dirty="0"/>
              <a:t>，那么执行语句</a:t>
            </a:r>
            <a:r>
              <a:rPr lang="en-US" altLang="zh-CN" dirty="0"/>
              <a:t>y = </a:t>
            </a:r>
            <a:r>
              <a:rPr lang="en-US" altLang="zh-CN" dirty="0" err="1"/>
              <a:t>x.pop</a:t>
            </a:r>
            <a:r>
              <a:rPr lang="en-US" altLang="zh-CN" dirty="0"/>
              <a:t>(0) </a:t>
            </a:r>
            <a:r>
              <a:rPr lang="zh-CN" altLang="en-US" dirty="0"/>
              <a:t>之后，</a:t>
            </a:r>
            <a:r>
              <a:rPr lang="en-US" altLang="zh-CN" dirty="0"/>
              <a:t>y</a:t>
            </a:r>
            <a:r>
              <a:rPr lang="zh-CN" altLang="en-US" dirty="0"/>
              <a:t>的值为</a:t>
            </a:r>
            <a:r>
              <a:rPr lang="en-US" altLang="zh-CN" dirty="0"/>
              <a:t>__________</a:t>
            </a:r>
            <a:r>
              <a:rPr lang="zh-CN" altLang="en-US" dirty="0"/>
              <a:t>。</a:t>
            </a:r>
            <a:endParaRPr lang="en-US" altLang="zh-CN" dirty="0"/>
          </a:p>
          <a:p>
            <a:pPr marL="457200" lvl="1" indent="0">
              <a:buNone/>
            </a:pPr>
            <a:endParaRPr lang="zh-CN" altLang="en-US" dirty="0"/>
          </a:p>
          <a:p>
            <a:pPr marL="457200" lvl="1" indent="0">
              <a:buNone/>
            </a:pPr>
            <a:r>
              <a:rPr lang="en-US" altLang="zh-CN" dirty="0"/>
              <a:t>**07.</a:t>
            </a:r>
            <a:r>
              <a:rPr lang="zh-CN" altLang="en-US" dirty="0"/>
              <a:t>表达式 </a:t>
            </a:r>
            <a:r>
              <a:rPr lang="en-US" altLang="zh-CN" dirty="0"/>
              <a:t>[index for index, value in enumerate([3,5,7,3,7,7,4]) if value == max([3,5,7,3,7,7,4])] </a:t>
            </a:r>
            <a:r>
              <a:rPr lang="zh-CN" altLang="en-US" dirty="0"/>
              <a:t>的值为</a:t>
            </a:r>
            <a:r>
              <a:rPr lang="en-US" altLang="zh-CN" dirty="0"/>
              <a:t>__________</a:t>
            </a:r>
            <a:r>
              <a:rPr lang="zh-CN" altLang="en-US" dirty="0"/>
              <a:t>。</a:t>
            </a:r>
            <a:endParaRPr lang="zh-CN" altLang="en-US" dirty="0"/>
          </a:p>
          <a:p>
            <a:pPr marL="457200" lvl="1" indent="0">
              <a:buNone/>
            </a:pPr>
            <a:endParaRPr lang="en-US" altLang="zh-CN" dirty="0"/>
          </a:p>
          <a:p>
            <a:pPr marL="457200" lvl="1" indent="0">
              <a:buNone/>
            </a:pPr>
            <a:endParaRPr lang="en-US" altLang="zh-CN" dirty="0"/>
          </a:p>
          <a:p>
            <a:pPr marL="457200" lvl="1" indent="0">
              <a:buNone/>
            </a:pPr>
            <a:r>
              <a:rPr lang="en-US" altLang="zh-CN" dirty="0"/>
              <a:t>【</a:t>
            </a:r>
            <a:r>
              <a:rPr lang="zh-CN" altLang="en-US" dirty="0"/>
              <a:t>答案</a:t>
            </a:r>
            <a:r>
              <a:rPr lang="en-US" altLang="zh-CN" dirty="0"/>
              <a:t>】</a:t>
            </a:r>
            <a:endParaRPr lang="en-US" altLang="zh-CN" dirty="0"/>
          </a:p>
          <a:p>
            <a:pPr marL="457200" lvl="1" indent="0">
              <a:buNone/>
            </a:pPr>
            <a:r>
              <a:rPr lang="en-US" altLang="zh-CN" dirty="0"/>
              <a:t>6.1   </a:t>
            </a:r>
            <a:endParaRPr lang="en-US" altLang="zh-CN" dirty="0"/>
          </a:p>
          <a:p>
            <a:pPr marL="457200" lvl="1" indent="0">
              <a:buNone/>
            </a:pPr>
            <a:r>
              <a:rPr lang="en-US" altLang="zh-CN" dirty="0"/>
              <a:t>7.[2,4,5]    </a:t>
            </a:r>
            <a:endParaRPr lang="en-US" altLang="zh-CN" dirty="0"/>
          </a:p>
          <a:p>
            <a:pPr marL="457200" lvl="1" indent="0">
              <a:buNone/>
            </a:pPr>
            <a:r>
              <a:rPr lang="zh-CN" altLang="en-US" dirty="0"/>
              <a:t> 解答</a:t>
            </a:r>
            <a:r>
              <a:rPr lang="en-US" altLang="zh-CN" sz="2400" dirty="0"/>
              <a:t>[index for (</a:t>
            </a:r>
            <a:r>
              <a:rPr lang="en-US" altLang="zh-CN" sz="2400" dirty="0" err="1"/>
              <a:t>index,value</a:t>
            </a:r>
            <a:r>
              <a:rPr lang="en-US" altLang="zh-CN" sz="2400" dirty="0"/>
              <a:t>) in </a:t>
            </a:r>
            <a:endParaRPr lang="en-US" altLang="zh-CN" sz="2400" dirty="0"/>
          </a:p>
          <a:p>
            <a:pPr marL="457200" lvl="1" indent="0">
              <a:buNone/>
            </a:pPr>
            <a:r>
              <a:rPr lang="en-US" altLang="zh-CN" sz="2400" dirty="0"/>
              <a:t>                  ((0,3),(1,5),(2,7),(3,3),(4,7),(5,7),(6,4))</a:t>
            </a:r>
            <a:endParaRPr lang="en-US" altLang="zh-CN" sz="2400" dirty="0"/>
          </a:p>
          <a:p>
            <a:pPr marL="457200" lvl="1" indent="0">
              <a:buNone/>
            </a:pPr>
            <a:r>
              <a:rPr lang="en-US" altLang="zh-CN" sz="2400" dirty="0"/>
              <a:t>				if value==7]</a:t>
            </a:r>
            <a:endParaRPr lang="en-US" altLang="zh-CN" sz="24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63352" y="188640"/>
            <a:ext cx="11928648" cy="6788598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altLang="zh-CN" sz="26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**08.</a:t>
            </a:r>
            <a:r>
              <a:rPr lang="zh-CN" altLang="zh-CN" sz="26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以下程序的运行结果是</a:t>
            </a:r>
            <a:r>
              <a:rPr lang="en-US" altLang="zh-CN" sz="26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__________</a:t>
            </a:r>
            <a:r>
              <a:rPr lang="zh-CN" altLang="zh-CN" sz="26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。</a:t>
            </a:r>
            <a:endParaRPr lang="zh-CN" altLang="zh-CN" sz="2600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altLang="zh-CN" sz="26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#1. </a:t>
            </a:r>
            <a:r>
              <a:rPr lang="en-US" altLang="zh-CN" sz="2600" kern="100" dirty="0" err="1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a,b</a:t>
            </a:r>
            <a:r>
              <a:rPr lang="en-US" altLang="zh-CN" sz="26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=3,4</a:t>
            </a:r>
            <a:endParaRPr lang="zh-CN" altLang="zh-CN" sz="2600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altLang="zh-CN" sz="26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#2. </a:t>
            </a:r>
            <a:r>
              <a:rPr lang="en-US" altLang="zh-CN" sz="2600" kern="100" dirty="0" err="1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sz="26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=2</a:t>
            </a:r>
            <a:endParaRPr lang="zh-CN" altLang="zh-CN" sz="2600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altLang="zh-CN" sz="26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#3. while </a:t>
            </a:r>
            <a:r>
              <a:rPr lang="en-US" altLang="zh-CN" sz="2600" kern="100" dirty="0" err="1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sz="26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&lt;5:</a:t>
            </a:r>
            <a:endParaRPr lang="zh-CN" altLang="zh-CN" sz="2600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altLang="zh-CN" sz="26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#4.     print(</a:t>
            </a:r>
            <a:r>
              <a:rPr lang="en-US" altLang="zh-CN" sz="2600" kern="100" dirty="0" err="1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b,end</a:t>
            </a:r>
            <a:r>
              <a:rPr lang="en-US" altLang="zh-CN" sz="26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=' ') #</a:t>
            </a:r>
            <a:r>
              <a:rPr lang="zh-CN" altLang="zh-CN" sz="26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引号中有一个英文的空格</a:t>
            </a:r>
            <a:endParaRPr lang="zh-CN" altLang="zh-CN" sz="2600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altLang="zh-CN" sz="26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#5.     </a:t>
            </a:r>
            <a:r>
              <a:rPr lang="en-US" altLang="zh-CN" sz="2600" kern="100" dirty="0" err="1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a,b</a:t>
            </a:r>
            <a:r>
              <a:rPr lang="en-US" altLang="zh-CN" sz="26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sz="2600" kern="100" dirty="0" err="1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b,a+b</a:t>
            </a:r>
            <a:endParaRPr lang="zh-CN" altLang="zh-CN" sz="2600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CN" sz="26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#6.     </a:t>
            </a:r>
            <a:r>
              <a:rPr lang="en-US" altLang="zh-CN" sz="2600" kern="100" dirty="0" err="1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sz="26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+=1</a:t>
            </a:r>
            <a:endParaRPr lang="en-US" altLang="zh-CN" sz="2600" dirty="0"/>
          </a:p>
          <a:p>
            <a:pPr marL="457200" lvl="1" indent="0">
              <a:buNone/>
            </a:pPr>
            <a:endParaRPr lang="en-US" altLang="zh-CN" dirty="0"/>
          </a:p>
          <a:p>
            <a:pPr marL="457200" lvl="1" indent="0">
              <a:buNone/>
            </a:pPr>
            <a:r>
              <a:rPr lang="en-US" altLang="zh-CN" dirty="0"/>
              <a:t>【4 7 11】</a:t>
            </a:r>
            <a:endParaRPr lang="en-US" altLang="zh-CN" dirty="0"/>
          </a:p>
          <a:p>
            <a:pPr marL="457200" lvl="1" indent="0">
              <a:buNone/>
            </a:pPr>
            <a:r>
              <a:rPr lang="en-US" altLang="zh-CN" dirty="0" err="1"/>
              <a:t>i</a:t>
            </a:r>
            <a:r>
              <a:rPr lang="en-US" altLang="zh-CN" dirty="0"/>
              <a:t>=2   </a:t>
            </a:r>
            <a:r>
              <a:rPr lang="zh-CN" altLang="en-US" dirty="0"/>
              <a:t>打印</a:t>
            </a:r>
            <a:r>
              <a:rPr lang="en-US" altLang="zh-CN" dirty="0"/>
              <a:t>4   a=4,b=7</a:t>
            </a:r>
            <a:endParaRPr lang="en-US" altLang="zh-CN" dirty="0"/>
          </a:p>
          <a:p>
            <a:pPr marL="457200" lvl="1" indent="0">
              <a:buNone/>
            </a:pPr>
            <a:r>
              <a:rPr lang="en-US" altLang="zh-CN" dirty="0" err="1"/>
              <a:t>i</a:t>
            </a:r>
            <a:r>
              <a:rPr lang="en-US" altLang="zh-CN" dirty="0"/>
              <a:t>=3   </a:t>
            </a:r>
            <a:r>
              <a:rPr lang="zh-CN" altLang="en-US" dirty="0"/>
              <a:t>打印</a:t>
            </a:r>
            <a:r>
              <a:rPr lang="en-US" altLang="zh-CN" dirty="0"/>
              <a:t>7   a=7,b=11</a:t>
            </a:r>
            <a:endParaRPr lang="en-US" altLang="zh-CN" dirty="0"/>
          </a:p>
          <a:p>
            <a:pPr marL="457200" lvl="1" indent="0">
              <a:buNone/>
            </a:pPr>
            <a:r>
              <a:rPr lang="en-US" altLang="zh-CN" dirty="0" err="1"/>
              <a:t>i</a:t>
            </a:r>
            <a:r>
              <a:rPr lang="en-US" altLang="zh-CN" dirty="0"/>
              <a:t>=4   </a:t>
            </a:r>
            <a:r>
              <a:rPr lang="zh-CN" altLang="en-US" dirty="0"/>
              <a:t>打印</a:t>
            </a:r>
            <a:r>
              <a:rPr lang="en-US" altLang="zh-CN" dirty="0"/>
              <a:t>11  a=11,b=18</a:t>
            </a:r>
            <a:endParaRPr lang="en-US" altLang="zh-CN" dirty="0"/>
          </a:p>
          <a:p>
            <a:pPr marL="457200" lvl="1" indent="0">
              <a:buNone/>
            </a:pPr>
            <a:r>
              <a:rPr lang="en-US" altLang="zh-CN" dirty="0" err="1"/>
              <a:t>i</a:t>
            </a:r>
            <a:r>
              <a:rPr lang="en-US" altLang="zh-CN" dirty="0"/>
              <a:t>=5   </a:t>
            </a:r>
            <a:r>
              <a:rPr lang="zh-CN" altLang="en-US" dirty="0"/>
              <a:t>跳出循环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63352" y="188640"/>
            <a:ext cx="11928648" cy="6788598"/>
          </a:xfrm>
        </p:spPr>
        <p:txBody>
          <a:bodyPr>
            <a:normAutofit/>
          </a:bodyPr>
          <a:lstStyle/>
          <a:p>
            <a:pPr marL="457200" lvl="1" indent="0">
              <a:buNone/>
            </a:pPr>
            <a:r>
              <a:rPr lang="zh-CN" altLang="en-US" dirty="0"/>
              <a:t>！</a:t>
            </a:r>
            <a:r>
              <a:rPr lang="en-US" altLang="zh-CN" dirty="0"/>
              <a:t>**09.</a:t>
            </a:r>
            <a:r>
              <a:rPr lang="zh-CN" altLang="en-US" dirty="0"/>
              <a:t>程序填空，使之实现：求一分数序列：</a:t>
            </a:r>
            <a:r>
              <a:rPr lang="en-US" altLang="zh-CN" dirty="0"/>
              <a:t>2/1</a:t>
            </a:r>
            <a:r>
              <a:rPr lang="zh-CN" altLang="en-US" dirty="0"/>
              <a:t>，</a:t>
            </a:r>
            <a:r>
              <a:rPr lang="en-US" altLang="zh-CN" dirty="0"/>
              <a:t>3/2</a:t>
            </a:r>
            <a:r>
              <a:rPr lang="zh-CN" altLang="en-US" dirty="0"/>
              <a:t>，</a:t>
            </a:r>
            <a:r>
              <a:rPr lang="en-US" altLang="zh-CN" dirty="0"/>
              <a:t>5/3</a:t>
            </a:r>
            <a:r>
              <a:rPr lang="zh-CN" altLang="en-US" dirty="0"/>
              <a:t>，</a:t>
            </a:r>
            <a:r>
              <a:rPr lang="en-US" altLang="zh-CN" dirty="0"/>
              <a:t>8/5</a:t>
            </a:r>
            <a:r>
              <a:rPr lang="zh-CN" altLang="en-US" dirty="0"/>
              <a:t>，</a:t>
            </a:r>
            <a:r>
              <a:rPr lang="en-US" altLang="zh-CN" dirty="0"/>
              <a:t>13/8</a:t>
            </a:r>
            <a:r>
              <a:rPr lang="zh-CN" altLang="en-US" dirty="0"/>
              <a:t>，</a:t>
            </a:r>
            <a:r>
              <a:rPr lang="en-US" altLang="zh-CN" dirty="0"/>
              <a:t>21/1</a:t>
            </a:r>
            <a:endParaRPr lang="en-US" altLang="zh-CN" dirty="0"/>
          </a:p>
          <a:p>
            <a:pPr marL="457200" lvl="1" indent="0">
              <a:buNone/>
            </a:pPr>
            <a:r>
              <a:rPr lang="en-US" altLang="zh-CN" dirty="0"/>
              <a:t>3…</a:t>
            </a:r>
            <a:r>
              <a:rPr lang="zh-CN" altLang="en-US" dirty="0"/>
              <a:t>的前</a:t>
            </a:r>
            <a:r>
              <a:rPr lang="en-US" altLang="zh-CN" dirty="0"/>
              <a:t>20</a:t>
            </a:r>
            <a:r>
              <a:rPr lang="zh-CN" altLang="en-US" dirty="0"/>
              <a:t>项之和。</a:t>
            </a:r>
            <a:endParaRPr lang="zh-CN" altLang="en-US" dirty="0"/>
          </a:p>
          <a:p>
            <a:pPr marL="457200" lvl="1" indent="0">
              <a:buNone/>
            </a:pPr>
            <a:r>
              <a:rPr lang="en-US" altLang="zh-CN" dirty="0"/>
              <a:t>#1. a=2</a:t>
            </a:r>
            <a:endParaRPr lang="en-US" altLang="zh-CN" dirty="0"/>
          </a:p>
          <a:p>
            <a:pPr marL="457200" lvl="1" indent="0">
              <a:buNone/>
            </a:pPr>
            <a:r>
              <a:rPr lang="en-US" altLang="zh-CN" dirty="0"/>
              <a:t>#2. b=1</a:t>
            </a:r>
            <a:endParaRPr lang="en-US" altLang="zh-CN" dirty="0"/>
          </a:p>
          <a:p>
            <a:pPr marL="457200" lvl="1" indent="0">
              <a:buNone/>
            </a:pPr>
            <a:r>
              <a:rPr lang="en-US" altLang="zh-CN" dirty="0"/>
              <a:t>#3. s=0</a:t>
            </a:r>
            <a:endParaRPr lang="en-US" altLang="zh-CN" dirty="0"/>
          </a:p>
          <a:p>
            <a:pPr marL="457200" lvl="1" indent="0">
              <a:buNone/>
            </a:pPr>
            <a:r>
              <a:rPr lang="en-US" altLang="zh-CN" dirty="0"/>
              <a:t>#4. for n in range(1,21):</a:t>
            </a:r>
            <a:endParaRPr lang="en-US" altLang="zh-CN" dirty="0"/>
          </a:p>
          <a:p>
            <a:pPr marL="457200" lvl="1" indent="0">
              <a:buNone/>
            </a:pPr>
            <a:r>
              <a:rPr lang="en-US" altLang="zh-CN" dirty="0"/>
              <a:t>#5. s+=a/b</a:t>
            </a:r>
            <a:endParaRPr lang="en-US" altLang="zh-CN" dirty="0"/>
          </a:p>
          <a:p>
            <a:pPr marL="457200" lvl="1" indent="0">
              <a:buNone/>
            </a:pPr>
            <a:r>
              <a:rPr lang="en-US" altLang="zh-CN" dirty="0"/>
              <a:t>#6. </a:t>
            </a:r>
            <a:r>
              <a:rPr lang="en-US" altLang="zh-CN" dirty="0" err="1"/>
              <a:t>a,b</a:t>
            </a:r>
            <a:r>
              <a:rPr lang="en-US" altLang="zh-CN" dirty="0"/>
              <a:t>= __________</a:t>
            </a:r>
            <a:endParaRPr lang="en-US" altLang="zh-CN" dirty="0"/>
          </a:p>
          <a:p>
            <a:pPr marL="457200" lvl="1" indent="0">
              <a:buNone/>
            </a:pPr>
            <a:r>
              <a:rPr lang="en-US" altLang="zh-CN" dirty="0"/>
              <a:t>#7. print(s)</a:t>
            </a:r>
            <a:endParaRPr lang="en-US" altLang="zh-CN" dirty="0"/>
          </a:p>
          <a:p>
            <a:pPr marL="457200" lvl="1" indent="0">
              <a:buNone/>
            </a:pPr>
            <a:endParaRPr lang="en-US" altLang="zh-CN" dirty="0"/>
          </a:p>
          <a:p>
            <a:pPr marL="457200" lvl="1" indent="0">
              <a:buNone/>
            </a:pPr>
            <a:endParaRPr lang="en-US" altLang="zh-CN" dirty="0"/>
          </a:p>
          <a:p>
            <a:pPr marL="457200" lvl="1" indent="0">
              <a:buNone/>
            </a:pPr>
            <a:r>
              <a:rPr lang="en-US" altLang="zh-CN" dirty="0"/>
              <a:t>【</a:t>
            </a:r>
            <a:r>
              <a:rPr lang="en-US" altLang="zh-CN" dirty="0" err="1"/>
              <a:t>a+b,a</a:t>
            </a:r>
            <a:r>
              <a:rPr lang="en-US" altLang="zh-CN" dirty="0"/>
              <a:t>】</a:t>
            </a:r>
            <a:endParaRPr lang="en-US" altLang="zh-CN" dirty="0"/>
          </a:p>
          <a:p>
            <a:pPr marL="457200" lvl="1" indent="0">
              <a:buNone/>
            </a:pPr>
            <a:r>
              <a:rPr lang="en-US" altLang="zh-CN" dirty="0"/>
              <a:t>19</a:t>
            </a:r>
            <a:r>
              <a:rPr lang="zh-CN" altLang="en-US" dirty="0"/>
              <a:t>人错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63352" y="188640"/>
            <a:ext cx="11928648" cy="6788598"/>
          </a:xfrm>
        </p:spPr>
        <p:txBody>
          <a:bodyPr>
            <a:normAutofit/>
          </a:bodyPr>
          <a:lstStyle/>
          <a:p>
            <a:pPr marL="457200" lvl="1" indent="0">
              <a:buNone/>
            </a:pPr>
            <a:r>
              <a:rPr lang="en-US" altLang="zh-CN" dirty="0"/>
              <a:t>10.</a:t>
            </a:r>
            <a:r>
              <a:rPr lang="zh-CN" altLang="en-US" dirty="0"/>
              <a:t>已知列表 </a:t>
            </a:r>
            <a:r>
              <a:rPr lang="en-US" altLang="zh-CN" dirty="0"/>
              <a:t>x = [1, 2],</a:t>
            </a:r>
            <a:r>
              <a:rPr lang="zh-CN" altLang="en-US" dirty="0"/>
              <a:t>那么连续执行命令 </a:t>
            </a:r>
            <a:r>
              <a:rPr lang="en-US" altLang="zh-CN" dirty="0"/>
              <a:t>y = x</a:t>
            </a:r>
            <a:r>
              <a:rPr lang="zh-CN" altLang="en-US" dirty="0"/>
              <a:t>和 </a:t>
            </a:r>
            <a:r>
              <a:rPr lang="en-US" altLang="zh-CN" dirty="0" err="1"/>
              <a:t>y.append</a:t>
            </a:r>
            <a:r>
              <a:rPr lang="en-US" altLang="zh-CN" dirty="0"/>
              <a:t>(3) </a:t>
            </a:r>
            <a:r>
              <a:rPr lang="zh-CN" altLang="en-US" dirty="0"/>
              <a:t>之后</a:t>
            </a:r>
            <a:r>
              <a:rPr lang="en-US" altLang="zh-CN" dirty="0"/>
              <a:t>,x</a:t>
            </a:r>
            <a:r>
              <a:rPr lang="zh-CN" altLang="en-US" dirty="0"/>
              <a:t>的值为</a:t>
            </a:r>
            <a:r>
              <a:rPr lang="en-US" altLang="zh-CN" dirty="0"/>
              <a:t>________</a:t>
            </a:r>
            <a:r>
              <a:rPr lang="zh-CN" altLang="en-US" dirty="0"/>
              <a:t>。</a:t>
            </a:r>
            <a:endParaRPr lang="en-US" altLang="zh-CN" dirty="0"/>
          </a:p>
          <a:p>
            <a:pPr marL="457200" lvl="1" indent="0">
              <a:buNone/>
            </a:pPr>
            <a:endParaRPr lang="en-US" altLang="zh-CN" dirty="0"/>
          </a:p>
          <a:p>
            <a:pPr marL="457200" lvl="1" indent="0">
              <a:buNone/>
            </a:pPr>
            <a:endParaRPr lang="en-US" altLang="zh-CN" dirty="0"/>
          </a:p>
          <a:p>
            <a:pPr marL="457200" lvl="1" indent="0">
              <a:buNone/>
            </a:pPr>
            <a:endParaRPr lang="en-US" altLang="zh-CN" dirty="0"/>
          </a:p>
          <a:p>
            <a:pPr marL="457200" lvl="1" indent="0">
              <a:buNone/>
            </a:pPr>
            <a:endParaRPr lang="en-US" altLang="zh-CN" dirty="0"/>
          </a:p>
          <a:p>
            <a:pPr marL="457200" lvl="1" indent="0">
              <a:buNone/>
            </a:pPr>
            <a:r>
              <a:rPr lang="en-US" altLang="zh-CN" dirty="0"/>
              <a:t>[1,2,3]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63352" y="188640"/>
            <a:ext cx="11928648" cy="6788598"/>
          </a:xfrm>
        </p:spPr>
        <p:txBody>
          <a:bodyPr>
            <a:normAutofit/>
          </a:bodyPr>
          <a:lstStyle/>
          <a:p>
            <a:pPr marL="457200" lvl="1" indent="0">
              <a:buNone/>
            </a:pPr>
            <a:r>
              <a:rPr lang="zh-CN" altLang="en-US" dirty="0"/>
              <a:t>编程题 </a:t>
            </a:r>
            <a:r>
              <a:rPr lang="en-US" altLang="zh-CN" dirty="0"/>
              <a:t>01(</a:t>
            </a:r>
            <a:r>
              <a:rPr lang="zh-CN" altLang="en-US" dirty="0"/>
              <a:t>略</a:t>
            </a:r>
            <a:r>
              <a:rPr lang="en-US" altLang="zh-CN" dirty="0"/>
              <a:t>,</a:t>
            </a:r>
            <a:r>
              <a:rPr lang="zh-CN" altLang="en-US" dirty="0"/>
              <a:t>得分率</a:t>
            </a:r>
            <a:r>
              <a:rPr lang="en-US" altLang="zh-CN" dirty="0"/>
              <a:t>94%)</a:t>
            </a:r>
            <a:endParaRPr lang="en-US" altLang="zh-CN" dirty="0"/>
          </a:p>
          <a:p>
            <a:pPr marL="457200" lvl="1" indent="0">
              <a:buNone/>
            </a:pPr>
            <a:r>
              <a:rPr lang="en-US" altLang="zh-CN" dirty="0"/>
              <a:t>01.</a:t>
            </a:r>
            <a:r>
              <a:rPr lang="zh-CN" altLang="en-US" dirty="0"/>
              <a:t>输入两个整数</a:t>
            </a:r>
            <a:r>
              <a:rPr lang="en-US" altLang="zh-CN" dirty="0"/>
              <a:t>m</a:t>
            </a:r>
            <a:r>
              <a:rPr lang="zh-CN" altLang="en-US" dirty="0"/>
              <a:t>和</a:t>
            </a:r>
            <a:r>
              <a:rPr lang="en-US" altLang="zh-CN" dirty="0"/>
              <a:t>n</a:t>
            </a:r>
            <a:r>
              <a:rPr lang="zh-CN" altLang="en-US" dirty="0"/>
              <a:t>，表示小张有</a:t>
            </a:r>
            <a:r>
              <a:rPr lang="en-US" altLang="zh-CN" dirty="0"/>
              <a:t>m</a:t>
            </a:r>
            <a:r>
              <a:rPr lang="zh-CN" altLang="en-US" dirty="0"/>
              <a:t>元</a:t>
            </a:r>
            <a:r>
              <a:rPr lang="en-US" altLang="zh-CN" dirty="0"/>
              <a:t>n</a:t>
            </a:r>
            <a:r>
              <a:rPr lang="zh-CN" altLang="en-US" dirty="0"/>
              <a:t>角，他到文具店买笔，一支笔的价格为</a:t>
            </a:r>
            <a:r>
              <a:rPr lang="en-US" altLang="zh-CN" dirty="0"/>
              <a:t>1</a:t>
            </a:r>
            <a:r>
              <a:rPr lang="zh-CN" altLang="en-US" dirty="0"/>
              <a:t>元</a:t>
            </a:r>
            <a:r>
              <a:rPr lang="en-US" altLang="zh-CN" dirty="0"/>
              <a:t>9</a:t>
            </a:r>
            <a:r>
              <a:rPr lang="zh-CN" altLang="en-US" dirty="0"/>
              <a:t>角，计算并输出小张最多可以购买几支笔。</a:t>
            </a:r>
            <a:endParaRPr lang="zh-CN" altLang="en-US" dirty="0"/>
          </a:p>
          <a:p>
            <a:pPr marL="457200" lvl="1" indent="0">
              <a:buNone/>
            </a:pPr>
            <a:endParaRPr lang="en-US" altLang="zh-CN" dirty="0"/>
          </a:p>
          <a:p>
            <a:pPr marL="457200" lvl="1" indent="0">
              <a:buNone/>
            </a:pPr>
            <a:r>
              <a:rPr lang="zh-CN" altLang="en-US" dirty="0"/>
              <a:t>测试</a:t>
            </a:r>
            <a:r>
              <a:rPr lang="en-US" altLang="zh-CN" dirty="0"/>
              <a:t>1</a:t>
            </a:r>
            <a:r>
              <a:rPr lang="zh-CN" altLang="en-US" dirty="0"/>
              <a:t>：（第</a:t>
            </a:r>
            <a:r>
              <a:rPr lang="en-US" altLang="zh-CN" dirty="0"/>
              <a:t>1</a:t>
            </a:r>
            <a:r>
              <a:rPr lang="zh-CN" altLang="en-US" dirty="0"/>
              <a:t>行为输入，第</a:t>
            </a:r>
            <a:r>
              <a:rPr lang="en-US" altLang="zh-CN" dirty="0"/>
              <a:t>2</a:t>
            </a:r>
            <a:r>
              <a:rPr lang="zh-CN" altLang="en-US" dirty="0"/>
              <a:t>行为输出）</a:t>
            </a:r>
            <a:endParaRPr lang="zh-CN" altLang="en-US" dirty="0"/>
          </a:p>
          <a:p>
            <a:pPr marL="457200" lvl="1" indent="0">
              <a:buNone/>
            </a:pPr>
            <a:r>
              <a:rPr lang="en-US" altLang="zh-CN" dirty="0"/>
              <a:t>3,9</a:t>
            </a:r>
            <a:endParaRPr lang="en-US" altLang="zh-CN" dirty="0"/>
          </a:p>
          <a:p>
            <a:pPr marL="457200" lvl="1" indent="0">
              <a:buNone/>
            </a:pPr>
            <a:r>
              <a:rPr lang="en-US" altLang="zh-CN" dirty="0"/>
              <a:t>2</a:t>
            </a:r>
            <a:endParaRPr lang="en-US" altLang="zh-CN" dirty="0"/>
          </a:p>
          <a:p>
            <a:pPr marL="457200" lvl="1" indent="0">
              <a:buNone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63352" y="188640"/>
            <a:ext cx="11928648" cy="6788598"/>
          </a:xfrm>
        </p:spPr>
        <p:txBody>
          <a:bodyPr>
            <a:normAutofit/>
          </a:bodyPr>
          <a:lstStyle/>
          <a:p>
            <a:pPr marL="457200" lvl="1" indent="0">
              <a:buNone/>
            </a:pPr>
            <a:r>
              <a:rPr lang="pt-BR" altLang="zh-CN" sz="2400" b="0" i="0" u="none" strike="noStrike" dirty="0">
                <a:effectLst/>
                <a:latin typeface="Calibri" panose="020F0502020204030204" pitchFamily="34" charset="0"/>
              </a:rPr>
              <a:t>m,n=eval(input())</a:t>
            </a:r>
            <a:br>
              <a:rPr lang="pt-BR" altLang="zh-CN" sz="2400" b="0" i="0" u="none" strike="noStrike" dirty="0">
                <a:effectLst/>
                <a:latin typeface="Calibri" panose="020F0502020204030204" pitchFamily="34" charset="0"/>
              </a:rPr>
            </a:br>
            <a:r>
              <a:rPr lang="pt-BR" altLang="zh-CN" sz="2400" b="0" i="0" u="none" strike="noStrike" dirty="0">
                <a:effectLst/>
                <a:latin typeface="Calibri" panose="020F0502020204030204" pitchFamily="34" charset="0"/>
              </a:rPr>
              <a:t>a=m*10+n</a:t>
            </a:r>
            <a:br>
              <a:rPr lang="pt-BR" altLang="zh-CN" sz="2400" b="0" i="0" u="none" strike="noStrike" dirty="0">
                <a:effectLst/>
                <a:latin typeface="Calibri" panose="020F0502020204030204" pitchFamily="34" charset="0"/>
              </a:rPr>
            </a:br>
            <a:r>
              <a:rPr lang="pt-BR" altLang="zh-CN" sz="2400" b="0" i="0" u="none" strike="noStrike" dirty="0">
                <a:effectLst/>
                <a:latin typeface="Calibri" panose="020F0502020204030204" pitchFamily="34" charset="0"/>
              </a:rPr>
              <a:t>print(a//19)</a:t>
            </a:r>
            <a:endParaRPr lang="zh-CN" altLang="en-US" sz="24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63352" y="188640"/>
            <a:ext cx="11928648" cy="6788598"/>
          </a:xfrm>
        </p:spPr>
        <p:txBody>
          <a:bodyPr>
            <a:normAutofit/>
          </a:bodyPr>
          <a:lstStyle/>
          <a:p>
            <a:pPr marL="457200" lvl="1" indent="0">
              <a:buNone/>
            </a:pPr>
            <a:r>
              <a:rPr lang="en-US" altLang="zh-CN" dirty="0"/>
              <a:t>02(</a:t>
            </a:r>
            <a:r>
              <a:rPr lang="zh-CN" altLang="en-US" dirty="0"/>
              <a:t>略</a:t>
            </a:r>
            <a:r>
              <a:rPr lang="en-US" altLang="zh-CN" dirty="0"/>
              <a:t>,</a:t>
            </a:r>
            <a:r>
              <a:rPr lang="zh-CN" altLang="en-US" dirty="0"/>
              <a:t>得分率</a:t>
            </a:r>
            <a:r>
              <a:rPr lang="en-US" altLang="zh-CN" dirty="0"/>
              <a:t>94%)</a:t>
            </a:r>
            <a:r>
              <a:rPr lang="zh-CN" altLang="en-US" dirty="0"/>
              <a:t>四叶玫瑰数</a:t>
            </a:r>
            <a:endParaRPr lang="en-US" altLang="zh-CN" dirty="0"/>
          </a:p>
          <a:p>
            <a:pPr marL="457200" lvl="1" indent="0">
              <a:buNone/>
            </a:pPr>
            <a:r>
              <a:rPr lang="en-US" altLang="zh-CN" dirty="0"/>
              <a:t>02.</a:t>
            </a:r>
            <a:r>
              <a:rPr lang="zh-CN" altLang="en-US" dirty="0"/>
              <a:t> 输入一个四位正整数，判断其是否为四叶玫瑰数，</a:t>
            </a:r>
            <a:endParaRPr lang="en-US" altLang="zh-CN" dirty="0"/>
          </a:p>
          <a:p>
            <a:pPr marL="457200" lvl="1" indent="0">
              <a:buNone/>
            </a:pPr>
            <a:r>
              <a:rPr lang="zh-CN" altLang="en-US" dirty="0"/>
              <a:t>    若是</a:t>
            </a:r>
            <a:r>
              <a:rPr lang="en-US" altLang="zh-CN" dirty="0"/>
              <a:t>,</a:t>
            </a:r>
            <a:r>
              <a:rPr lang="zh-CN" altLang="en-US" dirty="0"/>
              <a:t>输出</a:t>
            </a:r>
            <a:r>
              <a:rPr lang="en-US" altLang="zh-CN" dirty="0"/>
              <a:t>YES</a:t>
            </a:r>
            <a:r>
              <a:rPr lang="zh-CN" altLang="en-US" dirty="0"/>
              <a:t>，否则输出</a:t>
            </a:r>
            <a:r>
              <a:rPr lang="en-US" altLang="zh-CN" dirty="0"/>
              <a:t>NO</a:t>
            </a:r>
            <a:r>
              <a:rPr lang="zh-CN" altLang="en-US" dirty="0"/>
              <a:t>，</a:t>
            </a:r>
            <a:endParaRPr lang="en-US" altLang="zh-CN" dirty="0"/>
          </a:p>
          <a:p>
            <a:pPr marL="457200" lvl="1" indent="0">
              <a:buNone/>
            </a:pPr>
            <a:r>
              <a:rPr lang="en-US" altLang="zh-CN" dirty="0"/>
              <a:t>    [</a:t>
            </a:r>
            <a:r>
              <a:rPr lang="zh-CN" altLang="en-US" dirty="0"/>
              <a:t>四叶玫瑰数</a:t>
            </a:r>
            <a:r>
              <a:rPr lang="en-US" altLang="zh-CN" dirty="0"/>
              <a:t>]</a:t>
            </a:r>
            <a:r>
              <a:rPr lang="zh-CN" altLang="en-US" dirty="0"/>
              <a:t>是指组成该数的各个数字的</a:t>
            </a:r>
            <a:r>
              <a:rPr lang="en-US" altLang="zh-CN" dirty="0"/>
              <a:t>4</a:t>
            </a:r>
            <a:r>
              <a:rPr lang="zh-CN" altLang="en-US" dirty="0"/>
              <a:t>次方之和恰好等于该数本身。例如</a:t>
            </a:r>
            <a:r>
              <a:rPr lang="en-US" altLang="zh-CN" dirty="0"/>
              <a:t>1634=1**4+6**4+3**4+4**4</a:t>
            </a:r>
            <a:r>
              <a:rPr lang="zh-CN" altLang="en-US" dirty="0"/>
              <a:t>，</a:t>
            </a:r>
            <a:endParaRPr lang="en-US" altLang="zh-CN" dirty="0"/>
          </a:p>
          <a:p>
            <a:pPr marL="457200" lvl="1" indent="0">
              <a:buNone/>
            </a:pPr>
            <a:endParaRPr lang="en-US" altLang="zh-CN" dirty="0"/>
          </a:p>
          <a:p>
            <a:pPr marL="457200" lvl="1" indent="0">
              <a:buNone/>
            </a:pPr>
            <a:r>
              <a:rPr lang="zh-CN" altLang="en-US" dirty="0"/>
              <a:t>测试</a:t>
            </a:r>
            <a:r>
              <a:rPr lang="en-US" altLang="zh-CN" dirty="0"/>
              <a:t>1</a:t>
            </a:r>
            <a:r>
              <a:rPr lang="zh-CN" altLang="en-US" dirty="0"/>
              <a:t>：（第</a:t>
            </a:r>
            <a:r>
              <a:rPr lang="en-US" altLang="zh-CN" dirty="0"/>
              <a:t>1</a:t>
            </a:r>
            <a:r>
              <a:rPr lang="zh-CN" altLang="en-US" dirty="0"/>
              <a:t>行为输入，第</a:t>
            </a:r>
            <a:r>
              <a:rPr lang="en-US" altLang="zh-CN" dirty="0"/>
              <a:t>2</a:t>
            </a:r>
            <a:r>
              <a:rPr lang="zh-CN" altLang="en-US" dirty="0"/>
              <a:t>行为输出）</a:t>
            </a:r>
            <a:endParaRPr lang="zh-CN" altLang="en-US" dirty="0"/>
          </a:p>
          <a:p>
            <a:pPr marL="457200" lvl="1" indent="0">
              <a:buNone/>
            </a:pPr>
            <a:r>
              <a:rPr lang="en-US" altLang="zh-CN" dirty="0"/>
              <a:t>1634</a:t>
            </a:r>
            <a:endParaRPr lang="en-US" altLang="zh-CN" dirty="0"/>
          </a:p>
          <a:p>
            <a:pPr marL="457200" lvl="1" indent="0">
              <a:buNone/>
            </a:pPr>
            <a:r>
              <a:rPr lang="en-US" altLang="zh-CN" dirty="0"/>
              <a:t>YES</a:t>
            </a:r>
            <a:endParaRPr lang="en-US" altLang="zh-CN" dirty="0"/>
          </a:p>
          <a:p>
            <a:pPr marL="457200" lvl="1" indent="0">
              <a:buNone/>
            </a:pPr>
            <a:r>
              <a:rPr lang="zh-CN" altLang="en-US" dirty="0"/>
              <a:t>测试</a:t>
            </a:r>
            <a:r>
              <a:rPr lang="en-US" altLang="zh-CN" dirty="0"/>
              <a:t>2</a:t>
            </a:r>
            <a:r>
              <a:rPr lang="zh-CN" altLang="en-US" dirty="0"/>
              <a:t>：（第</a:t>
            </a:r>
            <a:r>
              <a:rPr lang="en-US" altLang="zh-CN" dirty="0"/>
              <a:t>1</a:t>
            </a:r>
            <a:r>
              <a:rPr lang="zh-CN" altLang="en-US" dirty="0"/>
              <a:t>行为输入，第</a:t>
            </a:r>
            <a:r>
              <a:rPr lang="en-US" altLang="zh-CN" dirty="0"/>
              <a:t>2</a:t>
            </a:r>
            <a:r>
              <a:rPr lang="zh-CN" altLang="en-US" dirty="0"/>
              <a:t>行为输出）</a:t>
            </a:r>
            <a:endParaRPr lang="zh-CN" altLang="en-US" dirty="0"/>
          </a:p>
          <a:p>
            <a:pPr marL="457200" lvl="1" indent="0">
              <a:buNone/>
            </a:pPr>
            <a:r>
              <a:rPr lang="en-US" altLang="zh-CN" dirty="0"/>
              <a:t>2456</a:t>
            </a:r>
            <a:endParaRPr lang="en-US" altLang="zh-CN" dirty="0"/>
          </a:p>
          <a:p>
            <a:pPr marL="457200" lvl="1" indent="0">
              <a:buNone/>
            </a:pPr>
            <a:r>
              <a:rPr lang="en-US" altLang="zh-CN" dirty="0"/>
              <a:t>NO</a:t>
            </a:r>
            <a:endParaRPr lang="en-US" altLang="zh-CN" dirty="0"/>
          </a:p>
          <a:p>
            <a:pPr marL="457200" lvl="1" indent="0">
              <a:buNone/>
            </a:pP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63352" y="188640"/>
            <a:ext cx="11928648" cy="6788598"/>
          </a:xfrm>
        </p:spPr>
        <p:txBody>
          <a:bodyPr>
            <a:normAutofit/>
          </a:bodyPr>
          <a:lstStyle/>
          <a:p>
            <a:pPr marL="457200" lvl="1" indent="0">
              <a:buNone/>
            </a:pPr>
            <a:r>
              <a:rPr lang="en-US" altLang="zh-CN" sz="2400" b="0" i="0" u="none" strike="noStrike" dirty="0" err="1">
                <a:effectLst/>
                <a:latin typeface="Calibri" panose="020F0502020204030204" pitchFamily="34" charset="0"/>
              </a:rPr>
              <a:t>a,b,c,d</a:t>
            </a:r>
            <a:r>
              <a:rPr lang="en-US" altLang="zh-CN" sz="2400" b="0" i="0" u="none" strike="noStrike" dirty="0">
                <a:effectLst/>
                <a:latin typeface="Calibri" panose="020F0502020204030204" pitchFamily="34" charset="0"/>
              </a:rPr>
              <a:t>=map(</a:t>
            </a:r>
            <a:r>
              <a:rPr lang="en-US" altLang="zh-CN" sz="2400" b="0" i="0" u="none" strike="noStrike" dirty="0" err="1">
                <a:effectLst/>
                <a:latin typeface="Calibri" panose="020F0502020204030204" pitchFamily="34" charset="0"/>
              </a:rPr>
              <a:t>int,input</a:t>
            </a:r>
            <a:r>
              <a:rPr lang="en-US" altLang="zh-CN" sz="2400" b="0" i="0" u="none" strike="noStrike" dirty="0">
                <a:effectLst/>
                <a:latin typeface="Calibri" panose="020F0502020204030204" pitchFamily="34" charset="0"/>
              </a:rPr>
              <a:t>())</a:t>
            </a:r>
            <a:br>
              <a:rPr lang="en-US" altLang="zh-CN" sz="2400" b="0" i="0" u="none" strike="noStrike" dirty="0">
                <a:effectLst/>
                <a:latin typeface="Calibri" panose="020F0502020204030204" pitchFamily="34" charset="0"/>
              </a:rPr>
            </a:br>
            <a:r>
              <a:rPr lang="en-US" altLang="zh-CN" sz="2400" b="0" i="0" u="none" strike="noStrike" dirty="0">
                <a:effectLst/>
                <a:latin typeface="Calibri" panose="020F0502020204030204" pitchFamily="34" charset="0"/>
              </a:rPr>
              <a:t>m=a*1000+b*100+c*10+d</a:t>
            </a:r>
            <a:br>
              <a:rPr lang="en-US" altLang="zh-CN" sz="2400" b="0" i="0" u="none" strike="noStrike" dirty="0">
                <a:effectLst/>
                <a:latin typeface="Calibri" panose="020F0502020204030204" pitchFamily="34" charset="0"/>
              </a:rPr>
            </a:br>
            <a:r>
              <a:rPr lang="en-US" altLang="zh-CN" sz="2400" b="0" i="0" u="none" strike="noStrike" dirty="0">
                <a:effectLst/>
                <a:latin typeface="Calibri" panose="020F0502020204030204" pitchFamily="34" charset="0"/>
              </a:rPr>
              <a:t>n=a**4+b**4+c**4+d**4</a:t>
            </a:r>
            <a:br>
              <a:rPr lang="en-US" altLang="zh-CN" sz="2400" b="0" i="0" u="none" strike="noStrike" dirty="0">
                <a:effectLst/>
                <a:latin typeface="Calibri" panose="020F0502020204030204" pitchFamily="34" charset="0"/>
              </a:rPr>
            </a:br>
            <a:r>
              <a:rPr lang="en-US" altLang="zh-CN" sz="2400" b="0" i="0" u="none" strike="noStrike" dirty="0">
                <a:effectLst/>
                <a:latin typeface="Calibri" panose="020F0502020204030204" pitchFamily="34" charset="0"/>
              </a:rPr>
              <a:t>if m==n:</a:t>
            </a:r>
            <a:br>
              <a:rPr lang="en-US" altLang="zh-CN" sz="2400" b="0" i="0" u="none" strike="noStrike" dirty="0">
                <a:effectLst/>
                <a:latin typeface="Calibri" panose="020F0502020204030204" pitchFamily="34" charset="0"/>
              </a:rPr>
            </a:br>
            <a:r>
              <a:rPr lang="en-US" altLang="zh-CN" sz="2400" b="0" i="0" u="none" strike="noStrike" dirty="0">
                <a:effectLst/>
                <a:latin typeface="Calibri" panose="020F0502020204030204" pitchFamily="34" charset="0"/>
              </a:rPr>
              <a:t>    print('YES')</a:t>
            </a:r>
            <a:br>
              <a:rPr lang="en-US" altLang="zh-CN" sz="2400" b="0" i="0" u="none" strike="noStrike" dirty="0">
                <a:effectLst/>
                <a:latin typeface="Calibri" panose="020F0502020204030204" pitchFamily="34" charset="0"/>
              </a:rPr>
            </a:br>
            <a:r>
              <a:rPr lang="en-US" altLang="zh-CN" sz="2400" b="0" i="0" u="none" strike="noStrike" dirty="0">
                <a:effectLst/>
                <a:latin typeface="Calibri" panose="020F0502020204030204" pitchFamily="34" charset="0"/>
              </a:rPr>
              <a:t>else:</a:t>
            </a:r>
            <a:br>
              <a:rPr lang="en-US" altLang="zh-CN" sz="2400" b="0" i="0" u="none" strike="noStrike" dirty="0">
                <a:effectLst/>
                <a:latin typeface="Calibri" panose="020F0502020204030204" pitchFamily="34" charset="0"/>
              </a:rPr>
            </a:br>
            <a:r>
              <a:rPr lang="en-US" altLang="zh-CN" sz="2400" b="0" i="0" u="none" strike="noStrike" dirty="0">
                <a:effectLst/>
                <a:latin typeface="Calibri" panose="020F0502020204030204" pitchFamily="34" charset="0"/>
              </a:rPr>
              <a:t>    print('NO')</a:t>
            </a:r>
            <a:endParaRPr lang="zh-CN" altLang="en-US" sz="24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63352" y="188640"/>
            <a:ext cx="11928648" cy="6788598"/>
          </a:xfrm>
        </p:spPr>
        <p:txBody>
          <a:bodyPr>
            <a:normAutofit/>
          </a:bodyPr>
          <a:lstStyle/>
          <a:p>
            <a:pPr marL="457200" lvl="1" indent="0">
              <a:buNone/>
            </a:pPr>
            <a:r>
              <a:rPr lang="en-US" altLang="zh-CN" dirty="0"/>
              <a:t>03 </a:t>
            </a:r>
            <a:r>
              <a:rPr lang="zh-CN" altLang="en-US" dirty="0"/>
              <a:t>是否完数 </a:t>
            </a:r>
            <a:r>
              <a:rPr lang="en-US" altLang="zh-CN" dirty="0"/>
              <a:t>(</a:t>
            </a:r>
            <a:r>
              <a:rPr lang="zh-CN" altLang="en-US" dirty="0"/>
              <a:t>中等难度</a:t>
            </a:r>
            <a:r>
              <a:rPr lang="en-US" altLang="zh-CN" dirty="0"/>
              <a:t> </a:t>
            </a:r>
            <a:r>
              <a:rPr lang="zh-CN" altLang="en-US" dirty="0"/>
              <a:t>得分率</a:t>
            </a:r>
            <a:r>
              <a:rPr lang="en-US" altLang="zh-CN" dirty="0"/>
              <a:t>77%)</a:t>
            </a:r>
            <a:endParaRPr lang="en-US" altLang="zh-CN" dirty="0"/>
          </a:p>
          <a:p>
            <a:pPr marL="457200" lvl="1" indent="0">
              <a:buNone/>
            </a:pPr>
            <a:endParaRPr lang="en-US" altLang="zh-CN" dirty="0"/>
          </a:p>
          <a:p>
            <a:pPr marL="457200" lvl="1" indent="0">
              <a:buNone/>
            </a:pPr>
            <a:r>
              <a:rPr lang="en-US" altLang="zh-CN" dirty="0"/>
              <a:t>【</a:t>
            </a:r>
            <a:r>
              <a:rPr lang="zh-CN" altLang="en-US" dirty="0"/>
              <a:t>完数</a:t>
            </a:r>
            <a:r>
              <a:rPr lang="en-US" altLang="zh-CN" dirty="0"/>
              <a:t>】</a:t>
            </a:r>
            <a:r>
              <a:rPr lang="zh-CN" altLang="en-US" dirty="0"/>
              <a:t>一个正整数如果等于其除自身以外的所有因子的和，则该数即称之为完数</a:t>
            </a:r>
            <a:endParaRPr lang="en-US" altLang="zh-CN" dirty="0"/>
          </a:p>
          <a:p>
            <a:pPr marL="457200" lvl="1" indent="0">
              <a:buNone/>
            </a:pPr>
            <a:r>
              <a:rPr lang="zh-CN" altLang="en-US" dirty="0"/>
              <a:t>例如</a:t>
            </a:r>
            <a:r>
              <a:rPr lang="en-US" altLang="zh-CN" dirty="0"/>
              <a:t>6=1+2+3</a:t>
            </a:r>
            <a:r>
              <a:rPr lang="zh-CN" altLang="en-US" dirty="0"/>
              <a:t>，因此</a:t>
            </a:r>
            <a:r>
              <a:rPr lang="en-US" altLang="zh-CN" dirty="0"/>
              <a:t>6</a:t>
            </a:r>
            <a:r>
              <a:rPr lang="zh-CN" altLang="en-US" dirty="0"/>
              <a:t>是完数。</a:t>
            </a:r>
            <a:endParaRPr lang="en-US" altLang="zh-CN" dirty="0"/>
          </a:p>
          <a:p>
            <a:pPr marL="457200" lvl="1" indent="0">
              <a:buNone/>
            </a:pPr>
            <a:r>
              <a:rPr lang="zh-CN" altLang="en-US" dirty="0"/>
              <a:t>输入两个正整数</a:t>
            </a:r>
            <a:r>
              <a:rPr lang="en-US" altLang="zh-CN" dirty="0" err="1"/>
              <a:t>m,n</a:t>
            </a:r>
            <a:r>
              <a:rPr lang="en-US" altLang="zh-CN" dirty="0"/>
              <a:t>(m&lt;n)</a:t>
            </a:r>
            <a:r>
              <a:rPr lang="zh-CN" altLang="en-US" dirty="0"/>
              <a:t>，输出在</a:t>
            </a:r>
            <a:r>
              <a:rPr lang="en-US" altLang="zh-CN" dirty="0"/>
              <a:t>[</a:t>
            </a:r>
            <a:r>
              <a:rPr lang="en-US" altLang="zh-CN" dirty="0" err="1"/>
              <a:t>m,n</a:t>
            </a:r>
            <a:r>
              <a:rPr lang="en-US" altLang="zh-CN" dirty="0"/>
              <a:t>]</a:t>
            </a:r>
            <a:r>
              <a:rPr lang="zh-CN" altLang="en-US" dirty="0"/>
              <a:t>范围内所有的完数，按照数值从小到大输出。</a:t>
            </a:r>
            <a:endParaRPr lang="zh-CN" altLang="en-US" dirty="0"/>
          </a:p>
          <a:p>
            <a:pPr marL="457200" lvl="1" indent="0">
              <a:buNone/>
            </a:pPr>
            <a:r>
              <a:rPr lang="zh-CN" altLang="en-US" dirty="0"/>
              <a:t>（注意：</a:t>
            </a:r>
            <a:r>
              <a:rPr lang="en-US" altLang="zh-CN" dirty="0"/>
              <a:t>1</a:t>
            </a:r>
            <a:r>
              <a:rPr lang="zh-CN" altLang="en-US" dirty="0"/>
              <a:t>不是完数；输出每个完数后都有一个空格）</a:t>
            </a:r>
            <a:endParaRPr lang="en-US" altLang="zh-CN" dirty="0"/>
          </a:p>
          <a:p>
            <a:pPr marL="457200" lvl="1" indent="0">
              <a:buNone/>
            </a:pPr>
            <a:endParaRPr lang="en-US" altLang="zh-CN" dirty="0"/>
          </a:p>
          <a:p>
            <a:pPr marL="457200" lvl="1" indent="0">
              <a:buNone/>
            </a:pPr>
            <a:r>
              <a:rPr lang="zh-CN" altLang="en-US" dirty="0"/>
              <a:t>测试</a:t>
            </a:r>
            <a:r>
              <a:rPr lang="en-US" altLang="zh-CN" dirty="0"/>
              <a:t>1</a:t>
            </a:r>
            <a:r>
              <a:rPr lang="zh-CN" altLang="en-US" dirty="0"/>
              <a:t>：（第</a:t>
            </a:r>
            <a:r>
              <a:rPr lang="en-US" altLang="zh-CN" dirty="0"/>
              <a:t>1</a:t>
            </a:r>
            <a:r>
              <a:rPr lang="zh-CN" altLang="en-US" dirty="0"/>
              <a:t>行为输入，第</a:t>
            </a:r>
            <a:r>
              <a:rPr lang="en-US" altLang="zh-CN" dirty="0"/>
              <a:t>2</a:t>
            </a:r>
            <a:r>
              <a:rPr lang="zh-CN" altLang="en-US" dirty="0"/>
              <a:t>行为输出）</a:t>
            </a:r>
            <a:endParaRPr lang="zh-CN" altLang="en-US" dirty="0"/>
          </a:p>
          <a:p>
            <a:pPr marL="457200" lvl="1" indent="0">
              <a:buNone/>
            </a:pPr>
            <a:r>
              <a:rPr lang="en-US" altLang="zh-CN" dirty="0"/>
              <a:t>10 1000</a:t>
            </a:r>
            <a:endParaRPr lang="en-US" altLang="zh-CN" dirty="0"/>
          </a:p>
          <a:p>
            <a:pPr marL="457200" lvl="1" indent="0">
              <a:buNone/>
            </a:pPr>
            <a:r>
              <a:rPr lang="en-US" altLang="zh-CN" dirty="0"/>
              <a:t>28 496 </a:t>
            </a:r>
            <a:endParaRPr lang="en-US" altLang="zh-CN" dirty="0"/>
          </a:p>
          <a:p>
            <a:pPr marL="457200" lvl="1" indent="0">
              <a:buNone/>
            </a:pPr>
            <a:endParaRPr lang="en-US" altLang="zh-CN" dirty="0"/>
          </a:p>
          <a:p>
            <a:pPr marL="457200" lvl="1" indent="0">
              <a:buNone/>
            </a:pP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63352" y="188640"/>
            <a:ext cx="11928648" cy="6788598"/>
          </a:xfrm>
        </p:spPr>
        <p:txBody>
          <a:bodyPr>
            <a:normAutofit/>
          </a:bodyPr>
          <a:lstStyle/>
          <a:p>
            <a:pPr marL="457200" lvl="1" indent="0">
              <a:buNone/>
            </a:pPr>
            <a:r>
              <a:rPr lang="en-US" altLang="zh-CN" sz="2400" b="0" i="0" u="none" strike="noStrike" dirty="0" err="1">
                <a:effectLst/>
                <a:latin typeface="Calibri" panose="020F0502020204030204" pitchFamily="34" charset="0"/>
              </a:rPr>
              <a:t>m,n</a:t>
            </a:r>
            <a:r>
              <a:rPr lang="en-US" altLang="zh-CN" sz="2400" b="0" i="0" u="none" strike="noStrike" dirty="0">
                <a:effectLst/>
                <a:latin typeface="Calibri" panose="020F0502020204030204" pitchFamily="34" charset="0"/>
              </a:rPr>
              <a:t>=map(</a:t>
            </a:r>
            <a:r>
              <a:rPr lang="en-US" altLang="zh-CN" sz="2400" b="0" i="0" u="none" strike="noStrike" dirty="0" err="1">
                <a:effectLst/>
                <a:latin typeface="Calibri" panose="020F0502020204030204" pitchFamily="34" charset="0"/>
              </a:rPr>
              <a:t>int,input</a:t>
            </a:r>
            <a:r>
              <a:rPr lang="en-US" altLang="zh-CN" sz="2400" b="0" i="0" u="none" strike="noStrike" dirty="0">
                <a:effectLst/>
                <a:latin typeface="Calibri" panose="020F0502020204030204" pitchFamily="34" charset="0"/>
              </a:rPr>
              <a:t>().split())</a:t>
            </a:r>
            <a:br>
              <a:rPr lang="en-US" altLang="zh-CN" sz="2400" b="0" i="0" u="none" strike="noStrike" dirty="0">
                <a:effectLst/>
                <a:latin typeface="Calibri" panose="020F0502020204030204" pitchFamily="34" charset="0"/>
              </a:rPr>
            </a:br>
            <a:r>
              <a:rPr lang="en-US" altLang="zh-CN" sz="2400" b="0" i="0" u="none" strike="noStrike" dirty="0">
                <a:effectLst/>
                <a:latin typeface="Calibri" panose="020F0502020204030204" pitchFamily="34" charset="0"/>
              </a:rPr>
              <a:t>for x in range(m,n+1):</a:t>
            </a:r>
            <a:br>
              <a:rPr lang="en-US" altLang="zh-CN" sz="2400" b="0" i="0" u="none" strike="noStrike" dirty="0">
                <a:effectLst/>
                <a:latin typeface="Calibri" panose="020F0502020204030204" pitchFamily="34" charset="0"/>
              </a:rPr>
            </a:br>
            <a:r>
              <a:rPr lang="en-US" altLang="zh-CN" sz="2400" b="0" i="0" u="none" strike="noStrike" dirty="0">
                <a:effectLst/>
                <a:latin typeface="Calibri" panose="020F0502020204030204" pitchFamily="34" charset="0"/>
              </a:rPr>
              <a:t>    s=0</a:t>
            </a:r>
            <a:br>
              <a:rPr lang="en-US" altLang="zh-CN" sz="2400" b="0" i="0" u="none" strike="noStrike" dirty="0">
                <a:effectLst/>
                <a:latin typeface="Calibri" panose="020F0502020204030204" pitchFamily="34" charset="0"/>
              </a:rPr>
            </a:br>
            <a:r>
              <a:rPr lang="en-US" altLang="zh-CN" sz="2400" b="0" i="0" u="none" strike="noStrike" dirty="0">
                <a:effectLst/>
                <a:latin typeface="Calibri" panose="020F0502020204030204" pitchFamily="34" charset="0"/>
              </a:rPr>
              <a:t>    for </a:t>
            </a:r>
            <a:r>
              <a:rPr lang="en-US" altLang="zh-CN" sz="2400" b="0" i="0" u="none" strike="noStrike" dirty="0" err="1">
                <a:effectLst/>
                <a:latin typeface="Calibri" panose="020F0502020204030204" pitchFamily="34" charset="0"/>
              </a:rPr>
              <a:t>i</a:t>
            </a:r>
            <a:r>
              <a:rPr lang="en-US" altLang="zh-CN" sz="2400" b="0" i="0" u="none" strike="noStrike" dirty="0">
                <a:effectLst/>
                <a:latin typeface="Calibri" panose="020F0502020204030204" pitchFamily="34" charset="0"/>
              </a:rPr>
              <a:t> in range(1,x):</a:t>
            </a:r>
            <a:br>
              <a:rPr lang="en-US" altLang="zh-CN" sz="2400" b="0" i="0" u="none" strike="noStrike" dirty="0">
                <a:effectLst/>
                <a:latin typeface="Calibri" panose="020F0502020204030204" pitchFamily="34" charset="0"/>
              </a:rPr>
            </a:br>
            <a:r>
              <a:rPr lang="en-US" altLang="zh-CN" sz="2400" b="0" i="0" u="none" strike="noStrike" dirty="0">
                <a:effectLst/>
                <a:latin typeface="Calibri" panose="020F0502020204030204" pitchFamily="34" charset="0"/>
              </a:rPr>
              <a:t>        if x %</a:t>
            </a:r>
            <a:r>
              <a:rPr lang="en-US" altLang="zh-CN" sz="2400" b="0" i="0" u="none" strike="noStrike" dirty="0" err="1">
                <a:effectLst/>
                <a:latin typeface="Calibri" panose="020F0502020204030204" pitchFamily="34" charset="0"/>
              </a:rPr>
              <a:t>i</a:t>
            </a:r>
            <a:r>
              <a:rPr lang="en-US" altLang="zh-CN" sz="2400" b="0" i="0" u="none" strike="noStrike" dirty="0">
                <a:effectLst/>
                <a:latin typeface="Calibri" panose="020F0502020204030204" pitchFamily="34" charset="0"/>
              </a:rPr>
              <a:t>==0:</a:t>
            </a:r>
            <a:br>
              <a:rPr lang="en-US" altLang="zh-CN" sz="2400" b="0" i="0" u="none" strike="noStrike" dirty="0">
                <a:effectLst/>
                <a:latin typeface="Calibri" panose="020F0502020204030204" pitchFamily="34" charset="0"/>
              </a:rPr>
            </a:br>
            <a:r>
              <a:rPr lang="en-US" altLang="zh-CN" sz="2400" b="0" i="0" u="none" strike="noStrike" dirty="0">
                <a:effectLst/>
                <a:latin typeface="Calibri" panose="020F0502020204030204" pitchFamily="34" charset="0"/>
              </a:rPr>
              <a:t>            s+=</a:t>
            </a:r>
            <a:r>
              <a:rPr lang="en-US" altLang="zh-CN" sz="2400" b="0" i="0" u="none" strike="noStrike" dirty="0" err="1">
                <a:effectLst/>
                <a:latin typeface="Calibri" panose="020F0502020204030204" pitchFamily="34" charset="0"/>
              </a:rPr>
              <a:t>i</a:t>
            </a:r>
            <a:br>
              <a:rPr lang="en-US" altLang="zh-CN" sz="2400" b="0" i="0" u="none" strike="noStrike" dirty="0">
                <a:effectLst/>
                <a:latin typeface="Calibri" panose="020F0502020204030204" pitchFamily="34" charset="0"/>
              </a:rPr>
            </a:br>
            <a:r>
              <a:rPr lang="en-US" altLang="zh-CN" sz="2400" b="0" i="0" u="none" strike="noStrike" dirty="0">
                <a:effectLst/>
                <a:latin typeface="Calibri" panose="020F0502020204030204" pitchFamily="34" charset="0"/>
              </a:rPr>
              <a:t>    if x==s:</a:t>
            </a:r>
            <a:br>
              <a:rPr lang="en-US" altLang="zh-CN" sz="2400" b="0" i="0" u="none" strike="noStrike" dirty="0">
                <a:effectLst/>
                <a:latin typeface="Calibri" panose="020F0502020204030204" pitchFamily="34" charset="0"/>
              </a:rPr>
            </a:br>
            <a:r>
              <a:rPr lang="en-US" altLang="zh-CN" sz="2400" b="0" i="0" u="none" strike="noStrike" dirty="0">
                <a:effectLst/>
                <a:latin typeface="Calibri" panose="020F0502020204030204" pitchFamily="34" charset="0"/>
              </a:rPr>
              <a:t>        print(</a:t>
            </a:r>
            <a:r>
              <a:rPr lang="en-US" altLang="zh-CN" sz="2400" b="0" i="0" u="none" strike="noStrike" dirty="0" err="1">
                <a:effectLst/>
                <a:latin typeface="Calibri" panose="020F0502020204030204" pitchFamily="34" charset="0"/>
              </a:rPr>
              <a:t>x,end</a:t>
            </a:r>
            <a:r>
              <a:rPr lang="en-US" altLang="zh-CN" sz="2400" b="0" i="0" u="none" strike="noStrike" dirty="0">
                <a:effectLst/>
                <a:latin typeface="Calibri" panose="020F0502020204030204" pitchFamily="34" charset="0"/>
              </a:rPr>
              <a:t>=' ')</a:t>
            </a:r>
            <a:endParaRPr lang="zh-CN" altLang="en-US" sz="24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63352" y="188640"/>
            <a:ext cx="11928648" cy="6788598"/>
          </a:xfrm>
        </p:spPr>
        <p:txBody>
          <a:bodyPr>
            <a:normAutofit/>
          </a:bodyPr>
          <a:lstStyle/>
          <a:p>
            <a:pPr marL="457200" lvl="1" indent="0">
              <a:buNone/>
            </a:pPr>
            <a:r>
              <a:rPr lang="en-US" altLang="zh-CN" dirty="0"/>
              <a:t>**04 </a:t>
            </a:r>
            <a:r>
              <a:rPr lang="zh-CN" altLang="en-US" dirty="0"/>
              <a:t>偶数分解为</a:t>
            </a:r>
            <a:r>
              <a:rPr lang="en-US" altLang="zh-CN" dirty="0"/>
              <a:t>2</a:t>
            </a:r>
            <a:r>
              <a:rPr lang="zh-CN" altLang="en-US" dirty="0"/>
              <a:t>个素数和 </a:t>
            </a:r>
            <a:r>
              <a:rPr lang="en-US" altLang="zh-CN" dirty="0"/>
              <a:t>(</a:t>
            </a:r>
            <a:r>
              <a:rPr lang="zh-CN" altLang="en-US" dirty="0"/>
              <a:t>较难</a:t>
            </a:r>
            <a:r>
              <a:rPr lang="en-US" altLang="zh-CN" dirty="0"/>
              <a:t>,</a:t>
            </a:r>
            <a:r>
              <a:rPr lang="zh-CN" altLang="en-US" dirty="0"/>
              <a:t>得分率</a:t>
            </a:r>
            <a:r>
              <a:rPr lang="en-US" altLang="zh-CN" dirty="0"/>
              <a:t>66%)</a:t>
            </a:r>
            <a:endParaRPr lang="en-US" altLang="zh-CN" dirty="0"/>
          </a:p>
          <a:p>
            <a:pPr marL="457200" lvl="1" indent="0">
              <a:buNone/>
            </a:pPr>
            <a:endParaRPr lang="en-US" altLang="zh-CN" dirty="0"/>
          </a:p>
          <a:p>
            <a:pPr marL="457200" lvl="1" indent="0">
              <a:buNone/>
            </a:pPr>
            <a:r>
              <a:rPr lang="en-US" altLang="zh-CN" dirty="0"/>
              <a:t>  </a:t>
            </a:r>
            <a:r>
              <a:rPr lang="zh-CN" altLang="en-US" dirty="0"/>
              <a:t>输入正偶数</a:t>
            </a:r>
            <a:r>
              <a:rPr lang="en-US" altLang="zh-CN" dirty="0"/>
              <a:t>n</a:t>
            </a:r>
            <a:r>
              <a:rPr lang="zh-CN" altLang="en-US" dirty="0"/>
              <a:t>（</a:t>
            </a:r>
            <a:r>
              <a:rPr lang="en-US" altLang="zh-CN" dirty="0"/>
              <a:t>n&gt;2)</a:t>
            </a:r>
            <a:r>
              <a:rPr lang="zh-CN" altLang="en-US" dirty="0"/>
              <a:t>，分解成两个素数之和，按照第一个素数从小到大输出。</a:t>
            </a:r>
            <a:endParaRPr lang="en-US" altLang="zh-CN" dirty="0"/>
          </a:p>
          <a:p>
            <a:pPr marL="457200" lvl="1" indent="0">
              <a:buNone/>
            </a:pPr>
            <a:r>
              <a:rPr lang="en-US" altLang="zh-CN" dirty="0"/>
              <a:t>   </a:t>
            </a:r>
            <a:r>
              <a:rPr lang="zh-CN" altLang="en-US" dirty="0"/>
              <a:t>注意，</a:t>
            </a:r>
            <a:r>
              <a:rPr lang="en-US" altLang="zh-CN" dirty="0"/>
              <a:t>1</a:t>
            </a:r>
            <a:r>
              <a:rPr lang="zh-CN" altLang="en-US" dirty="0"/>
              <a:t>不是素数；每个偶数都能分解。</a:t>
            </a:r>
            <a:endParaRPr lang="zh-CN" altLang="en-US" dirty="0"/>
          </a:p>
          <a:p>
            <a:pPr marL="457200" lvl="1" indent="0">
              <a:buNone/>
            </a:pPr>
            <a:endParaRPr lang="en-US" altLang="zh-CN" dirty="0"/>
          </a:p>
          <a:p>
            <a:pPr marL="457200" lvl="1" indent="0">
              <a:buNone/>
            </a:pPr>
            <a:r>
              <a:rPr lang="zh-CN" altLang="en-US" dirty="0"/>
              <a:t>测试</a:t>
            </a:r>
            <a:r>
              <a:rPr lang="en-US" altLang="zh-CN" dirty="0"/>
              <a:t>2</a:t>
            </a:r>
            <a:r>
              <a:rPr lang="zh-CN" altLang="en-US" dirty="0"/>
              <a:t>：（第</a:t>
            </a:r>
            <a:r>
              <a:rPr lang="en-US" altLang="zh-CN" dirty="0"/>
              <a:t>1</a:t>
            </a:r>
            <a:r>
              <a:rPr lang="zh-CN" altLang="en-US" dirty="0"/>
              <a:t>行为输入，其余行为输出）</a:t>
            </a:r>
            <a:endParaRPr lang="zh-CN" altLang="en-US" dirty="0"/>
          </a:p>
          <a:p>
            <a:pPr marL="457200" lvl="1" indent="0">
              <a:buNone/>
            </a:pPr>
            <a:r>
              <a:rPr lang="en-US" altLang="zh-CN" dirty="0"/>
              <a:t>16</a:t>
            </a:r>
            <a:endParaRPr lang="en-US" altLang="zh-CN" dirty="0"/>
          </a:p>
          <a:p>
            <a:pPr marL="457200" lvl="1" indent="0">
              <a:buNone/>
            </a:pPr>
            <a:r>
              <a:rPr lang="en-US" altLang="zh-CN" dirty="0"/>
              <a:t>16=3+13</a:t>
            </a:r>
            <a:endParaRPr lang="en-US" altLang="zh-CN" dirty="0"/>
          </a:p>
          <a:p>
            <a:pPr marL="457200" lvl="1" indent="0">
              <a:buNone/>
            </a:pPr>
            <a:r>
              <a:rPr lang="en-US" altLang="zh-CN" dirty="0"/>
              <a:t>16=5+11</a:t>
            </a:r>
            <a:endParaRPr lang="en-US" altLang="zh-CN" dirty="0"/>
          </a:p>
          <a:p>
            <a:pPr marL="457200" lvl="1" indent="0">
              <a:buNone/>
            </a:pP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63352" y="188640"/>
            <a:ext cx="11928648" cy="6788598"/>
          </a:xfrm>
        </p:spPr>
        <p:txBody>
          <a:bodyPr>
            <a:normAutofit/>
          </a:bodyPr>
          <a:lstStyle/>
          <a:p>
            <a:pPr marL="457200" lvl="1" indent="0">
              <a:buNone/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n=int(input())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>
              <a:buNone/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</a:t>
            </a:r>
            <a:r>
              <a:rPr lang="en-US" altLang="zh-C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range(2,n//2+1):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>
              <a:buNone/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for j in range(2,i):   #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判断</a:t>
            </a:r>
            <a:r>
              <a:rPr lang="en-US" altLang="zh-C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是否素数</a:t>
            </a:r>
            <a:endParaRPr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>
              <a:buNone/>
            </a:pP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</a:t>
            </a:r>
            <a:r>
              <a:rPr lang="en-US" altLang="zh-C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i%j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==0: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>
              <a:buNone/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break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>
              <a:buNone/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else:   #j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是素数</a:t>
            </a:r>
            <a:endParaRPr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>
              <a:buNone/>
            </a:pP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a=n-</a:t>
            </a:r>
            <a:r>
              <a:rPr lang="en-US" altLang="zh-C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>
              <a:buNone/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if a!=1:    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>
              <a:buNone/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for b in range(2,a):   #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判断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a=n-</a:t>
            </a:r>
            <a:r>
              <a:rPr lang="en-US" altLang="zh-C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是否素数</a:t>
            </a:r>
            <a:endParaRPr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>
              <a:buNone/>
            </a:pP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</a:t>
            </a:r>
            <a:r>
              <a:rPr lang="en-US" altLang="zh-C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a%b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==0: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>
              <a:buNone/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		      break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>
              <a:buNone/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	    else:   #a-i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是素数</a:t>
            </a:r>
            <a:endParaRPr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>
              <a:buNone/>
            </a:pP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		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print(n,'=',</a:t>
            </a:r>
            <a:r>
              <a:rPr lang="en-US" altLang="zh-C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,'+',</a:t>
            </a:r>
            <a:r>
              <a:rPr lang="en-US" altLang="zh-C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a,sep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='')</a:t>
            </a:r>
            <a:endParaRPr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63352" y="188640"/>
            <a:ext cx="11928648" cy="6788598"/>
          </a:xfrm>
        </p:spPr>
        <p:txBody>
          <a:bodyPr>
            <a:normAutofit fontScale="92500" lnSpcReduction="20000"/>
          </a:bodyPr>
          <a:lstStyle/>
          <a:p>
            <a:pPr marL="457200" lvl="1" indent="0">
              <a:buNone/>
            </a:pPr>
            <a:r>
              <a:rPr lang="en-US" altLang="zh-CN" dirty="0"/>
              <a:t>05 </a:t>
            </a:r>
            <a:r>
              <a:rPr lang="zh-CN" altLang="en-US" dirty="0"/>
              <a:t>是否对称矩阵</a:t>
            </a:r>
            <a:r>
              <a:rPr lang="en-US" altLang="zh-CN" dirty="0"/>
              <a:t> (</a:t>
            </a:r>
            <a:r>
              <a:rPr lang="zh-CN" altLang="en-US" dirty="0"/>
              <a:t>难</a:t>
            </a:r>
            <a:r>
              <a:rPr lang="en-US" altLang="zh-CN" dirty="0"/>
              <a:t>,</a:t>
            </a:r>
            <a:r>
              <a:rPr lang="zh-CN" altLang="en-US" dirty="0"/>
              <a:t>得分率</a:t>
            </a:r>
            <a:r>
              <a:rPr lang="en-US" altLang="zh-CN" dirty="0"/>
              <a:t>55%)</a:t>
            </a:r>
            <a:endParaRPr lang="en-US" altLang="zh-CN" dirty="0"/>
          </a:p>
          <a:p>
            <a:pPr marL="457200" lvl="1" indent="0">
              <a:buNone/>
            </a:pPr>
            <a:r>
              <a:rPr lang="en-US" altLang="zh-CN" dirty="0"/>
              <a:t>    </a:t>
            </a:r>
            <a:r>
              <a:rPr lang="zh-CN" altLang="en-US" dirty="0"/>
              <a:t>输入</a:t>
            </a:r>
            <a:r>
              <a:rPr lang="en-US" altLang="zh-CN" dirty="0"/>
              <a:t>n</a:t>
            </a:r>
            <a:r>
              <a:rPr lang="zh-CN" altLang="en-US" dirty="0"/>
              <a:t>（</a:t>
            </a:r>
            <a:r>
              <a:rPr lang="en-US" altLang="zh-CN" dirty="0"/>
              <a:t>10&gt;n&gt;1</a:t>
            </a:r>
            <a:r>
              <a:rPr lang="zh-CN" altLang="en-US" dirty="0"/>
              <a:t>），然后输入一个</a:t>
            </a:r>
            <a:r>
              <a:rPr lang="en-US" altLang="zh-CN" dirty="0"/>
              <a:t>n</a:t>
            </a:r>
            <a:r>
              <a:rPr lang="zh-CN" altLang="en-US" dirty="0"/>
              <a:t>行</a:t>
            </a:r>
            <a:r>
              <a:rPr lang="en-US" altLang="zh-CN" dirty="0"/>
              <a:t>n</a:t>
            </a:r>
            <a:r>
              <a:rPr lang="zh-CN" altLang="en-US" dirty="0"/>
              <a:t>列的矩阵，如果该矩阵是对称矩阵则输出”</a:t>
            </a:r>
            <a:r>
              <a:rPr lang="en-US" altLang="zh-CN" dirty="0"/>
              <a:t>yes“</a:t>
            </a:r>
            <a:r>
              <a:rPr lang="zh-CN" altLang="en-US" dirty="0"/>
              <a:t>，否则输出“</a:t>
            </a:r>
            <a:r>
              <a:rPr lang="en-US" altLang="zh-CN" dirty="0"/>
              <a:t>no”</a:t>
            </a:r>
            <a:endParaRPr lang="en-US" altLang="zh-CN" dirty="0"/>
          </a:p>
          <a:p>
            <a:pPr marL="457200" lvl="1" indent="0">
              <a:buNone/>
            </a:pPr>
            <a:r>
              <a:rPr lang="en-US" altLang="zh-CN" dirty="0"/>
              <a:t>   </a:t>
            </a:r>
            <a:r>
              <a:rPr lang="zh-CN" altLang="en-US" dirty="0"/>
              <a:t>（对称矩阵（</a:t>
            </a:r>
            <a:r>
              <a:rPr lang="en-US" altLang="zh-CN" dirty="0"/>
              <a:t>Symmetric Matrices</a:t>
            </a:r>
            <a:r>
              <a:rPr lang="zh-CN" altLang="en-US" dirty="0"/>
              <a:t>）是指以主对角线为对称轴，各元素对应相等的矩阵）</a:t>
            </a:r>
            <a:endParaRPr lang="zh-CN" altLang="en-US" dirty="0"/>
          </a:p>
          <a:p>
            <a:pPr marL="457200" lvl="1" indent="0">
              <a:buNone/>
            </a:pPr>
            <a:endParaRPr lang="en-US" altLang="zh-CN" dirty="0"/>
          </a:p>
          <a:p>
            <a:pPr marL="457200" lvl="1" indent="0">
              <a:buNone/>
            </a:pPr>
            <a:r>
              <a:rPr lang="zh-CN" altLang="en-US" dirty="0"/>
              <a:t>测试</a:t>
            </a:r>
            <a:r>
              <a:rPr lang="en-US" altLang="zh-CN" dirty="0"/>
              <a:t>1</a:t>
            </a:r>
            <a:r>
              <a:rPr lang="zh-CN" altLang="en-US" dirty="0"/>
              <a:t>：（第</a:t>
            </a:r>
            <a:r>
              <a:rPr lang="en-US" altLang="zh-CN" dirty="0"/>
              <a:t>1~4</a:t>
            </a:r>
            <a:r>
              <a:rPr lang="zh-CN" altLang="en-US" dirty="0"/>
              <a:t>行为输入，最后</a:t>
            </a:r>
            <a:r>
              <a:rPr lang="en-US" altLang="zh-CN" dirty="0"/>
              <a:t>1</a:t>
            </a:r>
            <a:r>
              <a:rPr lang="zh-CN" altLang="en-US" dirty="0"/>
              <a:t>行为输出）</a:t>
            </a:r>
            <a:endParaRPr lang="zh-CN" altLang="en-US" dirty="0"/>
          </a:p>
          <a:p>
            <a:pPr marL="457200" lvl="1" indent="0">
              <a:buNone/>
            </a:pPr>
            <a:r>
              <a:rPr lang="en-US" altLang="zh-CN" dirty="0"/>
              <a:t>3</a:t>
            </a:r>
            <a:endParaRPr lang="en-US" altLang="zh-CN" dirty="0"/>
          </a:p>
          <a:p>
            <a:pPr marL="457200" lvl="1" indent="0">
              <a:buNone/>
            </a:pPr>
            <a:r>
              <a:rPr lang="en-US" altLang="zh-CN" dirty="0"/>
              <a:t>3 3 3</a:t>
            </a:r>
            <a:endParaRPr lang="en-US" altLang="zh-CN" dirty="0"/>
          </a:p>
          <a:p>
            <a:pPr marL="457200" lvl="1" indent="0">
              <a:buNone/>
            </a:pPr>
            <a:r>
              <a:rPr lang="en-US" altLang="zh-CN" dirty="0"/>
              <a:t>3 1 2</a:t>
            </a:r>
            <a:endParaRPr lang="en-US" altLang="zh-CN" dirty="0"/>
          </a:p>
          <a:p>
            <a:pPr marL="457200" lvl="1" indent="0">
              <a:buNone/>
            </a:pPr>
            <a:r>
              <a:rPr lang="en-US" altLang="zh-CN" dirty="0"/>
              <a:t>3 2 3</a:t>
            </a:r>
            <a:endParaRPr lang="en-US" altLang="zh-CN" dirty="0"/>
          </a:p>
          <a:p>
            <a:pPr marL="457200" lvl="1" indent="0">
              <a:buNone/>
            </a:pPr>
            <a:r>
              <a:rPr lang="en-US" altLang="zh-CN" dirty="0"/>
              <a:t>yes</a:t>
            </a:r>
            <a:endParaRPr lang="en-US" altLang="zh-CN" dirty="0"/>
          </a:p>
          <a:p>
            <a:pPr marL="457200" lvl="1" indent="0">
              <a:buNone/>
            </a:pPr>
            <a:r>
              <a:rPr lang="zh-CN" altLang="en-US" dirty="0"/>
              <a:t>测试</a:t>
            </a:r>
            <a:r>
              <a:rPr lang="en-US" altLang="zh-CN" dirty="0"/>
              <a:t>2</a:t>
            </a:r>
            <a:r>
              <a:rPr lang="zh-CN" altLang="en-US" dirty="0"/>
              <a:t>：（第</a:t>
            </a:r>
            <a:r>
              <a:rPr lang="en-US" altLang="zh-CN" dirty="0"/>
              <a:t>1~5</a:t>
            </a:r>
            <a:r>
              <a:rPr lang="zh-CN" altLang="en-US" dirty="0"/>
              <a:t>行为输入，最后</a:t>
            </a:r>
            <a:r>
              <a:rPr lang="en-US" altLang="zh-CN" dirty="0"/>
              <a:t>1</a:t>
            </a:r>
            <a:r>
              <a:rPr lang="zh-CN" altLang="en-US" dirty="0"/>
              <a:t>行为输出）</a:t>
            </a:r>
            <a:endParaRPr lang="zh-CN" altLang="en-US" dirty="0"/>
          </a:p>
          <a:p>
            <a:pPr marL="457200" lvl="1" indent="0">
              <a:buNone/>
            </a:pPr>
            <a:r>
              <a:rPr lang="en-US" altLang="zh-CN" dirty="0"/>
              <a:t>4</a:t>
            </a:r>
            <a:endParaRPr lang="en-US" altLang="zh-CN" dirty="0"/>
          </a:p>
          <a:p>
            <a:pPr marL="457200" lvl="1" indent="0">
              <a:buNone/>
            </a:pPr>
            <a:r>
              <a:rPr lang="en-US" altLang="zh-CN" dirty="0"/>
              <a:t>3 3 3 4</a:t>
            </a:r>
            <a:endParaRPr lang="en-US" altLang="zh-CN" dirty="0"/>
          </a:p>
          <a:p>
            <a:pPr marL="457200" lvl="1" indent="0">
              <a:buNone/>
            </a:pPr>
            <a:r>
              <a:rPr lang="en-US" altLang="zh-CN" dirty="0"/>
              <a:t>3 3 2 3</a:t>
            </a:r>
            <a:endParaRPr lang="en-US" altLang="zh-CN" dirty="0"/>
          </a:p>
          <a:p>
            <a:pPr marL="457200" lvl="1" indent="0">
              <a:buNone/>
            </a:pPr>
            <a:r>
              <a:rPr lang="en-US" altLang="zh-CN" dirty="0"/>
              <a:t>3 2 3 3</a:t>
            </a:r>
            <a:endParaRPr lang="en-US" altLang="zh-CN" dirty="0"/>
          </a:p>
          <a:p>
            <a:pPr marL="457200" lvl="1" indent="0">
              <a:buNone/>
            </a:pPr>
            <a:r>
              <a:rPr lang="en-US" altLang="zh-CN" dirty="0"/>
              <a:t>3 3 3 3</a:t>
            </a:r>
            <a:endParaRPr lang="en-US" altLang="zh-CN" dirty="0"/>
          </a:p>
          <a:p>
            <a:pPr marL="457200" lvl="1" indent="0">
              <a:buNone/>
            </a:pPr>
            <a:r>
              <a:rPr lang="en-US" altLang="zh-CN" dirty="0"/>
              <a:t>No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63352" y="188640"/>
            <a:ext cx="11928648" cy="6788598"/>
          </a:xfrm>
        </p:spPr>
        <p:txBody>
          <a:bodyPr>
            <a:normAutofit/>
          </a:bodyPr>
          <a:lstStyle/>
          <a:p>
            <a:pPr marL="457200" lvl="1" indent="0">
              <a:buNone/>
            </a:pPr>
            <a:r>
              <a:rPr lang="en-US" altLang="zh-CN" sz="2400" b="0" i="0" u="none" strike="noStrike" dirty="0">
                <a:effectLst/>
                <a:latin typeface="Calibri" panose="020F0502020204030204" pitchFamily="34" charset="0"/>
              </a:rPr>
              <a:t>n=eval(input())</a:t>
            </a:r>
            <a:br>
              <a:rPr lang="en-US" altLang="zh-CN" sz="2400" b="0" i="0" u="none" strike="noStrike" dirty="0">
                <a:effectLst/>
                <a:latin typeface="Calibri" panose="020F0502020204030204" pitchFamily="34" charset="0"/>
              </a:rPr>
            </a:br>
            <a:r>
              <a:rPr lang="en-US" altLang="zh-CN" sz="2400" b="0" i="0" u="none" strike="noStrike" dirty="0">
                <a:effectLst/>
                <a:latin typeface="Calibri" panose="020F0502020204030204" pitchFamily="34" charset="0"/>
              </a:rPr>
              <a:t>a=[]</a:t>
            </a:r>
            <a:br>
              <a:rPr lang="en-US" altLang="zh-CN" sz="2400" b="0" i="0" u="none" strike="noStrike" dirty="0">
                <a:effectLst/>
                <a:latin typeface="Calibri" panose="020F0502020204030204" pitchFamily="34" charset="0"/>
              </a:rPr>
            </a:br>
            <a:r>
              <a:rPr lang="en-US" altLang="zh-CN" sz="2400" b="0" i="0" u="none" strike="noStrike" dirty="0">
                <a:effectLst/>
                <a:latin typeface="Calibri" panose="020F0502020204030204" pitchFamily="34" charset="0"/>
              </a:rPr>
              <a:t>#</a:t>
            </a:r>
            <a:r>
              <a:rPr lang="zh-CN" altLang="en-US" sz="2400" b="0" i="0" u="none" strike="noStrike" dirty="0">
                <a:effectLst/>
                <a:latin typeface="Calibri" panose="020F0502020204030204" pitchFamily="34" charset="0"/>
              </a:rPr>
              <a:t>生成矩阵列表</a:t>
            </a:r>
            <a:endParaRPr lang="en-US" altLang="zh-CN" sz="2400" b="0" i="0" u="none" strike="noStrike" dirty="0">
              <a:effectLst/>
              <a:latin typeface="Calibri" panose="020F0502020204030204" pitchFamily="34" charset="0"/>
            </a:endParaRPr>
          </a:p>
          <a:p>
            <a:pPr marL="457200" lvl="1" indent="0">
              <a:buNone/>
            </a:pPr>
            <a:r>
              <a:rPr lang="en-US" altLang="zh-CN" sz="2400" b="0" i="0" u="none" strike="noStrike" dirty="0">
                <a:effectLst/>
                <a:latin typeface="Calibri" panose="020F0502020204030204" pitchFamily="34" charset="0"/>
              </a:rPr>
              <a:t>for </a:t>
            </a:r>
            <a:r>
              <a:rPr lang="en-US" altLang="zh-CN" sz="2400" b="0" i="0" u="none" strike="noStrike" dirty="0" err="1">
                <a:effectLst/>
                <a:latin typeface="Calibri" panose="020F0502020204030204" pitchFamily="34" charset="0"/>
              </a:rPr>
              <a:t>i</a:t>
            </a:r>
            <a:r>
              <a:rPr lang="en-US" altLang="zh-CN" sz="2400" b="0" i="0" u="none" strike="noStrike" dirty="0">
                <a:effectLst/>
                <a:latin typeface="Calibri" panose="020F0502020204030204" pitchFamily="34" charset="0"/>
              </a:rPr>
              <a:t> in range(n):</a:t>
            </a:r>
            <a:br>
              <a:rPr lang="en-US" altLang="zh-CN" sz="2400" b="0" i="0" u="none" strike="noStrike" dirty="0">
                <a:effectLst/>
                <a:latin typeface="Calibri" panose="020F0502020204030204" pitchFamily="34" charset="0"/>
              </a:rPr>
            </a:br>
            <a:r>
              <a:rPr lang="en-US" altLang="zh-CN" sz="2400" b="0" i="0" u="none" strike="noStrike" dirty="0">
                <a:effectLst/>
                <a:latin typeface="Calibri" panose="020F0502020204030204" pitchFamily="34" charset="0"/>
              </a:rPr>
              <a:t>    b=list(map(</a:t>
            </a:r>
            <a:r>
              <a:rPr lang="en-US" altLang="zh-CN" sz="2400" b="0" i="0" u="none" strike="noStrike" dirty="0" err="1">
                <a:effectLst/>
                <a:latin typeface="Calibri" panose="020F0502020204030204" pitchFamily="34" charset="0"/>
              </a:rPr>
              <a:t>int,input</a:t>
            </a:r>
            <a:r>
              <a:rPr lang="en-US" altLang="zh-CN" sz="2400" b="0" i="0" u="none" strike="noStrike" dirty="0">
                <a:effectLst/>
                <a:latin typeface="Calibri" panose="020F0502020204030204" pitchFamily="34" charset="0"/>
              </a:rPr>
              <a:t>().split()))</a:t>
            </a:r>
            <a:br>
              <a:rPr lang="en-US" altLang="zh-CN" sz="2400" b="0" i="0" u="none" strike="noStrike" dirty="0">
                <a:effectLst/>
                <a:latin typeface="Calibri" panose="020F0502020204030204" pitchFamily="34" charset="0"/>
              </a:rPr>
            </a:br>
            <a:r>
              <a:rPr lang="en-US" altLang="zh-CN" sz="2400" b="0" i="0" u="none" strike="noStrike" dirty="0">
                <a:effectLst/>
                <a:latin typeface="Calibri" panose="020F0502020204030204" pitchFamily="34" charset="0"/>
              </a:rPr>
              <a:t>    </a:t>
            </a:r>
            <a:r>
              <a:rPr lang="en-US" altLang="zh-CN" sz="2400" b="0" i="0" u="none" strike="noStrike" dirty="0" err="1">
                <a:effectLst/>
                <a:latin typeface="Calibri" panose="020F0502020204030204" pitchFamily="34" charset="0"/>
              </a:rPr>
              <a:t>a.append</a:t>
            </a:r>
            <a:r>
              <a:rPr lang="en-US" altLang="zh-CN" sz="2400" b="0" i="0" u="none" strike="noStrike" dirty="0">
                <a:effectLst/>
                <a:latin typeface="Calibri" panose="020F0502020204030204" pitchFamily="34" charset="0"/>
              </a:rPr>
              <a:t>(b)</a:t>
            </a:r>
            <a:br>
              <a:rPr lang="en-US" altLang="zh-CN" sz="2400" b="0" i="0" u="none" strike="noStrike" dirty="0">
                <a:effectLst/>
                <a:latin typeface="Calibri" panose="020F0502020204030204" pitchFamily="34" charset="0"/>
              </a:rPr>
            </a:br>
            <a:r>
              <a:rPr lang="en-US" altLang="zh-CN" sz="2400" b="0" i="0" u="none" strike="noStrike" dirty="0">
                <a:effectLst/>
                <a:latin typeface="Calibri" panose="020F0502020204030204" pitchFamily="34" charset="0"/>
              </a:rPr>
              <a:t>#</a:t>
            </a:r>
            <a:r>
              <a:rPr lang="zh-CN" altLang="en-US" sz="2400" b="0" i="0" u="none" strike="noStrike" dirty="0">
                <a:effectLst/>
                <a:latin typeface="Calibri" panose="020F0502020204030204" pitchFamily="34" charset="0"/>
              </a:rPr>
              <a:t>判断</a:t>
            </a:r>
            <a:br>
              <a:rPr lang="en-US" altLang="zh-CN" sz="2400" b="0" i="0" u="none" strike="noStrike" dirty="0">
                <a:effectLst/>
                <a:latin typeface="Calibri" panose="020F0502020204030204" pitchFamily="34" charset="0"/>
              </a:rPr>
            </a:br>
            <a:r>
              <a:rPr lang="en-US" altLang="zh-CN" sz="2400" b="0" i="0" u="none" strike="noStrike" dirty="0">
                <a:effectLst/>
                <a:latin typeface="Calibri" panose="020F0502020204030204" pitchFamily="34" charset="0"/>
              </a:rPr>
              <a:t>for </a:t>
            </a:r>
            <a:r>
              <a:rPr lang="en-US" altLang="zh-CN" sz="2400" b="0" i="0" u="none" strike="noStrike" dirty="0" err="1">
                <a:effectLst/>
                <a:latin typeface="Calibri" panose="020F0502020204030204" pitchFamily="34" charset="0"/>
              </a:rPr>
              <a:t>i</a:t>
            </a:r>
            <a:r>
              <a:rPr lang="en-US" altLang="zh-CN" sz="2400" b="0" i="0" u="none" strike="noStrike" dirty="0">
                <a:effectLst/>
                <a:latin typeface="Calibri" panose="020F0502020204030204" pitchFamily="34" charset="0"/>
              </a:rPr>
              <a:t> in range(n):</a:t>
            </a:r>
            <a:br>
              <a:rPr lang="en-US" altLang="zh-CN" sz="2400" b="0" i="0" u="none" strike="noStrike" dirty="0">
                <a:effectLst/>
                <a:latin typeface="Calibri" panose="020F0502020204030204" pitchFamily="34" charset="0"/>
              </a:rPr>
            </a:br>
            <a:r>
              <a:rPr lang="en-US" altLang="zh-CN" sz="2400" b="0" i="0" u="none" strike="noStrike" dirty="0">
                <a:effectLst/>
                <a:latin typeface="Calibri" panose="020F0502020204030204" pitchFamily="34" charset="0"/>
              </a:rPr>
              <a:t>    flag=0   #</a:t>
            </a:r>
            <a:r>
              <a:rPr lang="zh-CN" altLang="en-US" sz="2400" b="0" i="0" u="none" strike="noStrike" dirty="0">
                <a:effectLst/>
                <a:latin typeface="Calibri" panose="020F0502020204030204" pitchFamily="34" charset="0"/>
              </a:rPr>
              <a:t>先假设是对称矩阵</a:t>
            </a:r>
            <a:br>
              <a:rPr lang="en-US" altLang="zh-CN" sz="2400" b="0" i="0" u="none" strike="noStrike" dirty="0">
                <a:effectLst/>
                <a:latin typeface="Calibri" panose="020F0502020204030204" pitchFamily="34" charset="0"/>
              </a:rPr>
            </a:br>
            <a:r>
              <a:rPr lang="en-US" altLang="zh-CN" sz="2400" b="0" i="0" u="none" strike="noStrike" dirty="0">
                <a:effectLst/>
                <a:latin typeface="Calibri" panose="020F0502020204030204" pitchFamily="34" charset="0"/>
              </a:rPr>
              <a:t>    for j in range(</a:t>
            </a:r>
            <a:r>
              <a:rPr lang="en-US" altLang="zh-CN" sz="2400" b="0" i="0" u="none" strike="noStrike" dirty="0" err="1">
                <a:effectLst/>
                <a:latin typeface="Calibri" panose="020F0502020204030204" pitchFamily="34" charset="0"/>
              </a:rPr>
              <a:t>i</a:t>
            </a:r>
            <a:r>
              <a:rPr lang="en-US" altLang="zh-CN" sz="2400" b="0" i="0" u="none" strike="noStrike" dirty="0">
                <a:effectLst/>
                <a:latin typeface="Calibri" panose="020F0502020204030204" pitchFamily="34" charset="0"/>
              </a:rPr>
              <a:t>):</a:t>
            </a:r>
            <a:br>
              <a:rPr lang="en-US" altLang="zh-CN" sz="2400" b="0" i="0" u="none" strike="noStrike" dirty="0">
                <a:effectLst/>
                <a:latin typeface="Calibri" panose="020F0502020204030204" pitchFamily="34" charset="0"/>
              </a:rPr>
            </a:br>
            <a:r>
              <a:rPr lang="en-US" altLang="zh-CN" sz="2400" b="0" i="0" u="none" strike="noStrike" dirty="0">
                <a:effectLst/>
                <a:latin typeface="Calibri" panose="020F0502020204030204" pitchFamily="34" charset="0"/>
              </a:rPr>
              <a:t>        if a[</a:t>
            </a:r>
            <a:r>
              <a:rPr lang="en-US" altLang="zh-CN" sz="2400" b="0" i="0" u="none" strike="noStrike" dirty="0" err="1">
                <a:effectLst/>
                <a:latin typeface="Calibri" panose="020F0502020204030204" pitchFamily="34" charset="0"/>
              </a:rPr>
              <a:t>i</a:t>
            </a:r>
            <a:r>
              <a:rPr lang="en-US" altLang="zh-CN" sz="2400" b="0" i="0" u="none" strike="noStrike" dirty="0">
                <a:effectLst/>
                <a:latin typeface="Calibri" panose="020F0502020204030204" pitchFamily="34" charset="0"/>
              </a:rPr>
              <a:t>][j]!=a[j][</a:t>
            </a:r>
            <a:r>
              <a:rPr lang="en-US" altLang="zh-CN" sz="2400" b="0" i="0" u="none" strike="noStrike" dirty="0" err="1">
                <a:effectLst/>
                <a:latin typeface="Calibri" panose="020F0502020204030204" pitchFamily="34" charset="0"/>
              </a:rPr>
              <a:t>i</a:t>
            </a:r>
            <a:r>
              <a:rPr lang="en-US" altLang="zh-CN" sz="2400" b="0" i="0" u="none" strike="noStrike" dirty="0">
                <a:effectLst/>
                <a:latin typeface="Calibri" panose="020F0502020204030204" pitchFamily="34" charset="0"/>
              </a:rPr>
              <a:t>]:</a:t>
            </a:r>
            <a:br>
              <a:rPr lang="en-US" altLang="zh-CN" sz="2400" b="0" i="0" u="none" strike="noStrike" dirty="0">
                <a:effectLst/>
                <a:latin typeface="Calibri" panose="020F0502020204030204" pitchFamily="34" charset="0"/>
              </a:rPr>
            </a:br>
            <a:r>
              <a:rPr lang="en-US" altLang="zh-CN" sz="2400" b="0" i="0" u="none" strike="noStrike" dirty="0">
                <a:effectLst/>
                <a:latin typeface="Calibri" panose="020F0502020204030204" pitchFamily="34" charset="0"/>
              </a:rPr>
              <a:t>            flag=1</a:t>
            </a:r>
            <a:br>
              <a:rPr lang="en-US" altLang="zh-CN" sz="2400" b="0" i="0" u="none" strike="noStrike" dirty="0">
                <a:effectLst/>
                <a:latin typeface="Calibri" panose="020F0502020204030204" pitchFamily="34" charset="0"/>
              </a:rPr>
            </a:br>
            <a:r>
              <a:rPr lang="en-US" altLang="zh-CN" sz="2400" b="0" i="0" u="none" strike="noStrike" dirty="0">
                <a:effectLst/>
                <a:latin typeface="Calibri" panose="020F0502020204030204" pitchFamily="34" charset="0"/>
              </a:rPr>
              <a:t>            print("no")</a:t>
            </a:r>
            <a:br>
              <a:rPr lang="en-US" altLang="zh-CN" sz="2400" b="0" i="0" u="none" strike="noStrike" dirty="0">
                <a:effectLst/>
                <a:latin typeface="Calibri" panose="020F0502020204030204" pitchFamily="34" charset="0"/>
              </a:rPr>
            </a:br>
            <a:r>
              <a:rPr lang="en-US" altLang="zh-CN" sz="2400" b="0" i="0" u="none" strike="noStrike" dirty="0">
                <a:effectLst/>
                <a:latin typeface="Calibri" panose="020F0502020204030204" pitchFamily="34" charset="0"/>
              </a:rPr>
              <a:t>            break</a:t>
            </a:r>
            <a:br>
              <a:rPr lang="en-US" altLang="zh-CN" sz="2400" b="0" i="0" u="none" strike="noStrike" dirty="0">
                <a:effectLst/>
                <a:latin typeface="Calibri" panose="020F0502020204030204" pitchFamily="34" charset="0"/>
              </a:rPr>
            </a:br>
            <a:r>
              <a:rPr lang="en-US" altLang="zh-CN" sz="2400" b="0" i="0" u="none" strike="noStrike" dirty="0">
                <a:effectLst/>
                <a:latin typeface="Calibri" panose="020F0502020204030204" pitchFamily="34" charset="0"/>
              </a:rPr>
              <a:t>    if flag==1:</a:t>
            </a:r>
            <a:br>
              <a:rPr lang="en-US" altLang="zh-CN" sz="2400" b="0" i="0" u="none" strike="noStrike" dirty="0">
                <a:effectLst/>
                <a:latin typeface="Calibri" panose="020F0502020204030204" pitchFamily="34" charset="0"/>
              </a:rPr>
            </a:br>
            <a:r>
              <a:rPr lang="en-US" altLang="zh-CN" sz="2400" b="0" i="0" u="none" strike="noStrike" dirty="0">
                <a:effectLst/>
                <a:latin typeface="Calibri" panose="020F0502020204030204" pitchFamily="34" charset="0"/>
              </a:rPr>
              <a:t>        break</a:t>
            </a:r>
            <a:br>
              <a:rPr lang="en-US" altLang="zh-CN" sz="2400" b="0" i="0" u="none" strike="noStrike" dirty="0">
                <a:effectLst/>
                <a:latin typeface="Calibri" panose="020F0502020204030204" pitchFamily="34" charset="0"/>
              </a:rPr>
            </a:br>
            <a:r>
              <a:rPr lang="en-US" altLang="zh-CN" sz="2400" b="0" i="0" u="none" strike="noStrike" dirty="0">
                <a:effectLst/>
                <a:latin typeface="Calibri" panose="020F0502020204030204" pitchFamily="34" charset="0"/>
              </a:rPr>
              <a:t>else:</a:t>
            </a:r>
            <a:br>
              <a:rPr lang="en-US" altLang="zh-CN" sz="2400" b="0" i="0" u="none" strike="noStrike" dirty="0">
                <a:effectLst/>
                <a:latin typeface="Calibri" panose="020F0502020204030204" pitchFamily="34" charset="0"/>
              </a:rPr>
            </a:br>
            <a:r>
              <a:rPr lang="en-US" altLang="zh-CN" sz="2400" b="0" i="0" u="none" strike="noStrike" dirty="0">
                <a:effectLst/>
                <a:latin typeface="Calibri" panose="020F0502020204030204" pitchFamily="34" charset="0"/>
              </a:rPr>
              <a:t>    print("yes")</a:t>
            </a:r>
            <a:endParaRPr lang="zh-CN" altLang="en-US" sz="24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63352" y="188640"/>
            <a:ext cx="11928648" cy="6788598"/>
          </a:xfrm>
        </p:spPr>
        <p:txBody>
          <a:bodyPr>
            <a:normAutofit/>
          </a:bodyPr>
          <a:lstStyle/>
          <a:p>
            <a:pPr marL="457200" lvl="1" indent="0">
              <a:buNone/>
            </a:pPr>
            <a:r>
              <a:rPr lang="en-US" altLang="zh-CN" dirty="0"/>
              <a:t>【</a:t>
            </a:r>
            <a:r>
              <a:rPr lang="zh-CN" altLang="en-US" dirty="0"/>
              <a:t>技巧</a:t>
            </a:r>
            <a:r>
              <a:rPr lang="en-US" altLang="zh-CN" dirty="0"/>
              <a:t>】</a:t>
            </a:r>
            <a:endParaRPr lang="en-US" altLang="zh-CN" dirty="0"/>
          </a:p>
          <a:p>
            <a:pPr marL="457200" lvl="1" indent="0">
              <a:buNone/>
            </a:pPr>
            <a:endParaRPr lang="en-US" altLang="zh-CN" dirty="0"/>
          </a:p>
          <a:p>
            <a:pPr marL="457200" lvl="1" indent="0">
              <a:buNone/>
            </a:pPr>
            <a:r>
              <a:rPr lang="en-US" altLang="zh-CN" dirty="0"/>
              <a:t>x=int(input())</a:t>
            </a:r>
            <a:endParaRPr lang="en-US" altLang="zh-CN" dirty="0"/>
          </a:p>
          <a:p>
            <a:pPr marL="457200" lvl="1" indent="0">
              <a:buNone/>
            </a:pPr>
            <a:r>
              <a:rPr lang="en-US" altLang="zh-CN" dirty="0"/>
              <a:t>for </a:t>
            </a:r>
            <a:r>
              <a:rPr lang="en-US" altLang="zh-CN" dirty="0" err="1"/>
              <a:t>i</a:t>
            </a:r>
            <a:r>
              <a:rPr lang="en-US" altLang="zh-CN" dirty="0"/>
              <a:t> in range(2,x):</a:t>
            </a:r>
            <a:endParaRPr lang="en-US" altLang="zh-CN" dirty="0"/>
          </a:p>
          <a:p>
            <a:pPr marL="457200" lvl="1" indent="0">
              <a:buNone/>
            </a:pPr>
            <a:r>
              <a:rPr lang="en-US" altLang="zh-CN" dirty="0"/>
              <a:t>if </a:t>
            </a:r>
            <a:r>
              <a:rPr lang="en-US" altLang="zh-CN" dirty="0" err="1"/>
              <a:t>i</a:t>
            </a:r>
            <a:endParaRPr lang="en-US" altLang="zh-CN" dirty="0"/>
          </a:p>
          <a:p>
            <a:pPr marL="457200" lvl="1" indent="0">
              <a:buNone/>
            </a:pPr>
            <a:r>
              <a:rPr lang="en-US" altLang="zh-CN" dirty="0"/>
              <a:t>					2.75</a:t>
            </a:r>
            <a:r>
              <a:rPr lang="zh-CN" altLang="en-US" dirty="0"/>
              <a:t>分</a:t>
            </a:r>
            <a:endParaRPr lang="zh-CN" altLang="en-US" dirty="0"/>
          </a:p>
          <a:p>
            <a:pPr marL="457200" lvl="1" indent="0">
              <a:buNone/>
            </a:pPr>
            <a:endParaRPr lang="en-US" altLang="zh-CN" dirty="0"/>
          </a:p>
          <a:p>
            <a:pPr marL="457200" lvl="1" indent="0">
              <a:buNone/>
            </a:pPr>
            <a:endParaRPr lang="en-US" altLang="zh-CN" dirty="0"/>
          </a:p>
          <a:p>
            <a:pPr marL="457200" lvl="1" indent="0">
              <a:buNone/>
            </a:pPr>
            <a:r>
              <a:rPr lang="en-US" altLang="zh-CN" dirty="0"/>
              <a:t>x=int(input())</a:t>
            </a:r>
            <a:endParaRPr lang="en-US" altLang="zh-CN" dirty="0"/>
          </a:p>
          <a:p>
            <a:pPr marL="457200" lvl="1" indent="0">
              <a:buNone/>
            </a:pPr>
            <a:r>
              <a:rPr lang="en-US" altLang="zh-CN" dirty="0"/>
              <a:t>y=input()</a:t>
            </a:r>
            <a:endParaRPr lang="en-US" altLang="zh-CN" dirty="0"/>
          </a:p>
          <a:p>
            <a:pPr marL="457200" lvl="1" indent="0">
              <a:buNone/>
            </a:pPr>
            <a:r>
              <a:rPr lang="zh-CN" altLang="en-US" dirty="0"/>
              <a:t>                 </a:t>
            </a:r>
            <a:r>
              <a:rPr lang="en-US" altLang="zh-CN" dirty="0"/>
              <a:t>		</a:t>
            </a:r>
            <a:r>
              <a:rPr lang="zh-CN" altLang="en-US" dirty="0"/>
              <a:t>得</a:t>
            </a:r>
            <a:r>
              <a:rPr lang="en-US" altLang="zh-CN" dirty="0"/>
              <a:t>2</a:t>
            </a:r>
            <a:r>
              <a:rPr lang="zh-CN" altLang="en-US" dirty="0"/>
              <a:t>分</a:t>
            </a:r>
            <a:endParaRPr lang="zh-CN" altLang="en-US" dirty="0"/>
          </a:p>
          <a:p>
            <a:pPr marL="457200" lvl="1" indent="0">
              <a:buNone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63352" y="188640"/>
            <a:ext cx="11928648" cy="6788598"/>
          </a:xfrm>
        </p:spPr>
        <p:txBody>
          <a:bodyPr>
            <a:normAutofit/>
          </a:bodyPr>
          <a:lstStyle/>
          <a:p>
            <a:pPr marL="457200" lvl="1" indent="0">
              <a:buNone/>
            </a:pPr>
            <a:r>
              <a:rPr lang="en-US" altLang="zh-CN" dirty="0"/>
              <a:t>【</a:t>
            </a:r>
            <a:r>
              <a:rPr lang="zh-CN" altLang="en-US" dirty="0"/>
              <a:t>技巧</a:t>
            </a:r>
            <a:r>
              <a:rPr lang="en-US" altLang="zh-CN" dirty="0"/>
              <a:t>】</a:t>
            </a:r>
            <a:r>
              <a:rPr lang="zh-CN" altLang="en-US" dirty="0"/>
              <a:t>注意输出</a:t>
            </a:r>
            <a:endParaRPr lang="en-US" altLang="zh-CN" dirty="0"/>
          </a:p>
          <a:p>
            <a:pPr marL="457200" lvl="1" indent="0">
              <a:buNone/>
            </a:pPr>
            <a:endParaRPr lang="en-US" altLang="zh-CN" dirty="0"/>
          </a:p>
          <a:p>
            <a:pPr marL="457200" lvl="1" indent="0">
              <a:buNone/>
            </a:pPr>
            <a:r>
              <a:rPr lang="zh-CN" altLang="en-US" dirty="0"/>
              <a:t>要求输出</a:t>
            </a:r>
            <a:r>
              <a:rPr lang="en-US" altLang="zh-CN" dirty="0"/>
              <a:t>	28=11+17</a:t>
            </a:r>
            <a:endParaRPr lang="en-US" altLang="zh-CN" dirty="0"/>
          </a:p>
          <a:p>
            <a:pPr marL="457200" lvl="1" indent="0">
              <a:buNone/>
            </a:pPr>
            <a:r>
              <a:rPr lang="zh-CN" altLang="en-US" dirty="0"/>
              <a:t>实际输出</a:t>
            </a:r>
            <a:r>
              <a:rPr lang="en-US" altLang="zh-CN" dirty="0"/>
              <a:t>	28 = 11 + 17</a:t>
            </a:r>
            <a:endParaRPr lang="en-US" altLang="zh-CN" dirty="0"/>
          </a:p>
          <a:p>
            <a:pPr marL="457200" lvl="1" indent="0">
              <a:buNone/>
            </a:pPr>
            <a:r>
              <a:rPr lang="en-US" altLang="zh-CN" dirty="0"/>
              <a:t>  			28 = 11 + 16</a:t>
            </a:r>
            <a:endParaRPr lang="en-US" altLang="zh-CN" dirty="0"/>
          </a:p>
          <a:p>
            <a:pPr marL="457200" lvl="1" indent="0">
              <a:buNone/>
            </a:pPr>
            <a:r>
              <a:rPr lang="en-US" altLang="zh-CN" dirty="0"/>
              <a:t>							</a:t>
            </a:r>
            <a:r>
              <a:rPr lang="zh-CN" altLang="en-US" dirty="0"/>
              <a:t>得</a:t>
            </a:r>
            <a:r>
              <a:rPr lang="en-US" altLang="zh-CN" dirty="0"/>
              <a:t>4</a:t>
            </a:r>
            <a:r>
              <a:rPr lang="zh-CN" altLang="en-US" dirty="0"/>
              <a:t>分</a:t>
            </a:r>
            <a:endParaRPr lang="en-US" altLang="zh-CN" dirty="0"/>
          </a:p>
          <a:p>
            <a:pPr marL="457200" lvl="1" indent="0">
              <a:buNone/>
            </a:pPr>
            <a:endParaRPr lang="en-US" altLang="zh-CN" dirty="0"/>
          </a:p>
          <a:p>
            <a:pPr marL="457200" lvl="1" indent="0">
              <a:buNone/>
            </a:pPr>
            <a:r>
              <a:rPr lang="zh-CN" altLang="en-US" dirty="0"/>
              <a:t>要求输出</a:t>
            </a:r>
            <a:r>
              <a:rPr lang="en-US" altLang="zh-CN" dirty="0"/>
              <a:t>	YES</a:t>
            </a:r>
            <a:endParaRPr lang="en-US" altLang="zh-CN" dirty="0"/>
          </a:p>
          <a:p>
            <a:pPr marL="457200" lvl="1" indent="0">
              <a:buNone/>
            </a:pPr>
            <a:r>
              <a:rPr lang="zh-CN" altLang="en-US" dirty="0"/>
              <a:t>实际输出</a:t>
            </a:r>
            <a:r>
              <a:rPr lang="en-US" altLang="zh-CN" dirty="0"/>
              <a:t>	YSE / TES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63352" y="188640"/>
            <a:ext cx="11928648" cy="6788598"/>
          </a:xfrm>
        </p:spPr>
        <p:txBody>
          <a:bodyPr>
            <a:normAutofit/>
          </a:bodyPr>
          <a:lstStyle/>
          <a:p>
            <a:pPr marL="457200" lvl="1" indent="0">
              <a:buNone/>
            </a:pPr>
            <a:endParaRPr lang="en-US" altLang="zh-CN" sz="4400" dirty="0"/>
          </a:p>
          <a:p>
            <a:pPr marL="457200" lvl="1" indent="0">
              <a:buNone/>
            </a:pPr>
            <a:endParaRPr lang="en-US" altLang="zh-CN" sz="4400" dirty="0"/>
          </a:p>
          <a:p>
            <a:pPr marL="457200" lvl="1" indent="0">
              <a:buNone/>
            </a:pPr>
            <a:endParaRPr lang="en-US" altLang="zh-CN" sz="4400" dirty="0"/>
          </a:p>
          <a:p>
            <a:pPr marL="457200" lvl="1" indent="0">
              <a:buNone/>
            </a:pPr>
            <a:r>
              <a:rPr lang="en-US" altLang="zh-CN" sz="4400" dirty="0"/>
              <a:t>				</a:t>
            </a:r>
            <a:r>
              <a:rPr lang="zh-CN" altLang="en-US" sz="4400" dirty="0"/>
              <a:t>结束</a:t>
            </a:r>
            <a:endParaRPr lang="zh-CN" altLang="en-US" sz="44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63352" y="188640"/>
            <a:ext cx="11928648" cy="6788598"/>
          </a:xfrm>
        </p:spPr>
        <p:txBody>
          <a:bodyPr>
            <a:normAutofit/>
          </a:bodyPr>
          <a:lstStyle/>
          <a:p>
            <a:pPr marL="457200" lvl="1" indent="0">
              <a:buNone/>
            </a:pPr>
            <a:r>
              <a:rPr lang="en-US" altLang="zh-CN" dirty="0"/>
              <a:t>27.</a:t>
            </a:r>
            <a:endParaRPr lang="en-US" altLang="zh-CN" dirty="0"/>
          </a:p>
          <a:p>
            <a:pPr marL="457200" lvl="1" indent="0">
              <a:buNone/>
            </a:pPr>
            <a:r>
              <a:rPr lang="en-US" altLang="zh-CN" dirty="0"/>
              <a:t>…</a:t>
            </a:r>
            <a:endParaRPr lang="en-US" altLang="zh-CN" dirty="0"/>
          </a:p>
          <a:p>
            <a:pPr marL="457200" lvl="1" indent="0">
              <a:buNone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63352" y="188640"/>
            <a:ext cx="11928648" cy="6788598"/>
          </a:xfrm>
        </p:spPr>
        <p:txBody>
          <a:bodyPr>
            <a:normAutofit/>
          </a:bodyPr>
          <a:lstStyle/>
          <a:p>
            <a:pPr marL="457200" lvl="1" indent="0">
              <a:buNone/>
            </a:pPr>
            <a:r>
              <a:rPr lang="zh-CN" altLang="en-US" dirty="0"/>
              <a:t>选择</a:t>
            </a:r>
            <a:r>
              <a:rPr lang="en-US" altLang="zh-CN" dirty="0"/>
              <a:t>2</a:t>
            </a:r>
            <a:r>
              <a:rPr lang="zh-CN" altLang="en-US" dirty="0"/>
              <a:t>，</a:t>
            </a:r>
            <a:r>
              <a:rPr lang="en-US" altLang="zh-CN" dirty="0"/>
              <a:t>22</a:t>
            </a:r>
            <a:r>
              <a:rPr lang="zh-CN" altLang="en-US" dirty="0"/>
              <a:t>，填空</a:t>
            </a:r>
            <a:r>
              <a:rPr lang="en-US" altLang="zh-CN" dirty="0"/>
              <a:t>9</a:t>
            </a:r>
            <a:r>
              <a:rPr lang="zh-CN" altLang="en-US" dirty="0"/>
              <a:t>错</a:t>
            </a:r>
            <a:r>
              <a:rPr lang="en-US" altLang="zh-CN" dirty="0"/>
              <a:t>2</a:t>
            </a:r>
            <a:r>
              <a:rPr lang="zh-CN" altLang="en-US" dirty="0"/>
              <a:t>个</a:t>
            </a:r>
            <a:r>
              <a:rPr lang="en-US" altLang="zh-CN" dirty="0"/>
              <a:t>(</a:t>
            </a:r>
            <a:r>
              <a:rPr lang="zh-CN" altLang="en-US" dirty="0"/>
              <a:t>案例教程和模拟卷没看）</a:t>
            </a:r>
            <a:endParaRPr lang="en-US" altLang="zh-CN" dirty="0"/>
          </a:p>
          <a:p>
            <a:pPr marL="457200" lvl="1" indent="0">
              <a:buNone/>
            </a:pPr>
            <a:r>
              <a:rPr lang="en-US" altLang="zh-CN" dirty="0"/>
              <a:t>2009404135	</a:t>
            </a:r>
            <a:r>
              <a:rPr lang="zh-CN" altLang="en-US" dirty="0"/>
              <a:t>石鹏飞</a:t>
            </a:r>
            <a:endParaRPr lang="zh-CN" altLang="en-US" dirty="0"/>
          </a:p>
          <a:p>
            <a:pPr marL="457200" lvl="1" indent="0">
              <a:buNone/>
            </a:pPr>
            <a:r>
              <a:rPr lang="en-US" altLang="zh-CN" dirty="0"/>
              <a:t>2109401114	</a:t>
            </a:r>
            <a:r>
              <a:rPr lang="zh-CN" altLang="en-US" dirty="0"/>
              <a:t>阎冉</a:t>
            </a:r>
            <a:endParaRPr lang="zh-CN" altLang="en-US" dirty="0"/>
          </a:p>
          <a:p>
            <a:pPr marL="457200" lvl="1" indent="0">
              <a:buNone/>
            </a:pPr>
            <a:r>
              <a:rPr lang="en-US" altLang="zh-CN" dirty="0"/>
              <a:t>2109401137	</a:t>
            </a:r>
            <a:r>
              <a:rPr lang="zh-CN" altLang="en-US" dirty="0"/>
              <a:t>季绍安</a:t>
            </a:r>
            <a:endParaRPr lang="zh-CN" altLang="en-US" dirty="0"/>
          </a:p>
          <a:p>
            <a:pPr marL="457200" lvl="1" indent="0">
              <a:buNone/>
            </a:pPr>
            <a:r>
              <a:rPr lang="en-US" altLang="zh-CN" dirty="0"/>
              <a:t>2309401054	</a:t>
            </a:r>
            <a:r>
              <a:rPr lang="zh-CN" altLang="en-US" dirty="0"/>
              <a:t>曹诚胤</a:t>
            </a:r>
            <a:endParaRPr lang="zh-CN" altLang="en-US" dirty="0"/>
          </a:p>
          <a:p>
            <a:pPr marL="457200" lvl="1" indent="0">
              <a:buNone/>
            </a:pPr>
            <a:r>
              <a:rPr lang="en-US" altLang="zh-CN" dirty="0"/>
              <a:t>2309401055	</a:t>
            </a:r>
            <a:r>
              <a:rPr lang="zh-CN" altLang="en-US" dirty="0"/>
              <a:t>王磊</a:t>
            </a:r>
            <a:endParaRPr lang="zh-CN" altLang="en-US" dirty="0"/>
          </a:p>
          <a:p>
            <a:pPr marL="457200" lvl="1" indent="0">
              <a:buNone/>
            </a:pPr>
            <a:r>
              <a:rPr lang="en-US" altLang="zh-CN" dirty="0"/>
              <a:t>2309401058	</a:t>
            </a:r>
            <a:r>
              <a:rPr lang="zh-CN" altLang="en-US" dirty="0"/>
              <a:t>姜海达</a:t>
            </a:r>
            <a:endParaRPr lang="zh-CN" altLang="en-US" dirty="0"/>
          </a:p>
          <a:p>
            <a:pPr marL="457200" lvl="1" indent="0">
              <a:buNone/>
            </a:pPr>
            <a:r>
              <a:rPr lang="en-US" altLang="zh-CN" dirty="0"/>
              <a:t>2309404103	</a:t>
            </a:r>
            <a:r>
              <a:rPr lang="zh-CN" altLang="en-US" dirty="0"/>
              <a:t>王浩</a:t>
            </a:r>
            <a:endParaRPr lang="zh-CN" altLang="en-US" dirty="0"/>
          </a:p>
          <a:p>
            <a:pPr marL="457200" lvl="1" indent="0">
              <a:buNone/>
            </a:pPr>
            <a:r>
              <a:rPr lang="en-US" altLang="zh-CN" dirty="0"/>
              <a:t>2309404112	</a:t>
            </a:r>
            <a:r>
              <a:rPr lang="zh-CN" altLang="en-US" dirty="0"/>
              <a:t>周熹</a:t>
            </a:r>
            <a:endParaRPr lang="zh-CN" altLang="en-US" dirty="0"/>
          </a:p>
          <a:p>
            <a:pPr marL="457200" lvl="1" indent="0">
              <a:buNone/>
            </a:pPr>
            <a:r>
              <a:rPr lang="en-US" altLang="zh-CN" dirty="0"/>
              <a:t>2309408054	</a:t>
            </a:r>
            <a:r>
              <a:rPr lang="zh-CN" altLang="en-US" dirty="0"/>
              <a:t>查宇豪</a:t>
            </a:r>
            <a:endParaRPr lang="zh-CN" altLang="en-US" dirty="0"/>
          </a:p>
          <a:p>
            <a:pPr marL="457200" lvl="1" indent="0">
              <a:buNone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i*1"/>
  <p:tag name="KSO_WM_UNIT_LAYERLEVEL" val="1"/>
  <p:tag name="KSO_WM_TAG_VERSION" val="1.0"/>
  <p:tag name="KSO_WM_BEAUTIFY_FLAG" val="#wm#"/>
  <p:tag name="KSO_WM_SLIDE_BACKGROUND_TYPE" val="topBottom"/>
  <p:tag name="KSO_WM_SLIDE_BK_DARK_LIGHT" val="2"/>
  <p:tag name="KSO_WM_UNIT_TYPE" val="i"/>
  <p:tag name="KSO_WM_UNIT_INDEX" val="1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i*1"/>
  <p:tag name="KSO_WM_UNIT_LAYERLEVEL" val="1"/>
  <p:tag name="KSO_WM_TAG_VERSION" val="1.0"/>
  <p:tag name="KSO_WM_BEAUTIFY_FLAG" val="#wm#"/>
  <p:tag name="KSO_WM_SLIDE_BACKGROUND_TYPE" val="general"/>
  <p:tag name="KSO_WM_SLIDE_BK_DARK_LIGHT" val="2"/>
  <p:tag name="KSO_WM_UNIT_TYPE" val="i"/>
  <p:tag name="KSO_WM_UNIT_INDEX" val="1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1"/>
  <p:tag name="KSO_WM_UNIT_ID" val="_13*i*1"/>
  <p:tag name="KSO_WM_UNIT_BK_DARK_LIGHT" val="2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i*1"/>
  <p:tag name="KSO_WM_UNIT_LAYERLEVEL" val="1"/>
  <p:tag name="KSO_WM_TAG_VERSION" val="1.0"/>
  <p:tag name="KSO_WM_BEAUTIFY_FLAG" val="#wm#"/>
  <p:tag name="KSO_WM_SLIDE_BACKGROUND_TYPE" val="frame"/>
  <p:tag name="KSO_WM_SLIDE_BK_DARK_LIGHT" val="2"/>
  <p:tag name="KSO_WM_UNIT_TYPE" val="i"/>
  <p:tag name="KSO_WM_UNIT_INDEX" val="1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UNIT_BK_DARK_LIGHT" val="1"/>
  <p:tag name="KSO_WM_SLIDE_BACKGROUND_TYPE" val="leftRight"/>
  <p:tag name="KSO_WM_SLIDE_BK_DARK_LIGHT" val="2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i*1"/>
  <p:tag name="KSO_WM_UNIT_LAYERLEVEL" val="1"/>
  <p:tag name="KSO_WM_TAG_VERSION" val="1.0"/>
  <p:tag name="KSO_WM_BEAUTIFY_FLAG" val="#wm#"/>
  <p:tag name="KSO_WM_SLIDE_BACKGROUND_TYPE" val="leftRight"/>
  <p:tag name="KSO_WM_SLIDE_BK_DARK_LIGHT" val="2"/>
  <p:tag name="KSO_WM_UNIT_TYPE" val="i"/>
  <p:tag name="KSO_WM_UNIT_INDEX" val="1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UNIT_BK_DARK_LIGHT" val="1"/>
  <p:tag name="KSO_WM_SLIDE_BACKGROUND_TYPE" val="topBottom"/>
  <p:tag name="KSO_WM_SLIDE_BK_DARK_LIGHT" val="2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i*1"/>
  <p:tag name="KSO_WM_UNIT_LAYERLEVEL" val="1"/>
  <p:tag name="KSO_WM_TAG_VERSION" val="1.0"/>
  <p:tag name="KSO_WM_BEAUTIFY_FLAG" val="#wm#"/>
  <p:tag name="KSO_WM_SLIDE_BACKGROUND_TYPE" val="topBottom"/>
  <p:tag name="KSO_WM_SLIDE_BK_DARK_LIGHT" val="2"/>
  <p:tag name="KSO_WM_UNIT_TYPE" val="i"/>
  <p:tag name="KSO_WM_UNIT_INDEX" val="1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i*1"/>
  <p:tag name="KSO_WM_UNIT_LAYERLEVEL" val="1"/>
  <p:tag name="KSO_WM_TAG_VERSION" val="1.0"/>
  <p:tag name="KSO_WM_BEAUTIFY_FLAG" val="#wm#"/>
  <p:tag name="KSO_WM_UNIT_TYPE" val="i"/>
  <p:tag name="KSO_WM_UNIT_INDEX" val="1"/>
  <p:tag name="KSO_WM_SLIDE_BACKGROUND_TYPE" val="bottomTop"/>
  <p:tag name="KSO_WM_SLIDE_BK_DARK_LIGHT" val="2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UNIT_BK_DARK_LIGHT" val="1"/>
  <p:tag name="KSO_WM_SLIDE_BACKGROUND_TYPE" val="bottomTop"/>
  <p:tag name="KSO_WM_SLIDE_BK_DARK_LIGHT" val="2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i*1"/>
  <p:tag name="KSO_WM_UNIT_LAYERLEVEL" val="1"/>
  <p:tag name="KSO_WM_TAG_VERSION" val="1.0"/>
  <p:tag name="KSO_WM_BEAUTIFY_FLAG" val="#wm#"/>
  <p:tag name="KSO_WM_UNIT_TYPE" val="i"/>
  <p:tag name="KSO_WM_UNIT_INDEX" val="1"/>
  <p:tag name="KSO_WM_SLIDE_BACKGROUND_TYPE" val="navigation"/>
  <p:tag name="KSO_WM_SLIDE_BK_DARK_LIGHT" val="2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UNIT_BK_DARK_LIGHT" val="1"/>
  <p:tag name="KSO_WM_SLIDE_BACKGROUND_TYPE" val="navigation"/>
  <p:tag name="KSO_WM_SLIDE_BK_DARK_LIGHT" val="2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UNIT_BK_DARK_LIGHT" val="2"/>
  <p:tag name="KSO_WM_SLIDE_BACKGROUND_TYPE" val="belt"/>
  <p:tag name="KSO_WM_SLIDE_BK_DARK_LIGHT" val="2"/>
</p:tagLst>
</file>

<file path=ppt/tags/tag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i*1"/>
  <p:tag name="KSO_WM_UNIT_LAYERLEVEL" val="1"/>
  <p:tag name="KSO_WM_TAG_VERSION" val="1.0"/>
  <p:tag name="KSO_WM_BEAUTIFY_FLAG" val="#wm#"/>
  <p:tag name="KSO_WM_SLIDE_BACKGROUND_TYPE" val="belt"/>
  <p:tag name="KSO_WM_SLIDE_BK_DARK_LIGHT" val="2"/>
  <p:tag name="KSO_WM_UNIT_TYPE" val="i"/>
  <p:tag name="KSO_WM_UNIT_INDEX" val="1"/>
</p:tagLst>
</file>

<file path=ppt/tags/tag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i*2"/>
  <p:tag name="KSO_WM_UNIT_LAYERLEVEL" val="1"/>
  <p:tag name="KSO_WM_TAG_VERSION" val="1.0"/>
  <p:tag name="KSO_WM_BEAUTIFY_FLAG" val="#wm#"/>
  <p:tag name="KSO_WM_SLIDE_BACKGROUND_TYPE" val="belt"/>
  <p:tag name="KSO_WM_SLIDE_BK_DARK_LIGHT" val="2"/>
  <p:tag name="KSO_WM_UNIT_TYPE" val="i"/>
  <p:tag name="KSO_WM_UNIT_INDEX" val="2"/>
</p:tagLst>
</file>

<file path=ppt/tags/tag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87.xml><?xml version="1.0" encoding="utf-8"?>
<p:tagLst xmlns:p="http://schemas.openxmlformats.org/presentationml/2006/main">
  <p:tag name="KSO_WM_TEMPLATE_CATEGORY" val="custom"/>
  <p:tag name="KSO_WM_TEMPLATE_INDEX" val="20202601"/>
</p:tagLst>
</file>

<file path=ppt/tags/tag88.xml><?xml version="1.0" encoding="utf-8"?>
<p:tagLst xmlns:p="http://schemas.openxmlformats.org/presentationml/2006/main">
  <p:tag name="ISPRING_PRESENTATION_TITLE" val="幻灯片 1"/>
  <p:tag name="COMMONDATA" val="eyJoZGlkIjoiOGI4NjI5OTBmMDM1ODFlMDkzNDFlZTFiMWNhZWU5ZTMifQ=="/>
</p:tagLst>
</file>

<file path=ppt/theme/theme1.xml><?xml version="1.0" encoding="utf-8"?>
<a:theme xmlns:a="http://schemas.openxmlformats.org/drawingml/2006/main" name="水汽尾迹">
  <a:themeElements>
    <a:clrScheme name="水汽尾迹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DF2E28"/>
      </a:accent1>
      <a:accent2>
        <a:srgbClr val="FE801A"/>
      </a:accent2>
      <a:accent3>
        <a:srgbClr val="E9BF35"/>
      </a:accent3>
      <a:accent4>
        <a:srgbClr val="81BB42"/>
      </a:accent4>
      <a:accent5>
        <a:srgbClr val="32C7A9"/>
      </a:accent5>
      <a:accent6>
        <a:srgbClr val="4A9BDC"/>
      </a:accent6>
      <a:hlink>
        <a:srgbClr val="F0532B"/>
      </a:hlink>
      <a:folHlink>
        <a:srgbClr val="F38B53"/>
      </a:folHlink>
    </a:clrScheme>
    <a:fontScheme name="水汽尾迹">
      <a:majorFont>
        <a:latin typeface="Century Gothic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水汽尾迹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水汽尾迹</Template>
  <TotalTime>0</TotalTime>
  <Words>7233</Words>
  <Application>WPS 演示</Application>
  <PresentationFormat>宽屏</PresentationFormat>
  <Paragraphs>623</Paragraphs>
  <Slides>47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47</vt:i4>
      </vt:variant>
    </vt:vector>
  </HeadingPairs>
  <TitlesOfParts>
    <vt:vector size="61" baseType="lpstr">
      <vt:lpstr>Arial</vt:lpstr>
      <vt:lpstr>宋体</vt:lpstr>
      <vt:lpstr>Wingdings</vt:lpstr>
      <vt:lpstr>黑体</vt:lpstr>
      <vt:lpstr>微软雅黑</vt:lpstr>
      <vt:lpstr>Viner Hand ITC</vt:lpstr>
      <vt:lpstr>华文新魏</vt:lpstr>
      <vt:lpstr>Calibri</vt:lpstr>
      <vt:lpstr>Times New Roman</vt:lpstr>
      <vt:lpstr>Century Gothic</vt:lpstr>
      <vt:lpstr>Arial Unicode MS</vt:lpstr>
      <vt:lpstr>等线</vt:lpstr>
      <vt:lpstr>Mongolian Baiti</vt:lpstr>
      <vt:lpstr>水汽尾迹</vt:lpstr>
      <vt:lpstr>习题课  Week7 过程化考试1详解</vt:lpstr>
      <vt:lpstr>考情总结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当图网</dc:title>
  <dc:creator>钱毅湘</dc:creator>
  <cp:lastModifiedBy>月如</cp:lastModifiedBy>
  <cp:revision>505</cp:revision>
  <dcterms:created xsi:type="dcterms:W3CDTF">2018-10-09T06:59:00Z</dcterms:created>
  <dcterms:modified xsi:type="dcterms:W3CDTF">2024-04-16T05:14:37Z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2052-12.1.0.16729</vt:lpwstr>
  </property>
  <property fmtid="{D5CDD505-2E9C-101B-9397-08002B2CF9AE}" pid="3" name="ICV">
    <vt:lpwstr>7AAB6B8B887F466E8B7F5762FFB5061F_12</vt:lpwstr>
  </property>
</Properties>
</file>