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3.xml" ContentType="application/vnd.openxmlformats-officedocument.theme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theme/theme4.xml" ContentType="application/vnd.openxmlformats-officedocument.theme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theme/theme5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heme/theme6.xml" ContentType="application/vnd.openxmlformats-officedocument.theme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notesSlides/notesSlide1.xml" ContentType="application/vnd.openxmlformats-officedocument.presentationml.notesSlide+xml"/>
  <Override PartName="/ppt/tags/tag99.xml" ContentType="application/vnd.openxmlformats-officedocument.presentationml.tags+xml"/>
  <Override PartName="/ppt/notesSlides/notesSlide2.xml" ContentType="application/vnd.openxmlformats-officedocument.presentationml.notesSlide+xml"/>
  <Override PartName="/ppt/tags/tag100.xml" ContentType="application/vnd.openxmlformats-officedocument.presentationml.tags+xml"/>
  <Override PartName="/ppt/notesSlides/notesSlide3.xml" ContentType="application/vnd.openxmlformats-officedocument.presentationml.notesSlide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  <p:sldMasterId id="2147483676" r:id="rId3"/>
    <p:sldMasterId id="2147483688" r:id="rId4"/>
    <p:sldMasterId id="2147483731" r:id="rId5"/>
  </p:sldMasterIdLst>
  <p:notesMasterIdLst>
    <p:notesMasterId r:id="rId62"/>
  </p:notesMasterIdLst>
  <p:sldIdLst>
    <p:sldId id="582" r:id="rId6"/>
    <p:sldId id="485" r:id="rId7"/>
    <p:sldId id="483" r:id="rId8"/>
    <p:sldId id="498" r:id="rId9"/>
    <p:sldId id="499" r:id="rId10"/>
    <p:sldId id="500" r:id="rId11"/>
    <p:sldId id="501" r:id="rId12"/>
    <p:sldId id="502" r:id="rId13"/>
    <p:sldId id="503" r:id="rId14"/>
    <p:sldId id="504" r:id="rId15"/>
    <p:sldId id="505" r:id="rId16"/>
    <p:sldId id="506" r:id="rId17"/>
    <p:sldId id="507" r:id="rId18"/>
    <p:sldId id="508" r:id="rId19"/>
    <p:sldId id="488" r:id="rId20"/>
    <p:sldId id="509" r:id="rId21"/>
    <p:sldId id="510" r:id="rId22"/>
    <p:sldId id="540" r:id="rId23"/>
    <p:sldId id="542" r:id="rId24"/>
    <p:sldId id="541" r:id="rId25"/>
    <p:sldId id="543" r:id="rId26"/>
    <p:sldId id="544" r:id="rId27"/>
    <p:sldId id="511" r:id="rId28"/>
    <p:sldId id="512" r:id="rId29"/>
    <p:sldId id="513" r:id="rId30"/>
    <p:sldId id="514" r:id="rId31"/>
    <p:sldId id="515" r:id="rId32"/>
    <p:sldId id="516" r:id="rId33"/>
    <p:sldId id="517" r:id="rId34"/>
    <p:sldId id="518" r:id="rId35"/>
    <p:sldId id="519" r:id="rId36"/>
    <p:sldId id="520" r:id="rId37"/>
    <p:sldId id="521" r:id="rId38"/>
    <p:sldId id="490" r:id="rId39"/>
    <p:sldId id="522" r:id="rId40"/>
    <p:sldId id="523" r:id="rId41"/>
    <p:sldId id="524" r:id="rId42"/>
    <p:sldId id="525" r:id="rId43"/>
    <p:sldId id="526" r:id="rId44"/>
    <p:sldId id="527" r:id="rId45"/>
    <p:sldId id="528" r:id="rId46"/>
    <p:sldId id="529" r:id="rId47"/>
    <p:sldId id="530" r:id="rId48"/>
    <p:sldId id="531" r:id="rId49"/>
    <p:sldId id="532" r:id="rId50"/>
    <p:sldId id="533" r:id="rId51"/>
    <p:sldId id="534" r:id="rId52"/>
    <p:sldId id="535" r:id="rId53"/>
    <p:sldId id="536" r:id="rId54"/>
    <p:sldId id="537" r:id="rId55"/>
    <p:sldId id="538" r:id="rId56"/>
    <p:sldId id="539" r:id="rId57"/>
    <p:sldId id="577" r:id="rId58"/>
    <p:sldId id="573" r:id="rId59"/>
    <p:sldId id="578" r:id="rId60"/>
    <p:sldId id="497" r:id="rId61"/>
  </p:sldIdLst>
  <p:sldSz cx="12192000" cy="6858000"/>
  <p:notesSz cx="6858000" cy="9144000"/>
  <p:custDataLst>
    <p:tags r:id="rId63"/>
  </p:custDataLst>
  <p:defaultTextStyle>
    <a:defPPr>
      <a:defRPr lang="zh-CN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9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505F2C04-C923-438B-8C0F-E0CD2BADF298}">
      <wppc:fontMiss xmlns:wppc="http://www.wps.cn/officeDocument/PresentationCustomData" xmlns="" type="true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min" initials="a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DDDDD"/>
    <a:srgbClr val="003300"/>
    <a:srgbClr val="800080"/>
    <a:srgbClr val="660066"/>
    <a:srgbClr val="0033CC"/>
    <a:srgbClr val="990000"/>
    <a:srgbClr val="66FF66"/>
    <a:srgbClr val="FFFF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069" autoAdjust="0"/>
    <p:restoredTop sz="94660"/>
  </p:normalViewPr>
  <p:slideViewPr>
    <p:cSldViewPr showGuides="1">
      <p:cViewPr varScale="1">
        <p:scale>
          <a:sx n="72" d="100"/>
          <a:sy n="72" d="100"/>
        </p:scale>
        <p:origin x="568" y="36"/>
      </p:cViewPr>
      <p:guideLst>
        <p:guide orient="horz" pos="2169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1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slide" Target="slides/slide37.xml"/><Relationship Id="rId47" Type="http://schemas.openxmlformats.org/officeDocument/2006/relationships/slide" Target="slides/slide42.xml"/><Relationship Id="rId50" Type="http://schemas.openxmlformats.org/officeDocument/2006/relationships/slide" Target="slides/slide45.xml"/><Relationship Id="rId55" Type="http://schemas.openxmlformats.org/officeDocument/2006/relationships/slide" Target="slides/slide50.xml"/><Relationship Id="rId63" Type="http://schemas.openxmlformats.org/officeDocument/2006/relationships/tags" Target="tags/tag1.xml"/><Relationship Id="rId68" Type="http://schemas.openxmlformats.org/officeDocument/2006/relationships/tableStyles" Target="tableStyles.xml"/><Relationship Id="rId7" Type="http://schemas.openxmlformats.org/officeDocument/2006/relationships/slide" Target="slides/slide2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slide" Target="slides/slide40.xml"/><Relationship Id="rId53" Type="http://schemas.openxmlformats.org/officeDocument/2006/relationships/slide" Target="slides/slide48.xml"/><Relationship Id="rId58" Type="http://schemas.openxmlformats.org/officeDocument/2006/relationships/slide" Target="slides/slide53.xml"/><Relationship Id="rId66" Type="http://schemas.openxmlformats.org/officeDocument/2006/relationships/viewProps" Target="viewProps.xml"/><Relationship Id="rId5" Type="http://schemas.openxmlformats.org/officeDocument/2006/relationships/slideMaster" Target="slideMasters/slideMaster5.xml"/><Relationship Id="rId61" Type="http://schemas.openxmlformats.org/officeDocument/2006/relationships/slide" Target="slides/slide56.xml"/><Relationship Id="rId19" Type="http://schemas.openxmlformats.org/officeDocument/2006/relationships/slide" Target="slides/slide1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slide" Target="slides/slide38.xml"/><Relationship Id="rId48" Type="http://schemas.openxmlformats.org/officeDocument/2006/relationships/slide" Target="slides/slide43.xml"/><Relationship Id="rId56" Type="http://schemas.openxmlformats.org/officeDocument/2006/relationships/slide" Target="slides/slide51.xml"/><Relationship Id="rId64" Type="http://schemas.openxmlformats.org/officeDocument/2006/relationships/commentAuthors" Target="commentAuthors.xml"/><Relationship Id="rId8" Type="http://schemas.openxmlformats.org/officeDocument/2006/relationships/slide" Target="slides/slide3.xml"/><Relationship Id="rId51" Type="http://schemas.openxmlformats.org/officeDocument/2006/relationships/slide" Target="slides/slide46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slide" Target="slides/slide41.xml"/><Relationship Id="rId59" Type="http://schemas.openxmlformats.org/officeDocument/2006/relationships/slide" Target="slides/slide54.xml"/><Relationship Id="rId67" Type="http://schemas.openxmlformats.org/officeDocument/2006/relationships/theme" Target="theme/theme1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54" Type="http://schemas.openxmlformats.org/officeDocument/2006/relationships/slide" Target="slides/slide49.xml"/><Relationship Id="rId62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slide" Target="slides/slide44.xml"/><Relationship Id="rId57" Type="http://schemas.openxmlformats.org/officeDocument/2006/relationships/slide" Target="slides/slide52.xml"/><Relationship Id="rId10" Type="http://schemas.openxmlformats.org/officeDocument/2006/relationships/slide" Target="slides/slide5.xml"/><Relationship Id="rId31" Type="http://schemas.openxmlformats.org/officeDocument/2006/relationships/slide" Target="slides/slide26.xml"/><Relationship Id="rId44" Type="http://schemas.openxmlformats.org/officeDocument/2006/relationships/slide" Target="slides/slide39.xml"/><Relationship Id="rId52" Type="http://schemas.openxmlformats.org/officeDocument/2006/relationships/slide" Target="slides/slide47.xml"/><Relationship Id="rId60" Type="http://schemas.openxmlformats.org/officeDocument/2006/relationships/slide" Target="slides/slide55.xml"/><Relationship Id="rId65" Type="http://schemas.openxmlformats.org/officeDocument/2006/relationships/presProps" Target="pres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39" Type="http://schemas.openxmlformats.org/officeDocument/2006/relationships/slide" Target="slides/slide3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 typeface="Arial" panose="020B0604020202020204" pitchFamily="34" charset="0"/>
              <a:buNone/>
              <a:defRPr sz="1200" smtClean="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buFont typeface="Arial" panose="020B0604020202020204" pitchFamily="34" charset="0"/>
              <a:buNone/>
              <a:defRPr sz="1200" smtClean="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220" name="Rectangle 4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9525">
            <a:noFill/>
          </a:ln>
        </p:spPr>
      </p:sp>
      <p:sp>
        <p:nvSpPr>
          <p:cNvPr id="4101" name="Rectangle 5"/>
          <p:cNvSpPr>
            <a:spLocks noGrp="1" noRot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单击此处编辑母版文本样式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第二级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第三级</a:t>
            </a: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第四级</a:t>
            </a: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第五级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buFont typeface="Arial" panose="020B0604020202020204" pitchFamily="34" charset="0"/>
              <a:buNone/>
              <a:defRPr sz="1200" smtClean="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buFont typeface="Arial" panose="020B0604020202020204" pitchFamily="34" charset="0"/>
              <a:buNone/>
              <a:defRPr sz="1200" smtClean="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A0249CFA-C427-4C77-960D-70A82ADC9BFA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96883238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1267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ctr"/>
          <a:lstStyle/>
          <a:p>
            <a:pPr lvl="0" eaLnBrk="1" hangingPunct="1"/>
            <a:endParaRPr lang="zh-CN" altLang="en-US" dirty="0"/>
          </a:p>
        </p:txBody>
      </p:sp>
      <p:sp>
        <p:nvSpPr>
          <p:cNvPr id="1126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>
              <a:buFont typeface="Arial" panose="020B0604020202020204" pitchFamily="34" charset="0"/>
            </a:pPr>
            <a:fld id="{9A0DB2DC-4C9A-4742-B13C-FB6460FD3503}" type="slidenum">
              <a:rPr lang="zh-CN" altLang="en-US" sz="1200" dirty="0"/>
              <a:t>3</a:t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1267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ctr"/>
          <a:lstStyle/>
          <a:p>
            <a:pPr lvl="0" eaLnBrk="1" hangingPunct="1"/>
            <a:endParaRPr lang="zh-CN" altLang="en-US" dirty="0"/>
          </a:p>
        </p:txBody>
      </p:sp>
      <p:sp>
        <p:nvSpPr>
          <p:cNvPr id="1126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>
              <a:buFont typeface="Arial" panose="020B0604020202020204" pitchFamily="34" charset="0"/>
            </a:pPr>
            <a:fld id="{9A0DB2DC-4C9A-4742-B13C-FB6460FD3503}" type="slidenum">
              <a:rPr lang="zh-CN" altLang="en-US" sz="1200" dirty="0"/>
              <a:t>15</a:t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1267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ctr"/>
          <a:lstStyle/>
          <a:p>
            <a:pPr lvl="0" eaLnBrk="1" hangingPunct="1"/>
            <a:endParaRPr lang="zh-CN" altLang="en-US" dirty="0"/>
          </a:p>
        </p:txBody>
      </p:sp>
      <p:sp>
        <p:nvSpPr>
          <p:cNvPr id="1126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>
              <a:buFont typeface="Arial" panose="020B0604020202020204" pitchFamily="34" charset="0"/>
            </a:pPr>
            <a:fld id="{9A0DB2DC-4C9A-4742-B13C-FB6460FD3503}" type="slidenum">
              <a:rPr lang="zh-CN" altLang="en-US" sz="1200" dirty="0"/>
              <a:t>34</a:t>
            </a:fld>
            <a:endParaRPr lang="zh-CN" altLang="en-US" sz="1200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5.xml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5.xml"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5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5.xml"/></Relationships>
</file>

<file path=ppt/slideLayouts/_rels/slideLayout70.xml.rels><?xml version="1.0" encoding="UTF-8" standalone="yes"?>
<Relationships xmlns="http://schemas.openxmlformats.org/package/2006/relationships"><Relationship Id="rId8" Type="http://schemas.openxmlformats.org/officeDocument/2006/relationships/tags" Target="../tags/tag9.xml"/><Relationship Id="rId13" Type="http://schemas.openxmlformats.org/officeDocument/2006/relationships/slideMaster" Target="../slideMasters/slideMaster5.xml"/><Relationship Id="rId3" Type="http://schemas.openxmlformats.org/officeDocument/2006/relationships/tags" Target="../tags/tag4.xml"/><Relationship Id="rId7" Type="http://schemas.openxmlformats.org/officeDocument/2006/relationships/tags" Target="../tags/tag8.xml"/><Relationship Id="rId12" Type="http://schemas.openxmlformats.org/officeDocument/2006/relationships/tags" Target="../tags/tag13.xml"/><Relationship Id="rId2" Type="http://schemas.openxmlformats.org/officeDocument/2006/relationships/tags" Target="../tags/tag3.xml"/><Relationship Id="rId16" Type="http://schemas.openxmlformats.org/officeDocument/2006/relationships/image" Target="../media/image8.png"/><Relationship Id="rId1" Type="http://schemas.openxmlformats.org/officeDocument/2006/relationships/tags" Target="../tags/tag2.xml"/><Relationship Id="rId6" Type="http://schemas.openxmlformats.org/officeDocument/2006/relationships/tags" Target="../tags/tag7.xml"/><Relationship Id="rId11" Type="http://schemas.openxmlformats.org/officeDocument/2006/relationships/tags" Target="../tags/tag12.xml"/><Relationship Id="rId5" Type="http://schemas.openxmlformats.org/officeDocument/2006/relationships/tags" Target="../tags/tag6.xml"/><Relationship Id="rId15" Type="http://schemas.openxmlformats.org/officeDocument/2006/relationships/image" Target="../media/image7.png"/><Relationship Id="rId10" Type="http://schemas.openxmlformats.org/officeDocument/2006/relationships/tags" Target="../tags/tag11.xml"/><Relationship Id="rId4" Type="http://schemas.openxmlformats.org/officeDocument/2006/relationships/tags" Target="../tags/tag5.xml"/><Relationship Id="rId9" Type="http://schemas.openxmlformats.org/officeDocument/2006/relationships/tags" Target="../tags/tag10.xml"/><Relationship Id="rId14" Type="http://schemas.openxmlformats.org/officeDocument/2006/relationships/image" Target="../media/image6.png"/></Relationships>
</file>

<file path=ppt/slideLayouts/_rels/slideLayout71.xml.rels><?xml version="1.0" encoding="UTF-8" standalone="yes"?>
<Relationships xmlns="http://schemas.openxmlformats.org/package/2006/relationships"><Relationship Id="rId8" Type="http://schemas.openxmlformats.org/officeDocument/2006/relationships/tags" Target="../tags/tag21.xml"/><Relationship Id="rId13" Type="http://schemas.openxmlformats.org/officeDocument/2006/relationships/image" Target="../media/image7.png"/><Relationship Id="rId3" Type="http://schemas.openxmlformats.org/officeDocument/2006/relationships/tags" Target="../tags/tag16.xml"/><Relationship Id="rId7" Type="http://schemas.openxmlformats.org/officeDocument/2006/relationships/tags" Target="../tags/tag20.xml"/><Relationship Id="rId12" Type="http://schemas.openxmlformats.org/officeDocument/2006/relationships/image" Target="../media/image6.png"/><Relationship Id="rId2" Type="http://schemas.openxmlformats.org/officeDocument/2006/relationships/tags" Target="../tags/tag15.xml"/><Relationship Id="rId1" Type="http://schemas.openxmlformats.org/officeDocument/2006/relationships/tags" Target="../tags/tag14.xml"/><Relationship Id="rId6" Type="http://schemas.openxmlformats.org/officeDocument/2006/relationships/tags" Target="../tags/tag19.xml"/><Relationship Id="rId11" Type="http://schemas.openxmlformats.org/officeDocument/2006/relationships/image" Target="../media/image9.png"/><Relationship Id="rId5" Type="http://schemas.openxmlformats.org/officeDocument/2006/relationships/tags" Target="../tags/tag18.xml"/><Relationship Id="rId10" Type="http://schemas.openxmlformats.org/officeDocument/2006/relationships/slideMaster" Target="../slideMasters/slideMaster5.xml"/><Relationship Id="rId4" Type="http://schemas.openxmlformats.org/officeDocument/2006/relationships/tags" Target="../tags/tag17.xml"/><Relationship Id="rId9" Type="http://schemas.openxmlformats.org/officeDocument/2006/relationships/tags" Target="../tags/tag22.xml"/></Relationships>
</file>

<file path=ppt/slideLayouts/_rels/slideLayout72.xml.rels><?xml version="1.0" encoding="UTF-8" standalone="yes"?>
<Relationships xmlns="http://schemas.openxmlformats.org/package/2006/relationships"><Relationship Id="rId8" Type="http://schemas.openxmlformats.org/officeDocument/2006/relationships/tags" Target="../tags/tag30.xml"/><Relationship Id="rId3" Type="http://schemas.openxmlformats.org/officeDocument/2006/relationships/tags" Target="../tags/tag25.xml"/><Relationship Id="rId7" Type="http://schemas.openxmlformats.org/officeDocument/2006/relationships/tags" Target="../tags/tag29.xml"/><Relationship Id="rId2" Type="http://schemas.openxmlformats.org/officeDocument/2006/relationships/tags" Target="../tags/tag24.xml"/><Relationship Id="rId1" Type="http://schemas.openxmlformats.org/officeDocument/2006/relationships/tags" Target="../tags/tag23.xml"/><Relationship Id="rId6" Type="http://schemas.openxmlformats.org/officeDocument/2006/relationships/tags" Target="../tags/tag28.xml"/><Relationship Id="rId11" Type="http://schemas.openxmlformats.org/officeDocument/2006/relationships/image" Target="../media/image11.png"/><Relationship Id="rId5" Type="http://schemas.openxmlformats.org/officeDocument/2006/relationships/tags" Target="../tags/tag27.xml"/><Relationship Id="rId10" Type="http://schemas.openxmlformats.org/officeDocument/2006/relationships/image" Target="../media/image10.png"/><Relationship Id="rId4" Type="http://schemas.openxmlformats.org/officeDocument/2006/relationships/tags" Target="../tags/tag26.xml"/><Relationship Id="rId9" Type="http://schemas.openxmlformats.org/officeDocument/2006/relationships/slideMaster" Target="../slideMasters/slideMaster5.xml"/></Relationships>
</file>

<file path=ppt/slideLayouts/_rels/slideLayout73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5.xml"/><Relationship Id="rId3" Type="http://schemas.openxmlformats.org/officeDocument/2006/relationships/tags" Target="../tags/tag33.xml"/><Relationship Id="rId7" Type="http://schemas.openxmlformats.org/officeDocument/2006/relationships/tags" Target="../tags/tag37.xml"/><Relationship Id="rId2" Type="http://schemas.openxmlformats.org/officeDocument/2006/relationships/tags" Target="../tags/tag32.xml"/><Relationship Id="rId1" Type="http://schemas.openxmlformats.org/officeDocument/2006/relationships/tags" Target="../tags/tag31.xml"/><Relationship Id="rId6" Type="http://schemas.openxmlformats.org/officeDocument/2006/relationships/tags" Target="../tags/tag36.xml"/><Relationship Id="rId5" Type="http://schemas.openxmlformats.org/officeDocument/2006/relationships/tags" Target="../tags/tag35.xml"/><Relationship Id="rId4" Type="http://schemas.openxmlformats.org/officeDocument/2006/relationships/tags" Target="../tags/tag34.xml"/><Relationship Id="rId9" Type="http://schemas.openxmlformats.org/officeDocument/2006/relationships/image" Target="../media/image12.png"/></Relationships>
</file>

<file path=ppt/slideLayouts/_rels/slideLayout74.xml.rels><?xml version="1.0" encoding="UTF-8" standalone="yes"?>
<Relationships xmlns="http://schemas.openxmlformats.org/package/2006/relationships"><Relationship Id="rId3" Type="http://schemas.openxmlformats.org/officeDocument/2006/relationships/tags" Target="../tags/tag40.xml"/><Relationship Id="rId7" Type="http://schemas.openxmlformats.org/officeDocument/2006/relationships/image" Target="../media/image6.png"/><Relationship Id="rId2" Type="http://schemas.openxmlformats.org/officeDocument/2006/relationships/tags" Target="../tags/tag39.xml"/><Relationship Id="rId1" Type="http://schemas.openxmlformats.org/officeDocument/2006/relationships/tags" Target="../tags/tag38.xml"/><Relationship Id="rId6" Type="http://schemas.openxmlformats.org/officeDocument/2006/relationships/slideMaster" Target="../slideMasters/slideMaster5.xml"/><Relationship Id="rId5" Type="http://schemas.openxmlformats.org/officeDocument/2006/relationships/tags" Target="../tags/tag42.xml"/><Relationship Id="rId4" Type="http://schemas.openxmlformats.org/officeDocument/2006/relationships/tags" Target="../tags/tag41.xml"/></Relationships>
</file>

<file path=ppt/slideLayouts/_rels/slideLayout75.xml.rels><?xml version="1.0" encoding="UTF-8" standalone="yes"?>
<Relationships xmlns="http://schemas.openxmlformats.org/package/2006/relationships"><Relationship Id="rId3" Type="http://schemas.openxmlformats.org/officeDocument/2006/relationships/tags" Target="../tags/tag45.xml"/><Relationship Id="rId7" Type="http://schemas.openxmlformats.org/officeDocument/2006/relationships/image" Target="../media/image13.png"/><Relationship Id="rId2" Type="http://schemas.openxmlformats.org/officeDocument/2006/relationships/tags" Target="../tags/tag44.xml"/><Relationship Id="rId1" Type="http://schemas.openxmlformats.org/officeDocument/2006/relationships/tags" Target="../tags/tag43.xml"/><Relationship Id="rId6" Type="http://schemas.openxmlformats.org/officeDocument/2006/relationships/slideMaster" Target="../slideMasters/slideMaster5.xml"/><Relationship Id="rId5" Type="http://schemas.openxmlformats.org/officeDocument/2006/relationships/tags" Target="../tags/tag47.xml"/><Relationship Id="rId4" Type="http://schemas.openxmlformats.org/officeDocument/2006/relationships/tags" Target="../tags/tag46.xml"/></Relationships>
</file>

<file path=ppt/slideLayouts/_rels/slideLayout76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5.xml"/><Relationship Id="rId3" Type="http://schemas.openxmlformats.org/officeDocument/2006/relationships/tags" Target="../tags/tag50.xml"/><Relationship Id="rId7" Type="http://schemas.openxmlformats.org/officeDocument/2006/relationships/tags" Target="../tags/tag54.xml"/><Relationship Id="rId2" Type="http://schemas.openxmlformats.org/officeDocument/2006/relationships/tags" Target="../tags/tag49.xml"/><Relationship Id="rId1" Type="http://schemas.openxmlformats.org/officeDocument/2006/relationships/tags" Target="../tags/tag48.xml"/><Relationship Id="rId6" Type="http://schemas.openxmlformats.org/officeDocument/2006/relationships/tags" Target="../tags/tag53.xml"/><Relationship Id="rId5" Type="http://schemas.openxmlformats.org/officeDocument/2006/relationships/tags" Target="../tags/tag52.xml"/><Relationship Id="rId4" Type="http://schemas.openxmlformats.org/officeDocument/2006/relationships/tags" Target="../tags/tag51.xml"/><Relationship Id="rId9" Type="http://schemas.openxmlformats.org/officeDocument/2006/relationships/image" Target="../media/image14.png"/></Relationships>
</file>

<file path=ppt/slideLayouts/_rels/slideLayout77.xml.rels><?xml version="1.0" encoding="UTF-8" standalone="yes"?>
<Relationships xmlns="http://schemas.openxmlformats.org/package/2006/relationships"><Relationship Id="rId8" Type="http://schemas.openxmlformats.org/officeDocument/2006/relationships/tags" Target="../tags/tag62.xml"/><Relationship Id="rId3" Type="http://schemas.openxmlformats.org/officeDocument/2006/relationships/tags" Target="../tags/tag57.xml"/><Relationship Id="rId7" Type="http://schemas.openxmlformats.org/officeDocument/2006/relationships/tags" Target="../tags/tag61.xml"/><Relationship Id="rId2" Type="http://schemas.openxmlformats.org/officeDocument/2006/relationships/tags" Target="../tags/tag56.xml"/><Relationship Id="rId1" Type="http://schemas.openxmlformats.org/officeDocument/2006/relationships/tags" Target="../tags/tag55.xml"/><Relationship Id="rId6" Type="http://schemas.openxmlformats.org/officeDocument/2006/relationships/tags" Target="../tags/tag60.xml"/><Relationship Id="rId5" Type="http://schemas.openxmlformats.org/officeDocument/2006/relationships/tags" Target="../tags/tag59.xml"/><Relationship Id="rId10" Type="http://schemas.openxmlformats.org/officeDocument/2006/relationships/image" Target="../media/image12.png"/><Relationship Id="rId4" Type="http://schemas.openxmlformats.org/officeDocument/2006/relationships/tags" Target="../tags/tag58.xml"/><Relationship Id="rId9" Type="http://schemas.openxmlformats.org/officeDocument/2006/relationships/slideMaster" Target="../slideMasters/slideMaster5.xml"/></Relationships>
</file>

<file path=ppt/slideLayouts/_rels/slideLayout78.xml.rels><?xml version="1.0" encoding="UTF-8" standalone="yes"?>
<Relationships xmlns="http://schemas.openxmlformats.org/package/2006/relationships"><Relationship Id="rId8" Type="http://schemas.openxmlformats.org/officeDocument/2006/relationships/tags" Target="../tags/tag70.xml"/><Relationship Id="rId3" Type="http://schemas.openxmlformats.org/officeDocument/2006/relationships/tags" Target="../tags/tag65.xml"/><Relationship Id="rId7" Type="http://schemas.openxmlformats.org/officeDocument/2006/relationships/tags" Target="../tags/tag69.xml"/><Relationship Id="rId2" Type="http://schemas.openxmlformats.org/officeDocument/2006/relationships/tags" Target="../tags/tag64.xml"/><Relationship Id="rId1" Type="http://schemas.openxmlformats.org/officeDocument/2006/relationships/tags" Target="../tags/tag63.xml"/><Relationship Id="rId6" Type="http://schemas.openxmlformats.org/officeDocument/2006/relationships/tags" Target="../tags/tag68.xml"/><Relationship Id="rId5" Type="http://schemas.openxmlformats.org/officeDocument/2006/relationships/tags" Target="../tags/tag67.xml"/><Relationship Id="rId10" Type="http://schemas.openxmlformats.org/officeDocument/2006/relationships/image" Target="../media/image12.png"/><Relationship Id="rId4" Type="http://schemas.openxmlformats.org/officeDocument/2006/relationships/tags" Target="../tags/tag66.xml"/><Relationship Id="rId9" Type="http://schemas.openxmlformats.org/officeDocument/2006/relationships/slideMaster" Target="../slideMasters/slideMaster5.xml"/></Relationships>
</file>

<file path=ppt/slideLayouts/_rels/slideLayout79.xml.rels><?xml version="1.0" encoding="UTF-8" standalone="yes"?>
<Relationships xmlns="http://schemas.openxmlformats.org/package/2006/relationships"><Relationship Id="rId8" Type="http://schemas.openxmlformats.org/officeDocument/2006/relationships/tags" Target="../tags/tag78.xml"/><Relationship Id="rId3" Type="http://schemas.openxmlformats.org/officeDocument/2006/relationships/tags" Target="../tags/tag73.xml"/><Relationship Id="rId7" Type="http://schemas.openxmlformats.org/officeDocument/2006/relationships/tags" Target="../tags/tag77.xml"/><Relationship Id="rId2" Type="http://schemas.openxmlformats.org/officeDocument/2006/relationships/tags" Target="../tags/tag72.xml"/><Relationship Id="rId1" Type="http://schemas.openxmlformats.org/officeDocument/2006/relationships/tags" Target="../tags/tag71.xml"/><Relationship Id="rId6" Type="http://schemas.openxmlformats.org/officeDocument/2006/relationships/tags" Target="../tags/tag76.xml"/><Relationship Id="rId5" Type="http://schemas.openxmlformats.org/officeDocument/2006/relationships/tags" Target="../tags/tag75.xml"/><Relationship Id="rId10" Type="http://schemas.openxmlformats.org/officeDocument/2006/relationships/image" Target="../media/image15.png"/><Relationship Id="rId4" Type="http://schemas.openxmlformats.org/officeDocument/2006/relationships/tags" Target="../tags/tag74.xml"/><Relationship Id="rId9" Type="http://schemas.openxmlformats.org/officeDocument/2006/relationships/slideMaster" Target="../slideMasters/slideMaster5.xml"/></Relationships>
</file>

<file path=ppt/slideLayouts/_rels/slideLayout80.xml.rels><?xml version="1.0" encoding="UTF-8" standalone="yes"?>
<Relationships xmlns="http://schemas.openxmlformats.org/package/2006/relationships"><Relationship Id="rId8" Type="http://schemas.openxmlformats.org/officeDocument/2006/relationships/tags" Target="../tags/tag86.xml"/><Relationship Id="rId3" Type="http://schemas.openxmlformats.org/officeDocument/2006/relationships/tags" Target="../tags/tag81.xml"/><Relationship Id="rId7" Type="http://schemas.openxmlformats.org/officeDocument/2006/relationships/tags" Target="../tags/tag85.xml"/><Relationship Id="rId12" Type="http://schemas.openxmlformats.org/officeDocument/2006/relationships/image" Target="../media/image16.png"/><Relationship Id="rId2" Type="http://schemas.openxmlformats.org/officeDocument/2006/relationships/tags" Target="../tags/tag80.xml"/><Relationship Id="rId1" Type="http://schemas.openxmlformats.org/officeDocument/2006/relationships/tags" Target="../tags/tag79.xml"/><Relationship Id="rId6" Type="http://schemas.openxmlformats.org/officeDocument/2006/relationships/tags" Target="../tags/tag84.xml"/><Relationship Id="rId11" Type="http://schemas.openxmlformats.org/officeDocument/2006/relationships/slideMaster" Target="../slideMasters/slideMaster5.xml"/><Relationship Id="rId5" Type="http://schemas.openxmlformats.org/officeDocument/2006/relationships/tags" Target="../tags/tag83.xml"/><Relationship Id="rId10" Type="http://schemas.openxmlformats.org/officeDocument/2006/relationships/tags" Target="../tags/tag88.xml"/><Relationship Id="rId4" Type="http://schemas.openxmlformats.org/officeDocument/2006/relationships/tags" Target="../tags/tag82.xml"/><Relationship Id="rId9" Type="http://schemas.openxmlformats.org/officeDocument/2006/relationships/tags" Target="../tags/tag87.xml"/></Relationships>
</file>

<file path=ppt/slideLayouts/_rels/slideLayout81.xml.rels><?xml version="1.0" encoding="UTF-8" standalone="yes"?>
<Relationships xmlns="http://schemas.openxmlformats.org/package/2006/relationships"><Relationship Id="rId8" Type="http://schemas.openxmlformats.org/officeDocument/2006/relationships/tags" Target="../tags/tag96.xml"/><Relationship Id="rId3" Type="http://schemas.openxmlformats.org/officeDocument/2006/relationships/tags" Target="../tags/tag91.xml"/><Relationship Id="rId7" Type="http://schemas.openxmlformats.org/officeDocument/2006/relationships/tags" Target="../tags/tag95.xml"/><Relationship Id="rId2" Type="http://schemas.openxmlformats.org/officeDocument/2006/relationships/tags" Target="../tags/tag90.xml"/><Relationship Id="rId1" Type="http://schemas.openxmlformats.org/officeDocument/2006/relationships/tags" Target="../tags/tag89.xml"/><Relationship Id="rId6" Type="http://schemas.openxmlformats.org/officeDocument/2006/relationships/tags" Target="../tags/tag94.xml"/><Relationship Id="rId11" Type="http://schemas.openxmlformats.org/officeDocument/2006/relationships/image" Target="../media/image18.png"/><Relationship Id="rId5" Type="http://schemas.openxmlformats.org/officeDocument/2006/relationships/tags" Target="../tags/tag93.xml"/><Relationship Id="rId10" Type="http://schemas.openxmlformats.org/officeDocument/2006/relationships/image" Target="../media/image17.png"/><Relationship Id="rId4" Type="http://schemas.openxmlformats.org/officeDocument/2006/relationships/tags" Target="../tags/tag92.xml"/><Relationship Id="rId9" Type="http://schemas.openxmlformats.org/officeDocument/2006/relationships/slideMaster" Target="../slideMasters/slideMaster5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5" name="图片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单击以编辑母版副标题样式</a:t>
            </a:r>
          </a:p>
        </p:txBody>
      </p:sp>
      <p:sp>
        <p:nvSpPr>
          <p:cNvPr id="9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96DB4615-4904-47D4-AFFC-30D677EC8EDB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2021/3/16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E6D31B28-3B75-48EC-817B-583AA14D88C6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 advClick="0" advTm="0">
    <p:random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6F36B341-8E72-4AC2-A91E-15E3CFC3D90E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2021/3/16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56F17D1-8D5E-4CFF-B688-992D981BB9B1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 advClick="0" advTm="0">
    <p:random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9" name="图片 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052737"/>
            <a:ext cx="10515600" cy="1895946"/>
          </a:xfrm>
        </p:spPr>
        <p:txBody>
          <a:bodyPr anchor="b"/>
          <a:lstStyle>
            <a:lvl1pPr algn="r">
              <a:defRPr sz="60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1" y="3140968"/>
            <a:ext cx="10515600" cy="2948683"/>
          </a:xfrm>
        </p:spPr>
        <p:txBody>
          <a:bodyPr/>
          <a:lstStyle>
            <a:lvl1pPr marL="0" indent="0" algn="r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9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282B782F-F897-4BF5-A742-A11D1FE775A4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2021/3/16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8C720DEB-4A2B-402C-A71D-DA48BABAEF09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 advClick="0" advTm="0">
    <p:random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609600" y="1600201"/>
            <a:ext cx="5384800" cy="4525963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97600" y="1600201"/>
            <a:ext cx="5384800" cy="4525963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628E0A14-02B6-4E54-8F3D-A01F4FA9ECB8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2021/3/16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56F17D1-8D5E-4CFF-B688-992D981BB9B1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 advClick="0" advTm="0">
    <p:random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E7860106-5B9E-4F30-A272-26DDD0F18391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2021/3/16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56F17D1-8D5E-4CFF-B688-992D981BB9B1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 advClick="0" advTm="0">
    <p:random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236FE473-D96C-42B9-B3D9-548462809942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2021/3/16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56F17D1-8D5E-4CFF-B688-992D981BB9B1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 advClick="0" advTm="0">
    <p:random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B3D5B414-87DF-4419-8863-FACEC6EC7171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2021/3/16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56F17D1-8D5E-4CFF-B688-992D981BB9B1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 advClick="0" advTm="0">
    <p:random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897E3F63-0A8A-47B3-8A29-10534CE8D4D7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2021/3/16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56F17D1-8D5E-4CFF-B688-992D981BB9B1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 advClick="0" advTm="0">
    <p:random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CD48C81E-7E72-4A0A-8484-D7865540D2D8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2021/3/16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56F17D1-8D5E-4CFF-B688-992D981BB9B1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 advClick="0" advTm="0">
    <p:random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4671EBAD-BAB6-4CA1-86CB-F68A1D69FF54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2021/3/16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56F17D1-8D5E-4CFF-B688-992D981BB9B1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 advClick="0" advTm="0">
    <p:random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8A6F4ABA-DFFA-4EF7-9690-AEB91371895B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2021/3/16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56F17D1-8D5E-4CFF-B688-992D981BB9B1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 advClick="0" advTm="0">
    <p:random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DA682B51-025A-4399-BEE1-036E31E01A42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2021/3/16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F0CFCE5-06F3-437F-AD1F-E669799CB87D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 advClick="0" advTm="0">
    <p:random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113DF2E0-C762-4A9C-A896-E2F1B8DF4AF6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2021/3/16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F0CFCE5-06F3-437F-AD1F-E669799CB87D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 advClick="0" advTm="0">
    <p:random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920D6A82-1D0B-4F78-890A-6353CF7F94E2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2021/3/16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F0CFCE5-06F3-437F-AD1F-E669799CB87D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 advClick="0" advTm="0">
    <p:random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4CB23024-D1D2-40DA-9EBE-5DBBE5686D86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2021/3/16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F0CFCE5-06F3-437F-AD1F-E669799CB87D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 advClick="0" advTm="0">
    <p:random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F88677C1-5C76-4D8F-BCF8-DC83686B4066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2021/3/16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F0CFCE5-06F3-437F-AD1F-E669799CB87D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 advClick="0" advTm="0">
    <p:random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F389258E-4BD1-4B55-9D7F-B7AEE3B4ECED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2021/3/16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F0CFCE5-06F3-437F-AD1F-E669799CB87D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 advClick="0" advTm="0">
    <p:random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17C1BD91-4E34-4936-B972-35C11FB46753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2021/3/16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F0CFCE5-06F3-437F-AD1F-E669799CB87D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 advClick="0" advTm="0">
    <p:random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FF3A67C0-5AA1-4346-86EA-08920F678086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2021/3/16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F0CFCE5-06F3-437F-AD1F-E669799CB87D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 advClick="0" advTm="0">
    <p:random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vert="horz" wrap="square" lIns="91440" tIns="45720" rIns="91440" bIns="45720" numCol="1" rtlCol="0" anchor="t" anchorCtr="0" compatLnSpc="1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单击图标添加图片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C47C0E6A-2095-477B-ACE3-DFF82895D848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2021/3/16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F0CFCE5-06F3-437F-AD1F-E669799CB87D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 advClick="0" advTm="0">
    <p:random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61FD02EF-0A54-4FCA-888B-2894960DEFEA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2021/3/16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F0CFCE5-06F3-437F-AD1F-E669799CB87D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 advClick="0" advTm="0">
    <p:random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F056221B-9A64-4CD0-B25B-EDE1FD721B43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2021/3/16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F0CFCE5-06F3-437F-AD1F-E669799CB87D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 advClick="0" advTm="0">
    <p:random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11200" y="381000"/>
            <a:ext cx="10871200" cy="1112838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 hasCustomPrompt="1"/>
          </p:nvPr>
        </p:nvSpPr>
        <p:spPr>
          <a:xfrm>
            <a:off x="711200" y="1676400"/>
            <a:ext cx="5334000" cy="419100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 hasCustomPrompt="1"/>
          </p:nvPr>
        </p:nvSpPr>
        <p:spPr>
          <a:xfrm>
            <a:off x="6248400" y="1676400"/>
            <a:ext cx="5334000" cy="201930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 hasCustomPrompt="1"/>
          </p:nvPr>
        </p:nvSpPr>
        <p:spPr>
          <a:xfrm>
            <a:off x="6248400" y="3848100"/>
            <a:ext cx="5334000" cy="201930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8" name="日期占位符 5"/>
          <p:cNvSpPr>
            <a:spLocks noGrp="1"/>
          </p:cNvSpPr>
          <p:nvPr>
            <p:ph type="dt" sz="half" idx="12"/>
          </p:nvPr>
        </p:nvSpPr>
        <p:spPr>
          <a:xfrm>
            <a:off x="609600" y="6019800"/>
            <a:ext cx="2844800" cy="476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6B00CA58-BA7F-4C26-8A52-1BD49A9D8574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2021/3/16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页脚占位符 6"/>
          <p:cNvSpPr>
            <a:spLocks noGrp="1"/>
          </p:cNvSpPr>
          <p:nvPr>
            <p:ph type="ftr" sz="quarter" idx="13"/>
          </p:nvPr>
        </p:nvSpPr>
        <p:spPr>
          <a:xfrm>
            <a:off x="4165600" y="6019800"/>
            <a:ext cx="3860800" cy="476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灯片编号占位符 7"/>
          <p:cNvSpPr>
            <a:spLocks noGrp="1"/>
          </p:cNvSpPr>
          <p:nvPr>
            <p:ph type="sldNum" sz="quarter" idx="4"/>
          </p:nvPr>
        </p:nvSpPr>
        <p:spPr>
          <a:xfrm>
            <a:off x="8737600" y="6019800"/>
            <a:ext cx="2844800" cy="476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D437730-7051-4044-B692-111F9E7792EE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 advClick="0" advTm="0">
    <p:random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11200" y="381000"/>
            <a:ext cx="10871200" cy="1112838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 hasCustomPrompt="1"/>
          </p:nvPr>
        </p:nvSpPr>
        <p:spPr>
          <a:xfrm>
            <a:off x="711200" y="1676400"/>
            <a:ext cx="5334000" cy="419100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248400" y="1676400"/>
            <a:ext cx="5334000" cy="419100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8" name="日期占位符 4"/>
          <p:cNvSpPr>
            <a:spLocks noGrp="1"/>
          </p:cNvSpPr>
          <p:nvPr>
            <p:ph type="dt" sz="half" idx="12"/>
          </p:nvPr>
        </p:nvSpPr>
        <p:spPr>
          <a:xfrm>
            <a:off x="609600" y="6019800"/>
            <a:ext cx="2844800" cy="476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8CF3F3C8-81FB-4FE5-BC14-641D6985C0BA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2021/3/16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页脚占位符 5"/>
          <p:cNvSpPr>
            <a:spLocks noGrp="1"/>
          </p:cNvSpPr>
          <p:nvPr>
            <p:ph type="ftr" sz="quarter" idx="3"/>
          </p:nvPr>
        </p:nvSpPr>
        <p:spPr>
          <a:xfrm>
            <a:off x="4165600" y="6019800"/>
            <a:ext cx="3860800" cy="476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灯片编号占位符 6"/>
          <p:cNvSpPr>
            <a:spLocks noGrp="1"/>
          </p:cNvSpPr>
          <p:nvPr>
            <p:ph type="sldNum" sz="quarter" idx="4"/>
          </p:nvPr>
        </p:nvSpPr>
        <p:spPr>
          <a:xfrm>
            <a:off x="8737600" y="6019800"/>
            <a:ext cx="2844800" cy="476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9384E867-3765-4B81-BAC9-9D3B7C69C521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 advClick="0" advTm="0">
    <p:random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标题和四项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711200" y="381000"/>
            <a:ext cx="10871200" cy="1112838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" hasCustomPrompt="1"/>
          </p:nvPr>
        </p:nvSpPr>
        <p:spPr>
          <a:xfrm>
            <a:off x="711200" y="1676400"/>
            <a:ext cx="5334000" cy="201930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 hasCustomPrompt="1"/>
          </p:nvPr>
        </p:nvSpPr>
        <p:spPr>
          <a:xfrm>
            <a:off x="6248400" y="1676400"/>
            <a:ext cx="5334000" cy="201930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 hasCustomPrompt="1"/>
          </p:nvPr>
        </p:nvSpPr>
        <p:spPr>
          <a:xfrm>
            <a:off x="711200" y="3848100"/>
            <a:ext cx="5334000" cy="201930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248400" y="3848100"/>
            <a:ext cx="5334000" cy="201930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8" name="日期占位符 6"/>
          <p:cNvSpPr>
            <a:spLocks noGrp="1"/>
          </p:cNvSpPr>
          <p:nvPr>
            <p:ph type="dt" sz="half" idx="12"/>
          </p:nvPr>
        </p:nvSpPr>
        <p:spPr>
          <a:xfrm>
            <a:off x="609600" y="6019800"/>
            <a:ext cx="2844800" cy="476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6CD101D3-726B-4CC3-B50A-E9AB6457A9D1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2021/3/16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页脚占位符 7"/>
          <p:cNvSpPr>
            <a:spLocks noGrp="1"/>
          </p:cNvSpPr>
          <p:nvPr>
            <p:ph type="ftr" sz="quarter" idx="13"/>
          </p:nvPr>
        </p:nvSpPr>
        <p:spPr>
          <a:xfrm>
            <a:off x="4165600" y="6019800"/>
            <a:ext cx="3860800" cy="476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灯片编号占位符 8"/>
          <p:cNvSpPr>
            <a:spLocks noGrp="1"/>
          </p:cNvSpPr>
          <p:nvPr>
            <p:ph type="sldNum" sz="quarter" idx="14"/>
          </p:nvPr>
        </p:nvSpPr>
        <p:spPr>
          <a:xfrm>
            <a:off x="8737600" y="6019800"/>
            <a:ext cx="2844800" cy="476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8E9290E5-4DB4-47DD-91EA-5DE5DAD00D8E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 advClick="0" advTm="0">
    <p:random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hasCustomPrompt="1"/>
          </p:nvPr>
        </p:nvSpPr>
        <p:spPr>
          <a:xfrm>
            <a:off x="711200" y="381000"/>
            <a:ext cx="10871200" cy="548640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8" name="日期占位符 2"/>
          <p:cNvSpPr>
            <a:spLocks noGrp="1"/>
          </p:cNvSpPr>
          <p:nvPr>
            <p:ph type="dt" sz="half" idx="2"/>
          </p:nvPr>
        </p:nvSpPr>
        <p:spPr>
          <a:xfrm>
            <a:off x="609600" y="6019800"/>
            <a:ext cx="2844800" cy="476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0E18C08-7CE6-4072-B3EC-7227737AAFE3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2021/3/16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页脚占位符 3"/>
          <p:cNvSpPr>
            <a:spLocks noGrp="1"/>
          </p:cNvSpPr>
          <p:nvPr>
            <p:ph type="ftr" sz="quarter" idx="3"/>
          </p:nvPr>
        </p:nvSpPr>
        <p:spPr>
          <a:xfrm>
            <a:off x="4165600" y="6019800"/>
            <a:ext cx="3860800" cy="476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灯片编号占位符 4"/>
          <p:cNvSpPr>
            <a:spLocks noGrp="1"/>
          </p:cNvSpPr>
          <p:nvPr>
            <p:ph type="sldNum" sz="quarter" idx="4"/>
          </p:nvPr>
        </p:nvSpPr>
        <p:spPr>
          <a:xfrm>
            <a:off x="8737600" y="6019800"/>
            <a:ext cx="2844800" cy="476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4B999372-49D9-49C5-AB94-F9D14F764E70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 advClick="0" advTm="0">
    <p:random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3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fontAlgn="base"/>
            <a:r>
              <a:rPr lang="zh-CN" altLang="en-US" strike="noStrike" noProof="1"/>
              <a:t>单击以编辑母版副标题样式</a:t>
            </a:r>
          </a:p>
        </p:txBody>
      </p:sp>
      <p:sp>
        <p:nvSpPr>
          <p:cNvPr id="9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8209DF2F-D297-4C27-AD16-26DF817A37A9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2021/3/16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E6D31B28-3B75-48EC-817B-583AA14D88C6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/>
              <a:t>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E30E70ED-10FA-472A-BC0D-D2E83E92DF18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2021/3/16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56F17D1-8D5E-4CFF-B688-992D981BB9B1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7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052737"/>
            <a:ext cx="10515600" cy="1895946"/>
          </a:xfrm>
        </p:spPr>
        <p:txBody>
          <a:bodyPr anchor="b"/>
          <a:lstStyle>
            <a:lvl1pPr algn="r">
              <a:defRPr sz="60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1" y="3140968"/>
            <a:ext cx="10515600" cy="2948683"/>
          </a:xfrm>
        </p:spPr>
        <p:txBody>
          <a:bodyPr/>
          <a:lstStyle>
            <a:lvl1pPr marL="0" indent="0" algn="r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 fontAlgn="base"/>
            <a:r>
              <a:rPr lang="zh-CN" altLang="en-US" strike="noStrike" noProof="1"/>
              <a:t>编辑母版文本样式</a:t>
            </a:r>
          </a:p>
        </p:txBody>
      </p:sp>
      <p:sp>
        <p:nvSpPr>
          <p:cNvPr id="9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D50017BA-6420-415D-9B4B-D989E3A5BB03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2021/3/16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8C720DEB-4A2B-402C-A71D-DA48BABAEF09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609600" y="1600201"/>
            <a:ext cx="53848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97600" y="1600201"/>
            <a:ext cx="53848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0FCAA754-C674-4ED2-9E6C-88367CAD96E6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2021/3/16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56F17D1-8D5E-4CFF-B688-992D981BB9B1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80987DE6-57FE-45EB-A058-7B2B0E7E7403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2021/3/16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56F17D1-8D5E-4CFF-B688-992D981BB9B1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1FCBEDBF-78CB-417A-9CA5-E4F449FE5563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2021/3/16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56F17D1-8D5E-4CFF-B688-992D981BB9B1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EAA0415F-F3F2-4C8B-AB9B-AAAB9A80277C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2021/3/16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56F17D1-8D5E-4CFF-B688-992D981BB9B1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/>
              <a:t>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fontAlgn="base"/>
            <a:r>
              <a:rPr lang="zh-CN" altLang="en-US" strike="noStrike" noProof="1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8AF51F53-44E6-43B0-BE0C-74706F9DEE82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2021/3/16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56F17D1-8D5E-4CFF-B688-992D981BB9B1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fontAlgn="base"/>
            <a:r>
              <a:rPr lang="zh-CN" altLang="en-US" strike="noStrike" noProof="1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09A63D38-54FC-4629-937F-1B494864BB70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2021/3/16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56F17D1-8D5E-4CFF-B688-992D981BB9B1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/>
              <a:t>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E71D4FED-F9A0-4223-8C09-B7CB5F9B8AE2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2021/3/16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56F17D1-8D5E-4CFF-B688-992D981BB9B1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8BD8EA55-3C7F-4936-8FA8-7A3D5F1F29F4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2021/3/16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56F17D1-8D5E-4CFF-B688-992D981BB9B1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en-US" strike="noStrike" noProof="1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fontAlgn="base"/>
            <a:r>
              <a:rPr lang="zh-CN" altLang="en-US" strike="noStrike" noProof="1"/>
              <a:t>单击以编辑母版副标题样式</a:t>
            </a:r>
            <a:endParaRPr 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0EFB99D9-7F06-489C-946D-974BA25071C2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2021/3/16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F0CFCE5-06F3-437F-AD1F-E669799CB87D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en-US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/>
              <a:t>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  <a:endParaRPr 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13479FB7-A091-4687-97C4-7F7F44910FC4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2021/3/16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F0CFCE5-06F3-437F-AD1F-E669799CB87D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en-US" strike="noStrike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8C5E7E6C-853E-4A69-A8B0-B5ED9EB07BF4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2021/3/16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F0CFCE5-06F3-437F-AD1F-E669799CB87D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en-US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  <a:endParaRPr lang="en-US" strike="noStrike" noProof="1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  <a:endParaRPr 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F6C1E13B-2F12-416D-88A7-18F90AE76108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2021/3/16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F0CFCE5-06F3-437F-AD1F-E669799CB87D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en-US" strike="noStrike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  <a:endParaRPr lang="en-US" strike="noStrike" noProof="1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  <a:endParaRPr 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9DB05690-22FC-4A8E-A0B8-35EEF582F0C8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2021/3/16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F0CFCE5-06F3-437F-AD1F-E669799CB87D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81A61C13-4456-4759-853D-6311D8DDE881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2021/3/16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F0CFCE5-06F3-437F-AD1F-E669799CB87D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D0528C97-AC1B-4C80-AA96-491F948BED63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2021/3/16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F0CFCE5-06F3-437F-AD1F-E669799CB87D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en-US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/>
              <a:t>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  <a:endParaRPr lang="en-US" strike="noStrike" noProof="1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fontAlgn="base"/>
            <a:r>
              <a:rPr lang="zh-CN" altLang="en-US" strike="noStrike" noProof="1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67894473-E677-4515-980A-8801DB076210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2021/3/16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F0CFCE5-06F3-437F-AD1F-E669799CB87D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en-US" strike="noStrike" noProof="1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vert="horz" wrap="square" lIns="91440" tIns="45720" rIns="91440" bIns="45720" numCol="1" rtlCol="0" anchor="t" anchorCtr="0" compatLnSpc="1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单击图标添加图片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fontAlgn="base"/>
            <a:r>
              <a:rPr lang="zh-CN" altLang="en-US" strike="noStrike" noProof="1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67236DB9-6A9A-4D9B-B24D-F6861D63B45B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2021/3/16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F0CFCE5-06F3-437F-AD1F-E669799CB87D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en-US" strike="noStrike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/>
              <a:t>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  <a:endParaRPr 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7D85531D-1FE5-4835-812B-81670770519C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2021/3/16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F0CFCE5-06F3-437F-AD1F-E669799CB87D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en-US" strike="noStrike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  <a:endParaRPr 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A9541016-DFD0-4EAE-9544-AB9D91D7BFEA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2021/3/16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F0CFCE5-06F3-437F-AD1F-E669799CB87D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11200" y="381000"/>
            <a:ext cx="10871200" cy="1112838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 hasCustomPrompt="1"/>
          </p:nvPr>
        </p:nvSpPr>
        <p:spPr>
          <a:xfrm>
            <a:off x="711200" y="1676400"/>
            <a:ext cx="5334000" cy="41910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 hasCustomPrompt="1"/>
          </p:nvPr>
        </p:nvSpPr>
        <p:spPr>
          <a:xfrm>
            <a:off x="6248400" y="1676400"/>
            <a:ext cx="5334000" cy="20193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 hasCustomPrompt="1"/>
          </p:nvPr>
        </p:nvSpPr>
        <p:spPr>
          <a:xfrm>
            <a:off x="6248400" y="3848100"/>
            <a:ext cx="5334000" cy="20193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8" name="日期占位符 5"/>
          <p:cNvSpPr>
            <a:spLocks noGrp="1"/>
          </p:cNvSpPr>
          <p:nvPr>
            <p:ph type="dt" sz="half" idx="12"/>
          </p:nvPr>
        </p:nvSpPr>
        <p:spPr>
          <a:xfrm>
            <a:off x="609600" y="6019800"/>
            <a:ext cx="2844800" cy="476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10AE8BBC-3E84-487D-A865-9AFD077869AC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2021/3/16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页脚占位符 6"/>
          <p:cNvSpPr>
            <a:spLocks noGrp="1"/>
          </p:cNvSpPr>
          <p:nvPr>
            <p:ph type="ftr" sz="quarter" idx="13"/>
          </p:nvPr>
        </p:nvSpPr>
        <p:spPr>
          <a:xfrm>
            <a:off x="4165600" y="6019800"/>
            <a:ext cx="3860800" cy="476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灯片编号占位符 7"/>
          <p:cNvSpPr>
            <a:spLocks noGrp="1"/>
          </p:cNvSpPr>
          <p:nvPr>
            <p:ph type="sldNum" sz="quarter" idx="4"/>
          </p:nvPr>
        </p:nvSpPr>
        <p:spPr>
          <a:xfrm>
            <a:off x="8737600" y="6019800"/>
            <a:ext cx="2844800" cy="476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D437730-7051-4044-B692-111F9E7792EE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11200" y="381000"/>
            <a:ext cx="10871200" cy="1112838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 hasCustomPrompt="1"/>
          </p:nvPr>
        </p:nvSpPr>
        <p:spPr>
          <a:xfrm>
            <a:off x="711200" y="1676400"/>
            <a:ext cx="5334000" cy="41910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248400" y="1676400"/>
            <a:ext cx="5334000" cy="41910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8" name="日期占位符 4"/>
          <p:cNvSpPr>
            <a:spLocks noGrp="1"/>
          </p:cNvSpPr>
          <p:nvPr>
            <p:ph type="dt" sz="half" idx="12"/>
          </p:nvPr>
        </p:nvSpPr>
        <p:spPr>
          <a:xfrm>
            <a:off x="609600" y="6019800"/>
            <a:ext cx="2844800" cy="476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423766BC-C8B4-495C-AA41-34DFEFC1ED4D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2021/3/16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页脚占位符 5"/>
          <p:cNvSpPr>
            <a:spLocks noGrp="1"/>
          </p:cNvSpPr>
          <p:nvPr>
            <p:ph type="ftr" sz="quarter" idx="3"/>
          </p:nvPr>
        </p:nvSpPr>
        <p:spPr>
          <a:xfrm>
            <a:off x="4165600" y="6019800"/>
            <a:ext cx="3860800" cy="476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灯片编号占位符 6"/>
          <p:cNvSpPr>
            <a:spLocks noGrp="1"/>
          </p:cNvSpPr>
          <p:nvPr>
            <p:ph type="sldNum" sz="quarter" idx="4"/>
          </p:nvPr>
        </p:nvSpPr>
        <p:spPr>
          <a:xfrm>
            <a:off x="8737600" y="6019800"/>
            <a:ext cx="2844800" cy="476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9384E867-3765-4B81-BAC9-9D3B7C69C521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标题和四项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711200" y="381000"/>
            <a:ext cx="10871200" cy="1112838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" hasCustomPrompt="1"/>
          </p:nvPr>
        </p:nvSpPr>
        <p:spPr>
          <a:xfrm>
            <a:off x="711200" y="1676400"/>
            <a:ext cx="5334000" cy="20193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 hasCustomPrompt="1"/>
          </p:nvPr>
        </p:nvSpPr>
        <p:spPr>
          <a:xfrm>
            <a:off x="6248400" y="1676400"/>
            <a:ext cx="5334000" cy="20193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 hasCustomPrompt="1"/>
          </p:nvPr>
        </p:nvSpPr>
        <p:spPr>
          <a:xfrm>
            <a:off x="711200" y="3848100"/>
            <a:ext cx="5334000" cy="20193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248400" y="3848100"/>
            <a:ext cx="5334000" cy="20193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8" name="日期占位符 6"/>
          <p:cNvSpPr>
            <a:spLocks noGrp="1"/>
          </p:cNvSpPr>
          <p:nvPr>
            <p:ph type="dt" sz="half" idx="12"/>
          </p:nvPr>
        </p:nvSpPr>
        <p:spPr>
          <a:xfrm>
            <a:off x="609600" y="6019800"/>
            <a:ext cx="2844800" cy="476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806F2F05-B71A-4472-8531-9293585EF1BC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2021/3/16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页脚占位符 7"/>
          <p:cNvSpPr>
            <a:spLocks noGrp="1"/>
          </p:cNvSpPr>
          <p:nvPr>
            <p:ph type="ftr" sz="quarter" idx="13"/>
          </p:nvPr>
        </p:nvSpPr>
        <p:spPr>
          <a:xfrm>
            <a:off x="4165600" y="6019800"/>
            <a:ext cx="3860800" cy="476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灯片编号占位符 8"/>
          <p:cNvSpPr>
            <a:spLocks noGrp="1"/>
          </p:cNvSpPr>
          <p:nvPr>
            <p:ph type="sldNum" sz="quarter" idx="14"/>
          </p:nvPr>
        </p:nvSpPr>
        <p:spPr>
          <a:xfrm>
            <a:off x="8737600" y="6019800"/>
            <a:ext cx="2844800" cy="476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8E9290E5-4DB4-47DD-91EA-5DE5DAD00D8E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hasCustomPrompt="1"/>
          </p:nvPr>
        </p:nvSpPr>
        <p:spPr>
          <a:xfrm>
            <a:off x="711200" y="381000"/>
            <a:ext cx="10871200" cy="54864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8" name="日期占位符 2"/>
          <p:cNvSpPr>
            <a:spLocks noGrp="1"/>
          </p:cNvSpPr>
          <p:nvPr>
            <p:ph type="dt" sz="half" idx="2"/>
          </p:nvPr>
        </p:nvSpPr>
        <p:spPr>
          <a:xfrm>
            <a:off x="609600" y="6019800"/>
            <a:ext cx="2844800" cy="476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F525B431-BB6A-4EE0-BD6E-06DDF817B515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2021/3/16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页脚占位符 3"/>
          <p:cNvSpPr>
            <a:spLocks noGrp="1"/>
          </p:cNvSpPr>
          <p:nvPr>
            <p:ph type="ftr" sz="quarter" idx="3"/>
          </p:nvPr>
        </p:nvSpPr>
        <p:spPr>
          <a:xfrm>
            <a:off x="4165600" y="6019800"/>
            <a:ext cx="3860800" cy="476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灯片编号占位符 4"/>
          <p:cNvSpPr>
            <a:spLocks noGrp="1"/>
          </p:cNvSpPr>
          <p:nvPr>
            <p:ph type="sldNum" sz="quarter" idx="4"/>
          </p:nvPr>
        </p:nvSpPr>
        <p:spPr>
          <a:xfrm>
            <a:off x="8737600" y="6019800"/>
            <a:ext cx="2844800" cy="476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4B999372-49D9-49C5-AB94-F9D14F764E70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5AEBE222-8821-47A1-ABB8-8B48F8A5E9F2}" type="datetime1">
              <a:rPr lang="zh-CN" altLang="en-US" smtClean="0"/>
              <a:t>2021/3/16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0732426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1FFBED-6AFD-4AB7-973D-5496AB47B54B}" type="datetime1">
              <a:rPr lang="zh-CN" altLang="en-US" smtClean="0"/>
              <a:t>2021/3/16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0127599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B2A12D46-8B75-4126-9F86-CA97F335C4A0}" type="datetime1">
              <a:rPr lang="zh-CN" altLang="en-US" smtClean="0"/>
              <a:t>2021/3/16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41916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7D5882-07AF-4D3E-A7BC-1BEE78507952}" type="datetime1">
              <a:rPr lang="zh-CN" altLang="en-US" smtClean="0"/>
              <a:t>2021/3/16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0041489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8FF61-BAC5-4095-A858-8EF496004977}" type="datetime1">
              <a:rPr lang="zh-CN" altLang="en-US" smtClean="0"/>
              <a:t>2021/3/16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6777151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1E281-6089-4581-89FC-B958382B7FAB}" type="datetime1">
              <a:rPr lang="zh-CN" altLang="en-US" smtClean="0"/>
              <a:t>2021/3/16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1011676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84E709-A181-4A19-9834-BB549BB51F0E}" type="datetime1">
              <a:rPr lang="zh-CN" altLang="en-US" smtClean="0"/>
              <a:t>2021/3/16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5006718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3CD452-BEB7-4B07-8240-EAAF6254FEF5}" type="datetime1">
              <a:rPr lang="zh-CN" altLang="en-US" smtClean="0"/>
              <a:t>2021/3/16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58597411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3B6811-9C93-43C5-AAA9-2ECEB1B5CF51}" type="datetime1">
              <a:rPr lang="zh-CN" altLang="en-US" smtClean="0"/>
              <a:t>2021/3/16</a:t>
            </a:fld>
            <a:endParaRPr lang="zh-CN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740564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全景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4B163-E863-42E4-B1C0-A3E5419B1D1F}" type="datetime1">
              <a:rPr lang="zh-CN" altLang="en-US" smtClean="0"/>
              <a:t>2021/3/16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81378310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标题和描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8DD16526-19A4-48A8-83CE-5E85C773C264}" type="datetime1">
              <a:rPr lang="zh-CN" altLang="en-US" smtClean="0"/>
              <a:t>2021/3/16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63930960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带描述的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297A220-2D0E-4B8F-B83F-F2B082847869}" type="datetime1">
              <a:rPr lang="zh-CN" altLang="en-US" smtClean="0"/>
              <a:t>2021/3/16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23106663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0674B045-BB86-49B9-A3BA-4879D50393BD}" type="datetime1">
              <a:rPr lang="zh-CN" altLang="en-US" smtClean="0"/>
              <a:t>2021/3/16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60672224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AA04A5-372D-4270-9BBD-FC87D8DC03F8}" type="datetime1">
              <a:rPr lang="zh-CN" altLang="en-US" smtClean="0"/>
              <a:t>2021/3/16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34669430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图片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C9B48B-EE78-40A4-84CB-DBE30978A336}" type="datetime1">
              <a:rPr lang="zh-CN" altLang="en-US" smtClean="0"/>
              <a:t>2021/3/16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91597072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3DB650-E74F-490E-8297-9F853FFA1106}" type="datetime1">
              <a:rPr lang="zh-CN" altLang="en-US" smtClean="0"/>
              <a:t>2021/3/16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842632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792A8B7D-6BA8-4118-8085-EF12AA90F2E2}" type="datetime1">
              <a:rPr lang="zh-CN" altLang="en-US" smtClean="0"/>
              <a:t>2021/3/16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6408859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>
            <p:custDataLst>
              <p:tags r:id="rId1"/>
            </p:custDataLst>
          </p:nvPr>
        </p:nvGrpSpPr>
        <p:grpSpPr>
          <a:xfrm>
            <a:off x="0" y="0"/>
            <a:ext cx="12192000" cy="7454900"/>
            <a:chOff x="0" y="0"/>
            <a:chExt cx="19200" cy="11740"/>
          </a:xfrm>
        </p:grpSpPr>
        <p:grpSp>
          <p:nvGrpSpPr>
            <p:cNvPr id="6" name="组合 5"/>
            <p:cNvGrpSpPr/>
            <p:nvPr userDrawn="1">
              <p:custDataLst>
                <p:tags r:id="rId9"/>
              </p:custDataLst>
            </p:nvPr>
          </p:nvGrpSpPr>
          <p:grpSpPr>
            <a:xfrm>
              <a:off x="0" y="0"/>
              <a:ext cx="19200" cy="3223"/>
              <a:chOff x="0" y="0"/>
              <a:chExt cx="12192000" cy="2046605"/>
            </a:xfrm>
          </p:grpSpPr>
          <p:pic>
            <p:nvPicPr>
              <p:cNvPr id="7" name="图片 6"/>
              <p:cNvPicPr>
                <a:picLocks noChangeAspect="1"/>
              </p:cNvPicPr>
              <p:nvPr userDrawn="1">
                <p:custDataLst>
                  <p:tags r:id="rId11"/>
                </p:custDataLst>
              </p:nvPr>
            </p:nvPicPr>
            <p:blipFill>
              <a:blip r:embed="rId14"/>
              <a:stretch>
                <a:fillRect/>
              </a:stretch>
            </p:blipFill>
            <p:spPr>
              <a:xfrm>
                <a:off x="0" y="0"/>
                <a:ext cx="12192000" cy="2046605"/>
              </a:xfrm>
              <a:prstGeom prst="rect">
                <a:avLst/>
              </a:prstGeom>
            </p:spPr>
          </p:pic>
          <p:pic>
            <p:nvPicPr>
              <p:cNvPr id="9" name="图片 8"/>
              <p:cNvPicPr>
                <a:picLocks noChangeAspect="1"/>
              </p:cNvPicPr>
              <p:nvPr userDrawn="1">
                <p:custDataLst>
                  <p:tags r:id="rId12"/>
                </p:custDataLst>
              </p:nvPr>
            </p:nvPicPr>
            <p:blipFill rotWithShape="1">
              <a:blip r:embed="rId15"/>
              <a:srcRect/>
              <a:stretch>
                <a:fillRect/>
              </a:stretch>
            </p:blipFill>
            <p:spPr>
              <a:xfrm>
                <a:off x="0" y="10686"/>
                <a:ext cx="12192000" cy="1704978"/>
              </a:xfrm>
              <a:prstGeom prst="rect">
                <a:avLst/>
              </a:prstGeom>
            </p:spPr>
          </p:pic>
        </p:grpSp>
        <p:pic>
          <p:nvPicPr>
            <p:cNvPr id="8" name="图片 7"/>
            <p:cNvPicPr>
              <a:picLocks noChangeAspect="1"/>
            </p:cNvPicPr>
            <p:nvPr userDrawn="1">
              <p:custDataLst>
                <p:tags r:id="rId10"/>
              </p:custDataLst>
            </p:nvPr>
          </p:nvPicPr>
          <p:blipFill>
            <a:blip r:embed="rId16"/>
            <a:stretch>
              <a:fillRect/>
            </a:stretch>
          </p:blipFill>
          <p:spPr>
            <a:xfrm>
              <a:off x="0" y="9728"/>
              <a:ext cx="19200" cy="2012"/>
            </a:xfrm>
            <a:prstGeom prst="rect">
              <a:avLst/>
            </a:prstGeom>
          </p:spPr>
        </p:pic>
      </p:grp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>
            <a:lvl1pPr>
              <a:defRPr u="none" strike="noStrike" kern="1200" cap="none" spc="0" normalizeH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E4CFD3A1-CEC8-480A-9E84-00C85CCE2092}" type="datetime1">
              <a:rPr lang="zh-CN" altLang="en-US" smtClean="0"/>
              <a:t>2021/3/16</a:t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 u="none" strike="noStrike" kern="1200" cap="none" spc="0" normalizeH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>
              <a:defRPr u="none" strike="noStrike" kern="1200" cap="none" spc="0" normalizeH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5"/>
            </p:custDataLst>
          </p:nvPr>
        </p:nvSpPr>
        <p:spPr>
          <a:xfrm>
            <a:off x="2216785" y="3503930"/>
            <a:ext cx="7759065" cy="491490"/>
          </a:xfrm>
        </p:spPr>
        <p:txBody>
          <a:bodyPr lIns="90000" tIns="46800" rIns="90000" bIns="46800">
            <a:norm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2000" u="none" strike="noStrike" kern="1200" cap="none" spc="0" normalizeH="0" baseline="0">
                <a:solidFill>
                  <a:schemeClr val="accent1"/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6"/>
            </p:custDataLst>
          </p:nvPr>
        </p:nvSpPr>
        <p:spPr>
          <a:xfrm>
            <a:off x="2216468" y="2292046"/>
            <a:ext cx="7759065" cy="1150960"/>
          </a:xfrm>
        </p:spPr>
        <p:txBody>
          <a:bodyPr lIns="90000" tIns="46800" rIns="90000" bIns="46800" anchor="b" anchorCtr="0">
            <a:noAutofit/>
          </a:bodyPr>
          <a:lstStyle>
            <a:lvl1pPr algn="ctr">
              <a:defRPr sz="6000" b="1" spc="600" baseline="0">
                <a:solidFill>
                  <a:schemeClr val="tx1"/>
                </a:solidFill>
                <a:ea typeface="汉仪旗黑-85S" panose="00020600040101010101" pitchFamily="18" charset="-122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3" hasCustomPrompt="1"/>
            <p:custDataLst>
              <p:tags r:id="rId7"/>
            </p:custDataLst>
          </p:nvPr>
        </p:nvSpPr>
        <p:spPr>
          <a:xfrm>
            <a:off x="4511039" y="4490846"/>
            <a:ext cx="1383093" cy="474726"/>
          </a:xfrm>
          <a:solidFill>
            <a:schemeClr val="accent1"/>
          </a:solidFill>
        </p:spPr>
        <p:txBody>
          <a:bodyPr lIns="90000" tIns="46800" rIns="90000" bIns="46800" anchor="ctr">
            <a:normAutofit/>
          </a:bodyPr>
          <a:lstStyle>
            <a:lvl1pPr marL="0" indent="0" algn="ctr">
              <a:buNone/>
              <a:defRPr u="none" strike="noStrike" kern="1200" cap="none" spc="0" normalizeH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编辑文本</a:t>
            </a:r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4" hasCustomPrompt="1"/>
            <p:custDataLst>
              <p:tags r:id="rId8"/>
            </p:custDataLst>
          </p:nvPr>
        </p:nvSpPr>
        <p:spPr>
          <a:xfrm>
            <a:off x="6096000" y="4490846"/>
            <a:ext cx="1383092" cy="474726"/>
          </a:xfrm>
          <a:ln>
            <a:solidFill>
              <a:schemeClr val="accent1"/>
            </a:solidFill>
          </a:ln>
        </p:spPr>
        <p:txBody>
          <a:bodyPr lIns="90000" tIns="46800" rIns="90000" bIns="46800" anchor="ctr">
            <a:normAutofit/>
          </a:bodyPr>
          <a:lstStyle>
            <a:lvl1pPr marL="0" indent="0" algn="ctr">
              <a:buNone/>
              <a:defRPr u="none" strike="noStrike" kern="1200" cap="none" spc="0" normalizeH="0">
                <a:ln>
                  <a:noFill/>
                </a:ln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编辑文本</a:t>
            </a:r>
          </a:p>
        </p:txBody>
      </p:sp>
    </p:spTree>
    <p:extLst>
      <p:ext uri="{BB962C8B-B14F-4D97-AF65-F5344CB8AC3E}">
        <p14:creationId xmlns:p14="http://schemas.microsoft.com/office/powerpoint/2010/main" val="258311247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末尾幻灯片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0" y="6177281"/>
            <a:ext cx="12192000" cy="1165911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0" y="35560"/>
            <a:ext cx="12192000" cy="2046605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3125639" y="2421777"/>
            <a:ext cx="5940722" cy="1336635"/>
          </a:xfrm>
        </p:spPr>
        <p:txBody>
          <a:bodyPr vert="horz" lIns="90000" tIns="46800" rIns="90000" bIns="46800" rtlCol="0" anchor="b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7200" b="1" i="0" u="none" strike="noStrike" kern="1200" cap="none" spc="600" normalizeH="0" baseline="0" noProof="1" dirty="0">
                <a:solidFill>
                  <a:schemeClr val="accent1"/>
                </a:solidFill>
                <a:uFillTx/>
                <a:latin typeface="Arial" panose="020B0604020202020204" pitchFamily="34" charset="0"/>
                <a:ea typeface="汉仪旗黑-85S" panose="00020600040101010101" pitchFamily="18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编辑标题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6C25E086-4D0A-4A5B-8D3D-0822D2B26ED9}" type="datetime1">
              <a:rPr lang="zh-CN" altLang="en-US" smtClean="0"/>
              <a:t>2021/3/16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>
            <p:custDataLst>
              <p:tags r:id="rId7"/>
            </p:custDataLst>
          </p:nvPr>
        </p:nvPicPr>
        <p:blipFill rotWithShape="1">
          <a:blip r:embed="rId13"/>
          <a:srcRect/>
          <a:stretch>
            <a:fillRect/>
          </a:stretch>
        </p:blipFill>
        <p:spPr>
          <a:xfrm>
            <a:off x="0" y="-3"/>
            <a:ext cx="12192000" cy="1704978"/>
          </a:xfrm>
          <a:prstGeom prst="rect">
            <a:avLst/>
          </a:prstGeom>
        </p:spPr>
      </p:pic>
      <p:sp>
        <p:nvSpPr>
          <p:cNvPr id="13" name="文本占位符 12"/>
          <p:cNvSpPr>
            <a:spLocks noGrp="1"/>
          </p:cNvSpPr>
          <p:nvPr>
            <p:ph type="body" sz="quarter" idx="13" hasCustomPrompt="1"/>
            <p:custDataLst>
              <p:tags r:id="rId8"/>
            </p:custDataLst>
          </p:nvPr>
        </p:nvSpPr>
        <p:spPr>
          <a:xfrm>
            <a:off x="4632702" y="4417887"/>
            <a:ext cx="1302101" cy="485285"/>
          </a:xfrm>
          <a:solidFill>
            <a:schemeClr val="accent1"/>
          </a:solidFill>
        </p:spPr>
        <p:txBody>
          <a:bodyPr/>
          <a:lstStyle>
            <a:lvl1pPr marL="0" indent="0" algn="r">
              <a:buNone/>
              <a:defRPr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编辑文本</a:t>
            </a:r>
          </a:p>
        </p:txBody>
      </p:sp>
      <p:sp>
        <p:nvSpPr>
          <p:cNvPr id="15" name="文本占位符 14"/>
          <p:cNvSpPr>
            <a:spLocks noGrp="1"/>
          </p:cNvSpPr>
          <p:nvPr>
            <p:ph type="body" sz="quarter" idx="14" hasCustomPrompt="1"/>
            <p:custDataLst>
              <p:tags r:id="rId9"/>
            </p:custDataLst>
          </p:nvPr>
        </p:nvSpPr>
        <p:spPr>
          <a:xfrm>
            <a:off x="6257198" y="4417887"/>
            <a:ext cx="1302102" cy="485285"/>
          </a:xfrm>
          <a:ln>
            <a:solidFill>
              <a:schemeClr val="accent1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accent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编辑文本</a:t>
            </a:r>
          </a:p>
        </p:txBody>
      </p:sp>
    </p:spTree>
    <p:extLst>
      <p:ext uri="{BB962C8B-B14F-4D97-AF65-F5344CB8AC3E}">
        <p14:creationId xmlns:p14="http://schemas.microsoft.com/office/powerpoint/2010/main" val="1916722507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两栏内容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单击此处编辑母版文本样式</a:t>
            </a:r>
          </a:p>
          <a:p>
            <a:pPr lvl="1"/>
            <a:r>
              <a:rPr>
                <a:sym typeface="+mn-ea"/>
              </a:rPr>
              <a:t>第二级</a:t>
            </a:r>
          </a:p>
          <a:p>
            <a:pPr lvl="2"/>
            <a:r>
              <a:rPr>
                <a:sym typeface="+mn-ea"/>
              </a:rPr>
              <a:t>第三级</a:t>
            </a:r>
          </a:p>
          <a:p>
            <a:pPr lvl="3"/>
            <a:r>
              <a:rPr>
                <a:sym typeface="+mn-ea"/>
              </a:rPr>
              <a:t>第四级</a:t>
            </a:r>
          </a:p>
          <a:p>
            <a:pPr lvl="4"/>
            <a:r>
              <a:rPr>
                <a:sym typeface="+mn-ea"/>
              </a:rPr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238877" y="952508"/>
            <a:ext cx="5283242" cy="5388907"/>
          </a:xfrm>
        </p:spPr>
        <p:txBody>
          <a:bodyPr lIns="90000" tIns="46800" rIns="90000" bIns="46800">
            <a:normAutofit/>
          </a:bodyPr>
          <a:lstStyle>
            <a:lvl1pPr>
              <a:defRPr sz="1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30EC11D-A33B-467F-B22F-CD9A96AFFC77}" type="datetime1">
              <a:rPr lang="zh-CN" altLang="en-US" smtClean="0"/>
              <a:t>2021/3/16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10" name="图片 9" descr="C:\Users\kingsoft\Desktop\图片7副本.png图片7副本"/>
          <p:cNvPicPr>
            <a:picLocks noChangeAspect="1"/>
          </p:cNvPicPr>
          <p:nvPr>
            <p:custDataLst>
              <p:tags r:id="rId7"/>
            </p:custDataLst>
          </p:nvPr>
        </p:nvPicPr>
        <p:blipFill rotWithShape="1">
          <a:blip r:embed="rId10"/>
          <a:srcRect/>
          <a:stretch>
            <a:fillRect/>
          </a:stretch>
        </p:blipFill>
        <p:spPr>
          <a:xfrm>
            <a:off x="-16510" y="5971592"/>
            <a:ext cx="3478627" cy="907998"/>
          </a:xfrm>
          <a:prstGeom prst="rect">
            <a:avLst/>
          </a:prstGeom>
        </p:spPr>
      </p:pic>
      <p:pic>
        <p:nvPicPr>
          <p:cNvPr id="11" name="图片 10" descr="C:\Users\kingsoft\Desktop\图片7副本.png图片7副本"/>
          <p:cNvPicPr>
            <a:picLocks noChangeAspect="1"/>
          </p:cNvPicPr>
          <p:nvPr>
            <p:custDataLst>
              <p:tags r:id="rId8"/>
            </p:custDataLst>
          </p:nvPr>
        </p:nvPicPr>
        <p:blipFill rotWithShape="1">
          <a:blip r:embed="rId11"/>
          <a:srcRect/>
          <a:stretch>
            <a:fillRect/>
          </a:stretch>
        </p:blipFill>
        <p:spPr>
          <a:xfrm flipH="1">
            <a:off x="8716609" y="5905492"/>
            <a:ext cx="3481106" cy="97409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图片与标题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69930" y="443234"/>
            <a:ext cx="10852237" cy="441964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238925" y="952508"/>
            <a:ext cx="5283242" cy="5388907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D70A97AE-6B3D-4408-B092-81EAC994DE8C}" type="datetime1">
              <a:rPr lang="zh-CN" altLang="en-US" smtClean="0"/>
              <a:t>2021/3/16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9" name="图片 8" descr="C:\Users\kingsoft\Desktop\图片7副本.png图片7副本"/>
          <p:cNvPicPr>
            <a:picLocks noChangeAspect="1"/>
          </p:cNvPicPr>
          <p:nvPr>
            <p:custDataLst>
              <p:tags r:id="rId7"/>
            </p:custDataLst>
          </p:nvPr>
        </p:nvPicPr>
        <p:blipFill rotWithShape="1">
          <a:blip r:embed="rId9"/>
          <a:srcRect/>
          <a:stretch>
            <a:fillRect/>
          </a:stretch>
        </p:blipFill>
        <p:spPr>
          <a:xfrm flipH="1">
            <a:off x="8231997" y="5327780"/>
            <a:ext cx="3960001" cy="153022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0" y="-15240"/>
            <a:ext cx="12192000" cy="2046605"/>
          </a:xfrm>
          <a:prstGeom prst="rect">
            <a:avLst/>
          </a:prstGeom>
        </p:spPr>
      </p:pic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C2033633-A1EC-4815-9660-D1EB5F9AF32E}" type="datetime1">
              <a:rPr lang="zh-CN" altLang="en-US" smtClean="0"/>
              <a:t>2021/3/16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69930" y="952508"/>
            <a:ext cx="10852237" cy="5388907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Autofit/>
          </a:bodyPr>
          <a:lstStyle>
            <a:lvl1pPr>
              <a:defRPr sz="2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>
            <a:lvl1pPr>
              <a:defRPr baseline="0">
                <a:latin typeface="微软雅黑" panose="020B0503020204020204" charset="-122"/>
              </a:defRPr>
            </a:lvl1pPr>
          </a:lstStyle>
          <a:p>
            <a:fld id="{0615F478-1345-4231-BDFE-4C7B4A8896C3}" type="datetime1">
              <a:rPr lang="zh-CN" altLang="en-US" smtClean="0"/>
              <a:t>2021/3/16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 baseline="0">
                <a:latin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>
              <a:defRPr baseline="0">
                <a:latin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pic>
        <p:nvPicPr>
          <p:cNvPr id="18" name="图片 17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0" y="6177281"/>
            <a:ext cx="12192000" cy="131520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>
            <p:custDataLst>
              <p:tags r:id="rId1"/>
            </p:custDataLst>
          </p:nvPr>
        </p:nvSpPr>
        <p:spPr>
          <a:xfrm>
            <a:off x="286385" y="273050"/>
            <a:ext cx="11616055" cy="63119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baseline="0" dirty="0"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CAA08480-88AE-4D6F-B7CC-6DE8AAFFD243}" type="datetime1">
              <a:rPr lang="zh-CN" altLang="en-US" smtClean="0"/>
              <a:t>2021/3/16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1281600" y="1249200"/>
            <a:ext cx="9626400" cy="723600"/>
          </a:xfrm>
        </p:spPr>
        <p:txBody>
          <a:bodyPr anchor="ctr"/>
          <a:lstStyle>
            <a:lvl1pPr>
              <a:defRPr sz="32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1281113" y="2163600"/>
            <a:ext cx="9626600" cy="3445200"/>
          </a:xfrm>
        </p:spPr>
        <p:txBody>
          <a:bodyPr/>
          <a:lstStyle>
            <a:lvl1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pic>
        <p:nvPicPr>
          <p:cNvPr id="10" name="图片 9" descr="C:\Users\kingsoft\Desktop\图片7副本.png图片7副本"/>
          <p:cNvPicPr>
            <a:picLocks noChangeAspect="1"/>
          </p:cNvPicPr>
          <p:nvPr>
            <p:custDataLst>
              <p:tags r:id="rId7"/>
            </p:custDataLst>
          </p:nvPr>
        </p:nvPicPr>
        <p:blipFill rotWithShape="1">
          <a:blip r:embed="rId9"/>
          <a:srcRect/>
          <a:stretch>
            <a:fillRect/>
          </a:stretch>
        </p:blipFill>
        <p:spPr>
          <a:xfrm flipH="1">
            <a:off x="7072603" y="4933186"/>
            <a:ext cx="4829835" cy="165176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>
            <p:custDataLst>
              <p:tags r:id="rId1"/>
            </p:custDataLst>
          </p:nvPr>
        </p:nvSpPr>
        <p:spPr>
          <a:xfrm>
            <a:off x="0" y="0"/>
            <a:ext cx="4823460" cy="6858635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dirty="0">
              <a:solidFill>
                <a:schemeClr val="accent1"/>
              </a:solidFill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583200" y="770400"/>
            <a:ext cx="3960000" cy="882000"/>
          </a:xfrm>
        </p:spPr>
        <p:txBody>
          <a:bodyPr anchor="ctr"/>
          <a:lstStyle>
            <a:lvl1pPr>
              <a:defRPr sz="3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单击编辑标题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4B2B35A9-14A5-4031-A073-2622CC45DDC5}" type="datetime1">
              <a:rPr lang="zh-CN" altLang="en-US" smtClean="0"/>
              <a:t>2021/3/16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586800" y="1764000"/>
            <a:ext cx="3956400" cy="4093200"/>
          </a:xfrm>
        </p:spPr>
        <p:txBody>
          <a:bodyPr/>
          <a:lstStyle>
            <a:lvl1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7"/>
            </p:custDataLst>
          </p:nvPr>
        </p:nvSpPr>
        <p:spPr>
          <a:xfrm>
            <a:off x="5101200" y="769938"/>
            <a:ext cx="6480000" cy="5087937"/>
          </a:xfrm>
        </p:spPr>
        <p:txBody>
          <a:bodyPr/>
          <a:lstStyle>
            <a:lvl1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</a:p>
        </p:txBody>
      </p:sp>
      <p:pic>
        <p:nvPicPr>
          <p:cNvPr id="10" name="图片 9" descr="C:\Users\kingsoft\Desktop\图片7副本.png图片7副本"/>
          <p:cNvPicPr>
            <a:picLocks noChangeAspect="1"/>
          </p:cNvPicPr>
          <p:nvPr>
            <p:custDataLst>
              <p:tags r:id="rId8"/>
            </p:custDataLst>
          </p:nvPr>
        </p:nvPicPr>
        <p:blipFill rotWithShape="1">
          <a:blip r:embed="rId10"/>
          <a:srcRect/>
          <a:stretch>
            <a:fillRect/>
          </a:stretch>
        </p:blipFill>
        <p:spPr>
          <a:xfrm flipH="1">
            <a:off x="8231997" y="5327780"/>
            <a:ext cx="3960001" cy="153022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>
            <p:custDataLst>
              <p:tags r:id="rId1"/>
            </p:custDataLst>
          </p:nvPr>
        </p:nvSpPr>
        <p:spPr>
          <a:xfrm>
            <a:off x="0" y="0"/>
            <a:ext cx="12192000" cy="2664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12000" y="781200"/>
            <a:ext cx="10976400" cy="626400"/>
          </a:xfrm>
        </p:spPr>
        <p:txBody>
          <a:bodyPr anchor="ctr"/>
          <a:lstStyle>
            <a:lvl1pPr algn="ctr">
              <a:defRPr sz="3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825CC426-1A8F-437F-9B34-445A550EB06E}" type="datetime1">
              <a:rPr lang="zh-CN" altLang="en-US" smtClean="0"/>
              <a:t>2021/3/16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612000" y="1659600"/>
            <a:ext cx="10975975" cy="828000"/>
          </a:xfrm>
        </p:spPr>
        <p:txBody>
          <a:bodyPr/>
          <a:lstStyle>
            <a:lvl1pPr algn="ctr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7"/>
            </p:custDataLst>
          </p:nvPr>
        </p:nvSpPr>
        <p:spPr>
          <a:xfrm>
            <a:off x="612775" y="2808000"/>
            <a:ext cx="10965600" cy="3430800"/>
          </a:xfrm>
        </p:spPr>
        <p:txBody>
          <a:bodyPr/>
          <a:lstStyle>
            <a:lvl1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</a:p>
        </p:txBody>
      </p:sp>
      <p:pic>
        <p:nvPicPr>
          <p:cNvPr id="16" name="图片 15" descr="C:\Users\kingsoft\Desktop\图片7副本.png图片7副本"/>
          <p:cNvPicPr>
            <a:picLocks noChangeAspect="1"/>
          </p:cNvPicPr>
          <p:nvPr>
            <p:custDataLst>
              <p:tags r:id="rId8"/>
            </p:custDataLst>
          </p:nvPr>
        </p:nvPicPr>
        <p:blipFill rotWithShape="1">
          <a:blip r:embed="rId10"/>
          <a:srcRect/>
          <a:stretch>
            <a:fillRect/>
          </a:stretch>
        </p:blipFill>
        <p:spPr>
          <a:xfrm flipH="1">
            <a:off x="8231997" y="5327780"/>
            <a:ext cx="3960001" cy="153022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17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3810" y="0"/>
            <a:ext cx="12192000" cy="1975485"/>
          </a:xfrm>
          <a:prstGeom prst="rect">
            <a:avLst/>
          </a:prstGeom>
        </p:spPr>
      </p:pic>
      <p:sp>
        <p:nvSpPr>
          <p:cNvPr id="13" name="矩形 12"/>
          <p:cNvSpPr/>
          <p:nvPr>
            <p:custDataLst>
              <p:tags r:id="rId2"/>
            </p:custDataLst>
          </p:nvPr>
        </p:nvSpPr>
        <p:spPr>
          <a:xfrm>
            <a:off x="0" y="5041901"/>
            <a:ext cx="12192000" cy="1828799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604800" y="669600"/>
            <a:ext cx="10976400" cy="565200"/>
          </a:xfrm>
        </p:spPr>
        <p:txBody>
          <a:bodyPr anchor="ctr"/>
          <a:lstStyle>
            <a:lvl1pPr algn="ctr">
              <a:defRPr sz="32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EEF47D4A-6628-49B7-B9B1-2AF6A4057FED}" type="datetime1">
              <a:rPr lang="zh-CN" altLang="en-US" smtClean="0"/>
              <a:t>2021/3/16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7"/>
            </p:custDataLst>
          </p:nvPr>
        </p:nvSpPr>
        <p:spPr>
          <a:xfrm>
            <a:off x="604837" y="1681200"/>
            <a:ext cx="10990800" cy="3211200"/>
          </a:xfrm>
        </p:spPr>
        <p:txBody>
          <a:bodyPr/>
          <a:lstStyle>
            <a:lvl1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  <p:custDataLst>
              <p:tags r:id="rId8"/>
            </p:custDataLst>
          </p:nvPr>
        </p:nvSpPr>
        <p:spPr>
          <a:xfrm>
            <a:off x="594000" y="5180400"/>
            <a:ext cx="11001600" cy="1011600"/>
          </a:xfrm>
        </p:spPr>
        <p:txBody>
          <a:bodyPr/>
          <a:lstStyle>
            <a:lvl1pPr marL="0" indent="0">
              <a:buNone/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航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17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0" y="6242387"/>
            <a:ext cx="12192000" cy="1231226"/>
          </a:xfrm>
          <a:prstGeom prst="rect">
            <a:avLst/>
          </a:prstGeom>
        </p:spPr>
      </p:pic>
      <p:sp>
        <p:nvSpPr>
          <p:cNvPr id="15" name="矩形 14"/>
          <p:cNvSpPr/>
          <p:nvPr>
            <p:custDataLst>
              <p:tags r:id="rId2"/>
            </p:custDataLst>
          </p:nvPr>
        </p:nvSpPr>
        <p:spPr>
          <a:xfrm>
            <a:off x="0" y="0"/>
            <a:ext cx="12192000" cy="914407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US" altLang="zh-CN">
              <a:latin typeface="Viner Hand ITC" panose="03070502030502020203" charset="0"/>
              <a:cs typeface="Viner Hand ITC" panose="03070502030502020203" charset="0"/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79600" y="237600"/>
            <a:ext cx="11037600" cy="441964"/>
          </a:xfrm>
        </p:spPr>
        <p:txBody>
          <a:bodyPr>
            <a:normAutofit/>
          </a:bodyPr>
          <a:lstStyle>
            <a:lvl1pPr>
              <a:defRPr sz="28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579600" y="1663200"/>
            <a:ext cx="5342400" cy="2894400"/>
          </a:xfrm>
        </p:spPr>
        <p:txBody>
          <a:bodyPr>
            <a:normAutofit/>
          </a:bodyPr>
          <a:lstStyle>
            <a:lvl1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二级</a:t>
            </a:r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三级</a:t>
            </a:r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四级</a:t>
            </a:r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五级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AA10671B-049E-42C4-96A9-6498C16D1D0C}" type="datetime1">
              <a:rPr lang="zh-CN" altLang="en-US" smtClean="0"/>
              <a:t>2021/3/16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8"/>
            </p:custDataLst>
          </p:nvPr>
        </p:nvSpPr>
        <p:spPr>
          <a:xfrm>
            <a:off x="6242400" y="1663200"/>
            <a:ext cx="5367600" cy="2894400"/>
          </a:xfrm>
        </p:spPr>
        <p:txBody>
          <a:bodyPr>
            <a:normAutofit/>
          </a:bodyPr>
          <a:lstStyle>
            <a:lvl1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二级</a:t>
            </a:r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三级</a:t>
            </a:r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四级</a:t>
            </a:r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五级</a:t>
            </a:r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  <p:custDataLst>
              <p:tags r:id="rId9"/>
            </p:custDataLst>
          </p:nvPr>
        </p:nvSpPr>
        <p:spPr>
          <a:xfrm>
            <a:off x="572400" y="4816800"/>
            <a:ext cx="5342400" cy="781200"/>
          </a:xfrm>
        </p:spPr>
        <p:txBody>
          <a:bodyPr>
            <a:normAutofit/>
          </a:bodyPr>
          <a:lstStyle>
            <a:lvl1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  <p:custDataLst>
              <p:tags r:id="rId10"/>
            </p:custDataLst>
          </p:nvPr>
        </p:nvSpPr>
        <p:spPr>
          <a:xfrm>
            <a:off x="6253200" y="4813200"/>
            <a:ext cx="5367600" cy="781200"/>
          </a:xfrm>
        </p:spPr>
        <p:txBody>
          <a:bodyPr>
            <a:normAutofit/>
          </a:bodyPr>
          <a:lstStyle>
            <a:lvl1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bg>
      <p:bgPr>
        <a:solidFill>
          <a:srgbClr val="EBF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>
            <p:custDataLst>
              <p:tags r:id="rId1"/>
            </p:custDataLst>
          </p:nvPr>
        </p:nvSpPr>
        <p:spPr>
          <a:xfrm>
            <a:off x="0" y="959224"/>
            <a:ext cx="12192000" cy="4939553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0A48F63A-DF0E-4622-9412-94E207C30D1C}" type="datetime1">
              <a:rPr lang="zh-CN" altLang="en-US" smtClean="0"/>
              <a:t>2021/3/16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pic>
        <p:nvPicPr>
          <p:cNvPr id="9" name="图片 8" descr="C:\Users\kingsoft\Desktop\图片7副本.png图片7副本"/>
          <p:cNvPicPr>
            <a:picLocks noChangeAspect="1"/>
          </p:cNvPicPr>
          <p:nvPr>
            <p:custDataLst>
              <p:tags r:id="rId5"/>
            </p:custDataLst>
          </p:nvPr>
        </p:nvPicPr>
        <p:blipFill rotWithShape="1">
          <a:blip r:embed="rId10"/>
          <a:srcRect/>
          <a:stretch>
            <a:fillRect/>
          </a:stretch>
        </p:blipFill>
        <p:spPr>
          <a:xfrm flipH="1">
            <a:off x="8429082" y="4917233"/>
            <a:ext cx="3762917" cy="981917"/>
          </a:xfrm>
          <a:prstGeom prst="rect">
            <a:avLst/>
          </a:prstGeom>
        </p:spPr>
      </p:pic>
      <p:pic>
        <p:nvPicPr>
          <p:cNvPr id="10" name="图片 9" descr="C:\Users\kingsoft\Desktop\图片7副本.png图片7副本"/>
          <p:cNvPicPr>
            <a:picLocks noChangeAspect="1"/>
          </p:cNvPicPr>
          <p:nvPr>
            <p:custDataLst>
              <p:tags r:id="rId6"/>
            </p:custDataLst>
          </p:nvPr>
        </p:nvPicPr>
        <p:blipFill rotWithShape="1">
          <a:blip r:embed="rId11"/>
          <a:srcRect/>
          <a:stretch>
            <a:fillRect/>
          </a:stretch>
        </p:blipFill>
        <p:spPr>
          <a:xfrm rot="10800000" flipH="1">
            <a:off x="0" y="398"/>
            <a:ext cx="4713605" cy="1229995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7"/>
            </p:custDataLst>
          </p:nvPr>
        </p:nvSpPr>
        <p:spPr>
          <a:xfrm>
            <a:off x="1522800" y="1339200"/>
            <a:ext cx="9144000" cy="2386800"/>
          </a:xfrm>
        </p:spPr>
        <p:txBody>
          <a:bodyPr anchor="b"/>
          <a:lstStyle>
            <a:lvl1pPr algn="ctr">
              <a:defRPr sz="60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8"/>
            </p:custDataLst>
          </p:nvPr>
        </p:nvSpPr>
        <p:spPr>
          <a:xfrm>
            <a:off x="1522413" y="3862800"/>
            <a:ext cx="9144000" cy="1656000"/>
          </a:xfrm>
        </p:spPr>
        <p:txBody>
          <a:bodyPr/>
          <a:lstStyle>
            <a:lvl1pPr algn="ctr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327A3-BFE9-411F-9378-6721E4235F38}" type="datetime1">
              <a:rPr lang="zh-CN" altLang="en-US" smtClean="0"/>
              <a:t>2021/3/16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14588-397E-48F2-AB44-D0021E88B75F}" type="datetime1">
              <a:rPr lang="zh-CN" altLang="en-US" smtClean="0"/>
              <a:t>2021/3/16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3F8E64-605B-4A7A-879C-00B30A6E33CE}" type="datetime1">
              <a:rPr lang="zh-CN" altLang="en-US" smtClean="0"/>
              <a:t>2021/3/16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8011C-B335-4FFE-8A46-95605E1E9BD7}" type="datetime1">
              <a:rPr lang="zh-CN" altLang="en-US" smtClean="0"/>
              <a:t>2021/3/16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96D0B4-DF92-49A8-964C-3540D23744C5}" type="datetime1">
              <a:rPr lang="zh-CN" altLang="en-US" smtClean="0"/>
              <a:t>2021/3/16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A077C-57A6-414A-AF3A-C3EDBACC84CF}" type="datetime1">
              <a:rPr lang="zh-CN" altLang="en-US" smtClean="0"/>
              <a:t>2021/3/16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5B0ED-7188-4221-8192-001C191CA0C6}" type="datetime1">
              <a:rPr lang="zh-CN" altLang="en-US" smtClean="0"/>
              <a:t>2021/3/16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0040F0-DB26-4A67-A88D-1F22D84946F8}" type="datetime1">
              <a:rPr lang="zh-CN" altLang="en-US" smtClean="0"/>
              <a:t>2021/3/16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image" Target="../media/image4.jpeg"/><Relationship Id="rId2" Type="http://schemas.openxmlformats.org/officeDocument/2006/relationships/slideLayout" Target="../slideLayouts/slideLayout13.xml"/><Relationship Id="rId16" Type="http://schemas.openxmlformats.org/officeDocument/2006/relationships/theme" Target="../theme/theme2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4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3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5.xml"/><Relationship Id="rId13" Type="http://schemas.openxmlformats.org/officeDocument/2006/relationships/slideLayout" Target="../slideLayouts/slideLayout50.xml"/><Relationship Id="rId3" Type="http://schemas.openxmlformats.org/officeDocument/2006/relationships/slideLayout" Target="../slideLayouts/slideLayout40.xml"/><Relationship Id="rId7" Type="http://schemas.openxmlformats.org/officeDocument/2006/relationships/slideLayout" Target="../slideLayouts/slideLayout44.xml"/><Relationship Id="rId12" Type="http://schemas.openxmlformats.org/officeDocument/2006/relationships/slideLayout" Target="../slideLayouts/slideLayout49.xml"/><Relationship Id="rId17" Type="http://schemas.openxmlformats.org/officeDocument/2006/relationships/image" Target="../media/image4.jpeg"/><Relationship Id="rId2" Type="http://schemas.openxmlformats.org/officeDocument/2006/relationships/slideLayout" Target="../slideLayouts/slideLayout39.xml"/><Relationship Id="rId16" Type="http://schemas.openxmlformats.org/officeDocument/2006/relationships/theme" Target="../theme/theme4.xml"/><Relationship Id="rId1" Type="http://schemas.openxmlformats.org/officeDocument/2006/relationships/slideLayout" Target="../slideLayouts/slideLayout38.xml"/><Relationship Id="rId6" Type="http://schemas.openxmlformats.org/officeDocument/2006/relationships/slideLayout" Target="../slideLayouts/slideLayout43.xml"/><Relationship Id="rId11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2.xml"/><Relationship Id="rId15" Type="http://schemas.openxmlformats.org/officeDocument/2006/relationships/slideLayout" Target="../slideLayouts/slideLayout52.xml"/><Relationship Id="rId10" Type="http://schemas.openxmlformats.org/officeDocument/2006/relationships/slideLayout" Target="../slideLayouts/slideLayout47.xml"/><Relationship Id="rId4" Type="http://schemas.openxmlformats.org/officeDocument/2006/relationships/slideLayout" Target="../slideLayouts/slideLayout41.xml"/><Relationship Id="rId9" Type="http://schemas.openxmlformats.org/officeDocument/2006/relationships/slideLayout" Target="../slideLayouts/slideLayout46.xml"/><Relationship Id="rId14" Type="http://schemas.openxmlformats.org/officeDocument/2006/relationships/slideLayout" Target="../slideLayouts/slideLayout51.xml"/></Relationships>
</file>

<file path=ppt/slideMasters/_rels/slideMaster5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65.xml"/><Relationship Id="rId18" Type="http://schemas.openxmlformats.org/officeDocument/2006/relationships/slideLayout" Target="../slideLayouts/slideLayout70.xml"/><Relationship Id="rId26" Type="http://schemas.openxmlformats.org/officeDocument/2006/relationships/slideLayout" Target="../slideLayouts/slideLayout78.xml"/><Relationship Id="rId21" Type="http://schemas.openxmlformats.org/officeDocument/2006/relationships/slideLayout" Target="../slideLayouts/slideLayout73.xml"/><Relationship Id="rId34" Type="http://schemas.openxmlformats.org/officeDocument/2006/relationships/slideLayout" Target="../slideLayouts/slideLayout86.xml"/><Relationship Id="rId7" Type="http://schemas.openxmlformats.org/officeDocument/2006/relationships/slideLayout" Target="../slideLayouts/slideLayout59.xml"/><Relationship Id="rId12" Type="http://schemas.openxmlformats.org/officeDocument/2006/relationships/slideLayout" Target="../slideLayouts/slideLayout64.xml"/><Relationship Id="rId17" Type="http://schemas.openxmlformats.org/officeDocument/2006/relationships/slideLayout" Target="../slideLayouts/slideLayout69.xml"/><Relationship Id="rId25" Type="http://schemas.openxmlformats.org/officeDocument/2006/relationships/slideLayout" Target="../slideLayouts/slideLayout77.xml"/><Relationship Id="rId33" Type="http://schemas.openxmlformats.org/officeDocument/2006/relationships/slideLayout" Target="../slideLayouts/slideLayout85.xml"/><Relationship Id="rId38" Type="http://schemas.openxmlformats.org/officeDocument/2006/relationships/theme" Target="../theme/theme5.xml"/><Relationship Id="rId2" Type="http://schemas.openxmlformats.org/officeDocument/2006/relationships/slideLayout" Target="../slideLayouts/slideLayout54.xml"/><Relationship Id="rId16" Type="http://schemas.openxmlformats.org/officeDocument/2006/relationships/slideLayout" Target="../slideLayouts/slideLayout68.xml"/><Relationship Id="rId20" Type="http://schemas.openxmlformats.org/officeDocument/2006/relationships/slideLayout" Target="../slideLayouts/slideLayout72.xml"/><Relationship Id="rId29" Type="http://schemas.openxmlformats.org/officeDocument/2006/relationships/slideLayout" Target="../slideLayouts/slideLayout81.xml"/><Relationship Id="rId1" Type="http://schemas.openxmlformats.org/officeDocument/2006/relationships/slideLayout" Target="../slideLayouts/slideLayout53.xml"/><Relationship Id="rId6" Type="http://schemas.openxmlformats.org/officeDocument/2006/relationships/slideLayout" Target="../slideLayouts/slideLayout58.xml"/><Relationship Id="rId11" Type="http://schemas.openxmlformats.org/officeDocument/2006/relationships/slideLayout" Target="../slideLayouts/slideLayout63.xml"/><Relationship Id="rId24" Type="http://schemas.openxmlformats.org/officeDocument/2006/relationships/slideLayout" Target="../slideLayouts/slideLayout76.xml"/><Relationship Id="rId32" Type="http://schemas.openxmlformats.org/officeDocument/2006/relationships/slideLayout" Target="../slideLayouts/slideLayout84.xml"/><Relationship Id="rId37" Type="http://schemas.openxmlformats.org/officeDocument/2006/relationships/slideLayout" Target="../slideLayouts/slideLayout89.xml"/><Relationship Id="rId5" Type="http://schemas.openxmlformats.org/officeDocument/2006/relationships/slideLayout" Target="../slideLayouts/slideLayout57.xml"/><Relationship Id="rId15" Type="http://schemas.openxmlformats.org/officeDocument/2006/relationships/slideLayout" Target="../slideLayouts/slideLayout67.xml"/><Relationship Id="rId23" Type="http://schemas.openxmlformats.org/officeDocument/2006/relationships/slideLayout" Target="../slideLayouts/slideLayout75.xml"/><Relationship Id="rId28" Type="http://schemas.openxmlformats.org/officeDocument/2006/relationships/slideLayout" Target="../slideLayouts/slideLayout80.xml"/><Relationship Id="rId36" Type="http://schemas.openxmlformats.org/officeDocument/2006/relationships/slideLayout" Target="../slideLayouts/slideLayout88.xml"/><Relationship Id="rId10" Type="http://schemas.openxmlformats.org/officeDocument/2006/relationships/slideLayout" Target="../slideLayouts/slideLayout62.xml"/><Relationship Id="rId19" Type="http://schemas.openxmlformats.org/officeDocument/2006/relationships/slideLayout" Target="../slideLayouts/slideLayout71.xml"/><Relationship Id="rId31" Type="http://schemas.openxmlformats.org/officeDocument/2006/relationships/slideLayout" Target="../slideLayouts/slideLayout83.xml"/><Relationship Id="rId4" Type="http://schemas.openxmlformats.org/officeDocument/2006/relationships/slideLayout" Target="../slideLayouts/slideLayout56.xml"/><Relationship Id="rId9" Type="http://schemas.openxmlformats.org/officeDocument/2006/relationships/slideLayout" Target="../slideLayouts/slideLayout61.xml"/><Relationship Id="rId14" Type="http://schemas.openxmlformats.org/officeDocument/2006/relationships/slideLayout" Target="../slideLayouts/slideLayout66.xml"/><Relationship Id="rId22" Type="http://schemas.openxmlformats.org/officeDocument/2006/relationships/slideLayout" Target="../slideLayouts/slideLayout74.xml"/><Relationship Id="rId27" Type="http://schemas.openxmlformats.org/officeDocument/2006/relationships/slideLayout" Target="../slideLayouts/slideLayout79.xml"/><Relationship Id="rId30" Type="http://schemas.openxmlformats.org/officeDocument/2006/relationships/slideLayout" Target="../slideLayouts/slideLayout82.xml"/><Relationship Id="rId35" Type="http://schemas.openxmlformats.org/officeDocument/2006/relationships/slideLayout" Target="../slideLayouts/slideLayout87.xml"/><Relationship Id="rId8" Type="http://schemas.openxmlformats.org/officeDocument/2006/relationships/slideLayout" Target="../slideLayouts/slideLayout60.xml"/><Relationship Id="rId3" Type="http://schemas.openxmlformats.org/officeDocument/2006/relationships/slideLayout" Target="../slideLayouts/slideLayout5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图片 4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0" y="0"/>
            <a:ext cx="12223750" cy="6875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 typeface="Arial" panose="020B0604020202020204" pitchFamily="34" charset="0"/>
              <a:buNone/>
              <a:defRPr sz="1400" smtClean="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83B776F1-D5E7-4967-99BD-94BF6D6B2A9B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2021/3/16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buFont typeface="Arial" panose="020B0604020202020204" pitchFamily="34" charset="0"/>
              <a:buNone/>
              <a:defRPr sz="1400" smtClean="0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buFont typeface="Arial" panose="020B0604020202020204" pitchFamily="34" charset="0"/>
              <a:buNone/>
              <a:defRPr sz="1400" smtClean="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56F17D1-8D5E-4CFF-B688-992D981BB9B1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Rectangle 2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1031" name="Rectangle 3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 advClick="0" advTm="0">
    <p:random/>
  </p:transition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lvl="0"/>
            <a:r>
              <a:rPr lang="zh-CN" altLang="en-US" dirty="0"/>
              <a:t>单击此处编辑母版标题样式</a:t>
            </a:r>
            <a:endParaRPr lang="en-US" altLang="zh-CN" dirty="0"/>
          </a:p>
        </p:txBody>
      </p:sp>
      <p:sp>
        <p:nvSpPr>
          <p:cNvPr id="2051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altLang="zh-C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hangingPunct="1">
              <a:buFont typeface="Arial" panose="020B0604020202020204" pitchFamily="34" charset="0"/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DB410BB8-2F28-45E4-845E-8F03F1F960C1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2021/3/16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hangingPunct="1">
              <a:buFont typeface="Arial" panose="020B0604020202020204" pitchFamily="34" charset="0"/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hangingPunct="1">
              <a:buFont typeface="Arial" panose="020B0604020202020204" pitchFamily="34" charset="0"/>
              <a:buNone/>
              <a:defRPr sz="1200" smtClean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F0CFCE5-06F3-437F-AD1F-E669799CB87D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2055" name="图片 2"/>
          <p:cNvPicPr>
            <a:picLocks noChangeAspect="1"/>
          </p:cNvPicPr>
          <p:nvPr userDrawn="1"/>
        </p:nvPicPr>
        <p:blipFill>
          <a:blip r:embed="rId1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</p:sldLayoutIdLst>
  <p:transition spd="slow" advClick="0" advTm="0">
    <p:random/>
  </p:transition>
  <p:hf hdr="0" ftr="0" dt="0"/>
  <p:txStyles>
    <p:titleStyle>
      <a:lvl1pPr algn="l" rtl="0" fontAlgn="base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等线 Light" pitchFamily="2" charset="-122"/>
        </a:defRPr>
      </a:lvl2pPr>
      <a:lvl3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等线 Light" pitchFamily="2" charset="-122"/>
        </a:defRPr>
      </a:lvl3pPr>
      <a:lvl4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等线 Light" pitchFamily="2" charset="-122"/>
        </a:defRPr>
      </a:lvl4pPr>
      <a:lvl5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等线 Light" pitchFamily="2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等线 Light" pitchFamily="2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等线 Light" pitchFamily="2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等线 Light" pitchFamily="2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等线 Light" pitchFamily="2" charset="-122"/>
        </a:defRPr>
      </a:lvl9pPr>
    </p:titleStyle>
    <p:bodyStyle>
      <a:lvl1pPr marL="228600" indent="-228600" algn="l" rtl="0" fontAlgn="base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图片 4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0" y="0"/>
            <a:ext cx="12223750" cy="6875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 typeface="Arial" panose="020B0604020202020204" pitchFamily="34" charset="0"/>
              <a:buNone/>
              <a:defRPr sz="1400" smtClean="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7B92DC27-9F0E-4CC7-BC69-55010B9682AA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2021/3/16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buFont typeface="Arial" panose="020B0604020202020204" pitchFamily="34" charset="0"/>
              <a:buNone/>
              <a:defRPr sz="1400" smtClean="0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buFont typeface="Arial" panose="020B0604020202020204" pitchFamily="34" charset="0"/>
              <a:buNone/>
              <a:defRPr sz="1400" smtClean="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56F17D1-8D5E-4CFF-B688-992D981BB9B1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Rectangle 2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1031" name="Rectangle 3"/>
          <p:cNvSpPr>
            <a:spLocks noGrp="1"/>
          </p:cNvSpPr>
          <p:nvPr>
            <p:ph type="body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 indent="-285750"/>
            <a:r>
              <a:rPr lang="zh-CN" altLang="en-US" dirty="0"/>
              <a:t>第二级</a:t>
            </a:r>
          </a:p>
          <a:p>
            <a:pPr lvl="2" indent="-228600"/>
            <a:r>
              <a:rPr lang="zh-CN" altLang="en-US" dirty="0"/>
              <a:t>第三级</a:t>
            </a:r>
          </a:p>
          <a:p>
            <a:pPr lvl="3" indent="-228600"/>
            <a:r>
              <a:rPr lang="zh-CN" altLang="en-US" dirty="0"/>
              <a:t>第四级</a:t>
            </a:r>
          </a:p>
          <a:p>
            <a:pPr lvl="4" indent="-228600"/>
            <a:r>
              <a:rPr lang="zh-CN" altLang="en-US" dirty="0"/>
              <a:t>第五级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  <p:sldLayoutId id="2147483684" r:id="rId8"/>
    <p:sldLayoutId id="2147483685" r:id="rId9"/>
    <p:sldLayoutId id="2147483686" r:id="rId10"/>
    <p:sldLayoutId id="2147483687" r:id="rId11"/>
  </p:sldLayoutIdLst>
  <p:transition/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lvl="0"/>
            <a:r>
              <a:rPr lang="zh-CN" altLang="en-US" dirty="0"/>
              <a:t>单击此处编辑母版标题样式</a:t>
            </a:r>
            <a:endParaRPr lang="en-US" altLang="zh-CN" dirty="0"/>
          </a:p>
        </p:txBody>
      </p:sp>
      <p:sp>
        <p:nvSpPr>
          <p:cNvPr id="2051" name="Text Placeholder 2"/>
          <p:cNvSpPr>
            <a:spLocks noGrp="1"/>
          </p:cNvSpPr>
          <p:nvPr>
            <p:ph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lvl="0"/>
            <a:r>
              <a:rPr lang="zh-CN" altLang="en-US" dirty="0"/>
              <a:t>编辑母版文本样式</a:t>
            </a:r>
          </a:p>
          <a:p>
            <a:pPr lvl="1" indent="-228600"/>
            <a:r>
              <a:rPr lang="zh-CN" altLang="en-US" dirty="0"/>
              <a:t>第二级</a:t>
            </a:r>
          </a:p>
          <a:p>
            <a:pPr lvl="2" indent="-228600"/>
            <a:r>
              <a:rPr lang="zh-CN" altLang="en-US" dirty="0"/>
              <a:t>第三级</a:t>
            </a:r>
          </a:p>
          <a:p>
            <a:pPr lvl="3" indent="-228600"/>
            <a:r>
              <a:rPr lang="zh-CN" altLang="en-US" dirty="0"/>
              <a:t>第四级</a:t>
            </a:r>
          </a:p>
          <a:p>
            <a:pPr lvl="4" indent="-228600"/>
            <a:r>
              <a:rPr lang="zh-CN" altLang="en-US" dirty="0"/>
              <a:t>第五级</a:t>
            </a:r>
            <a:endParaRPr lang="en-US" altLang="zh-C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hangingPunct="1">
              <a:buFont typeface="Arial" panose="020B0604020202020204" pitchFamily="34" charset="0"/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EEBC2AB2-B98B-4265-9116-2B3E7AD3AC70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2021/3/16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hangingPunct="1">
              <a:buFont typeface="Arial" panose="020B0604020202020204" pitchFamily="34" charset="0"/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hangingPunct="1">
              <a:buFont typeface="Arial" panose="020B0604020202020204" pitchFamily="34" charset="0"/>
              <a:buNone/>
              <a:defRPr sz="1200" smtClean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F0CFCE5-06F3-437F-AD1F-E669799CB87D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2055" name="图片 2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92" r:id="rId4"/>
    <p:sldLayoutId id="2147483693" r:id="rId5"/>
    <p:sldLayoutId id="2147483694" r:id="rId6"/>
    <p:sldLayoutId id="2147483695" r:id="rId7"/>
    <p:sldLayoutId id="2147483696" r:id="rId8"/>
    <p:sldLayoutId id="2147483697" r:id="rId9"/>
    <p:sldLayoutId id="2147483698" r:id="rId10"/>
    <p:sldLayoutId id="2147483699" r:id="rId11"/>
    <p:sldLayoutId id="2147483700" r:id="rId12"/>
    <p:sldLayoutId id="2147483701" r:id="rId13"/>
    <p:sldLayoutId id="2147483702" r:id="rId14"/>
    <p:sldLayoutId id="2147483703" r:id="rId15"/>
  </p:sldLayoutIdLst>
  <p:transition/>
  <p:hf hdr="0" ftr="0" dt="0"/>
  <p:txStyles>
    <p:titleStyle>
      <a:lvl1pPr algn="l" rtl="0" fontAlgn="base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等线 Light" pitchFamily="2" charset="-122"/>
        </a:defRPr>
      </a:lvl2pPr>
      <a:lvl3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等线 Light" pitchFamily="2" charset="-122"/>
        </a:defRPr>
      </a:lvl3pPr>
      <a:lvl4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等线 Light" pitchFamily="2" charset="-122"/>
        </a:defRPr>
      </a:lvl4pPr>
      <a:lvl5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等线 Light" pitchFamily="2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等线 Light" pitchFamily="2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等线 Light" pitchFamily="2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等线 Light" pitchFamily="2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等线 Light" pitchFamily="2" charset="-122"/>
        </a:defRPr>
      </a:lvl9pPr>
    </p:titleStyle>
    <p:bodyStyle>
      <a:lvl1pPr marL="228600" indent="-228600" algn="l" rtl="0" fontAlgn="base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6808" y="136525"/>
            <a:ext cx="8578552" cy="84420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1344" y="1340768"/>
            <a:ext cx="11314856" cy="48779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ACCD4369-F283-43B2-BAE6-43608FC90699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2021/3/16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85713" y="639616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 b="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eaLnBrk="1" hangingPunct="1">
              <a:buFont typeface="Arial" panose="020B0604020202020204" pitchFamily="34" charset="0"/>
              <a:buNone/>
              <a:defRPr/>
            </a:pPr>
            <a:fld id="{556F17D1-8D5E-4CFF-B688-992D981BB9B1}" type="slidenum">
              <a:rPr lang="zh-CN" altLang="en-US" smtClean="0">
                <a:solidFill>
                  <a:schemeClr val="tx1"/>
                </a:solidFill>
              </a:rPr>
              <a:pPr eaLnBrk="1" hangingPunct="1">
                <a:buFont typeface="Arial" panose="020B0604020202020204" pitchFamily="34" charset="0"/>
                <a:buNone/>
                <a:defRPr/>
              </a:pPr>
              <a:t>‹#›</a:t>
            </a:fld>
            <a:endParaRPr lang="en-US" altLang="zh-CN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8661165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2" r:id="rId1"/>
    <p:sldLayoutId id="2147483733" r:id="rId2"/>
    <p:sldLayoutId id="2147483734" r:id="rId3"/>
    <p:sldLayoutId id="2147483735" r:id="rId4"/>
    <p:sldLayoutId id="2147483736" r:id="rId5"/>
    <p:sldLayoutId id="2147483737" r:id="rId6"/>
    <p:sldLayoutId id="2147483738" r:id="rId7"/>
    <p:sldLayoutId id="2147483739" r:id="rId8"/>
    <p:sldLayoutId id="2147483740" r:id="rId9"/>
    <p:sldLayoutId id="2147483741" r:id="rId10"/>
    <p:sldLayoutId id="2147483742" r:id="rId11"/>
    <p:sldLayoutId id="2147483743" r:id="rId12"/>
    <p:sldLayoutId id="2147483744" r:id="rId13"/>
    <p:sldLayoutId id="2147483745" r:id="rId14"/>
    <p:sldLayoutId id="2147483746" r:id="rId15"/>
    <p:sldLayoutId id="2147483747" r:id="rId16"/>
    <p:sldLayoutId id="2147483748" r:id="rId17"/>
    <p:sldLayoutId id="2147483749" r:id="rId18"/>
    <p:sldLayoutId id="2147483750" r:id="rId19"/>
    <p:sldLayoutId id="2147483708" r:id="rId20"/>
    <p:sldLayoutId id="2147483712" r:id="rId21"/>
    <p:sldLayoutId id="2147483714" r:id="rId22"/>
    <p:sldLayoutId id="2147483716" r:id="rId23"/>
    <p:sldLayoutId id="2147483717" r:id="rId24"/>
    <p:sldLayoutId id="2147483718" r:id="rId25"/>
    <p:sldLayoutId id="2147483719" r:id="rId26"/>
    <p:sldLayoutId id="2147483720" r:id="rId27"/>
    <p:sldLayoutId id="2147483721" r:id="rId28"/>
    <p:sldLayoutId id="2147483722" r:id="rId29"/>
    <p:sldLayoutId id="2147483723" r:id="rId30"/>
    <p:sldLayoutId id="2147483724" r:id="rId31"/>
    <p:sldLayoutId id="2147483725" r:id="rId32"/>
    <p:sldLayoutId id="2147483726" r:id="rId33"/>
    <p:sldLayoutId id="2147483727" r:id="rId34"/>
    <p:sldLayoutId id="2147483728" r:id="rId35"/>
    <p:sldLayoutId id="2147483729" r:id="rId36"/>
    <p:sldLayoutId id="2147483730" r:id="rId37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kern="1200" cap="all" baseline="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slideLayout" Target="../slideLayouts/slideLayout54.xml"/><Relationship Id="rId1" Type="http://schemas.openxmlformats.org/officeDocument/2006/relationships/tags" Target="../tags/tag97.xml"/><Relationship Id="rId5" Type="http://schemas.openxmlformats.org/officeDocument/2006/relationships/slide" Target="slide34.xml"/><Relationship Id="rId4" Type="http://schemas.openxmlformats.org/officeDocument/2006/relationships/slide" Target="slide1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0.xml"/><Relationship Id="rId1" Type="http://schemas.openxmlformats.org/officeDocument/2006/relationships/tags" Target="../tags/tag9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70.xml"/><Relationship Id="rId1" Type="http://schemas.openxmlformats.org/officeDocument/2006/relationships/tags" Target="../tags/tag99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http://dev.mysql.com/downloads/mysql/" TargetMode="External"/><Relationship Id="rId1" Type="http://schemas.openxmlformats.org/officeDocument/2006/relationships/slideLayout" Target="../slideLayouts/slideLayout5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5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5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5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5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5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5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5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5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5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5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70.xml"/><Relationship Id="rId1" Type="http://schemas.openxmlformats.org/officeDocument/2006/relationships/tags" Target="../tags/tag100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54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54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tags" Target="../tags/tag103.xml"/><Relationship Id="rId2" Type="http://schemas.openxmlformats.org/officeDocument/2006/relationships/tags" Target="../tags/tag102.xml"/><Relationship Id="rId1" Type="http://schemas.openxmlformats.org/officeDocument/2006/relationships/tags" Target="../tags/tag101.xml"/><Relationship Id="rId4" Type="http://schemas.openxmlformats.org/officeDocument/2006/relationships/slideLayout" Target="../slideLayouts/slideLayout7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2E1A328-B82A-40C2-9D12-E0A11AD4FD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D18C0B5-3581-4416-8319-33F15C2BC4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altLang="zh-CN" sz="4000" dirty="0"/>
          </a:p>
          <a:p>
            <a:pPr marL="0" indent="0">
              <a:buNone/>
            </a:pPr>
            <a:r>
              <a:rPr lang="en-US" altLang="zh-CN" sz="4000" dirty="0"/>
              <a:t>			</a:t>
            </a:r>
            <a:r>
              <a:rPr lang="zh-CN" altLang="en-US" sz="4000" b="1" dirty="0">
                <a:latin typeface="+mj-ea"/>
                <a:ea typeface="+mj-ea"/>
                <a:sym typeface="+mn-ea"/>
              </a:rPr>
              <a:t>第</a:t>
            </a:r>
            <a:r>
              <a:rPr lang="en-US" altLang="zh-CN" sz="4000" b="1" dirty="0">
                <a:latin typeface="+mj-ea"/>
                <a:ea typeface="+mj-ea"/>
                <a:sym typeface="+mn-ea"/>
              </a:rPr>
              <a:t>14</a:t>
            </a:r>
            <a:r>
              <a:rPr lang="zh-CN" altLang="en-US" sz="4000" b="1" dirty="0">
                <a:latin typeface="+mj-ea"/>
                <a:ea typeface="+mj-ea"/>
                <a:sym typeface="+mn-ea"/>
              </a:rPr>
              <a:t>章 数据库应用开发*</a:t>
            </a:r>
            <a:endParaRPr lang="zh-CN" altLang="en-US" sz="40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16B31E4-9FCF-41A5-8696-E656E82E21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pPr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06789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>
            <a:normAutofit/>
          </a:bodyPr>
          <a:lstStyle/>
          <a:p>
            <a:pPr algn="ctr">
              <a:buNone/>
            </a:pPr>
            <a:r>
              <a:rPr lang="zh-CN" altLang="en-US" sz="4000" dirty="0"/>
              <a:t>目录</a:t>
            </a:r>
          </a:p>
        </p:txBody>
      </p:sp>
      <p:sp>
        <p:nvSpPr>
          <p:cNvPr id="13315" name="内容占位符 2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/>
          <a:lstStyle/>
          <a:p>
            <a:r>
              <a:rPr lang="en-US" altLang="zh-CN" sz="3200" dirty="0"/>
              <a:t>14.1 </a:t>
            </a:r>
            <a:r>
              <a:rPr sz="3200" dirty="0">
                <a:hlinkClick r:id="rId3" action="ppaction://hlinksldjump"/>
              </a:rPr>
              <a:t>数据库技术基础</a:t>
            </a:r>
            <a:endParaRPr lang="zh-CN" altLang="en-US" sz="3200" dirty="0"/>
          </a:p>
          <a:p>
            <a:r>
              <a:rPr lang="en-US" altLang="zh-CN" sz="3200" dirty="0"/>
              <a:t>14.2 </a:t>
            </a:r>
            <a:r>
              <a:rPr lang="en-US" altLang="zh-CN" sz="3200" dirty="0">
                <a:hlinkClick r:id="rId4" action="ppaction://hlinksldjump"/>
              </a:rPr>
              <a:t>MySQL</a:t>
            </a:r>
            <a:r>
              <a:rPr sz="3200" dirty="0">
                <a:hlinkClick r:id="rId4" action="ppaction://hlinksldjump"/>
              </a:rPr>
              <a:t>数据库</a:t>
            </a:r>
            <a:endParaRPr lang="zh-CN" altLang="en-US" sz="3200" dirty="0"/>
          </a:p>
          <a:p>
            <a:r>
              <a:rPr lang="en-US" altLang="zh-CN" sz="3200" dirty="0"/>
              <a:t>14.3 </a:t>
            </a:r>
            <a:r>
              <a:rPr lang="en-US" altLang="zh-CN" sz="3200" dirty="0">
                <a:hlinkClick r:id="rId5" action="ppaction://hlinksldjump"/>
              </a:rPr>
              <a:t>Python</a:t>
            </a:r>
            <a:r>
              <a:rPr sz="3200" dirty="0">
                <a:hlinkClick r:id="rId5" action="ppaction://hlinksldjump"/>
              </a:rPr>
              <a:t>操作</a:t>
            </a:r>
            <a:r>
              <a:rPr lang="en-US" altLang="zh-CN" sz="3200" dirty="0">
                <a:hlinkClick r:id="rId5" action="ppaction://hlinksldjump"/>
              </a:rPr>
              <a:t>MySQL</a:t>
            </a:r>
            <a:r>
              <a:rPr sz="3200" dirty="0">
                <a:hlinkClick r:id="rId5" action="ppaction://hlinksldjump"/>
              </a:rPr>
              <a:t>数据库举例</a:t>
            </a:r>
            <a:endParaRPr lang="zh-CN" altLang="en-US" sz="3200" dirty="0"/>
          </a:p>
          <a:p>
            <a:endParaRPr lang="en-US" altLang="zh-CN" sz="3200" dirty="0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34904F09-7BAE-4777-A682-D442AC48F4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2</a:t>
            </a:fld>
            <a:endParaRPr lang="zh-CN" altLang="en-US"/>
          </a:p>
        </p:txBody>
      </p:sp>
    </p:spTree>
    <p:custDataLst>
      <p:tags r:id="rId1"/>
    </p:custDataLst>
  </p:cSld>
  <p:clrMapOvr>
    <a:masterClrMapping/>
  </p:clrMapOvr>
  <p:transition advTm="0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WordArt 6"/>
          <p:cNvSpPr>
            <a:spLocks noChangeArrowheads="1" noChangeShapeType="1"/>
          </p:cNvSpPr>
          <p:nvPr/>
        </p:nvSpPr>
        <p:spPr bwMode="auto">
          <a:xfrm>
            <a:off x="1882775" y="1557338"/>
            <a:ext cx="8426450" cy="2011363"/>
          </a:xfrm>
          <a:prstGeom prst="rect">
            <a:avLst/>
          </a:prstGeom>
        </p:spPr>
        <p:txBody>
          <a:bodyPr wrap="none" fromWordArt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8500" b="1" i="0" u="none" strike="noStrike" kern="10" cap="none" spc="0" normalizeH="0" baseline="0" noProof="0" dirty="0">
              <a:ln w="9525">
                <a:noFill/>
                <a:round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+mn-cs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ctrTitle"/>
          </p:nvPr>
        </p:nvSpPr>
        <p:spPr>
          <a:xfrm>
            <a:off x="1539240" y="2292350"/>
            <a:ext cx="8769350" cy="1276350"/>
          </a:xfrm>
        </p:spPr>
        <p:txBody>
          <a:bodyPr/>
          <a:lstStyle/>
          <a:p>
            <a:r>
              <a:rPr lang="en-US" dirty="0">
                <a:latin typeface="+mj-lt"/>
                <a:ea typeface="+mj-ea"/>
                <a:sym typeface="+mn-ea"/>
              </a:rPr>
              <a:t>14.1 </a:t>
            </a:r>
            <a:r>
              <a:rPr lang="zh-CN" altLang="en-US" dirty="0">
                <a:latin typeface="+mj-lt"/>
                <a:ea typeface="+mj-ea"/>
                <a:sym typeface="+mn-ea"/>
              </a:rPr>
              <a:t>数据库技术基础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6388468B-F440-4B09-AE7C-18BE84215A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3</a:t>
            </a:fld>
            <a:endParaRPr lang="zh-CN" altLang="en-US" dirty="0"/>
          </a:p>
        </p:txBody>
      </p:sp>
    </p:spTree>
    <p:custDataLst>
      <p:tags r:id="rId1"/>
    </p:custDataLst>
  </p:cSld>
  <p:clrMapOvr>
    <a:masterClrMapping/>
  </p:clrMapOvr>
  <p:transition spd="slow" advTm="0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638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63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63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14.1.1 </a:t>
            </a:r>
            <a:r>
              <a:rPr lang="zh-CN" altLang="en-US" dirty="0"/>
              <a:t>数据库基本概念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en-US" altLang="zh-CN" dirty="0"/>
              <a:t>1</a:t>
            </a:r>
            <a:r>
              <a:rPr lang="zh-CN" altLang="en-US" dirty="0"/>
              <a:t>．数据</a:t>
            </a:r>
            <a:r>
              <a:rPr lang="zh-CN" altLang="zh-CN" dirty="0"/>
              <a:t>库</a:t>
            </a:r>
          </a:p>
          <a:p>
            <a:r>
              <a:rPr lang="zh-CN" altLang="en-US" dirty="0"/>
              <a:t>数据库（</a:t>
            </a:r>
            <a:r>
              <a:rPr lang="en-US" altLang="zh-CN" dirty="0"/>
              <a:t>Database</a:t>
            </a:r>
            <a:r>
              <a:rPr lang="zh-CN" altLang="en-US" dirty="0"/>
              <a:t>，简称</a:t>
            </a:r>
            <a:r>
              <a:rPr lang="en-US" altLang="zh-CN" dirty="0"/>
              <a:t>DB</a:t>
            </a:r>
            <a:r>
              <a:rPr lang="zh-CN" altLang="en-US" dirty="0"/>
              <a:t>）是存放数据的仓库，我们可以通过数据库提供的多种方法来管理数据库里的数据。</a:t>
            </a:r>
            <a:endParaRPr lang="en-US" altLang="zh-CN" dirty="0"/>
          </a:p>
          <a:p>
            <a:r>
              <a:rPr lang="zh-CN" altLang="zh-CN" dirty="0"/>
              <a:t>数据库具有以下特点：</a:t>
            </a:r>
          </a:p>
          <a:p>
            <a:pPr marL="0" indent="0">
              <a:buNone/>
            </a:pPr>
            <a:r>
              <a:rPr lang="zh-CN" altLang="zh-CN" b="1" dirty="0"/>
              <a:t>（</a:t>
            </a:r>
            <a:r>
              <a:rPr lang="en-US" altLang="zh-CN" b="1" dirty="0"/>
              <a:t>1</a:t>
            </a:r>
            <a:r>
              <a:rPr lang="zh-CN" altLang="zh-CN" b="1" dirty="0"/>
              <a:t>）数据结构化</a:t>
            </a:r>
            <a:endParaRPr lang="zh-CN" altLang="zh-CN" dirty="0"/>
          </a:p>
          <a:p>
            <a:pPr marL="0" indent="0">
              <a:buNone/>
            </a:pPr>
            <a:r>
              <a:rPr lang="zh-CN" altLang="zh-CN" b="1" dirty="0"/>
              <a:t>（</a:t>
            </a:r>
            <a:r>
              <a:rPr lang="en-US" altLang="zh-CN" b="1" dirty="0"/>
              <a:t>2</a:t>
            </a:r>
            <a:r>
              <a:rPr lang="zh-CN" altLang="zh-CN" b="1" dirty="0"/>
              <a:t>）数据共享性</a:t>
            </a:r>
            <a:endParaRPr lang="zh-CN" altLang="zh-CN" dirty="0"/>
          </a:p>
          <a:p>
            <a:pPr marL="0" indent="0">
              <a:buNone/>
            </a:pPr>
            <a:r>
              <a:rPr lang="zh-CN" altLang="zh-CN" b="1" dirty="0"/>
              <a:t>（</a:t>
            </a:r>
            <a:r>
              <a:rPr lang="en-US" altLang="zh-CN" b="1" dirty="0"/>
              <a:t>3</a:t>
            </a:r>
            <a:r>
              <a:rPr lang="zh-CN" altLang="zh-CN" b="1" dirty="0"/>
              <a:t>）数据独立性</a:t>
            </a:r>
            <a:endParaRPr lang="zh-CN" altLang="zh-CN" dirty="0"/>
          </a:p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033D520-7FF3-4BED-B1FC-AB62201246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93930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800" dirty="0"/>
              <a:t>2</a:t>
            </a:r>
            <a:r>
              <a:rPr lang="zh-CN" altLang="en-US" sz="2800" dirty="0"/>
              <a:t>．数据库系统管理系统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dirty="0"/>
              <a:t>数据库管理系统（</a:t>
            </a:r>
            <a:r>
              <a:rPr lang="en-US" altLang="zh-CN" dirty="0" err="1"/>
              <a:t>DataBase</a:t>
            </a:r>
            <a:r>
              <a:rPr lang="en-US" altLang="zh-CN" dirty="0"/>
              <a:t> Management System</a:t>
            </a:r>
            <a:r>
              <a:rPr lang="zh-CN" altLang="zh-CN" dirty="0"/>
              <a:t>，简称</a:t>
            </a:r>
            <a:r>
              <a:rPr lang="en-US" altLang="zh-CN" dirty="0"/>
              <a:t>DBMS</a:t>
            </a:r>
            <a:r>
              <a:rPr lang="zh-CN" altLang="zh-CN" dirty="0"/>
              <a:t>）是位于用户与操作系统之间的一层数据管理软件。</a:t>
            </a:r>
            <a:endParaRPr lang="en-US" altLang="zh-CN" dirty="0"/>
          </a:p>
          <a:p>
            <a:r>
              <a:rPr lang="zh-CN" altLang="zh-CN" dirty="0"/>
              <a:t>数据库在建立、运行和维护时由数据库管理系统统一管理、统一控制。</a:t>
            </a:r>
            <a:endParaRPr lang="en-US" altLang="zh-CN" dirty="0"/>
          </a:p>
          <a:p>
            <a:r>
              <a:rPr lang="en-US" altLang="zh-CN" dirty="0"/>
              <a:t>DBMS</a:t>
            </a:r>
            <a:r>
              <a:rPr lang="zh-CN" altLang="zh-CN" dirty="0"/>
              <a:t>的主要功能有：数据库定义，数据库操纵，数据库的运行管理，数据组织、存储与管理，数据库的保护，数据库的维护，以及通信。</a:t>
            </a:r>
          </a:p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554D40E-7FC6-4D01-A6AB-D869E9861B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09919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800" dirty="0"/>
              <a:t>3</a:t>
            </a:r>
            <a:r>
              <a:rPr lang="zh-CN" altLang="en-US" sz="2800" dirty="0"/>
              <a:t>．数据库系统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数据库系统（</a:t>
            </a:r>
            <a:r>
              <a:rPr lang="en-US" altLang="zh-CN" dirty="0" err="1"/>
              <a:t>DataBase</a:t>
            </a:r>
            <a:r>
              <a:rPr lang="en-US" altLang="zh-CN" dirty="0"/>
              <a:t> System</a:t>
            </a:r>
            <a:r>
              <a:rPr lang="zh-CN" altLang="en-US" dirty="0"/>
              <a:t>，简称</a:t>
            </a:r>
            <a:r>
              <a:rPr lang="en-US" altLang="zh-CN" dirty="0"/>
              <a:t>DBS</a:t>
            </a:r>
            <a:r>
              <a:rPr lang="zh-CN" altLang="en-US" dirty="0"/>
              <a:t>）是指在计算机系统中导入数据库后的系统构成，一般由数据库、数据库管理系统（及其开发工具）、应用系统、数据库管理员和用户构成。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367211E-41A6-4583-8269-B63B754EC1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40460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14.1.2 </a:t>
            </a:r>
            <a:r>
              <a:rPr lang="zh-CN" altLang="en-US" dirty="0"/>
              <a:t>关系数据库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69925" y="1160145"/>
            <a:ext cx="10682659" cy="478913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dirty="0"/>
              <a:t>1</a:t>
            </a:r>
            <a:r>
              <a:rPr lang="zh-CN" altLang="en-US" dirty="0"/>
              <a:t>．关系模型</a:t>
            </a:r>
            <a:endParaRPr lang="en-US" altLang="zh-CN" dirty="0"/>
          </a:p>
          <a:p>
            <a:pPr>
              <a:lnSpc>
                <a:spcPct val="140000"/>
              </a:lnSpc>
            </a:pPr>
            <a:r>
              <a:rPr lang="zh-CN" altLang="en-US" sz="2000" dirty="0"/>
              <a:t>数据模型是对客观事物及其联系的数据化描述。</a:t>
            </a:r>
            <a:endParaRPr lang="en-US" altLang="zh-CN" sz="2000" dirty="0"/>
          </a:p>
          <a:p>
            <a:pPr>
              <a:lnSpc>
                <a:spcPct val="140000"/>
              </a:lnSpc>
            </a:pPr>
            <a:r>
              <a:rPr lang="zh-CN" altLang="en-US" sz="2000" dirty="0"/>
              <a:t>关系数据模型源于数学，它把数据看成是二维表中的元素，这个二维表就是关系。一张表就是一个关系（</a:t>
            </a:r>
            <a:r>
              <a:rPr lang="en-US" altLang="zh-CN" sz="2000" dirty="0"/>
              <a:t>Relation</a:t>
            </a:r>
            <a:r>
              <a:rPr lang="zh-CN" altLang="en-US" sz="2000" dirty="0"/>
              <a:t>）。</a:t>
            </a:r>
            <a:endParaRPr lang="en-US" altLang="zh-CN" sz="2000" dirty="0"/>
          </a:p>
          <a:p>
            <a:pPr>
              <a:lnSpc>
                <a:spcPct val="140000"/>
              </a:lnSpc>
            </a:pPr>
            <a:r>
              <a:rPr lang="zh-CN" altLang="en-US" sz="2000" dirty="0"/>
              <a:t>表中的每一行称为一个元组（</a:t>
            </a:r>
            <a:r>
              <a:rPr lang="en-US" altLang="zh-CN" sz="2000" dirty="0"/>
              <a:t>Tuple</a:t>
            </a:r>
            <a:r>
              <a:rPr lang="zh-CN" altLang="en-US" sz="2000" dirty="0"/>
              <a:t>），它相当于一个记录值。</a:t>
            </a:r>
            <a:endParaRPr lang="en-US" altLang="zh-CN" sz="2000" dirty="0"/>
          </a:p>
          <a:p>
            <a:pPr>
              <a:lnSpc>
                <a:spcPct val="140000"/>
              </a:lnSpc>
            </a:pPr>
            <a:r>
              <a:rPr lang="zh-CN" altLang="en-US" sz="2000" dirty="0"/>
              <a:t>表中的每一列是一个属性（</a:t>
            </a:r>
            <a:r>
              <a:rPr lang="en-US" altLang="zh-CN" sz="2000" dirty="0"/>
              <a:t>Attribute</a:t>
            </a:r>
            <a:r>
              <a:rPr lang="zh-CN" altLang="en-US" sz="2000" dirty="0"/>
              <a:t>）值集，属性的取值范围称为域（</a:t>
            </a:r>
            <a:r>
              <a:rPr lang="en-US" altLang="zh-CN" sz="2000" dirty="0"/>
              <a:t>Domain</a:t>
            </a:r>
            <a:r>
              <a:rPr lang="zh-CN" altLang="en-US" sz="2000" dirty="0"/>
              <a:t>），属性相当于数据项或字段。</a:t>
            </a:r>
            <a:endParaRPr lang="en-US" altLang="zh-CN" sz="2000" dirty="0"/>
          </a:p>
          <a:p>
            <a:pPr>
              <a:lnSpc>
                <a:spcPct val="140000"/>
              </a:lnSpc>
            </a:pPr>
            <a:r>
              <a:rPr lang="zh-CN" altLang="en-US" sz="2000" dirty="0"/>
              <a:t>表中的某个或某几个属性，可以唯一确定一个元组的，称为主码或主键（</a:t>
            </a:r>
            <a:r>
              <a:rPr lang="en-US" altLang="zh-CN" sz="2000" dirty="0"/>
              <a:t>Primary Key</a:t>
            </a:r>
            <a:r>
              <a:rPr lang="zh-CN" altLang="en-US" sz="2000" dirty="0"/>
              <a:t>），又称为主关键字。</a:t>
            </a:r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D61AA19-4A18-4702-8856-148E528DB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16370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800" dirty="0"/>
              <a:t>2</a:t>
            </a:r>
            <a:r>
              <a:rPr lang="zh-CN" altLang="en-US" sz="2800" dirty="0"/>
              <a:t>．关系操纵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关系数据模型的数据操作主要包括：</a:t>
            </a:r>
            <a:endParaRPr lang="en-US" altLang="zh-CN" dirty="0"/>
          </a:p>
          <a:p>
            <a:r>
              <a:rPr lang="zh-CN" altLang="en-US" dirty="0"/>
              <a:t>查询</a:t>
            </a:r>
            <a:endParaRPr lang="en-US" altLang="zh-CN" dirty="0"/>
          </a:p>
          <a:p>
            <a:r>
              <a:rPr lang="zh-CN" altLang="en-US" dirty="0"/>
              <a:t>插入</a:t>
            </a:r>
            <a:endParaRPr lang="en-US" altLang="zh-CN" dirty="0"/>
          </a:p>
          <a:p>
            <a:r>
              <a:rPr lang="zh-CN" altLang="en-US" dirty="0"/>
              <a:t>删除</a:t>
            </a:r>
            <a:endParaRPr lang="en-US" altLang="zh-CN" dirty="0"/>
          </a:p>
          <a:p>
            <a:r>
              <a:rPr lang="zh-CN" altLang="en-US" dirty="0"/>
              <a:t>修改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C32A032-534D-46EF-B527-1A2097C4A2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75559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800" dirty="0"/>
              <a:t>3</a:t>
            </a:r>
            <a:r>
              <a:rPr lang="zh-CN" altLang="en-US" sz="2800" dirty="0"/>
              <a:t>．关系模型的数据完整性约束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69925" y="1160145"/>
            <a:ext cx="8522419" cy="5180965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/>
              <a:t>数据完整性规则是对关系的某种约束条件</a:t>
            </a:r>
            <a:endParaRPr lang="en-US" altLang="zh-CN" dirty="0"/>
          </a:p>
          <a:p>
            <a:pPr lvl="0"/>
            <a:r>
              <a:rPr lang="zh-CN" altLang="en-US" dirty="0"/>
              <a:t>实体完整性</a:t>
            </a:r>
            <a:endParaRPr lang="en-US" altLang="zh-CN" dirty="0"/>
          </a:p>
          <a:p>
            <a:r>
              <a:rPr lang="zh-CN" altLang="zh-CN" dirty="0"/>
              <a:t>参照完整性</a:t>
            </a:r>
            <a:endParaRPr lang="en-US" altLang="zh-CN" dirty="0"/>
          </a:p>
          <a:p>
            <a:r>
              <a:rPr lang="zh-CN" altLang="zh-CN" dirty="0"/>
              <a:t>用户自定义完整性</a:t>
            </a:r>
          </a:p>
          <a:p>
            <a:pPr lvl="0"/>
            <a:endParaRPr lang="zh-CN" altLang="zh-CN" dirty="0"/>
          </a:p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AEF5F53-4FB1-45C9-8E8E-A58F0E25DD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61844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</a:t>
            </a:r>
            <a:r>
              <a:rPr lang="zh-CN" altLang="en-US" dirty="0"/>
              <a:t>．关系数据库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zh-CN" dirty="0"/>
          </a:p>
          <a:p>
            <a:r>
              <a:rPr lang="zh-CN" altLang="en-US" dirty="0"/>
              <a:t>主流的关系数据库有</a:t>
            </a:r>
            <a:r>
              <a:rPr lang="en-US" altLang="zh-CN" dirty="0" err="1"/>
              <a:t>mysql</a:t>
            </a:r>
            <a:r>
              <a:rPr lang="zh-CN" altLang="en-US" dirty="0"/>
              <a:t>、</a:t>
            </a:r>
            <a:r>
              <a:rPr lang="en-US" altLang="zh-CN" dirty="0"/>
              <a:t>oracle</a:t>
            </a:r>
            <a:r>
              <a:rPr lang="zh-CN" altLang="en-US" dirty="0"/>
              <a:t>、</a:t>
            </a:r>
            <a:r>
              <a:rPr lang="en-US" altLang="zh-CN" dirty="0"/>
              <a:t>db2</a:t>
            </a:r>
            <a:r>
              <a:rPr lang="zh-CN" altLang="en-US" dirty="0"/>
              <a:t>、</a:t>
            </a:r>
            <a:r>
              <a:rPr lang="en-US" altLang="zh-CN" dirty="0" err="1"/>
              <a:t>sqlserver</a:t>
            </a:r>
            <a:r>
              <a:rPr lang="zh-CN" altLang="en-US" dirty="0"/>
              <a:t>、</a:t>
            </a:r>
            <a:r>
              <a:rPr lang="en-US" altLang="zh-CN" dirty="0" err="1"/>
              <a:t>sybase</a:t>
            </a:r>
            <a:r>
              <a:rPr lang="zh-CN" altLang="en-US" dirty="0"/>
              <a:t>、</a:t>
            </a:r>
            <a:r>
              <a:rPr lang="en-US" altLang="zh-CN" dirty="0"/>
              <a:t>Access</a:t>
            </a:r>
            <a:r>
              <a:rPr lang="zh-CN" altLang="en-US" dirty="0"/>
              <a:t>等。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496A136-143B-403C-BBC7-15CF9DD48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9179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95400" y="332656"/>
            <a:ext cx="10852150" cy="716915"/>
          </a:xfrm>
        </p:spPr>
        <p:txBody>
          <a:bodyPr/>
          <a:lstStyle/>
          <a:p>
            <a:r>
              <a:rPr lang="en-US" altLang="zh-CN" sz="2800" dirty="0"/>
              <a:t>5</a:t>
            </a:r>
            <a:r>
              <a:rPr lang="zh-CN" altLang="en-US" sz="2800" dirty="0"/>
              <a:t>．关系数据库语言</a:t>
            </a:r>
            <a:r>
              <a:rPr lang="en-US" altLang="zh-CN" sz="2800" dirty="0"/>
              <a:t>SQL</a:t>
            </a:r>
            <a:endParaRPr lang="zh-CN" altLang="en-US" sz="28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95400" y="980729"/>
            <a:ext cx="8784976" cy="1080119"/>
          </a:xfrm>
        </p:spPr>
        <p:txBody>
          <a:bodyPr>
            <a:normAutofit/>
          </a:bodyPr>
          <a:lstStyle/>
          <a:p>
            <a:r>
              <a:rPr lang="en-US" altLang="zh-CN" sz="2400" dirty="0"/>
              <a:t>SQL</a:t>
            </a:r>
            <a:r>
              <a:rPr lang="zh-CN" altLang="en-US" sz="2400" dirty="0"/>
              <a:t>语言已经成为几乎所有主流数据库管理系统的标准语言</a:t>
            </a:r>
            <a:endParaRPr lang="en-US" altLang="zh-CN" sz="2400" dirty="0"/>
          </a:p>
          <a:p>
            <a:pPr marL="0" indent="0">
              <a:buNone/>
            </a:pPr>
            <a:r>
              <a:rPr lang="zh-CN" altLang="zh-CN" sz="2400" dirty="0"/>
              <a:t>（</a:t>
            </a:r>
            <a:r>
              <a:rPr lang="en-US" altLang="zh-CN" sz="2400" dirty="0"/>
              <a:t>1</a:t>
            </a:r>
            <a:r>
              <a:rPr lang="zh-CN" altLang="zh-CN" sz="2400" dirty="0"/>
              <a:t>）数据定义语言（</a:t>
            </a:r>
            <a:r>
              <a:rPr lang="en-US" altLang="zh-CN" sz="2400" dirty="0"/>
              <a:t>DDL</a:t>
            </a:r>
            <a:r>
              <a:rPr lang="zh-CN" altLang="zh-CN" sz="2400" dirty="0"/>
              <a:t>）</a:t>
            </a:r>
            <a:endParaRPr lang="en-US" altLang="zh-CN" sz="2400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zh-CN" altLang="zh-CN" dirty="0"/>
          </a:p>
          <a:p>
            <a:endParaRPr lang="zh-CN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487488" y="1988840"/>
            <a:ext cx="6648230" cy="175432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zh-CN" dirty="0"/>
              <a:t>CREATE TABLE</a:t>
            </a:r>
            <a:r>
              <a:rPr lang="zh-CN" altLang="zh-CN" dirty="0"/>
              <a:t>语句的基本语法格式如下：</a:t>
            </a:r>
          </a:p>
          <a:p>
            <a:r>
              <a:rPr lang="en-US" altLang="zh-CN" dirty="0"/>
              <a:t>CREATE TABLE &lt;</a:t>
            </a:r>
            <a:r>
              <a:rPr lang="zh-CN" altLang="zh-CN" dirty="0"/>
              <a:t>表名</a:t>
            </a:r>
            <a:r>
              <a:rPr lang="en-US" altLang="zh-CN" dirty="0"/>
              <a:t>&gt; (</a:t>
            </a:r>
            <a:endParaRPr lang="zh-CN" altLang="zh-CN" dirty="0"/>
          </a:p>
          <a:p>
            <a:r>
              <a:rPr lang="en-US" altLang="zh-CN" dirty="0"/>
              <a:t>&lt;</a:t>
            </a:r>
            <a:r>
              <a:rPr lang="zh-CN" altLang="zh-CN" dirty="0"/>
              <a:t>列名</a:t>
            </a:r>
            <a:r>
              <a:rPr lang="en-US" altLang="zh-CN" dirty="0"/>
              <a:t>1&gt; &lt;</a:t>
            </a:r>
            <a:r>
              <a:rPr lang="zh-CN" altLang="zh-CN" dirty="0"/>
              <a:t>数据类型</a:t>
            </a:r>
            <a:r>
              <a:rPr lang="en-US" altLang="zh-CN" dirty="0"/>
              <a:t>&gt; [NOT NULL] [DEFAULT &lt;</a:t>
            </a:r>
            <a:r>
              <a:rPr lang="zh-CN" altLang="zh-CN" dirty="0"/>
              <a:t>默认值</a:t>
            </a:r>
            <a:r>
              <a:rPr lang="en-US" altLang="zh-CN" dirty="0"/>
              <a:t>&gt;]</a:t>
            </a:r>
            <a:endParaRPr lang="zh-CN" altLang="zh-CN" dirty="0"/>
          </a:p>
          <a:p>
            <a:r>
              <a:rPr lang="en-US" altLang="zh-CN" dirty="0"/>
              <a:t>[, &lt;</a:t>
            </a:r>
            <a:r>
              <a:rPr lang="zh-CN" altLang="zh-CN" dirty="0"/>
              <a:t>列名</a:t>
            </a:r>
            <a:r>
              <a:rPr lang="en-US" altLang="zh-CN" dirty="0"/>
              <a:t>2&gt; &lt;</a:t>
            </a:r>
            <a:r>
              <a:rPr lang="zh-CN" altLang="zh-CN" dirty="0"/>
              <a:t>数据类型</a:t>
            </a:r>
            <a:r>
              <a:rPr lang="en-US" altLang="zh-CN" dirty="0"/>
              <a:t>&gt; [NOT NULL] [DEFAULT &lt;</a:t>
            </a:r>
            <a:r>
              <a:rPr lang="zh-CN" altLang="zh-CN" dirty="0"/>
              <a:t>默认值</a:t>
            </a:r>
            <a:r>
              <a:rPr lang="en-US" altLang="zh-CN" dirty="0"/>
              <a:t>&gt;], </a:t>
            </a:r>
            <a:r>
              <a:rPr lang="zh-CN" altLang="zh-CN" dirty="0"/>
              <a:t>……</a:t>
            </a:r>
          </a:p>
          <a:p>
            <a:r>
              <a:rPr lang="en-US" altLang="zh-CN" dirty="0"/>
              <a:t>&lt;</a:t>
            </a:r>
            <a:r>
              <a:rPr lang="zh-CN" altLang="zh-CN" dirty="0"/>
              <a:t>列名</a:t>
            </a:r>
            <a:r>
              <a:rPr lang="en-US" altLang="zh-CN" dirty="0"/>
              <a:t>n&gt; &lt;</a:t>
            </a:r>
            <a:r>
              <a:rPr lang="zh-CN" altLang="zh-CN" dirty="0"/>
              <a:t>数据类型</a:t>
            </a:r>
            <a:r>
              <a:rPr lang="en-US" altLang="zh-CN" dirty="0"/>
              <a:t>&gt;</a:t>
            </a:r>
            <a:r>
              <a:rPr lang="zh-CN" altLang="zh-CN" dirty="0"/>
              <a:t>……</a:t>
            </a:r>
            <a:r>
              <a:rPr lang="en-US" altLang="zh-CN" dirty="0"/>
              <a:t>]</a:t>
            </a:r>
            <a:endParaRPr lang="zh-CN" altLang="zh-CN" dirty="0"/>
          </a:p>
          <a:p>
            <a:r>
              <a:rPr lang="en-US" altLang="zh-CN" dirty="0"/>
              <a:t>);</a:t>
            </a:r>
            <a:endParaRPr lang="zh-CN" altLang="zh-CN" dirty="0"/>
          </a:p>
        </p:txBody>
      </p:sp>
      <p:sp>
        <p:nvSpPr>
          <p:cNvPr id="8" name="TextBox 7"/>
          <p:cNvSpPr txBox="1"/>
          <p:nvPr/>
        </p:nvSpPr>
        <p:spPr>
          <a:xfrm>
            <a:off x="1487488" y="3933056"/>
            <a:ext cx="6648230" cy="1477328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dirty="0"/>
              <a:t>ALTER TABLE</a:t>
            </a:r>
            <a:r>
              <a:rPr lang="zh-CN" altLang="zh-CN" dirty="0"/>
              <a:t>语句的语法格式如下：</a:t>
            </a:r>
          </a:p>
          <a:p>
            <a:r>
              <a:rPr lang="en-US" altLang="zh-CN" dirty="0"/>
              <a:t>ALTER TABLE &lt;</a:t>
            </a:r>
            <a:r>
              <a:rPr lang="zh-CN" altLang="zh-CN" dirty="0"/>
              <a:t>表名</a:t>
            </a:r>
            <a:r>
              <a:rPr lang="en-US" altLang="zh-CN" dirty="0"/>
              <a:t>&gt;</a:t>
            </a:r>
            <a:endParaRPr lang="zh-CN" altLang="zh-CN" dirty="0"/>
          </a:p>
          <a:p>
            <a:r>
              <a:rPr lang="en-US" altLang="zh-CN" dirty="0"/>
              <a:t>[ADD &lt;</a:t>
            </a:r>
            <a:r>
              <a:rPr lang="zh-CN" altLang="zh-CN" dirty="0"/>
              <a:t>新字段名</a:t>
            </a:r>
            <a:r>
              <a:rPr lang="en-US" altLang="zh-CN" dirty="0"/>
              <a:t>&gt; </a:t>
            </a:r>
            <a:r>
              <a:rPr lang="zh-CN" altLang="zh-CN" dirty="0"/>
              <a:t>数据类型</a:t>
            </a:r>
            <a:r>
              <a:rPr lang="en-US" altLang="zh-CN" dirty="0"/>
              <a:t> [</a:t>
            </a:r>
            <a:r>
              <a:rPr lang="zh-CN" altLang="zh-CN" dirty="0"/>
              <a:t>完整性约束</a:t>
            </a:r>
            <a:r>
              <a:rPr lang="en-US" altLang="zh-CN" dirty="0"/>
              <a:t>]]</a:t>
            </a:r>
            <a:endParaRPr lang="zh-CN" altLang="zh-CN" dirty="0"/>
          </a:p>
          <a:p>
            <a:r>
              <a:rPr lang="en-US" altLang="zh-CN" dirty="0"/>
              <a:t>[DROP [</a:t>
            </a:r>
            <a:r>
              <a:rPr lang="zh-CN" altLang="zh-CN" dirty="0"/>
              <a:t>完整性约束</a:t>
            </a:r>
            <a:r>
              <a:rPr lang="en-US" altLang="zh-CN" dirty="0"/>
              <a:t>]]</a:t>
            </a:r>
            <a:endParaRPr lang="zh-CN" altLang="zh-CN" dirty="0"/>
          </a:p>
          <a:p>
            <a:r>
              <a:rPr lang="en-US" altLang="zh-CN" dirty="0"/>
              <a:t>[ALTER COLUMN &lt;</a:t>
            </a:r>
            <a:r>
              <a:rPr lang="zh-CN" altLang="zh-CN" dirty="0"/>
              <a:t>列名</a:t>
            </a:r>
            <a:r>
              <a:rPr lang="en-US" altLang="zh-CN" dirty="0"/>
              <a:t>&gt;&lt;</a:t>
            </a:r>
            <a:r>
              <a:rPr lang="zh-CN" altLang="zh-CN" dirty="0"/>
              <a:t>数据类型</a:t>
            </a:r>
            <a:r>
              <a:rPr lang="en-US" altLang="zh-CN" dirty="0"/>
              <a:t>&gt; ;</a:t>
            </a:r>
            <a:endParaRPr lang="zh-CN" altLang="zh-CN" dirty="0"/>
          </a:p>
        </p:txBody>
      </p:sp>
      <p:sp>
        <p:nvSpPr>
          <p:cNvPr id="9" name="TextBox 8"/>
          <p:cNvSpPr txBox="1"/>
          <p:nvPr/>
        </p:nvSpPr>
        <p:spPr>
          <a:xfrm>
            <a:off x="1487488" y="5589240"/>
            <a:ext cx="6648230" cy="646331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zh-CN" dirty="0"/>
              <a:t>删除表用</a:t>
            </a:r>
            <a:r>
              <a:rPr lang="en-US" altLang="zh-CN" dirty="0"/>
              <a:t>DROP TABLE</a:t>
            </a:r>
            <a:r>
              <a:rPr lang="zh-CN" altLang="zh-CN" dirty="0"/>
              <a:t>语句：</a:t>
            </a:r>
          </a:p>
          <a:p>
            <a:r>
              <a:rPr lang="en-US" altLang="zh-CN" dirty="0"/>
              <a:t>DROP TABLE &lt;</a:t>
            </a:r>
            <a:r>
              <a:rPr lang="zh-CN" altLang="zh-CN" dirty="0"/>
              <a:t>表名</a:t>
            </a:r>
            <a:r>
              <a:rPr lang="en-US" altLang="zh-CN" dirty="0"/>
              <a:t>&gt;;</a:t>
            </a:r>
            <a:endParaRPr lang="zh-CN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259814B-6789-431B-8BAB-90086AF407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96989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95400" y="332656"/>
            <a:ext cx="10852150" cy="716915"/>
          </a:xfrm>
        </p:spPr>
        <p:txBody>
          <a:bodyPr/>
          <a:lstStyle/>
          <a:p>
            <a:r>
              <a:rPr lang="zh-CN" altLang="zh-CN" sz="2400" dirty="0"/>
              <a:t>（</a:t>
            </a:r>
            <a:r>
              <a:rPr lang="en-US" altLang="zh-CN" sz="2400" dirty="0"/>
              <a:t>2</a:t>
            </a:r>
            <a:r>
              <a:rPr lang="zh-CN" altLang="zh-CN" sz="2400" dirty="0"/>
              <a:t>）数据查询语言（</a:t>
            </a:r>
            <a:r>
              <a:rPr lang="en-US" altLang="zh-CN" sz="2400" dirty="0"/>
              <a:t>DQL</a:t>
            </a:r>
            <a:r>
              <a:rPr lang="zh-CN" altLang="zh-CN" sz="2400" dirty="0"/>
              <a:t>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7949" y="980728"/>
            <a:ext cx="6728765" cy="175432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zh-CN" dirty="0"/>
              <a:t>SELECT</a:t>
            </a:r>
            <a:r>
              <a:rPr lang="zh-CN" altLang="zh-CN" dirty="0"/>
              <a:t>语句基本的语法格式如下：</a:t>
            </a:r>
          </a:p>
          <a:p>
            <a:r>
              <a:rPr lang="en-US" altLang="zh-CN" dirty="0"/>
              <a:t>SELECT [DISTINCT|ALL] &lt;</a:t>
            </a:r>
            <a:r>
              <a:rPr lang="zh-CN" altLang="zh-CN" dirty="0"/>
              <a:t>目标列表达式</a:t>
            </a:r>
            <a:r>
              <a:rPr lang="en-US" altLang="zh-CN" dirty="0"/>
              <a:t>&gt; [, &lt;</a:t>
            </a:r>
            <a:r>
              <a:rPr lang="zh-CN" altLang="zh-CN" dirty="0"/>
              <a:t>目标列表达式</a:t>
            </a:r>
            <a:r>
              <a:rPr lang="en-US" altLang="zh-CN" dirty="0"/>
              <a:t>&gt;</a:t>
            </a:r>
            <a:r>
              <a:rPr lang="zh-CN" altLang="zh-CN" dirty="0"/>
              <a:t>…</a:t>
            </a:r>
            <a:r>
              <a:rPr lang="en-US" altLang="zh-CN" dirty="0"/>
              <a:t>]</a:t>
            </a:r>
            <a:endParaRPr lang="zh-CN" altLang="zh-CN" dirty="0"/>
          </a:p>
          <a:p>
            <a:r>
              <a:rPr lang="en-US" altLang="zh-CN" dirty="0"/>
              <a:t>FROM &lt;</a:t>
            </a:r>
            <a:r>
              <a:rPr lang="zh-CN" altLang="zh-CN" dirty="0"/>
              <a:t>表名</a:t>
            </a:r>
            <a:r>
              <a:rPr lang="en-US" altLang="zh-CN" dirty="0"/>
              <a:t>&gt;</a:t>
            </a:r>
            <a:endParaRPr lang="zh-CN" altLang="zh-CN" dirty="0"/>
          </a:p>
          <a:p>
            <a:r>
              <a:rPr lang="en-US" altLang="zh-CN" dirty="0"/>
              <a:t>[WHERE &lt;</a:t>
            </a:r>
            <a:r>
              <a:rPr lang="zh-CN" altLang="zh-CN" dirty="0"/>
              <a:t>条件表达式</a:t>
            </a:r>
            <a:r>
              <a:rPr lang="en-US" altLang="zh-CN" dirty="0"/>
              <a:t>&gt;]</a:t>
            </a:r>
            <a:endParaRPr lang="zh-CN" altLang="zh-CN" dirty="0"/>
          </a:p>
          <a:p>
            <a:r>
              <a:rPr lang="en-US" altLang="zh-CN" dirty="0"/>
              <a:t>[GROUP BY &lt;</a:t>
            </a:r>
            <a:r>
              <a:rPr lang="zh-CN" altLang="zh-CN" dirty="0"/>
              <a:t>列名</a:t>
            </a:r>
            <a:r>
              <a:rPr lang="en-US" altLang="zh-CN" dirty="0"/>
              <a:t>&gt;] [HAVING &lt;</a:t>
            </a:r>
            <a:r>
              <a:rPr lang="zh-CN" altLang="zh-CN" dirty="0"/>
              <a:t>条件表达式</a:t>
            </a:r>
            <a:r>
              <a:rPr lang="en-US" altLang="zh-CN" dirty="0"/>
              <a:t>&gt;]</a:t>
            </a:r>
            <a:endParaRPr lang="zh-CN" altLang="zh-CN" dirty="0"/>
          </a:p>
          <a:p>
            <a:r>
              <a:rPr lang="en-US" altLang="zh-CN" dirty="0"/>
              <a:t>[ORDER BY &lt;</a:t>
            </a:r>
            <a:r>
              <a:rPr lang="zh-CN" altLang="zh-CN" dirty="0"/>
              <a:t>列名</a:t>
            </a:r>
            <a:r>
              <a:rPr lang="en-US" altLang="zh-CN" dirty="0"/>
              <a:t>&gt; [ASC | DESC ]]</a:t>
            </a:r>
            <a:endParaRPr lang="zh-CN" altLang="zh-CN" dirty="0"/>
          </a:p>
        </p:txBody>
      </p:sp>
      <p:sp>
        <p:nvSpPr>
          <p:cNvPr id="10" name="标题 1"/>
          <p:cNvSpPr txBox="1">
            <a:spLocks/>
          </p:cNvSpPr>
          <p:nvPr/>
        </p:nvSpPr>
        <p:spPr>
          <a:xfrm>
            <a:off x="718247" y="2996952"/>
            <a:ext cx="8640960" cy="576064"/>
          </a:xfrm>
          <a:prstGeom prst="rect">
            <a:avLst/>
          </a:prstGeom>
        </p:spPr>
        <p:txBody>
          <a:bodyPr vert="horz" lIns="90000" tIns="46800" rIns="90000" bIns="46800" rtlCol="0" anchor="t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kumimoji="0" lang="zh-CN" altLang="en-US" sz="32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r>
              <a:rPr lang="zh-CN" altLang="zh-CN" sz="2400" dirty="0"/>
              <a:t>（</a:t>
            </a:r>
            <a:r>
              <a:rPr lang="en-US" altLang="zh-CN" sz="2400" dirty="0"/>
              <a:t>3</a:t>
            </a:r>
            <a:r>
              <a:rPr lang="zh-CN" altLang="zh-CN" sz="2400" dirty="0"/>
              <a:t>）数据操纵语言（</a:t>
            </a:r>
            <a:r>
              <a:rPr lang="en-US" altLang="zh-CN" sz="2400" dirty="0"/>
              <a:t>DML</a:t>
            </a:r>
            <a:r>
              <a:rPr lang="zh-CN" altLang="zh-CN" sz="2400" dirty="0"/>
              <a:t>）：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3432" y="3645024"/>
            <a:ext cx="5135060" cy="92333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zh-CN" dirty="0"/>
              <a:t>INSERT</a:t>
            </a:r>
            <a:r>
              <a:rPr lang="zh-CN" altLang="zh-CN" dirty="0"/>
              <a:t>语句的语法格式如下：</a:t>
            </a:r>
          </a:p>
          <a:p>
            <a:r>
              <a:rPr lang="en-US" altLang="zh-CN" dirty="0"/>
              <a:t>INSERT INTO &lt;</a:t>
            </a:r>
            <a:r>
              <a:rPr lang="zh-CN" altLang="zh-CN" dirty="0"/>
              <a:t>表名</a:t>
            </a:r>
            <a:r>
              <a:rPr lang="en-US" altLang="zh-CN" dirty="0"/>
              <a:t>&gt; [(&lt;</a:t>
            </a:r>
            <a:r>
              <a:rPr lang="zh-CN" altLang="zh-CN" dirty="0"/>
              <a:t>列名</a:t>
            </a:r>
            <a:r>
              <a:rPr lang="en-US" altLang="zh-CN" dirty="0"/>
              <a:t>1&gt; [, &lt;</a:t>
            </a:r>
            <a:r>
              <a:rPr lang="zh-CN" altLang="zh-CN" dirty="0"/>
              <a:t>列名</a:t>
            </a:r>
            <a:r>
              <a:rPr lang="en-US" altLang="zh-CN" dirty="0"/>
              <a:t>2&gt;, ...])]</a:t>
            </a:r>
            <a:endParaRPr lang="zh-CN" altLang="zh-CN" dirty="0"/>
          </a:p>
          <a:p>
            <a:r>
              <a:rPr lang="en-US" altLang="zh-CN" dirty="0"/>
              <a:t>VALUES (&lt;</a:t>
            </a:r>
            <a:r>
              <a:rPr lang="zh-CN" altLang="zh-CN" dirty="0"/>
              <a:t>常量</a:t>
            </a:r>
            <a:r>
              <a:rPr lang="en-US" altLang="zh-CN" dirty="0"/>
              <a:t>1&gt; [, &lt;</a:t>
            </a:r>
            <a:r>
              <a:rPr lang="zh-CN" altLang="zh-CN" dirty="0"/>
              <a:t>常量</a:t>
            </a:r>
            <a:r>
              <a:rPr lang="en-US" altLang="zh-CN" dirty="0"/>
              <a:t>2&gt;, ...])</a:t>
            </a:r>
            <a:endParaRPr lang="zh-CN" altLang="zh-CN" dirty="0"/>
          </a:p>
        </p:txBody>
      </p:sp>
      <p:sp>
        <p:nvSpPr>
          <p:cNvPr id="12" name="TextBox 11"/>
          <p:cNvSpPr txBox="1"/>
          <p:nvPr/>
        </p:nvSpPr>
        <p:spPr>
          <a:xfrm>
            <a:off x="945814" y="5019002"/>
            <a:ext cx="5476820" cy="1200329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zh-CN" dirty="0"/>
              <a:t>UPDATE</a:t>
            </a:r>
            <a:r>
              <a:rPr lang="zh-CN" altLang="zh-CN" dirty="0"/>
              <a:t>语句的语法格式如下：</a:t>
            </a:r>
          </a:p>
          <a:p>
            <a:r>
              <a:rPr lang="en-US" altLang="zh-CN" dirty="0"/>
              <a:t>UPDATE &lt;</a:t>
            </a:r>
            <a:r>
              <a:rPr lang="zh-CN" altLang="zh-CN" dirty="0"/>
              <a:t>表名</a:t>
            </a:r>
            <a:r>
              <a:rPr lang="en-US" altLang="zh-CN" dirty="0"/>
              <a:t>&gt;</a:t>
            </a:r>
            <a:endParaRPr lang="zh-CN" altLang="zh-CN" dirty="0"/>
          </a:p>
          <a:p>
            <a:r>
              <a:rPr lang="en-US" altLang="zh-CN" dirty="0"/>
              <a:t>SET </a:t>
            </a:r>
            <a:r>
              <a:rPr lang="zh-CN" altLang="zh-CN" dirty="0"/>
              <a:t>列名</a:t>
            </a:r>
            <a:r>
              <a:rPr lang="en-US" altLang="zh-CN" dirty="0"/>
              <a:t>1 = </a:t>
            </a:r>
            <a:r>
              <a:rPr lang="zh-CN" altLang="zh-CN" dirty="0"/>
              <a:t>常量表达式</a:t>
            </a:r>
            <a:r>
              <a:rPr lang="en-US" altLang="zh-CN" dirty="0"/>
              <a:t>1[, </a:t>
            </a:r>
            <a:r>
              <a:rPr lang="zh-CN" altLang="zh-CN" dirty="0"/>
              <a:t>列名</a:t>
            </a:r>
            <a:r>
              <a:rPr lang="en-US" altLang="zh-CN" dirty="0"/>
              <a:t>2 = </a:t>
            </a:r>
            <a:r>
              <a:rPr lang="zh-CN" altLang="zh-CN" dirty="0"/>
              <a:t>常量表达式</a:t>
            </a:r>
            <a:r>
              <a:rPr lang="en-US" altLang="zh-CN" dirty="0"/>
              <a:t>2 ...]</a:t>
            </a:r>
            <a:endParaRPr lang="zh-CN" altLang="zh-CN" dirty="0"/>
          </a:p>
          <a:p>
            <a:r>
              <a:rPr lang="en-US" altLang="zh-CN" dirty="0"/>
              <a:t>WHERE &lt;</a:t>
            </a:r>
            <a:r>
              <a:rPr lang="zh-CN" altLang="zh-CN" dirty="0"/>
              <a:t>条件表达式</a:t>
            </a:r>
            <a:r>
              <a:rPr lang="en-US" altLang="zh-CN" dirty="0"/>
              <a:t>&gt; [AND|OR &lt;</a:t>
            </a:r>
            <a:r>
              <a:rPr lang="zh-CN" altLang="zh-CN" dirty="0"/>
              <a:t>条件表达式</a:t>
            </a:r>
            <a:r>
              <a:rPr lang="en-US" altLang="zh-CN" dirty="0"/>
              <a:t>&gt;...]</a:t>
            </a:r>
            <a:endParaRPr lang="zh-CN" altLang="zh-CN" dirty="0"/>
          </a:p>
        </p:txBody>
      </p:sp>
      <p:sp>
        <p:nvSpPr>
          <p:cNvPr id="13" name="TextBox 12"/>
          <p:cNvSpPr txBox="1"/>
          <p:nvPr/>
        </p:nvSpPr>
        <p:spPr>
          <a:xfrm>
            <a:off x="6481702" y="3645024"/>
            <a:ext cx="5424883" cy="92333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zh-CN" dirty="0"/>
              <a:t>DELETE</a:t>
            </a:r>
            <a:r>
              <a:rPr lang="zh-CN" altLang="zh-CN" dirty="0"/>
              <a:t>语句的语法格式如下：</a:t>
            </a:r>
          </a:p>
          <a:p>
            <a:r>
              <a:rPr lang="en-US" altLang="zh-CN" dirty="0"/>
              <a:t>DELETE FROM &lt;</a:t>
            </a:r>
            <a:r>
              <a:rPr lang="zh-CN" altLang="zh-CN" dirty="0"/>
              <a:t>表名</a:t>
            </a:r>
            <a:r>
              <a:rPr lang="en-US" altLang="zh-CN" dirty="0"/>
              <a:t>&gt;</a:t>
            </a:r>
            <a:endParaRPr lang="zh-CN" altLang="zh-CN" dirty="0"/>
          </a:p>
          <a:p>
            <a:r>
              <a:rPr lang="en-US" altLang="zh-CN" dirty="0"/>
              <a:t>[WHERE &lt;</a:t>
            </a:r>
            <a:r>
              <a:rPr lang="zh-CN" altLang="zh-CN" dirty="0"/>
              <a:t>条件表达式</a:t>
            </a:r>
            <a:r>
              <a:rPr lang="en-US" altLang="zh-CN" dirty="0"/>
              <a:t>&gt; [AND|OR &lt;</a:t>
            </a:r>
            <a:r>
              <a:rPr lang="zh-CN" altLang="zh-CN" dirty="0"/>
              <a:t>条件表达式</a:t>
            </a:r>
            <a:r>
              <a:rPr lang="en-US" altLang="zh-CN" dirty="0"/>
              <a:t>&gt;...]]</a:t>
            </a:r>
            <a:endParaRPr lang="zh-CN" altLang="zh-CN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9E50B822-03AB-4FC5-8794-44707F71E7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94208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14.1.3 </a:t>
            </a:r>
            <a:r>
              <a:rPr lang="zh-CN" altLang="en-US" dirty="0"/>
              <a:t>数据库应用系统的开发步骤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67408" y="1556792"/>
            <a:ext cx="9242499" cy="356499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dirty="0"/>
              <a:t>1</a:t>
            </a:r>
            <a:r>
              <a:rPr lang="zh-CN" altLang="en-US" dirty="0"/>
              <a:t>．系统规划阶段</a:t>
            </a:r>
          </a:p>
          <a:p>
            <a:pPr marL="0" indent="0">
              <a:buNone/>
            </a:pPr>
            <a:r>
              <a:rPr lang="en-US" altLang="zh-CN" dirty="0"/>
              <a:t>2</a:t>
            </a:r>
            <a:r>
              <a:rPr lang="zh-CN" altLang="en-US" dirty="0"/>
              <a:t>．系统分析阶段（需求分析）</a:t>
            </a:r>
          </a:p>
          <a:p>
            <a:pPr marL="0" indent="0">
              <a:buNone/>
            </a:pPr>
            <a:r>
              <a:rPr lang="en-US" altLang="zh-CN" dirty="0"/>
              <a:t>3</a:t>
            </a:r>
            <a:r>
              <a:rPr lang="zh-CN" altLang="en-US" dirty="0"/>
              <a:t>．系统设计阶段</a:t>
            </a:r>
          </a:p>
          <a:p>
            <a:pPr marL="0" indent="0">
              <a:buNone/>
            </a:pPr>
            <a:r>
              <a:rPr lang="en-US" altLang="zh-CN" dirty="0"/>
              <a:t>4</a:t>
            </a:r>
            <a:r>
              <a:rPr lang="zh-CN" altLang="en-US" dirty="0"/>
              <a:t>．系统实施阶段</a:t>
            </a:r>
          </a:p>
          <a:p>
            <a:pPr marL="0" indent="0">
              <a:buNone/>
            </a:pPr>
            <a:r>
              <a:rPr lang="en-US" altLang="zh-CN" dirty="0"/>
              <a:t>5</a:t>
            </a:r>
            <a:r>
              <a:rPr lang="zh-CN" altLang="en-US" dirty="0"/>
              <a:t>．系统运行与维护阶段：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D84F497-64E4-49AD-BE03-4DDC312BFC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20968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14.1.4 </a:t>
            </a:r>
            <a:r>
              <a:rPr lang="zh-CN" altLang="en-US" dirty="0"/>
              <a:t>数据库设计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67408" y="1340768"/>
            <a:ext cx="10852150" cy="5180965"/>
          </a:xfrm>
        </p:spPr>
        <p:txBody>
          <a:bodyPr/>
          <a:lstStyle/>
          <a:p>
            <a:pPr marL="0" indent="0">
              <a:buNone/>
            </a:pPr>
            <a:r>
              <a:rPr lang="en-US" altLang="zh-CN" dirty="0"/>
              <a:t>1</a:t>
            </a:r>
            <a:r>
              <a:rPr lang="zh-CN" altLang="en-US" dirty="0"/>
              <a:t>．需求分析</a:t>
            </a:r>
            <a:endParaRPr lang="en-US" altLang="zh-CN" dirty="0"/>
          </a:p>
          <a:p>
            <a:pPr marL="0" lvl="0" indent="0">
              <a:buNone/>
            </a:pPr>
            <a:r>
              <a:rPr lang="en-US" altLang="zh-CN" dirty="0"/>
              <a:t>2</a:t>
            </a:r>
            <a:r>
              <a:rPr lang="zh-CN" altLang="en-US" dirty="0"/>
              <a:t>．</a:t>
            </a:r>
            <a:r>
              <a:rPr lang="zh-CN" altLang="zh-CN" dirty="0"/>
              <a:t>概念结构设计</a:t>
            </a:r>
            <a:endParaRPr lang="en-US" altLang="zh-CN" dirty="0"/>
          </a:p>
          <a:p>
            <a:pPr marL="0" lvl="0" indent="0">
              <a:buNone/>
            </a:pPr>
            <a:r>
              <a:rPr lang="en-US" altLang="zh-CN" dirty="0"/>
              <a:t>3</a:t>
            </a:r>
            <a:r>
              <a:rPr lang="zh-CN" altLang="en-US" dirty="0"/>
              <a:t>．逻辑结构设计</a:t>
            </a:r>
            <a:endParaRPr lang="en-US" altLang="zh-CN" dirty="0"/>
          </a:p>
          <a:p>
            <a:pPr marL="0" lvl="0" indent="0">
              <a:buNone/>
            </a:pPr>
            <a:r>
              <a:rPr lang="en-US" altLang="zh-CN" dirty="0"/>
              <a:t>4</a:t>
            </a:r>
            <a:r>
              <a:rPr lang="zh-CN" altLang="en-US" dirty="0"/>
              <a:t>．物理结构设计</a:t>
            </a:r>
            <a:endParaRPr lang="zh-CN" altLang="zh-CN" dirty="0"/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175C4D4-062A-45C6-B7D8-1729562E49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7633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WordArt 6"/>
          <p:cNvSpPr>
            <a:spLocks noChangeArrowheads="1" noChangeShapeType="1"/>
          </p:cNvSpPr>
          <p:nvPr/>
        </p:nvSpPr>
        <p:spPr bwMode="auto">
          <a:xfrm>
            <a:off x="1882775" y="1557338"/>
            <a:ext cx="8426450" cy="2011363"/>
          </a:xfrm>
          <a:prstGeom prst="rect">
            <a:avLst/>
          </a:prstGeom>
        </p:spPr>
        <p:txBody>
          <a:bodyPr wrap="none" fromWordArt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8500" b="1" i="0" u="none" strike="noStrike" kern="10" cap="none" spc="0" normalizeH="0" baseline="0" noProof="0" dirty="0">
              <a:ln w="9525">
                <a:noFill/>
                <a:round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+mn-cs"/>
            </a:endParaRPr>
          </a:p>
        </p:txBody>
      </p:sp>
      <p:sp>
        <p:nvSpPr>
          <p:cNvPr id="10245" name="标题 1"/>
          <p:cNvSpPr>
            <a:spLocks noGrp="1"/>
          </p:cNvSpPr>
          <p:nvPr>
            <p:ph type="ctrTitle"/>
          </p:nvPr>
        </p:nvSpPr>
        <p:spPr>
          <a:xfrm>
            <a:off x="1470025" y="2292350"/>
            <a:ext cx="9266555" cy="1151255"/>
          </a:xfrm>
        </p:spPr>
        <p:txBody>
          <a:bodyPr vert="horz" wrap="square" lIns="91440" tIns="45720" rIns="91440" bIns="45720" anchor="b"/>
          <a:lstStyle/>
          <a:p>
            <a:pPr>
              <a:buClrTx/>
              <a:buSzTx/>
              <a:buFontTx/>
              <a:buNone/>
            </a:pPr>
            <a:r>
              <a:rPr lang="en-US" kern="1200" dirty="0">
                <a:latin typeface="+mj-lt"/>
                <a:ea typeface="+mj-ea"/>
                <a:cs typeface="+mj-cs"/>
              </a:rPr>
              <a:t>14.2 MySQL</a:t>
            </a:r>
            <a:r>
              <a:rPr lang="zh-CN" altLang="en-US" kern="1200" dirty="0">
                <a:latin typeface="+mj-lt"/>
                <a:ea typeface="+mj-ea"/>
                <a:cs typeface="+mj-cs"/>
              </a:rPr>
              <a:t>数据库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34E5D2A6-C82F-4529-A9BE-67137CF5F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15</a:t>
            </a:fld>
            <a:endParaRPr lang="zh-CN" altLang="en-US" dirty="0"/>
          </a:p>
        </p:txBody>
      </p:sp>
    </p:spTree>
    <p:custDataLst>
      <p:tags r:id="rId1"/>
    </p:custDataLst>
  </p:cSld>
  <p:clrMapOvr>
    <a:masterClrMapping/>
  </p:clrMapOvr>
  <p:transition advTm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638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63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63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7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9925" y="443230"/>
            <a:ext cx="10852150" cy="1113562"/>
          </a:xfrm>
        </p:spPr>
        <p:txBody>
          <a:bodyPr/>
          <a:lstStyle/>
          <a:p>
            <a:pPr>
              <a:lnSpc>
                <a:spcPts val="3360"/>
              </a:lnSpc>
              <a:spcAft>
                <a:spcPts val="1000"/>
              </a:spcAft>
            </a:pPr>
            <a:r>
              <a:rPr lang="en-US" altLang="zh-CN" sz="2800" dirty="0"/>
              <a:t>1</a:t>
            </a:r>
            <a:r>
              <a:rPr lang="zh-CN" altLang="en-US" sz="2800" dirty="0"/>
              <a:t>．</a:t>
            </a:r>
            <a:r>
              <a:rPr lang="en-US" altLang="zh-CN" sz="2800" dirty="0"/>
              <a:t>MySQL</a:t>
            </a:r>
            <a:r>
              <a:rPr lang="zh-CN" altLang="en-US" sz="2800" dirty="0"/>
              <a:t>简介</a:t>
            </a:r>
            <a:br>
              <a:rPr lang="en-US" altLang="zh-CN" sz="2800" dirty="0"/>
            </a:br>
            <a:r>
              <a:rPr lang="zh-CN" altLang="zh-CN" sz="2000" b="0" spc="150" dirty="0">
                <a:cs typeface="+mn-cs"/>
              </a:rPr>
              <a:t>免费的开源、关系型数据库管理系统</a:t>
            </a:r>
            <a:endParaRPr lang="zh-CN" altLang="en-US" sz="2000" b="0" spc="150" dirty="0">
              <a:cs typeface="+mn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95400" y="1628800"/>
            <a:ext cx="9217024" cy="2160240"/>
          </a:xfrm>
        </p:spPr>
        <p:txBody>
          <a:bodyPr>
            <a:normAutofit fontScale="25000" lnSpcReduction="20000"/>
          </a:bodyPr>
          <a:lstStyle/>
          <a:p>
            <a:pPr marL="0" indent="0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sz="11200" b="1" spc="200" dirty="0">
                <a:cs typeface="+mj-cs"/>
              </a:rPr>
              <a:t>2</a:t>
            </a:r>
            <a:r>
              <a:rPr lang="zh-CN" altLang="en-US" sz="11200" b="1" spc="200" dirty="0">
                <a:cs typeface="+mj-cs"/>
              </a:rPr>
              <a:t>．基于客户端</a:t>
            </a:r>
            <a:r>
              <a:rPr lang="en-US" altLang="zh-CN" sz="11200" b="1" spc="200" dirty="0">
                <a:cs typeface="+mj-cs"/>
              </a:rPr>
              <a:t>/</a:t>
            </a:r>
            <a:r>
              <a:rPr lang="zh-CN" altLang="en-US" sz="11200" b="1" spc="200" dirty="0">
                <a:cs typeface="+mj-cs"/>
              </a:rPr>
              <a:t>服务器（</a:t>
            </a:r>
            <a:r>
              <a:rPr lang="en-US" altLang="zh-CN" sz="11200" b="1" spc="200" dirty="0">
                <a:cs typeface="+mj-cs"/>
              </a:rPr>
              <a:t>C/S</a:t>
            </a:r>
            <a:r>
              <a:rPr lang="zh-CN" altLang="en-US" sz="11200" b="1" spc="200" dirty="0">
                <a:cs typeface="+mj-cs"/>
              </a:rPr>
              <a:t>）的数据库管理系统</a:t>
            </a:r>
            <a:endParaRPr lang="en-US" altLang="zh-CN" b="1" spc="200" dirty="0">
              <a:cs typeface="+mj-cs"/>
            </a:endParaRPr>
          </a:p>
          <a:p>
            <a:pPr marL="0" lvl="0" indent="0"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zh-CN" sz="8000" dirty="0"/>
              <a:t>服务器端软件为</a:t>
            </a:r>
            <a:r>
              <a:rPr lang="en-US" altLang="zh-CN" sz="8000" dirty="0"/>
              <a:t>MySQL</a:t>
            </a:r>
            <a:r>
              <a:rPr lang="zh-CN" altLang="zh-CN" sz="8000" dirty="0"/>
              <a:t>数据库管理系统，可以在本地计算机或者具有访问权限的远程服务器上安装该软件。</a:t>
            </a:r>
          </a:p>
          <a:p>
            <a:pPr marL="0" indent="0"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zh-CN" sz="8000" dirty="0"/>
              <a:t>客户端软件为可以操作</a:t>
            </a:r>
            <a:r>
              <a:rPr lang="en-US" altLang="zh-CN" sz="8000" dirty="0"/>
              <a:t>MySQL</a:t>
            </a:r>
            <a:r>
              <a:rPr lang="zh-CN" altLang="zh-CN" sz="8000" dirty="0"/>
              <a:t>服务器的软件，通常为官方客户端“</a:t>
            </a:r>
            <a:r>
              <a:rPr lang="en-US" altLang="zh-CN" sz="8000" dirty="0" err="1"/>
              <a:t>MySQLCommand</a:t>
            </a:r>
            <a:r>
              <a:rPr lang="en-US" altLang="zh-CN" sz="8000" dirty="0"/>
              <a:t> Line client</a:t>
            </a:r>
            <a:r>
              <a:rPr lang="zh-CN" altLang="zh-CN" sz="8000" dirty="0"/>
              <a:t>”、</a:t>
            </a:r>
            <a:r>
              <a:rPr lang="en-US" altLang="zh-CN" sz="8000" dirty="0"/>
              <a:t>CMD</a:t>
            </a:r>
            <a:r>
              <a:rPr lang="zh-CN" altLang="zh-CN" sz="8000" dirty="0"/>
              <a:t>命令窗口或者第三方图形化工具。</a:t>
            </a:r>
            <a:endParaRPr lang="zh-CN" altLang="en-US" sz="8000" dirty="0"/>
          </a:p>
        </p:txBody>
      </p:sp>
      <p:sp>
        <p:nvSpPr>
          <p:cNvPr id="4" name="内容占位符 2"/>
          <p:cNvSpPr txBox="1">
            <a:spLocks/>
          </p:cNvSpPr>
          <p:nvPr/>
        </p:nvSpPr>
        <p:spPr>
          <a:xfrm>
            <a:off x="695400" y="3933056"/>
            <a:ext cx="8738443" cy="2232248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8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28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8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8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8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b="1" spc="200" dirty="0">
                <a:cs typeface="+mj-cs"/>
              </a:rPr>
              <a:t>3</a:t>
            </a:r>
            <a:r>
              <a:rPr lang="zh-CN" altLang="en-US" b="1" spc="200" dirty="0">
                <a:cs typeface="+mj-cs"/>
              </a:rPr>
              <a:t>．</a:t>
            </a:r>
            <a:r>
              <a:rPr lang="en-US" altLang="zh-CN" b="1" spc="200" dirty="0">
                <a:cs typeface="+mj-cs"/>
              </a:rPr>
              <a:t>MySQL</a:t>
            </a:r>
            <a:r>
              <a:rPr lang="zh-CN" altLang="en-US" b="1" spc="200" dirty="0">
                <a:cs typeface="+mj-cs"/>
              </a:rPr>
              <a:t>的各种版本</a:t>
            </a:r>
            <a:endParaRPr lang="en-US" altLang="zh-CN" b="1" spc="200" dirty="0">
              <a:cs typeface="+mj-cs"/>
            </a:endParaRPr>
          </a:p>
          <a:p>
            <a:pPr marL="0" indent="0">
              <a:lnSpc>
                <a:spcPct val="100000"/>
              </a:lnSpc>
              <a:spcBef>
                <a:spcPct val="0"/>
              </a:spcBef>
              <a:buNone/>
            </a:pPr>
            <a:r>
              <a:rPr lang="zh-CN" altLang="zh-CN" sz="2000" dirty="0"/>
              <a:t>社区版（</a:t>
            </a:r>
            <a:r>
              <a:rPr lang="en-US" altLang="zh-CN" sz="2000" dirty="0"/>
              <a:t>Community</a:t>
            </a:r>
            <a:r>
              <a:rPr lang="zh-CN" altLang="zh-CN" sz="2000" dirty="0"/>
              <a:t>）</a:t>
            </a:r>
            <a:r>
              <a:rPr lang="zh-CN" altLang="en-US" sz="2000" dirty="0"/>
              <a:t>：</a:t>
            </a:r>
            <a:r>
              <a:rPr lang="zh-CN" altLang="zh-CN" sz="2000" dirty="0"/>
              <a:t>可以自由下载而且完全免费，但是官方不提供任何技术支持</a:t>
            </a:r>
            <a:endParaRPr lang="en-US" altLang="zh-CN" sz="2000" dirty="0"/>
          </a:p>
          <a:p>
            <a:pPr marL="0" indent="0">
              <a:lnSpc>
                <a:spcPct val="100000"/>
              </a:lnSpc>
              <a:spcBef>
                <a:spcPct val="0"/>
              </a:spcBef>
              <a:buNone/>
            </a:pPr>
            <a:r>
              <a:rPr lang="zh-CN" altLang="zh-CN" sz="2000" dirty="0"/>
              <a:t>企业版（</a:t>
            </a:r>
            <a:r>
              <a:rPr lang="en-US" altLang="zh-CN" sz="2000" dirty="0"/>
              <a:t>Enterprise</a:t>
            </a:r>
            <a:r>
              <a:rPr lang="zh-CN" altLang="zh-CN" sz="2000" dirty="0"/>
              <a:t>）</a:t>
            </a:r>
            <a:r>
              <a:rPr lang="zh-CN" altLang="en-US" sz="2000" dirty="0"/>
              <a:t>：</a:t>
            </a:r>
            <a:r>
              <a:rPr lang="zh-CN" altLang="zh-CN" sz="2000" dirty="0"/>
              <a:t>企业版不仅不能自由下载而且还收费，但是该版本提供了更多的功能，可以享受完备的技术支持</a:t>
            </a:r>
            <a:endParaRPr lang="zh-CN" altLang="en-US" sz="2000" b="1" spc="200" dirty="0">
              <a:cs typeface="+mj-cs"/>
            </a:endParaRP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EE43B45-2106-43B8-A62D-29F2BF8A8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01897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392" y="260648"/>
            <a:ext cx="10852150" cy="716915"/>
          </a:xfrm>
        </p:spPr>
        <p:txBody>
          <a:bodyPr>
            <a:normAutofit fontScale="90000"/>
          </a:bodyPr>
          <a:lstStyle/>
          <a:p>
            <a:r>
              <a:rPr lang="en-US" altLang="zh-CN" dirty="0"/>
              <a:t>14.2.1	</a:t>
            </a:r>
            <a:r>
              <a:rPr lang="zh-CN" altLang="en-US" dirty="0"/>
              <a:t>安装</a:t>
            </a:r>
            <a:r>
              <a:rPr lang="en-US" altLang="zh-CN" dirty="0"/>
              <a:t>MySQL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51384" y="980729"/>
            <a:ext cx="10801200" cy="864095"/>
          </a:xfrm>
        </p:spPr>
        <p:txBody>
          <a:bodyPr>
            <a:normAutofit/>
          </a:bodyPr>
          <a:lstStyle/>
          <a:p>
            <a:r>
              <a:rPr lang="zh-CN" altLang="en-US" sz="2000" dirty="0"/>
              <a:t>社区版的官方免费下载使用地址：</a:t>
            </a:r>
            <a:r>
              <a:rPr lang="en-US" altLang="zh-CN" sz="2000" dirty="0">
                <a:hlinkClick r:id="rId2"/>
              </a:rPr>
              <a:t>http://dev.mysql.com/downloads/mysql/</a:t>
            </a:r>
            <a:endParaRPr lang="en-US" altLang="zh-CN" sz="2000" dirty="0"/>
          </a:p>
          <a:p>
            <a:r>
              <a:rPr lang="zh-CN" altLang="en-US" sz="2000" dirty="0"/>
              <a:t>下载安装好之后，需要在安装目录创建</a:t>
            </a:r>
            <a:r>
              <a:rPr lang="en-US" altLang="zh-CN" sz="2000" dirty="0"/>
              <a:t>my.ini</a:t>
            </a:r>
            <a:r>
              <a:rPr lang="zh-CN" altLang="en-US" sz="2000" dirty="0"/>
              <a:t>配置文件，并编辑</a:t>
            </a:r>
            <a:r>
              <a:rPr lang="en-US" altLang="zh-CN" sz="2000" dirty="0"/>
              <a:t>my.ini</a:t>
            </a:r>
            <a:r>
              <a:rPr lang="zh-CN" altLang="en-US" sz="2000" dirty="0"/>
              <a:t>的配置信息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2560" y="2001029"/>
            <a:ext cx="10783721" cy="4524315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zh-CN" dirty="0"/>
              <a:t>[client]</a:t>
            </a:r>
          </a:p>
          <a:p>
            <a:r>
              <a:rPr lang="en-US" altLang="zh-CN" dirty="0"/>
              <a:t># </a:t>
            </a:r>
            <a:r>
              <a:rPr lang="zh-CN" altLang="en-US" dirty="0"/>
              <a:t>设置</a:t>
            </a:r>
            <a:r>
              <a:rPr lang="en-US" altLang="zh-CN" dirty="0" err="1"/>
              <a:t>mysql</a:t>
            </a:r>
            <a:r>
              <a:rPr lang="zh-CN" altLang="en-US" dirty="0"/>
              <a:t>客户端默认字符集</a:t>
            </a:r>
          </a:p>
          <a:p>
            <a:r>
              <a:rPr lang="en-US" altLang="zh-CN" dirty="0"/>
              <a:t>default-character-set=utf8</a:t>
            </a:r>
          </a:p>
          <a:p>
            <a:r>
              <a:rPr lang="en-US" altLang="zh-CN" dirty="0"/>
              <a:t>[</a:t>
            </a:r>
            <a:r>
              <a:rPr lang="en-US" altLang="zh-CN" dirty="0" err="1"/>
              <a:t>mysqld</a:t>
            </a:r>
            <a:r>
              <a:rPr lang="en-US" altLang="zh-CN" dirty="0"/>
              <a:t>]</a:t>
            </a:r>
          </a:p>
          <a:p>
            <a:r>
              <a:rPr lang="en-US" altLang="zh-CN" dirty="0"/>
              <a:t># </a:t>
            </a:r>
            <a:r>
              <a:rPr lang="zh-CN" altLang="en-US" dirty="0"/>
              <a:t>设置</a:t>
            </a:r>
            <a:r>
              <a:rPr lang="en-US" altLang="zh-CN" dirty="0"/>
              <a:t>3306</a:t>
            </a:r>
            <a:r>
              <a:rPr lang="zh-CN" altLang="en-US" dirty="0"/>
              <a:t>端口</a:t>
            </a:r>
          </a:p>
          <a:p>
            <a:r>
              <a:rPr lang="en-US" altLang="zh-CN" dirty="0"/>
              <a:t>port = 3306</a:t>
            </a:r>
          </a:p>
          <a:p>
            <a:r>
              <a:rPr lang="en-US" altLang="zh-CN" dirty="0"/>
              <a:t># </a:t>
            </a:r>
            <a:r>
              <a:rPr lang="zh-CN" altLang="en-US" dirty="0"/>
              <a:t>设置</a:t>
            </a:r>
            <a:r>
              <a:rPr lang="en-US" altLang="zh-CN" dirty="0" err="1"/>
              <a:t>mysql</a:t>
            </a:r>
            <a:r>
              <a:rPr lang="zh-CN" altLang="en-US" dirty="0"/>
              <a:t>的安装目录</a:t>
            </a:r>
          </a:p>
          <a:p>
            <a:r>
              <a:rPr lang="en-US" altLang="zh-CN" dirty="0" err="1"/>
              <a:t>basedir</a:t>
            </a:r>
            <a:r>
              <a:rPr lang="en-US" altLang="zh-CN" dirty="0"/>
              <a:t>=D:\\MySql8.0.17</a:t>
            </a:r>
          </a:p>
          <a:p>
            <a:r>
              <a:rPr lang="en-US" altLang="zh-CN" dirty="0"/>
              <a:t># </a:t>
            </a:r>
            <a:r>
              <a:rPr lang="zh-CN" altLang="en-US" dirty="0"/>
              <a:t>设置</a:t>
            </a:r>
            <a:r>
              <a:rPr lang="en-US" altLang="zh-CN" dirty="0" err="1"/>
              <a:t>mysql</a:t>
            </a:r>
            <a:r>
              <a:rPr lang="zh-CN" altLang="en-US" dirty="0"/>
              <a:t>数据库的数据的存放目录，</a:t>
            </a:r>
            <a:r>
              <a:rPr lang="en-US" altLang="zh-CN" dirty="0"/>
              <a:t>MySQL8+</a:t>
            </a:r>
            <a:r>
              <a:rPr lang="zh-CN" altLang="en-US" dirty="0"/>
              <a:t>不需要以下配置，系统自己生成即可，否则有可能报错</a:t>
            </a:r>
          </a:p>
          <a:p>
            <a:r>
              <a:rPr lang="en-US" altLang="zh-CN" dirty="0"/>
              <a:t># </a:t>
            </a:r>
            <a:r>
              <a:rPr lang="en-US" altLang="zh-CN" dirty="0" err="1"/>
              <a:t>datadir</a:t>
            </a:r>
            <a:r>
              <a:rPr lang="en-US" altLang="zh-CN" dirty="0"/>
              <a:t>=D:\\</a:t>
            </a:r>
            <a:r>
              <a:rPr lang="en-US" altLang="zh-CN" dirty="0" err="1"/>
              <a:t>sqldata</a:t>
            </a:r>
            <a:endParaRPr lang="en-US" altLang="zh-CN" dirty="0"/>
          </a:p>
          <a:p>
            <a:r>
              <a:rPr lang="en-US" altLang="zh-CN" dirty="0"/>
              <a:t># </a:t>
            </a:r>
            <a:r>
              <a:rPr lang="zh-CN" altLang="en-US" dirty="0"/>
              <a:t>允许最大连接数</a:t>
            </a:r>
          </a:p>
          <a:p>
            <a:r>
              <a:rPr lang="en-US" altLang="zh-CN" dirty="0" err="1"/>
              <a:t>max_connections</a:t>
            </a:r>
            <a:r>
              <a:rPr lang="en-US" altLang="zh-CN" dirty="0"/>
              <a:t>=20</a:t>
            </a:r>
          </a:p>
          <a:p>
            <a:r>
              <a:rPr lang="en-US" altLang="zh-CN" dirty="0"/>
              <a:t># </a:t>
            </a:r>
            <a:r>
              <a:rPr lang="zh-CN" altLang="en-US" dirty="0"/>
              <a:t>服务端使用的字符集默认为</a:t>
            </a:r>
            <a:r>
              <a:rPr lang="en-US" altLang="zh-CN" dirty="0"/>
              <a:t>8</a:t>
            </a:r>
            <a:r>
              <a:rPr lang="zh-CN" altLang="en-US" dirty="0"/>
              <a:t>比特编码的</a:t>
            </a:r>
            <a:r>
              <a:rPr lang="en-US" altLang="zh-CN" dirty="0"/>
              <a:t>latin1</a:t>
            </a:r>
            <a:r>
              <a:rPr lang="zh-CN" altLang="en-US" dirty="0"/>
              <a:t>字符集</a:t>
            </a:r>
          </a:p>
          <a:p>
            <a:r>
              <a:rPr lang="en-US" altLang="zh-CN" dirty="0"/>
              <a:t>character-set-server=utf8</a:t>
            </a:r>
          </a:p>
          <a:p>
            <a:r>
              <a:rPr lang="en-US" altLang="zh-CN" dirty="0"/>
              <a:t># </a:t>
            </a:r>
            <a:r>
              <a:rPr lang="zh-CN" altLang="en-US" dirty="0"/>
              <a:t>创建新表时将使用的默认存储引擎</a:t>
            </a:r>
          </a:p>
          <a:p>
            <a:r>
              <a:rPr lang="en-US" altLang="zh-CN" dirty="0"/>
              <a:t>default-storage-engine=INNODB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282CF2A-B723-4741-8A00-1A313FFD76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06540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3392" y="980728"/>
            <a:ext cx="10852150" cy="963917"/>
          </a:xfrm>
        </p:spPr>
        <p:txBody>
          <a:bodyPr>
            <a:normAutofit fontScale="85000" lnSpcReduction="10000"/>
          </a:bodyPr>
          <a:lstStyle/>
          <a:p>
            <a:r>
              <a:rPr lang="zh-CN" altLang="en-US" dirty="0"/>
              <a:t>要使用</a:t>
            </a:r>
            <a:r>
              <a:rPr lang="en-US" altLang="zh-CN" dirty="0"/>
              <a:t>MySQL</a:t>
            </a:r>
            <a:r>
              <a:rPr lang="zh-CN" altLang="en-US" dirty="0"/>
              <a:t>，必须先启动</a:t>
            </a:r>
            <a:r>
              <a:rPr lang="en-US" altLang="zh-CN" dirty="0"/>
              <a:t>MySQL</a:t>
            </a:r>
            <a:r>
              <a:rPr lang="zh-CN" altLang="en-US" dirty="0"/>
              <a:t>服务，然后使用</a:t>
            </a:r>
            <a:r>
              <a:rPr lang="en-US" altLang="zh-CN" dirty="0"/>
              <a:t>MySQL</a:t>
            </a:r>
            <a:r>
              <a:rPr lang="zh-CN" altLang="en-US" dirty="0"/>
              <a:t>客户端程序去连接已经启动的</a:t>
            </a:r>
            <a:r>
              <a:rPr lang="en-US" altLang="zh-CN" dirty="0"/>
              <a:t>MySQL</a:t>
            </a:r>
            <a:r>
              <a:rPr lang="zh-CN" altLang="en-US" dirty="0"/>
              <a:t>服务器，输入正确的用户名和密码</a:t>
            </a:r>
          </a:p>
        </p:txBody>
      </p:sp>
      <p:sp>
        <p:nvSpPr>
          <p:cNvPr id="4" name="矩形 3"/>
          <p:cNvSpPr/>
          <p:nvPr/>
        </p:nvSpPr>
        <p:spPr>
          <a:xfrm>
            <a:off x="767408" y="332656"/>
            <a:ext cx="871296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1" fontAlgn="auto" hangingPunct="1"/>
            <a:r>
              <a:rPr lang="en-US" altLang="zh-CN" sz="2400" spc="200" noProof="1">
                <a:solidFill>
                  <a:schemeClr val="tx1">
                    <a:lumMod val="85000"/>
                    <a:lumOff val="15000"/>
                  </a:schemeClr>
                </a:solidFill>
                <a:ea typeface="微软雅黑" panose="020B0503020204020204" charset="-122"/>
                <a:cs typeface="+mj-cs"/>
                <a:sym typeface="+mn-ea"/>
              </a:rPr>
              <a:t>1. </a:t>
            </a:r>
            <a:r>
              <a:rPr lang="zh-CN" altLang="zh-CN" sz="2400" spc="200" noProof="1">
                <a:solidFill>
                  <a:schemeClr val="tx1">
                    <a:lumMod val="85000"/>
                    <a:lumOff val="15000"/>
                  </a:schemeClr>
                </a:solidFill>
                <a:ea typeface="微软雅黑" panose="020B0503020204020204" charset="-122"/>
                <a:cs typeface="+mj-cs"/>
                <a:sym typeface="+mn-ea"/>
              </a:rPr>
              <a:t>启动和关闭</a:t>
            </a:r>
            <a:r>
              <a:rPr lang="en-US" altLang="zh-CN" sz="2400" spc="200" noProof="1">
                <a:solidFill>
                  <a:schemeClr val="tx1">
                    <a:lumMod val="85000"/>
                    <a:lumOff val="15000"/>
                  </a:schemeClr>
                </a:solidFill>
                <a:ea typeface="微软雅黑" panose="020B0503020204020204" charset="-122"/>
                <a:cs typeface="+mj-cs"/>
                <a:sym typeface="+mn-ea"/>
              </a:rPr>
              <a:t>MySQL</a:t>
            </a:r>
            <a:r>
              <a:rPr lang="zh-CN" altLang="zh-CN" sz="2400" spc="200" noProof="1">
                <a:solidFill>
                  <a:schemeClr val="tx1">
                    <a:lumMod val="85000"/>
                    <a:lumOff val="15000"/>
                  </a:schemeClr>
                </a:solidFill>
                <a:ea typeface="微软雅黑" panose="020B0503020204020204" charset="-122"/>
                <a:cs typeface="+mj-cs"/>
                <a:sym typeface="+mn-ea"/>
              </a:rPr>
              <a:t>服务</a:t>
            </a:r>
          </a:p>
        </p:txBody>
      </p:sp>
      <p:sp>
        <p:nvSpPr>
          <p:cNvPr id="5" name="矩形 4"/>
          <p:cNvSpPr/>
          <p:nvPr/>
        </p:nvSpPr>
        <p:spPr>
          <a:xfrm>
            <a:off x="767408" y="1988840"/>
            <a:ext cx="6840760" cy="43396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1" fontAlgn="auto" hangingPunct="1"/>
            <a:r>
              <a:rPr lang="en-US" altLang="zh-CN" sz="2400" spc="200" noProof="1">
                <a:solidFill>
                  <a:schemeClr val="tx1">
                    <a:lumMod val="85000"/>
                    <a:lumOff val="15000"/>
                  </a:schemeClr>
                </a:solidFill>
                <a:ea typeface="微软雅黑" panose="020B0503020204020204" charset="-122"/>
                <a:cs typeface="+mj-cs"/>
                <a:sym typeface="+mn-ea"/>
              </a:rPr>
              <a:t>MySql</a:t>
            </a:r>
            <a:r>
              <a:rPr lang="zh-CN" altLang="en-US" sz="2400" spc="200" noProof="1">
                <a:solidFill>
                  <a:schemeClr val="tx1">
                    <a:lumMod val="85000"/>
                    <a:lumOff val="15000"/>
                  </a:schemeClr>
                </a:solidFill>
                <a:ea typeface="微软雅黑" panose="020B0503020204020204" charset="-122"/>
                <a:cs typeface="+mj-cs"/>
                <a:sym typeface="+mn-ea"/>
              </a:rPr>
              <a:t>启动步骤：</a:t>
            </a:r>
            <a:endParaRPr lang="en-US" altLang="zh-CN" sz="2400" spc="200" noProof="1">
              <a:solidFill>
                <a:schemeClr val="tx1">
                  <a:lumMod val="85000"/>
                  <a:lumOff val="15000"/>
                </a:schemeClr>
              </a:solidFill>
              <a:ea typeface="微软雅黑" panose="020B0503020204020204" charset="-122"/>
              <a:cs typeface="+mj-cs"/>
              <a:sym typeface="+mn-ea"/>
            </a:endParaRPr>
          </a:p>
          <a:p>
            <a:pPr eaLnBrk="1" fontAlgn="auto" hangingPunct="1">
              <a:spcBef>
                <a:spcPts val="600"/>
              </a:spcBef>
              <a:spcAft>
                <a:spcPts val="600"/>
              </a:spcAft>
            </a:pPr>
            <a:r>
              <a:rPr lang="zh-CN" altLang="en-US" sz="2200" spc="150" noProof="1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sym typeface="+mn-ea"/>
              </a:rPr>
              <a:t>（</a:t>
            </a:r>
            <a:r>
              <a:rPr lang="en-US" altLang="zh-CN" sz="2200" spc="150" noProof="1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sym typeface="+mn-ea"/>
              </a:rPr>
              <a:t>1</a:t>
            </a:r>
            <a:r>
              <a:rPr lang="zh-CN" altLang="en-US" sz="2200" spc="150" noProof="1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sym typeface="+mn-ea"/>
              </a:rPr>
              <a:t>）以管理员身份打开</a:t>
            </a:r>
            <a:r>
              <a:rPr lang="en-US" altLang="zh-CN" sz="2200" spc="150" noProof="1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sym typeface="+mn-ea"/>
              </a:rPr>
              <a:t>cmd</a:t>
            </a:r>
            <a:r>
              <a:rPr lang="zh-CN" altLang="en-US" sz="2200" spc="150" noProof="1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sym typeface="+mn-ea"/>
              </a:rPr>
              <a:t>命令行工具，切换到目录</a:t>
            </a:r>
            <a:r>
              <a:rPr lang="en-US" altLang="zh-CN" sz="2200" spc="150" noProof="1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sym typeface="+mn-ea"/>
              </a:rPr>
              <a:t>D:\MySQL8.0.17\bin</a:t>
            </a:r>
            <a:r>
              <a:rPr lang="zh-CN" altLang="en-US" sz="2200" spc="150" noProof="1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sym typeface="+mn-ea"/>
              </a:rPr>
              <a:t>。（图</a:t>
            </a:r>
            <a:r>
              <a:rPr lang="en-US" altLang="zh-CN" sz="2200" spc="150" noProof="1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sym typeface="+mn-ea"/>
              </a:rPr>
              <a:t>1</a:t>
            </a:r>
            <a:r>
              <a:rPr lang="zh-CN" altLang="en-US" sz="2200" spc="150" noProof="1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sym typeface="+mn-ea"/>
              </a:rPr>
              <a:t>）</a:t>
            </a:r>
          </a:p>
          <a:p>
            <a:pPr eaLnBrk="1" fontAlgn="auto" hangingPunct="1">
              <a:spcBef>
                <a:spcPts val="600"/>
              </a:spcBef>
              <a:spcAft>
                <a:spcPts val="600"/>
              </a:spcAft>
            </a:pPr>
            <a:r>
              <a:rPr lang="zh-CN" altLang="en-US" sz="2200" spc="150" noProof="1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sym typeface="+mn-ea"/>
              </a:rPr>
              <a:t>（</a:t>
            </a:r>
            <a:r>
              <a:rPr lang="en-US" altLang="zh-CN" sz="2200" spc="150" noProof="1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sym typeface="+mn-ea"/>
              </a:rPr>
              <a:t>2</a:t>
            </a:r>
            <a:r>
              <a:rPr lang="zh-CN" altLang="en-US" sz="2200" spc="150" noProof="1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sym typeface="+mn-ea"/>
              </a:rPr>
              <a:t>）输入命令</a:t>
            </a:r>
            <a:r>
              <a:rPr lang="en-US" altLang="zh-CN" sz="2200" spc="150" noProof="1">
                <a:solidFill>
                  <a:srgbClr val="FF0000"/>
                </a:solidFill>
                <a:latin typeface="+mn-ea"/>
                <a:ea typeface="+mn-ea"/>
                <a:sym typeface="+mn-ea"/>
              </a:rPr>
              <a:t>mysqld --initialize --console</a:t>
            </a:r>
            <a:r>
              <a:rPr lang="zh-CN" altLang="en-US" sz="2200" spc="150" noProof="1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sym typeface="+mn-ea"/>
              </a:rPr>
              <a:t>，初始化数据库，执行完该命令后，会输出</a:t>
            </a:r>
            <a:r>
              <a:rPr lang="en-US" altLang="zh-CN" sz="2200" spc="150" noProof="1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sym typeface="+mn-ea"/>
              </a:rPr>
              <a:t>root</a:t>
            </a:r>
            <a:r>
              <a:rPr lang="zh-CN" altLang="en-US" sz="2200" spc="150" noProof="1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sym typeface="+mn-ea"/>
              </a:rPr>
              <a:t>用户的初始默认密码。</a:t>
            </a:r>
            <a:r>
              <a:rPr lang="zh-CN" altLang="en-US" sz="2200" spc="150" noProof="1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（图</a:t>
            </a:r>
            <a:r>
              <a:rPr lang="en-US" altLang="zh-CN" sz="2200" spc="150" noProof="1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2</a:t>
            </a:r>
            <a:r>
              <a:rPr lang="zh-CN" altLang="en-US" sz="2200" spc="150" noProof="1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）</a:t>
            </a:r>
            <a:endParaRPr lang="zh-CN" altLang="en-US" sz="2200" spc="150" noProof="1">
              <a:solidFill>
                <a:schemeClr val="tx1">
                  <a:lumMod val="85000"/>
                  <a:lumOff val="15000"/>
                </a:schemeClr>
              </a:solidFill>
              <a:latin typeface="+mn-ea"/>
              <a:ea typeface="+mn-ea"/>
              <a:sym typeface="+mn-ea"/>
            </a:endParaRPr>
          </a:p>
          <a:p>
            <a:pPr eaLnBrk="1" fontAlgn="auto" hangingPunct="1">
              <a:spcBef>
                <a:spcPts val="600"/>
              </a:spcBef>
              <a:spcAft>
                <a:spcPts val="600"/>
              </a:spcAft>
            </a:pPr>
            <a:r>
              <a:rPr lang="zh-CN" altLang="en-US" sz="2200" spc="150" noProof="1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sym typeface="+mn-ea"/>
              </a:rPr>
              <a:t>（</a:t>
            </a:r>
            <a:r>
              <a:rPr lang="en-US" altLang="zh-CN" sz="2200" spc="150" noProof="1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sym typeface="+mn-ea"/>
              </a:rPr>
              <a:t>3</a:t>
            </a:r>
            <a:r>
              <a:rPr lang="zh-CN" altLang="en-US" sz="2200" spc="150" noProof="1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sym typeface="+mn-ea"/>
              </a:rPr>
              <a:t>）执行安装命令“</a:t>
            </a:r>
            <a:r>
              <a:rPr lang="en-US" altLang="zh-CN" sz="2200" spc="150" noProof="1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sym typeface="+mn-ea"/>
              </a:rPr>
              <a:t>mysqld install”</a:t>
            </a:r>
            <a:r>
              <a:rPr lang="zh-CN" altLang="en-US" sz="2200" spc="150" noProof="1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sym typeface="+mn-ea"/>
              </a:rPr>
              <a:t>。一切准备就绪后，就可以启动或关闭</a:t>
            </a:r>
            <a:r>
              <a:rPr lang="en-US" altLang="zh-CN" sz="2200" spc="150" noProof="1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sym typeface="+mn-ea"/>
              </a:rPr>
              <a:t>MySQL</a:t>
            </a:r>
            <a:r>
              <a:rPr lang="zh-CN" altLang="en-US" sz="2200" spc="150" noProof="1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sym typeface="+mn-ea"/>
              </a:rPr>
              <a:t>服务了，启动和关闭服务的命令分别是“</a:t>
            </a:r>
            <a:r>
              <a:rPr lang="en-US" altLang="zh-CN" sz="2200" spc="150" noProof="1">
                <a:solidFill>
                  <a:srgbClr val="FF0000"/>
                </a:solidFill>
                <a:latin typeface="+mn-ea"/>
                <a:ea typeface="+mn-ea"/>
                <a:sym typeface="+mn-ea"/>
              </a:rPr>
              <a:t>net start mysql</a:t>
            </a:r>
            <a:r>
              <a:rPr lang="en-US" altLang="zh-CN" sz="2200" spc="150" noProof="1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sym typeface="+mn-ea"/>
              </a:rPr>
              <a:t>”</a:t>
            </a:r>
            <a:r>
              <a:rPr lang="zh-CN" altLang="en-US" sz="2200" spc="150" noProof="1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sym typeface="+mn-ea"/>
              </a:rPr>
              <a:t>和“</a:t>
            </a:r>
            <a:r>
              <a:rPr lang="en-US" altLang="zh-CN" sz="2200" spc="150" noProof="1">
                <a:solidFill>
                  <a:srgbClr val="FF0000"/>
                </a:solidFill>
                <a:latin typeface="+mn-ea"/>
                <a:ea typeface="+mn-ea"/>
                <a:sym typeface="+mn-ea"/>
              </a:rPr>
              <a:t>net stop mysql</a:t>
            </a:r>
            <a:r>
              <a:rPr lang="en-US" altLang="zh-CN" sz="2200" spc="150" noProof="1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sym typeface="+mn-ea"/>
              </a:rPr>
              <a:t>”</a:t>
            </a:r>
            <a:r>
              <a:rPr lang="zh-CN" altLang="en-US" sz="2200" spc="150" noProof="1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 （图</a:t>
            </a:r>
            <a:r>
              <a:rPr lang="en-US" altLang="zh-CN" sz="2200" spc="150" noProof="1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3</a:t>
            </a:r>
            <a:r>
              <a:rPr lang="zh-CN" altLang="en-US" sz="2200" spc="150" noProof="1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）</a:t>
            </a:r>
            <a:endParaRPr lang="en-US" altLang="zh-CN" sz="2200" spc="150" noProof="1">
              <a:solidFill>
                <a:schemeClr val="tx1">
                  <a:lumMod val="85000"/>
                  <a:lumOff val="15000"/>
                </a:schemeClr>
              </a:solidFill>
              <a:latin typeface="+mn-ea"/>
              <a:ea typeface="+mn-ea"/>
              <a:sym typeface="+mn-ea"/>
            </a:endParaRPr>
          </a:p>
          <a:p>
            <a:pPr lvl="0" eaLnBrk="1" fontAlgn="auto" hangingPunct="1"/>
            <a:endParaRPr lang="en-US" altLang="zh-CN" sz="2400" spc="200" noProof="1">
              <a:solidFill>
                <a:schemeClr val="tx1">
                  <a:lumMod val="85000"/>
                  <a:lumOff val="15000"/>
                </a:schemeClr>
              </a:solidFill>
              <a:ea typeface="微软雅黑" panose="020B0503020204020204" charset="-122"/>
              <a:cs typeface="+mj-cs"/>
              <a:sym typeface="+mn-ea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08168" y="2132856"/>
            <a:ext cx="4362085" cy="357847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17374" y="5795972"/>
            <a:ext cx="15311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图</a:t>
            </a:r>
            <a:r>
              <a:rPr lang="en-US" altLang="zh-CN" dirty="0"/>
              <a:t>1 </a:t>
            </a:r>
            <a:r>
              <a:rPr lang="zh-CN" altLang="en-US" dirty="0"/>
              <a:t>命令窗口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B38408C0-FA10-4CD5-9377-2B3D72132E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330773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376" y="980727"/>
            <a:ext cx="5589798" cy="3777173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4032" y="980728"/>
            <a:ext cx="5256584" cy="377717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20137" y="5013176"/>
            <a:ext cx="33843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图</a:t>
            </a:r>
            <a:r>
              <a:rPr lang="en-US" altLang="zh-CN" dirty="0"/>
              <a:t>3 </a:t>
            </a:r>
            <a:r>
              <a:rPr lang="zh-CN" altLang="en-US" dirty="0"/>
              <a:t>启动和关闭</a:t>
            </a:r>
            <a:r>
              <a:rPr lang="en-US" altLang="zh-CN" dirty="0"/>
              <a:t>MySQL</a:t>
            </a:r>
            <a:r>
              <a:rPr lang="zh-CN" altLang="en-US" dirty="0"/>
              <a:t>服务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35560" y="5013176"/>
            <a:ext cx="19928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图</a:t>
            </a:r>
            <a:r>
              <a:rPr lang="en-US" altLang="zh-CN" dirty="0"/>
              <a:t>2 </a:t>
            </a:r>
            <a:r>
              <a:rPr lang="zh-CN" altLang="en-US" dirty="0"/>
              <a:t>初始化数据库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F08EE503-127C-4A3A-AED5-60FDDB37F6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444962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69925" y="1160145"/>
            <a:ext cx="6722219" cy="133275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zh-CN" altLang="en-US" sz="2200" dirty="0"/>
              <a:t>（</a:t>
            </a:r>
            <a:r>
              <a:rPr lang="en-US" altLang="zh-CN" sz="2200" dirty="0"/>
              <a:t>1</a:t>
            </a:r>
            <a:r>
              <a:rPr lang="zh-CN" altLang="en-US" sz="2200" dirty="0"/>
              <a:t>）以命令窗口方式连接</a:t>
            </a:r>
            <a:r>
              <a:rPr lang="en-US" altLang="zh-CN" sz="2200" dirty="0"/>
              <a:t>MySQL</a:t>
            </a:r>
            <a:r>
              <a:rPr lang="zh-CN" altLang="en-US" sz="2200" dirty="0"/>
              <a:t>数据库</a:t>
            </a:r>
          </a:p>
          <a:p>
            <a:r>
              <a:rPr lang="zh-CN" altLang="en-US" sz="2200" dirty="0"/>
              <a:t>首先打开</a:t>
            </a:r>
            <a:r>
              <a:rPr lang="en-US" altLang="zh-CN" sz="2200" dirty="0"/>
              <a:t>Windows</a:t>
            </a:r>
            <a:r>
              <a:rPr lang="zh-CN" altLang="en-US" sz="2200" dirty="0"/>
              <a:t>命令提示符，输入以</a:t>
            </a:r>
            <a:endParaRPr lang="en-US" altLang="zh-CN" sz="2200" dirty="0"/>
          </a:p>
          <a:p>
            <a:r>
              <a:rPr lang="zh-CN" altLang="en-US" sz="2200" dirty="0"/>
              <a:t>下格式的命名：</a:t>
            </a:r>
          </a:p>
        </p:txBody>
      </p:sp>
      <p:sp>
        <p:nvSpPr>
          <p:cNvPr id="4" name="矩形 3"/>
          <p:cNvSpPr/>
          <p:nvPr/>
        </p:nvSpPr>
        <p:spPr>
          <a:xfrm>
            <a:off x="695400" y="404664"/>
            <a:ext cx="871296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1" fontAlgn="auto" hangingPunct="1"/>
            <a:r>
              <a:rPr lang="en-US" altLang="zh-CN" sz="2400" spc="200" noProof="1">
                <a:solidFill>
                  <a:schemeClr val="tx1">
                    <a:lumMod val="85000"/>
                    <a:lumOff val="15000"/>
                  </a:schemeClr>
                </a:solidFill>
                <a:ea typeface="微软雅黑" panose="020B0503020204020204" charset="-122"/>
                <a:cs typeface="+mj-cs"/>
                <a:sym typeface="+mn-ea"/>
              </a:rPr>
              <a:t>2</a:t>
            </a:r>
            <a:r>
              <a:rPr lang="zh-CN" altLang="en-US" sz="2400" spc="200" noProof="1">
                <a:solidFill>
                  <a:schemeClr val="tx1">
                    <a:lumMod val="85000"/>
                    <a:lumOff val="15000"/>
                  </a:schemeClr>
                </a:solidFill>
                <a:ea typeface="微软雅黑" panose="020B0503020204020204" charset="-122"/>
                <a:cs typeface="+mj-cs"/>
                <a:sym typeface="+mn-ea"/>
              </a:rPr>
              <a:t>．连接</a:t>
            </a:r>
            <a:r>
              <a:rPr lang="en-US" altLang="zh-CN" sz="2400" spc="200" noProof="1">
                <a:solidFill>
                  <a:schemeClr val="tx1">
                    <a:lumMod val="85000"/>
                    <a:lumOff val="15000"/>
                  </a:schemeClr>
                </a:solidFill>
                <a:ea typeface="微软雅黑" panose="020B0503020204020204" charset="-122"/>
                <a:cs typeface="+mj-cs"/>
                <a:sym typeface="+mn-ea"/>
              </a:rPr>
              <a:t>MySQL</a:t>
            </a:r>
            <a:r>
              <a:rPr lang="zh-CN" altLang="en-US" sz="2400" spc="200" noProof="1">
                <a:solidFill>
                  <a:schemeClr val="tx1">
                    <a:lumMod val="85000"/>
                    <a:lumOff val="15000"/>
                  </a:schemeClr>
                </a:solidFill>
                <a:ea typeface="微软雅黑" panose="020B0503020204020204" charset="-122"/>
                <a:cs typeface="+mj-cs"/>
                <a:sym typeface="+mn-ea"/>
              </a:rPr>
              <a:t>数据库</a:t>
            </a:r>
            <a:endParaRPr lang="zh-CN" altLang="zh-CN" sz="2400" spc="200" noProof="1">
              <a:solidFill>
                <a:schemeClr val="tx1">
                  <a:lumMod val="85000"/>
                  <a:lumOff val="15000"/>
                </a:schemeClr>
              </a:solidFill>
              <a:ea typeface="微软雅黑" panose="020B0503020204020204" charset="-122"/>
              <a:cs typeface="+mj-cs"/>
              <a:sym typeface="+mn-ea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241016" y="2895327"/>
            <a:ext cx="4680520" cy="461665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2400" dirty="0" err="1"/>
              <a:t>mysql</a:t>
            </a:r>
            <a:r>
              <a:rPr lang="en-US" altLang="zh-CN" sz="2400" dirty="0"/>
              <a:t> -h </a:t>
            </a:r>
            <a:r>
              <a:rPr lang="zh-CN" altLang="en-US" sz="2400" dirty="0"/>
              <a:t>主机名 </a:t>
            </a:r>
            <a:r>
              <a:rPr lang="en-US" altLang="zh-CN" sz="2400" dirty="0"/>
              <a:t>-u </a:t>
            </a:r>
            <a:r>
              <a:rPr lang="zh-CN" altLang="en-US" sz="2400" dirty="0"/>
              <a:t>用户名 </a:t>
            </a:r>
            <a:r>
              <a:rPr lang="en-US" altLang="zh-CN" sz="2400" dirty="0"/>
              <a:t>-p</a:t>
            </a:r>
          </a:p>
        </p:txBody>
      </p:sp>
      <p:sp>
        <p:nvSpPr>
          <p:cNvPr id="6" name="内容占位符 2"/>
          <p:cNvSpPr txBox="1">
            <a:spLocks/>
          </p:cNvSpPr>
          <p:nvPr/>
        </p:nvSpPr>
        <p:spPr>
          <a:xfrm>
            <a:off x="695400" y="3501008"/>
            <a:ext cx="5606975" cy="1008112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8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28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8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8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8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200" dirty="0"/>
              <a:t>按回车确认后，如果安装正确且</a:t>
            </a:r>
            <a:r>
              <a:rPr lang="en-US" altLang="zh-CN" sz="2200" dirty="0"/>
              <a:t>MySQL</a:t>
            </a:r>
            <a:r>
              <a:rPr lang="zh-CN" altLang="en-US" sz="2200" dirty="0"/>
              <a:t>正在运行，会得到以下响应：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2623" y="4623519"/>
            <a:ext cx="4752528" cy="461665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2400" dirty="0"/>
              <a:t>Enter password:</a:t>
            </a:r>
          </a:p>
        </p:txBody>
      </p:sp>
      <p:sp>
        <p:nvSpPr>
          <p:cNvPr id="8" name="内容占位符 2"/>
          <p:cNvSpPr txBox="1">
            <a:spLocks/>
          </p:cNvSpPr>
          <p:nvPr/>
        </p:nvSpPr>
        <p:spPr>
          <a:xfrm>
            <a:off x="767408" y="5229200"/>
            <a:ext cx="5976663" cy="1440160"/>
          </a:xfrm>
          <a:prstGeom prst="rect">
            <a:avLst/>
          </a:prstGeom>
        </p:spPr>
        <p:txBody>
          <a:bodyPr vert="horz" lIns="90000" tIns="46800" rIns="90000" bIns="46800" rtlCol="0">
            <a:normAutofit lnSpcReduction="10000"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8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28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8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8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8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400" dirty="0"/>
              <a:t>输入密码登录，登录成功后将会看到“</a:t>
            </a:r>
            <a:r>
              <a:rPr lang="en-US" altLang="zh-CN" sz="2400" dirty="0" err="1"/>
              <a:t>Welecome</a:t>
            </a:r>
            <a:r>
              <a:rPr lang="en-US" altLang="zh-CN" sz="2400" dirty="0"/>
              <a:t> to the MySQL monitor...”</a:t>
            </a:r>
            <a:r>
              <a:rPr lang="zh-CN" altLang="en-US" sz="2400" dirty="0"/>
              <a:t>的提示语。（如图</a:t>
            </a:r>
            <a:r>
              <a:rPr lang="en-US" altLang="zh-CN" sz="2400" dirty="0"/>
              <a:t>4</a:t>
            </a:r>
            <a:r>
              <a:rPr lang="zh-CN" altLang="en-US" sz="2400" dirty="0"/>
              <a:t>所示）</a:t>
            </a: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4033" y="980728"/>
            <a:ext cx="5472608" cy="410445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20137" y="5229200"/>
            <a:ext cx="33843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图</a:t>
            </a:r>
            <a:r>
              <a:rPr lang="en-US" altLang="zh-CN" dirty="0"/>
              <a:t>4 </a:t>
            </a:r>
            <a:r>
              <a:rPr lang="zh-CN" altLang="en-US" dirty="0"/>
              <a:t>连接</a:t>
            </a:r>
            <a:r>
              <a:rPr lang="en-US" altLang="zh-CN" dirty="0"/>
              <a:t>MySQL</a:t>
            </a:r>
            <a:r>
              <a:rPr lang="zh-CN" altLang="en-US" dirty="0"/>
              <a:t>服务器窗口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50258250-456F-4F6F-810A-59DBFE133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97112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/>
          <p:cNvSpPr>
            <a:spLocks noGrp="1"/>
          </p:cNvSpPr>
          <p:nvPr>
            <p:ph idx="1"/>
          </p:nvPr>
        </p:nvSpPr>
        <p:spPr>
          <a:xfrm>
            <a:off x="338064" y="764704"/>
            <a:ext cx="6104408" cy="367240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zh-CN" altLang="en-US" sz="2400" dirty="0"/>
              <a:t>（</a:t>
            </a:r>
            <a:r>
              <a:rPr lang="en-US" altLang="zh-CN" sz="2400" dirty="0"/>
              <a:t>2</a:t>
            </a:r>
            <a:r>
              <a:rPr lang="zh-CN" altLang="en-US" sz="2400" dirty="0"/>
              <a:t>）修改</a:t>
            </a:r>
            <a:r>
              <a:rPr lang="en-US" altLang="zh-CN" sz="2400" dirty="0"/>
              <a:t>MySQL</a:t>
            </a:r>
            <a:r>
              <a:rPr lang="zh-CN" altLang="en-US" sz="2400" dirty="0"/>
              <a:t>登录密码</a:t>
            </a:r>
            <a:endParaRPr lang="en-US" altLang="zh-CN" sz="2400" dirty="0"/>
          </a:p>
          <a:p>
            <a:pPr marL="0" indent="0">
              <a:buNone/>
            </a:pPr>
            <a:r>
              <a:rPr lang="en-US" altLang="zh-CN" sz="2400" dirty="0"/>
              <a:t>MySQL</a:t>
            </a:r>
            <a:r>
              <a:rPr lang="zh-CN" altLang="en-US" sz="2400" dirty="0"/>
              <a:t>默认的登录用户名是</a:t>
            </a:r>
            <a:r>
              <a:rPr lang="en-US" altLang="zh-CN" sz="2400" dirty="0"/>
              <a:t>root</a:t>
            </a:r>
            <a:r>
              <a:rPr lang="zh-CN" altLang="en-US" sz="2400" dirty="0"/>
              <a:t>，</a:t>
            </a:r>
            <a:r>
              <a:rPr lang="en-US" altLang="zh-CN" sz="2400" dirty="0"/>
              <a:t>root</a:t>
            </a:r>
            <a:r>
              <a:rPr lang="zh-CN" altLang="en-US" sz="2400" dirty="0"/>
              <a:t>的默认密码是初装</a:t>
            </a:r>
            <a:r>
              <a:rPr lang="en-US" altLang="zh-CN" sz="2400" dirty="0"/>
              <a:t>MySQL</a:t>
            </a:r>
            <a:r>
              <a:rPr lang="zh-CN" altLang="en-US" sz="2400" dirty="0"/>
              <a:t>时系统随机给定的，该密码繁琐且不方便记忆，在连接成功</a:t>
            </a:r>
            <a:r>
              <a:rPr lang="en-US" altLang="zh-CN" sz="2400" dirty="0"/>
              <a:t>MySQL</a:t>
            </a:r>
            <a:r>
              <a:rPr lang="zh-CN" altLang="en-US" sz="2400" dirty="0"/>
              <a:t>后我们可以修改密码，这里将</a:t>
            </a:r>
            <a:r>
              <a:rPr lang="en-US" altLang="zh-CN" sz="2400" dirty="0"/>
              <a:t>root</a:t>
            </a:r>
            <a:r>
              <a:rPr lang="zh-CN" altLang="en-US" sz="2400" dirty="0"/>
              <a:t>密码改为</a:t>
            </a:r>
            <a:r>
              <a:rPr lang="en-US" altLang="zh-CN" sz="2400" dirty="0"/>
              <a:t>123456</a:t>
            </a:r>
            <a:r>
              <a:rPr lang="zh-CN" altLang="en-US" sz="2400" dirty="0"/>
              <a:t>。要修改密码，只要在图</a:t>
            </a:r>
            <a:r>
              <a:rPr lang="en-US" altLang="zh-CN" sz="2400" dirty="0"/>
              <a:t>4</a:t>
            </a:r>
            <a:r>
              <a:rPr lang="zh-CN" altLang="en-US" sz="2400" dirty="0"/>
              <a:t>的界面中输入如下命令：</a:t>
            </a:r>
          </a:p>
          <a:p>
            <a:endParaRPr lang="zh-CN" altLang="en-US" sz="2400" dirty="0"/>
          </a:p>
        </p:txBody>
      </p:sp>
      <p:sp>
        <p:nvSpPr>
          <p:cNvPr id="5" name="TextBox 4"/>
          <p:cNvSpPr txBox="1"/>
          <p:nvPr/>
        </p:nvSpPr>
        <p:spPr>
          <a:xfrm>
            <a:off x="338064" y="5013176"/>
            <a:ext cx="7776864" cy="461665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2400" dirty="0"/>
              <a:t>alter user 'root'@'</a:t>
            </a:r>
            <a:r>
              <a:rPr lang="en-US" altLang="zh-CN" sz="2400" dirty="0" err="1"/>
              <a:t>localhost</a:t>
            </a:r>
            <a:r>
              <a:rPr lang="en-US" altLang="zh-CN" sz="2400" dirty="0"/>
              <a:t>' IDENTIFIED BY '123456';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3144" y="823640"/>
            <a:ext cx="5404100" cy="352839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567364" y="4471823"/>
            <a:ext cx="33843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图</a:t>
            </a:r>
            <a:r>
              <a:rPr lang="en-US" altLang="zh-CN" dirty="0"/>
              <a:t>4  </a:t>
            </a:r>
            <a:r>
              <a:rPr lang="zh-CN" altLang="en-US" dirty="0"/>
              <a:t>修改</a:t>
            </a:r>
            <a:r>
              <a:rPr lang="en-US" altLang="zh-CN" dirty="0"/>
              <a:t>root</a:t>
            </a:r>
            <a:r>
              <a:rPr lang="zh-CN" altLang="en-US" dirty="0"/>
              <a:t>帐号密码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B6DE3FD6-6107-40CC-8A7D-C2C87B3CB1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971219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/>
          <p:cNvSpPr>
            <a:spLocks noGrp="1"/>
          </p:cNvSpPr>
          <p:nvPr>
            <p:ph idx="1"/>
          </p:nvPr>
        </p:nvSpPr>
        <p:spPr>
          <a:xfrm>
            <a:off x="407368" y="548680"/>
            <a:ext cx="11089232" cy="561662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zh-CN" altLang="en-US" sz="2400" dirty="0"/>
              <a:t>（</a:t>
            </a:r>
            <a:r>
              <a:rPr lang="en-US" altLang="zh-CN" sz="2400" dirty="0"/>
              <a:t>3</a:t>
            </a:r>
            <a:r>
              <a:rPr lang="zh-CN" altLang="en-US" sz="2400" dirty="0"/>
              <a:t>）以图形化方式连接</a:t>
            </a:r>
            <a:r>
              <a:rPr lang="en-US" altLang="zh-CN" sz="2400" dirty="0"/>
              <a:t>MySQL</a:t>
            </a:r>
            <a:r>
              <a:rPr lang="zh-CN" altLang="en-US" sz="2400" dirty="0"/>
              <a:t>数据库</a:t>
            </a:r>
            <a:endParaRPr lang="en-US" altLang="zh-CN" sz="2400" dirty="0"/>
          </a:p>
          <a:p>
            <a:pPr marL="0" indent="0">
              <a:buNone/>
            </a:pPr>
            <a:r>
              <a:rPr lang="zh-CN" altLang="en-US" sz="2400" dirty="0"/>
              <a:t>使用</a:t>
            </a:r>
            <a:r>
              <a:rPr lang="en-US" altLang="zh-CN" sz="2400" dirty="0" err="1"/>
              <a:t>Navicat</a:t>
            </a:r>
            <a:r>
              <a:rPr lang="en-US" altLang="zh-CN" sz="2400" dirty="0"/>
              <a:t> Premium</a:t>
            </a:r>
            <a:r>
              <a:rPr lang="zh-CN" altLang="en-US" sz="2400" dirty="0"/>
              <a:t>连接</a:t>
            </a:r>
            <a:r>
              <a:rPr lang="en-US" altLang="zh-CN" sz="2400" dirty="0"/>
              <a:t>MySQL</a:t>
            </a:r>
            <a:r>
              <a:rPr lang="zh-CN" altLang="en-US" sz="2400" dirty="0"/>
              <a:t>的具体操作步骤：</a:t>
            </a:r>
          </a:p>
          <a:p>
            <a:pPr marL="0" indent="0">
              <a:buNone/>
            </a:pPr>
            <a:r>
              <a:rPr lang="zh-CN" altLang="en-US" sz="2400" dirty="0"/>
              <a:t>① 安装并运行</a:t>
            </a:r>
            <a:r>
              <a:rPr lang="en-US" altLang="zh-CN" sz="2400" dirty="0" err="1"/>
              <a:t>Navicat</a:t>
            </a:r>
            <a:r>
              <a:rPr lang="zh-CN" altLang="en-US" sz="2400" dirty="0"/>
              <a:t>图形化数据库管工具。</a:t>
            </a:r>
          </a:p>
          <a:p>
            <a:pPr marL="0" indent="0">
              <a:buNone/>
            </a:pPr>
            <a:r>
              <a:rPr lang="zh-CN" altLang="en-US" sz="2400" dirty="0"/>
              <a:t>② 点击“连接”菜单，选择“</a:t>
            </a:r>
            <a:r>
              <a:rPr lang="en-US" altLang="zh-CN" sz="2400" dirty="0"/>
              <a:t>MySQL</a:t>
            </a:r>
            <a:r>
              <a:rPr lang="zh-CN" altLang="en-US" sz="2400" dirty="0"/>
              <a:t>”新建一个</a:t>
            </a:r>
            <a:r>
              <a:rPr lang="en-US" altLang="zh-CN" sz="2400" dirty="0"/>
              <a:t>MySQL</a:t>
            </a:r>
            <a:r>
              <a:rPr lang="zh-CN" altLang="en-US" sz="2400" dirty="0"/>
              <a:t>数据库连接。</a:t>
            </a:r>
          </a:p>
          <a:p>
            <a:pPr marL="0" indent="0">
              <a:buNone/>
            </a:pPr>
            <a:r>
              <a:rPr lang="zh-CN" altLang="en-US" sz="2400" dirty="0"/>
              <a:t>③ 在“</a:t>
            </a:r>
            <a:r>
              <a:rPr lang="en-US" altLang="zh-CN" sz="2400" dirty="0"/>
              <a:t>MySQL-</a:t>
            </a:r>
            <a:r>
              <a:rPr lang="zh-CN" altLang="en-US" sz="2400" dirty="0"/>
              <a:t>新建连接”对话框中，连接名输入“</a:t>
            </a:r>
            <a:r>
              <a:rPr lang="en-US" altLang="zh-CN" sz="2400" dirty="0" err="1"/>
              <a:t>suda</a:t>
            </a:r>
            <a:r>
              <a:rPr lang="zh-CN" altLang="en-US" sz="2400" dirty="0"/>
              <a:t>”，输入密码“</a:t>
            </a:r>
            <a:r>
              <a:rPr lang="en-US" altLang="zh-CN" sz="2400" dirty="0"/>
              <a:t>123456</a:t>
            </a:r>
            <a:r>
              <a:rPr lang="zh-CN" altLang="en-US" sz="2400" dirty="0"/>
              <a:t>”并点击“测试连接”按钮，如果弹出“连接成功”对话框，表示可以连接上</a:t>
            </a:r>
            <a:r>
              <a:rPr lang="en-US" altLang="zh-CN" sz="2400" dirty="0"/>
              <a:t>MySQL</a:t>
            </a:r>
            <a:r>
              <a:rPr lang="zh-CN" altLang="en-US" sz="2400" dirty="0"/>
              <a:t>，此时点击“确定”按钮即可成功建立连接。</a:t>
            </a:r>
          </a:p>
          <a:p>
            <a:pPr marL="0" indent="0">
              <a:buNone/>
            </a:pPr>
            <a:r>
              <a:rPr lang="zh-CN" altLang="en-US" sz="2400" dirty="0"/>
              <a:t>④ 双击左侧的“</a:t>
            </a:r>
            <a:r>
              <a:rPr lang="en-US" altLang="zh-CN" sz="2400" dirty="0" err="1"/>
              <a:t>suda</a:t>
            </a:r>
            <a:r>
              <a:rPr lang="zh-CN" altLang="en-US" sz="2400" dirty="0"/>
              <a:t>”连接，即可打开连接，然后就可以看到</a:t>
            </a:r>
            <a:r>
              <a:rPr lang="en-US" altLang="zh-CN" sz="2400" dirty="0"/>
              <a:t>MySQL</a:t>
            </a:r>
            <a:r>
              <a:rPr lang="zh-CN" altLang="en-US" sz="2400" dirty="0"/>
              <a:t>自带的</a:t>
            </a:r>
            <a:r>
              <a:rPr lang="en-US" altLang="zh-CN" sz="2400" dirty="0"/>
              <a:t>4</a:t>
            </a:r>
            <a:r>
              <a:rPr lang="zh-CN" altLang="en-US" sz="2400" dirty="0"/>
              <a:t>个数据库。</a:t>
            </a:r>
          </a:p>
          <a:p>
            <a:endParaRPr lang="zh-CN" altLang="en-US" sz="2400" dirty="0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91B2C433-B95C-4E1D-90B4-A315098D7D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678854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14.2.2 </a:t>
            </a:r>
            <a:r>
              <a:rPr lang="zh-CN" altLang="en-US" dirty="0"/>
              <a:t>创建数据库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69924" y="1160145"/>
            <a:ext cx="10898683" cy="1404759"/>
          </a:xfrm>
        </p:spPr>
        <p:txBody>
          <a:bodyPr>
            <a:noAutofit/>
          </a:bodyPr>
          <a:lstStyle/>
          <a:p>
            <a:r>
              <a:rPr lang="zh-CN" altLang="en-US" sz="2000" dirty="0"/>
              <a:t>可视化数据库管理工具</a:t>
            </a:r>
            <a:r>
              <a:rPr lang="en-US" altLang="zh-CN" sz="2000" dirty="0" err="1"/>
              <a:t>Navicat</a:t>
            </a:r>
            <a:r>
              <a:rPr lang="en-US" altLang="zh-CN" sz="2000" dirty="0"/>
              <a:t> Premium</a:t>
            </a:r>
            <a:r>
              <a:rPr lang="zh-CN" altLang="en-US" sz="2000" dirty="0"/>
              <a:t>都可以通过写</a:t>
            </a:r>
            <a:r>
              <a:rPr lang="en-US" altLang="zh-CN" sz="2000" dirty="0"/>
              <a:t>SQL</a:t>
            </a:r>
            <a:r>
              <a:rPr lang="zh-CN" altLang="en-US" sz="2000" dirty="0"/>
              <a:t>语句来创建数据库</a:t>
            </a:r>
            <a:endParaRPr lang="en-US" altLang="zh-CN" sz="2000" dirty="0"/>
          </a:p>
          <a:p>
            <a:pPr marL="0" indent="0">
              <a:buNone/>
            </a:pPr>
            <a:r>
              <a:rPr lang="en-US" altLang="zh-CN" sz="2000" dirty="0"/>
              <a:t>1.  </a:t>
            </a:r>
            <a:r>
              <a:rPr lang="zh-CN" altLang="en-US" sz="2000" dirty="0"/>
              <a:t>在</a:t>
            </a:r>
            <a:r>
              <a:rPr lang="en-US" altLang="zh-CN" sz="2000" dirty="0" err="1"/>
              <a:t>Navicat</a:t>
            </a:r>
            <a:r>
              <a:rPr lang="en-US" altLang="zh-CN" sz="2000" dirty="0"/>
              <a:t> Premium</a:t>
            </a:r>
            <a:r>
              <a:rPr lang="zh-CN" altLang="en-US" sz="2000" dirty="0"/>
              <a:t>软件中点击“查询”菜单，然后点击“新建查询”进入“查询编辑器”界面，输入</a:t>
            </a:r>
            <a:r>
              <a:rPr lang="en-US" altLang="zh-CN" sz="2000" dirty="0"/>
              <a:t>SQL</a:t>
            </a:r>
            <a:r>
              <a:rPr lang="zh-CN" altLang="en-US" sz="2000" dirty="0"/>
              <a:t>语句“</a:t>
            </a:r>
            <a:r>
              <a:rPr lang="en-US" altLang="zh-CN" sz="2000" dirty="0"/>
              <a:t>create database </a:t>
            </a:r>
            <a:r>
              <a:rPr lang="en-US" altLang="zh-CN" sz="2000" dirty="0" err="1"/>
              <a:t>StuManage</a:t>
            </a:r>
            <a:r>
              <a:rPr lang="en-US" altLang="zh-CN" sz="2000" dirty="0"/>
              <a:t>”</a:t>
            </a:r>
            <a:r>
              <a:rPr lang="zh-CN" altLang="en-US" sz="2000" dirty="0"/>
              <a:t>，点击运行按钮，就可以创建</a:t>
            </a:r>
            <a:r>
              <a:rPr lang="en-US" altLang="zh-CN" sz="2000" dirty="0" err="1"/>
              <a:t>stumanage</a:t>
            </a:r>
            <a:r>
              <a:rPr lang="zh-CN" altLang="en-US" sz="2000" dirty="0"/>
              <a:t>数据库了。</a:t>
            </a:r>
          </a:p>
        </p:txBody>
      </p:sp>
      <p:pic>
        <p:nvPicPr>
          <p:cNvPr id="4" name="图片 3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226"/>
          <a:stretch>
            <a:fillRect/>
          </a:stretch>
        </p:blipFill>
        <p:spPr>
          <a:xfrm>
            <a:off x="3719736" y="2895208"/>
            <a:ext cx="5760640" cy="3558128"/>
          </a:xfrm>
          <a:prstGeom prst="rect">
            <a:avLst/>
          </a:prstGeom>
          <a:ln>
            <a:noFill/>
          </a:ln>
        </p:spPr>
      </p:pic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4539731-CDBA-49DA-B9CA-C075F2B96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845134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95400" y="404665"/>
            <a:ext cx="10657184" cy="208823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400" dirty="0"/>
              <a:t>2. </a:t>
            </a:r>
            <a:r>
              <a:rPr lang="zh-CN" altLang="en-US" sz="2400" dirty="0"/>
              <a:t>通过可视化的方法直接创建数据库。</a:t>
            </a:r>
            <a:endParaRPr lang="en-US" altLang="zh-CN" sz="2400" dirty="0"/>
          </a:p>
          <a:p>
            <a:pPr marL="0" indent="0">
              <a:buNone/>
            </a:pPr>
            <a:r>
              <a:rPr lang="zh-CN" altLang="en-US" sz="2400" dirty="0"/>
              <a:t>在左侧窗格空白处右击，弹出快捷菜单选择新建数据库，此时会弹出新建数据库对话框，输入数据库名称等信息后点确认按钮即可创建数据库。</a:t>
            </a:r>
          </a:p>
        </p:txBody>
      </p:sp>
      <p:pic>
        <p:nvPicPr>
          <p:cNvPr id="4" name="图片 3"/>
          <p:cNvPicPr/>
          <p:nvPr/>
        </p:nvPicPr>
        <p:blipFill>
          <a:blip r:embed="rId2"/>
          <a:stretch>
            <a:fillRect/>
          </a:stretch>
        </p:blipFill>
        <p:spPr>
          <a:xfrm>
            <a:off x="2927648" y="2204864"/>
            <a:ext cx="5976664" cy="4176464"/>
          </a:xfrm>
          <a:prstGeom prst="rect">
            <a:avLst/>
          </a:prstGeom>
        </p:spPr>
      </p:pic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5A1C370F-3809-4364-B864-CF109C252F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898532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14.2.3 MySQL</a:t>
            </a:r>
            <a:r>
              <a:rPr lang="zh-CN" altLang="en-US" dirty="0"/>
              <a:t>的数据类型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1</a:t>
            </a:r>
            <a:r>
              <a:rPr lang="zh-CN" altLang="en-US" dirty="0"/>
              <a:t>．数字类型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整数有：</a:t>
            </a:r>
            <a:r>
              <a:rPr lang="en-US" altLang="zh-CN" dirty="0" err="1"/>
              <a:t>tinyint</a:t>
            </a:r>
            <a:r>
              <a:rPr lang="zh-CN" altLang="en-US" dirty="0"/>
              <a:t>、</a:t>
            </a:r>
            <a:r>
              <a:rPr lang="en-US" altLang="zh-CN" dirty="0" err="1"/>
              <a:t>smallint</a:t>
            </a:r>
            <a:r>
              <a:rPr lang="zh-CN" altLang="en-US" dirty="0"/>
              <a:t>、</a:t>
            </a:r>
            <a:r>
              <a:rPr lang="en-US" altLang="zh-CN" dirty="0" err="1"/>
              <a:t>mediumint</a:t>
            </a:r>
            <a:r>
              <a:rPr lang="zh-CN" altLang="en-US" dirty="0"/>
              <a:t>、</a:t>
            </a:r>
            <a:r>
              <a:rPr lang="en-US" altLang="zh-CN" dirty="0" err="1"/>
              <a:t>int</a:t>
            </a:r>
            <a:r>
              <a:rPr lang="zh-CN" altLang="en-US" dirty="0"/>
              <a:t>、</a:t>
            </a:r>
            <a:r>
              <a:rPr lang="en-US" altLang="zh-CN" dirty="0" err="1"/>
              <a:t>bigint</a:t>
            </a:r>
            <a:r>
              <a:rPr lang="zh-CN" altLang="en-US" dirty="0"/>
              <a:t>。</a:t>
            </a:r>
          </a:p>
          <a:p>
            <a:pPr marL="0" indent="0">
              <a:buNone/>
            </a:pPr>
            <a:r>
              <a:rPr lang="zh-CN" altLang="en-US" dirty="0"/>
              <a:t>浮点数有：</a:t>
            </a:r>
            <a:r>
              <a:rPr lang="en-US" altLang="zh-CN" dirty="0"/>
              <a:t>float</a:t>
            </a:r>
            <a:r>
              <a:rPr lang="zh-CN" altLang="en-US" dirty="0"/>
              <a:t>、</a:t>
            </a:r>
            <a:r>
              <a:rPr lang="en-US" altLang="zh-CN" dirty="0"/>
              <a:t>double</a:t>
            </a:r>
            <a:r>
              <a:rPr lang="zh-CN" altLang="en-US" dirty="0"/>
              <a:t>、</a:t>
            </a:r>
            <a:r>
              <a:rPr lang="en-US" altLang="zh-CN" dirty="0"/>
              <a:t>real</a:t>
            </a:r>
            <a:r>
              <a:rPr lang="zh-CN" altLang="en-US" dirty="0"/>
              <a:t>、</a:t>
            </a:r>
            <a:r>
              <a:rPr lang="en-US" altLang="zh-CN" dirty="0"/>
              <a:t>decimal</a:t>
            </a:r>
            <a:r>
              <a:rPr lang="zh-CN" altLang="en-US" dirty="0"/>
              <a:t>。</a:t>
            </a:r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3320F85-B004-4098-87E0-33EAFDC3D7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594153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</a:t>
            </a:r>
            <a:r>
              <a:rPr lang="zh-CN" altLang="en-US" dirty="0"/>
              <a:t>．日期和时间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69925" y="1160145"/>
            <a:ext cx="10682659" cy="1188735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/>
              <a:t>日期和时间类型有</a:t>
            </a:r>
            <a:r>
              <a:rPr lang="en-US" altLang="zh-CN" dirty="0"/>
              <a:t>date</a:t>
            </a:r>
            <a:r>
              <a:rPr lang="zh-CN" altLang="en-US" dirty="0"/>
              <a:t>、</a:t>
            </a:r>
            <a:r>
              <a:rPr lang="en-US" altLang="zh-CN" dirty="0"/>
              <a:t>time</a:t>
            </a:r>
            <a:r>
              <a:rPr lang="zh-CN" altLang="en-US" dirty="0"/>
              <a:t>、</a:t>
            </a:r>
            <a:r>
              <a:rPr lang="en-US" altLang="zh-CN" dirty="0" err="1"/>
              <a:t>datetime</a:t>
            </a:r>
            <a:r>
              <a:rPr lang="zh-CN" altLang="en-US" dirty="0"/>
              <a:t>、</a:t>
            </a:r>
            <a:r>
              <a:rPr lang="en-US" altLang="zh-CN" dirty="0"/>
              <a:t>timestamp</a:t>
            </a:r>
            <a:r>
              <a:rPr lang="zh-CN" altLang="en-US" dirty="0"/>
              <a:t>和</a:t>
            </a:r>
            <a:r>
              <a:rPr lang="en-US" altLang="zh-CN" dirty="0"/>
              <a:t>year</a:t>
            </a:r>
            <a:r>
              <a:rPr lang="zh-CN" altLang="en-US" dirty="0"/>
              <a:t>。</a:t>
            </a:r>
            <a:endParaRPr lang="en-US" altLang="zh-CN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171521"/>
              </p:ext>
            </p:extLst>
          </p:nvPr>
        </p:nvGraphicFramePr>
        <p:xfrm>
          <a:off x="2279576" y="2132856"/>
          <a:ext cx="7560840" cy="381642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9993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615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63284"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en-US" sz="2400" kern="100" dirty="0">
                          <a:effectLst/>
                        </a:rPr>
                        <a:t>MySQL</a:t>
                      </a:r>
                      <a:r>
                        <a:rPr lang="zh-CN" sz="2400" kern="100" dirty="0">
                          <a:effectLst/>
                        </a:rPr>
                        <a:t>数据类型</a:t>
                      </a:r>
                      <a:endParaRPr lang="zh-CN" sz="2400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zh-CN" sz="2400" kern="100">
                          <a:effectLst/>
                        </a:rPr>
                        <a:t>含义</a:t>
                      </a:r>
                      <a:endParaRPr lang="zh-CN" sz="240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3284"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en-US" sz="2400" kern="100" dirty="0">
                          <a:effectLst/>
                        </a:rPr>
                        <a:t>date</a:t>
                      </a:r>
                      <a:endParaRPr lang="zh-CN" sz="2400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zh-CN" sz="2400" kern="100">
                          <a:effectLst/>
                        </a:rPr>
                        <a:t>日期</a:t>
                      </a:r>
                      <a:r>
                        <a:rPr lang="en-US" sz="2400" kern="100">
                          <a:effectLst/>
                        </a:rPr>
                        <a:t>'2008-12-2'</a:t>
                      </a:r>
                      <a:r>
                        <a:rPr lang="zh-CN" sz="2400" kern="100">
                          <a:effectLst/>
                        </a:rPr>
                        <a:t>。</a:t>
                      </a:r>
                      <a:endParaRPr lang="zh-CN" sz="240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3284"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en-US" sz="2400" kern="100">
                          <a:effectLst/>
                        </a:rPr>
                        <a:t>time</a:t>
                      </a:r>
                      <a:endParaRPr lang="zh-CN" sz="240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zh-CN" sz="2400" kern="100">
                          <a:effectLst/>
                        </a:rPr>
                        <a:t>时间</a:t>
                      </a:r>
                      <a:r>
                        <a:rPr lang="en-US" sz="2400" kern="100">
                          <a:effectLst/>
                        </a:rPr>
                        <a:t>'12:25:36'</a:t>
                      </a:r>
                      <a:endParaRPr lang="zh-CN" sz="240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63284"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en-US" sz="2400" kern="100">
                          <a:effectLst/>
                        </a:rPr>
                        <a:t>datetime</a:t>
                      </a:r>
                      <a:endParaRPr lang="zh-CN" sz="240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zh-CN" sz="2400" kern="100">
                          <a:effectLst/>
                        </a:rPr>
                        <a:t>日期时间</a:t>
                      </a:r>
                      <a:r>
                        <a:rPr lang="en-US" sz="2400" kern="100">
                          <a:effectLst/>
                        </a:rPr>
                        <a:t>'2008-12-2 22:06:44'</a:t>
                      </a:r>
                      <a:r>
                        <a:rPr lang="zh-CN" sz="2400" kern="100">
                          <a:effectLst/>
                        </a:rPr>
                        <a:t>。</a:t>
                      </a:r>
                      <a:endParaRPr lang="zh-CN" sz="240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63284"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en-US" sz="2400" kern="100">
                          <a:effectLst/>
                        </a:rPr>
                        <a:t>timestamp</a:t>
                      </a:r>
                      <a:endParaRPr lang="zh-CN" sz="240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zh-CN" sz="2400" kern="100" dirty="0">
                          <a:effectLst/>
                        </a:rPr>
                        <a:t>自动存储记录修改时间。</a:t>
                      </a:r>
                      <a:endParaRPr lang="zh-CN" sz="2400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74DE33C-8FAF-459D-AC1C-BAE78A1E0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381138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</a:t>
            </a:r>
            <a:r>
              <a:rPr lang="zh-CN" altLang="en-US" dirty="0"/>
              <a:t>．字符串类型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altLang="zh-CN" sz="2400" dirty="0"/>
          </a:p>
          <a:p>
            <a:pPr marL="0" indent="0">
              <a:buNone/>
            </a:pPr>
            <a:r>
              <a:rPr lang="zh-CN" altLang="en-US" sz="2400" dirty="0"/>
              <a:t>字符串有：</a:t>
            </a:r>
            <a:r>
              <a:rPr lang="en-US" altLang="zh-CN" sz="2400" dirty="0"/>
              <a:t>char</a:t>
            </a:r>
            <a:r>
              <a:rPr lang="zh-CN" altLang="en-US" sz="2400" dirty="0"/>
              <a:t>、</a:t>
            </a:r>
            <a:r>
              <a:rPr lang="en-US" altLang="zh-CN" sz="2400" dirty="0" err="1"/>
              <a:t>varchar</a:t>
            </a:r>
            <a:r>
              <a:rPr lang="zh-CN" altLang="en-US" sz="2400" dirty="0"/>
              <a:t>。</a:t>
            </a:r>
          </a:p>
          <a:p>
            <a:pPr marL="0" indent="0">
              <a:buNone/>
            </a:pPr>
            <a:r>
              <a:rPr lang="zh-CN" altLang="en-US" sz="2400" dirty="0"/>
              <a:t>文本有：</a:t>
            </a:r>
            <a:r>
              <a:rPr lang="en-US" altLang="zh-CN" sz="2400" dirty="0" err="1"/>
              <a:t>tinytext</a:t>
            </a:r>
            <a:r>
              <a:rPr lang="zh-CN" altLang="en-US" sz="2400" dirty="0"/>
              <a:t>、</a:t>
            </a:r>
            <a:r>
              <a:rPr lang="en-US" altLang="zh-CN" sz="2400" dirty="0"/>
              <a:t>text</a:t>
            </a:r>
            <a:r>
              <a:rPr lang="zh-CN" altLang="en-US" sz="2400" dirty="0"/>
              <a:t>、</a:t>
            </a:r>
            <a:r>
              <a:rPr lang="en-US" altLang="zh-CN" sz="2400" dirty="0" err="1"/>
              <a:t>mediumtext</a:t>
            </a:r>
            <a:r>
              <a:rPr lang="zh-CN" altLang="en-US" sz="2400" dirty="0"/>
              <a:t>、</a:t>
            </a:r>
            <a:r>
              <a:rPr lang="en-US" altLang="zh-CN" sz="2400" dirty="0" err="1"/>
              <a:t>longtext</a:t>
            </a:r>
            <a:r>
              <a:rPr lang="zh-CN" altLang="en-US" sz="2400" dirty="0"/>
              <a:t>。</a:t>
            </a:r>
          </a:p>
          <a:p>
            <a:pPr marL="0" indent="0">
              <a:buNone/>
            </a:pPr>
            <a:r>
              <a:rPr lang="zh-CN" altLang="en-US" sz="2400" dirty="0"/>
              <a:t>二进制数据（可用来存储图片、音乐等）有：</a:t>
            </a:r>
            <a:r>
              <a:rPr lang="en-US" altLang="zh-CN" sz="2400" dirty="0" err="1"/>
              <a:t>tinyblob</a:t>
            </a:r>
            <a:r>
              <a:rPr lang="zh-CN" altLang="en-US" sz="2400" dirty="0"/>
              <a:t>、</a:t>
            </a:r>
            <a:r>
              <a:rPr lang="en-US" altLang="zh-CN" sz="2400" dirty="0"/>
              <a:t>blob</a:t>
            </a:r>
            <a:r>
              <a:rPr lang="zh-CN" altLang="en-US" sz="2400" dirty="0"/>
              <a:t>、</a:t>
            </a:r>
            <a:r>
              <a:rPr lang="en-US" altLang="zh-CN" sz="2400" dirty="0" err="1"/>
              <a:t>mediumblob</a:t>
            </a:r>
            <a:r>
              <a:rPr lang="zh-CN" altLang="en-US" sz="2400" dirty="0"/>
              <a:t>、</a:t>
            </a:r>
            <a:r>
              <a:rPr lang="en-US" altLang="zh-CN" sz="2400" dirty="0" err="1"/>
              <a:t>longblob</a:t>
            </a:r>
            <a:r>
              <a:rPr lang="zh-CN" altLang="en-US" sz="2400" dirty="0"/>
              <a:t>。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B6666D1-2980-4746-9996-7B5D32DFA0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381138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95400" y="908720"/>
            <a:ext cx="10754667" cy="1044719"/>
          </a:xfrm>
        </p:spPr>
        <p:txBody>
          <a:bodyPr>
            <a:normAutofit/>
          </a:bodyPr>
          <a:lstStyle/>
          <a:p>
            <a:r>
              <a:rPr lang="zh-CN" altLang="en-US" sz="2400" dirty="0"/>
              <a:t>数据类型在使用时可以加上一些属性关键字，例如，</a:t>
            </a:r>
            <a:r>
              <a:rPr lang="en-US" altLang="zh-CN" sz="2400" dirty="0"/>
              <a:t>unsigned </a:t>
            </a:r>
            <a:r>
              <a:rPr lang="en-US" altLang="zh-CN" sz="2400" dirty="0" err="1"/>
              <a:t>int</a:t>
            </a:r>
            <a:r>
              <a:rPr lang="zh-CN" altLang="en-US" sz="2400" dirty="0"/>
              <a:t>表示的是无符号整型。</a:t>
            </a:r>
            <a:r>
              <a:rPr lang="en-US" altLang="zh-CN" sz="2400" dirty="0"/>
              <a:t>MySQL</a:t>
            </a:r>
            <a:r>
              <a:rPr lang="zh-CN" altLang="en-US" sz="2400" dirty="0"/>
              <a:t>中的数据类型属性如下表所示。</a:t>
            </a: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1944202"/>
              </p:ext>
            </p:extLst>
          </p:nvPr>
        </p:nvGraphicFramePr>
        <p:xfrm>
          <a:off x="2207568" y="2348880"/>
          <a:ext cx="7272808" cy="403244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3353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374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4056"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</a:rPr>
                        <a:t>MySQL</a:t>
                      </a:r>
                      <a:r>
                        <a:rPr lang="zh-CN" sz="2000" kern="100">
                          <a:effectLst/>
                        </a:rPr>
                        <a:t>关键字</a:t>
                      </a:r>
                      <a:endParaRPr lang="zh-CN" sz="200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zh-CN" sz="2000" kern="100">
                          <a:effectLst/>
                        </a:rPr>
                        <a:t>含义</a:t>
                      </a:r>
                      <a:endParaRPr lang="zh-CN" sz="200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4056"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</a:rPr>
                        <a:t>NULL</a:t>
                      </a:r>
                      <a:endParaRPr lang="zh-CN" sz="200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zh-CN" sz="2000" kern="100">
                          <a:effectLst/>
                        </a:rPr>
                        <a:t>数据列可包含</a:t>
                      </a:r>
                      <a:r>
                        <a:rPr lang="en-US" sz="2000" kern="100">
                          <a:effectLst/>
                        </a:rPr>
                        <a:t>NULL</a:t>
                      </a:r>
                      <a:r>
                        <a:rPr lang="zh-CN" sz="2000" kern="100">
                          <a:effectLst/>
                        </a:rPr>
                        <a:t>值。</a:t>
                      </a:r>
                      <a:endParaRPr lang="zh-CN" sz="200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4056"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</a:rPr>
                        <a:t>NOT NULL</a:t>
                      </a:r>
                      <a:endParaRPr lang="zh-CN" sz="200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zh-CN" sz="2000" kern="100">
                          <a:effectLst/>
                        </a:rPr>
                        <a:t>数据列不允许包含</a:t>
                      </a:r>
                      <a:r>
                        <a:rPr lang="en-US" sz="2000" kern="100">
                          <a:effectLst/>
                        </a:rPr>
                        <a:t>NULL</a:t>
                      </a:r>
                      <a:r>
                        <a:rPr lang="zh-CN" sz="2000" kern="100">
                          <a:effectLst/>
                        </a:rPr>
                        <a:t>值。</a:t>
                      </a:r>
                      <a:endParaRPr lang="zh-CN" sz="200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4056"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</a:rPr>
                        <a:t>DEFAULT</a:t>
                      </a:r>
                      <a:endParaRPr lang="zh-CN" sz="200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zh-CN" sz="2000" kern="100">
                          <a:effectLst/>
                        </a:rPr>
                        <a:t>默认值。</a:t>
                      </a:r>
                      <a:endParaRPr lang="zh-CN" sz="200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4056"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</a:rPr>
                        <a:t>PRIMARY KEY</a:t>
                      </a:r>
                      <a:endParaRPr lang="zh-CN" sz="200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zh-CN" sz="2000" kern="100">
                          <a:effectLst/>
                        </a:rPr>
                        <a:t>主键。</a:t>
                      </a:r>
                      <a:endParaRPr lang="zh-CN" sz="200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4056"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</a:rPr>
                        <a:t>AUTO_INCREMENT</a:t>
                      </a:r>
                      <a:endParaRPr lang="zh-CN" sz="200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zh-CN" sz="2000" kern="100">
                          <a:effectLst/>
                        </a:rPr>
                        <a:t>自动递增，适用于整数类型。</a:t>
                      </a:r>
                      <a:endParaRPr lang="zh-CN" sz="200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4056"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</a:rPr>
                        <a:t>UNSIGNED</a:t>
                      </a:r>
                      <a:endParaRPr lang="zh-CN" sz="200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zh-CN" sz="2000" kern="100">
                          <a:effectLst/>
                        </a:rPr>
                        <a:t>无符号。</a:t>
                      </a:r>
                      <a:endParaRPr lang="zh-CN" sz="200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4056"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</a:rPr>
                        <a:t>CHARACTER SET name</a:t>
                      </a:r>
                      <a:endParaRPr lang="zh-CN" sz="200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zh-CN" sz="2000" kern="100" dirty="0">
                          <a:effectLst/>
                        </a:rPr>
                        <a:t>指定一个字符集。</a:t>
                      </a:r>
                      <a:endParaRPr lang="zh-CN" sz="2000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FCBF5B5C-DD85-4F15-B6B8-58C64F2D03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405372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14.2.4 </a:t>
            </a:r>
            <a:r>
              <a:rPr lang="zh-CN" altLang="en-US" dirty="0"/>
              <a:t>创建表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69925" y="1160145"/>
            <a:ext cx="10178603" cy="1116727"/>
          </a:xfrm>
        </p:spPr>
        <p:txBody>
          <a:bodyPr>
            <a:normAutofit fontScale="92500" lnSpcReduction="20000"/>
          </a:bodyPr>
          <a:lstStyle/>
          <a:p>
            <a:r>
              <a:rPr lang="zh-CN" altLang="en-US" dirty="0"/>
              <a:t>在</a:t>
            </a:r>
            <a:r>
              <a:rPr lang="en-US" altLang="zh-CN" dirty="0" err="1"/>
              <a:t>Navicat</a:t>
            </a:r>
            <a:r>
              <a:rPr lang="en-US" altLang="zh-CN" dirty="0"/>
              <a:t> Premium</a:t>
            </a:r>
            <a:r>
              <a:rPr lang="zh-CN" altLang="en-US" dirty="0"/>
              <a:t>软件中点击“查询”菜单，然后点击“新建查询”进入“查询编辑器”界面，输入</a:t>
            </a:r>
            <a:r>
              <a:rPr lang="en-US" altLang="zh-CN" dirty="0"/>
              <a:t>SQL</a:t>
            </a:r>
            <a:r>
              <a:rPr lang="zh-CN" altLang="en-US" dirty="0"/>
              <a:t>语句，点击运行按钮。</a:t>
            </a:r>
            <a:endParaRPr lang="en-US" altLang="zh-CN" dirty="0"/>
          </a:p>
          <a:p>
            <a:endParaRPr lang="zh-CN" altLang="en-US" dirty="0"/>
          </a:p>
        </p:txBody>
      </p:sp>
      <p:pic>
        <p:nvPicPr>
          <p:cNvPr id="4" name="图片 3"/>
          <p:cNvPicPr/>
          <p:nvPr/>
        </p:nvPicPr>
        <p:blipFill>
          <a:blip r:embed="rId2"/>
          <a:stretch>
            <a:fillRect/>
          </a:stretch>
        </p:blipFill>
        <p:spPr>
          <a:xfrm>
            <a:off x="2423592" y="2276872"/>
            <a:ext cx="6480720" cy="4248472"/>
          </a:xfrm>
          <a:prstGeom prst="rect">
            <a:avLst/>
          </a:prstGeom>
        </p:spPr>
      </p:pic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49E18F9-E681-40EF-81F2-C277C53F33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07207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14.2.5 </a:t>
            </a:r>
            <a:r>
              <a:rPr lang="zh-CN" altLang="en-US" dirty="0"/>
              <a:t>插入数据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69925" y="1160145"/>
            <a:ext cx="9962579" cy="1116727"/>
          </a:xfrm>
        </p:spPr>
        <p:txBody>
          <a:bodyPr>
            <a:normAutofit/>
          </a:bodyPr>
          <a:lstStyle/>
          <a:p>
            <a:r>
              <a:rPr lang="zh-CN" altLang="en-US" sz="2400" dirty="0"/>
              <a:t>当表格建立好了之后，就可以往表格中插入数据了。同样，在查询编辑器中输入</a:t>
            </a:r>
            <a:r>
              <a:rPr lang="en-US" altLang="zh-CN" sz="2400" dirty="0"/>
              <a:t>SQL</a:t>
            </a:r>
            <a:r>
              <a:rPr lang="zh-CN" altLang="en-US" sz="2400" dirty="0"/>
              <a:t>语句，插入几条学生记录。</a:t>
            </a:r>
          </a:p>
        </p:txBody>
      </p:sp>
      <p:pic>
        <p:nvPicPr>
          <p:cNvPr id="4" name="图片 3"/>
          <p:cNvPicPr/>
          <p:nvPr/>
        </p:nvPicPr>
        <p:blipFill>
          <a:blip r:embed="rId2"/>
          <a:stretch>
            <a:fillRect/>
          </a:stretch>
        </p:blipFill>
        <p:spPr>
          <a:xfrm>
            <a:off x="2495600" y="2268116"/>
            <a:ext cx="6912768" cy="4104456"/>
          </a:xfrm>
          <a:prstGeom prst="rect">
            <a:avLst/>
          </a:prstGeom>
        </p:spPr>
      </p:pic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C907ECA-47EA-4CF5-B85B-0093F7BF9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396370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14.2.6 </a:t>
            </a:r>
            <a:r>
              <a:rPr lang="zh-CN" altLang="en-US" dirty="0"/>
              <a:t>查看表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69925" y="1160145"/>
            <a:ext cx="8738443" cy="684679"/>
          </a:xfrm>
        </p:spPr>
        <p:txBody>
          <a:bodyPr/>
          <a:lstStyle/>
          <a:p>
            <a:r>
              <a:rPr lang="zh-CN" altLang="en-US" dirty="0"/>
              <a:t>要查看表中的数据，可以用</a:t>
            </a:r>
            <a:r>
              <a:rPr lang="en-US" altLang="zh-CN" dirty="0"/>
              <a:t>SELECT</a:t>
            </a:r>
            <a:r>
              <a:rPr lang="zh-CN" altLang="en-US" dirty="0"/>
              <a:t>语句查询。</a:t>
            </a:r>
          </a:p>
        </p:txBody>
      </p:sp>
      <p:pic>
        <p:nvPicPr>
          <p:cNvPr id="4" name="图片 3"/>
          <p:cNvPicPr/>
          <p:nvPr/>
        </p:nvPicPr>
        <p:blipFill>
          <a:blip r:embed="rId2"/>
          <a:stretch>
            <a:fillRect/>
          </a:stretch>
        </p:blipFill>
        <p:spPr>
          <a:xfrm>
            <a:off x="2135560" y="2060848"/>
            <a:ext cx="7200800" cy="4176464"/>
          </a:xfrm>
          <a:prstGeom prst="rect">
            <a:avLst/>
          </a:prstGeom>
        </p:spPr>
      </p:pic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A53E584-576F-4D09-BCD5-006F331B0D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288432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14.2.7 </a:t>
            </a:r>
            <a:r>
              <a:rPr lang="zh-CN" altLang="en-US" dirty="0"/>
              <a:t>修改数据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69925" y="1160145"/>
            <a:ext cx="8738443" cy="684679"/>
          </a:xfrm>
        </p:spPr>
        <p:txBody>
          <a:bodyPr>
            <a:normAutofit/>
          </a:bodyPr>
          <a:lstStyle/>
          <a:p>
            <a:r>
              <a:rPr lang="zh-CN" altLang="en-US" dirty="0"/>
              <a:t>如果需要修改表中的数据，可以用</a:t>
            </a:r>
            <a:r>
              <a:rPr lang="en-US" altLang="zh-CN" dirty="0"/>
              <a:t>UPDATE</a:t>
            </a:r>
            <a:r>
              <a:rPr lang="zh-CN" altLang="en-US" dirty="0"/>
              <a:t>语句。</a:t>
            </a:r>
          </a:p>
        </p:txBody>
      </p:sp>
      <p:pic>
        <p:nvPicPr>
          <p:cNvPr id="4" name="图片 3"/>
          <p:cNvPicPr/>
          <p:nvPr/>
        </p:nvPicPr>
        <p:blipFill>
          <a:blip r:embed="rId2"/>
          <a:stretch>
            <a:fillRect/>
          </a:stretch>
        </p:blipFill>
        <p:spPr>
          <a:xfrm>
            <a:off x="1775520" y="1916832"/>
            <a:ext cx="6768752" cy="4392488"/>
          </a:xfrm>
          <a:prstGeom prst="rect">
            <a:avLst/>
          </a:prstGeom>
        </p:spPr>
      </p:pic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109D67E-3531-45CD-8A05-68B9941492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218062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14.2.8 </a:t>
            </a:r>
            <a:r>
              <a:rPr lang="zh-CN" altLang="en-US" dirty="0"/>
              <a:t>删除数据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69925" y="1160145"/>
            <a:ext cx="10034587" cy="2412871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zh-CN" altLang="en-US" dirty="0"/>
              <a:t>如果需要删除表中的某条或多条记录，可以用</a:t>
            </a:r>
            <a:r>
              <a:rPr lang="en-US" altLang="zh-CN" dirty="0"/>
              <a:t>DELETE</a:t>
            </a:r>
            <a:r>
              <a:rPr lang="zh-CN" altLang="en-US" dirty="0"/>
              <a:t>语句。例如要删除</a:t>
            </a:r>
            <a:r>
              <a:rPr lang="en-US" altLang="zh-CN" dirty="0"/>
              <a:t>Student</a:t>
            </a:r>
            <a:r>
              <a:rPr lang="zh-CN" altLang="en-US" dirty="0"/>
              <a:t>表中上海的学生记录，可以写以下</a:t>
            </a:r>
            <a:r>
              <a:rPr lang="en-US" altLang="zh-CN" dirty="0"/>
              <a:t>SQL</a:t>
            </a:r>
            <a:r>
              <a:rPr lang="zh-CN" altLang="en-US" dirty="0"/>
              <a:t>语句实现。</a:t>
            </a:r>
          </a:p>
          <a:p>
            <a:pPr marL="0" indent="0">
              <a:buNone/>
            </a:pPr>
            <a:r>
              <a:rPr lang="en-US" altLang="zh-CN" dirty="0"/>
              <a:t>DELETE FROM student WHERE province = '</a:t>
            </a:r>
            <a:r>
              <a:rPr lang="zh-CN" altLang="en-US" dirty="0"/>
              <a:t>上海</a:t>
            </a:r>
            <a:r>
              <a:rPr lang="en-US" altLang="zh-CN" dirty="0"/>
              <a:t>'</a:t>
            </a:r>
          </a:p>
          <a:p>
            <a:pPr marL="0" indent="0">
              <a:buNone/>
            </a:pPr>
            <a:r>
              <a:rPr lang="zh-CN" altLang="en-US" dirty="0"/>
              <a:t>再次使用</a:t>
            </a:r>
            <a:r>
              <a:rPr lang="en-US" altLang="zh-CN" dirty="0"/>
              <a:t>SELECT</a:t>
            </a:r>
            <a:r>
              <a:rPr lang="zh-CN" altLang="en-US" dirty="0"/>
              <a:t>语句查看表，会发现上海的学生记录都没有了。</a:t>
            </a:r>
          </a:p>
        </p:txBody>
      </p:sp>
      <p:sp>
        <p:nvSpPr>
          <p:cNvPr id="4" name="标题 1"/>
          <p:cNvSpPr txBox="1">
            <a:spLocks/>
          </p:cNvSpPr>
          <p:nvPr/>
        </p:nvSpPr>
        <p:spPr>
          <a:xfrm>
            <a:off x="479376" y="3360157"/>
            <a:ext cx="10852150" cy="716915"/>
          </a:xfrm>
          <a:prstGeom prst="rect">
            <a:avLst/>
          </a:prstGeom>
        </p:spPr>
        <p:txBody>
          <a:bodyPr vert="horz" lIns="90000" tIns="46800" rIns="90000" bIns="46800" rtlCol="0" anchor="t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kumimoji="0" lang="zh-CN" altLang="en-US" sz="32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r>
              <a:rPr lang="en-US" altLang="zh-CN" dirty="0"/>
              <a:t>14.2.9 </a:t>
            </a:r>
            <a:r>
              <a:rPr lang="zh-CN" altLang="en-US" dirty="0"/>
              <a:t>删除表</a:t>
            </a:r>
          </a:p>
        </p:txBody>
      </p:sp>
      <p:sp>
        <p:nvSpPr>
          <p:cNvPr id="5" name="内容占位符 2"/>
          <p:cNvSpPr txBox="1">
            <a:spLocks/>
          </p:cNvSpPr>
          <p:nvPr/>
        </p:nvSpPr>
        <p:spPr>
          <a:xfrm>
            <a:off x="479376" y="4149080"/>
            <a:ext cx="10034587" cy="2232248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8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28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8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8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8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dirty="0"/>
              <a:t>如果不再需要某张表时，可以将其从数据库中删除，使用</a:t>
            </a:r>
            <a:r>
              <a:rPr lang="en-US" altLang="zh-CN" dirty="0"/>
              <a:t>DROP</a:t>
            </a:r>
            <a:r>
              <a:rPr lang="zh-CN" altLang="en-US" dirty="0"/>
              <a:t>语句即可实现删除表。</a:t>
            </a:r>
          </a:p>
          <a:p>
            <a:pPr marL="0" indent="0">
              <a:buNone/>
            </a:pPr>
            <a:r>
              <a:rPr lang="en-US" altLang="zh-CN" dirty="0"/>
              <a:t>DROP TABLE student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1283142-55BE-4BA1-94D5-F886E61AAD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813203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WordArt 6"/>
          <p:cNvSpPr>
            <a:spLocks noChangeArrowheads="1" noChangeShapeType="1"/>
          </p:cNvSpPr>
          <p:nvPr/>
        </p:nvSpPr>
        <p:spPr bwMode="auto">
          <a:xfrm>
            <a:off x="1882775" y="1557338"/>
            <a:ext cx="8426450" cy="2011363"/>
          </a:xfrm>
          <a:prstGeom prst="rect">
            <a:avLst/>
          </a:prstGeom>
        </p:spPr>
        <p:txBody>
          <a:bodyPr wrap="none" fromWordArt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8500" b="1" i="0" u="none" strike="noStrike" kern="10" cap="none" spc="0" normalizeH="0" baseline="0" noProof="0" dirty="0">
              <a:ln w="9525">
                <a:noFill/>
                <a:round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+mn-cs"/>
            </a:endParaRPr>
          </a:p>
        </p:txBody>
      </p:sp>
      <p:sp>
        <p:nvSpPr>
          <p:cNvPr id="10245" name="标题 1"/>
          <p:cNvSpPr>
            <a:spLocks noGrp="1"/>
          </p:cNvSpPr>
          <p:nvPr>
            <p:ph type="ctrTitle"/>
          </p:nvPr>
        </p:nvSpPr>
        <p:spPr>
          <a:xfrm>
            <a:off x="1779905" y="2292350"/>
            <a:ext cx="8731885" cy="2152015"/>
          </a:xfrm>
        </p:spPr>
        <p:txBody>
          <a:bodyPr vert="horz" wrap="square" lIns="91440" tIns="45720" rIns="91440" bIns="45720" anchor="b"/>
          <a:lstStyle/>
          <a:p>
            <a:pPr>
              <a:buClrTx/>
              <a:buSzTx/>
              <a:buFontTx/>
              <a:buNone/>
            </a:pPr>
            <a:r>
              <a:rPr lang="en-US" kern="1200" dirty="0">
                <a:latin typeface="+mj-lt"/>
                <a:ea typeface="+mj-ea"/>
                <a:cs typeface="+mj-cs"/>
              </a:rPr>
              <a:t>14.3 Python</a:t>
            </a:r>
            <a:r>
              <a:rPr lang="zh-CN" altLang="en-US" kern="1200" dirty="0">
                <a:latin typeface="+mj-lt"/>
                <a:ea typeface="+mj-ea"/>
                <a:cs typeface="+mj-cs"/>
              </a:rPr>
              <a:t>操作</a:t>
            </a:r>
            <a:r>
              <a:rPr lang="en-US" altLang="zh-CN" kern="1200" dirty="0">
                <a:latin typeface="+mj-lt"/>
                <a:ea typeface="+mj-ea"/>
                <a:cs typeface="+mj-cs"/>
              </a:rPr>
              <a:t>MySQL</a:t>
            </a:r>
            <a:r>
              <a:rPr lang="zh-CN" altLang="en-US" kern="1200" dirty="0">
                <a:latin typeface="+mj-lt"/>
                <a:ea typeface="+mj-ea"/>
                <a:cs typeface="+mj-cs"/>
              </a:rPr>
              <a:t>数据库举例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1B0AF21A-CDAF-495B-8F5F-886CDB1FFC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34</a:t>
            </a:fld>
            <a:endParaRPr lang="zh-CN" altLang="en-US" dirty="0"/>
          </a:p>
        </p:txBody>
      </p:sp>
    </p:spTree>
    <p:custDataLst>
      <p:tags r:id="rId1"/>
    </p:custDataLst>
  </p:cSld>
  <p:clrMapOvr>
    <a:masterClrMapping/>
  </p:clrMapOvr>
  <p:transition advTm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638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63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63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7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14.3.1 </a:t>
            </a:r>
            <a:r>
              <a:rPr lang="en-US" altLang="zh-CN" dirty="0" err="1"/>
              <a:t>PyMySQL</a:t>
            </a:r>
            <a:r>
              <a:rPr lang="zh-CN" altLang="en-US" dirty="0"/>
              <a:t>模块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Python3.x</a:t>
            </a:r>
            <a:r>
              <a:rPr lang="zh-CN" altLang="en-US" dirty="0"/>
              <a:t>版本中用于连接</a:t>
            </a:r>
            <a:r>
              <a:rPr lang="en-US" altLang="zh-CN" dirty="0"/>
              <a:t>MySQL</a:t>
            </a:r>
            <a:r>
              <a:rPr lang="zh-CN" altLang="en-US" dirty="0"/>
              <a:t>数据库的是</a:t>
            </a:r>
            <a:r>
              <a:rPr lang="en-US" altLang="zh-CN" dirty="0" err="1"/>
              <a:t>PyMySQL</a:t>
            </a:r>
            <a:r>
              <a:rPr lang="zh-CN" altLang="en-US" dirty="0"/>
              <a:t>。在使用</a:t>
            </a:r>
            <a:r>
              <a:rPr lang="en-US" altLang="zh-CN" dirty="0" err="1"/>
              <a:t>PyMySQL</a:t>
            </a:r>
            <a:r>
              <a:rPr lang="zh-CN" altLang="en-US" dirty="0"/>
              <a:t>前，需要确保</a:t>
            </a:r>
            <a:r>
              <a:rPr lang="en-US" altLang="zh-CN" dirty="0" err="1"/>
              <a:t>PyMySQL</a:t>
            </a:r>
            <a:r>
              <a:rPr lang="zh-CN" altLang="en-US" dirty="0"/>
              <a:t>已安装。（安装过程略）</a:t>
            </a:r>
            <a:endParaRPr lang="en-US" altLang="zh-CN" dirty="0"/>
          </a:p>
          <a:p>
            <a:r>
              <a:rPr lang="en-US" altLang="zh-CN" dirty="0"/>
              <a:t>Python</a:t>
            </a:r>
            <a:r>
              <a:rPr lang="zh-CN" altLang="en-US" dirty="0"/>
              <a:t>对数据库操作的流程如下：</a:t>
            </a:r>
          </a:p>
          <a:p>
            <a:pPr marL="0" indent="0">
              <a:buNone/>
            </a:pPr>
            <a:r>
              <a:rPr lang="zh-CN" altLang="en-US" dirty="0"/>
              <a:t>（</a:t>
            </a:r>
            <a:r>
              <a:rPr lang="en-US" altLang="zh-CN" dirty="0"/>
              <a:t>1</a:t>
            </a:r>
            <a:r>
              <a:rPr lang="zh-CN" altLang="en-US" dirty="0"/>
              <a:t>）导入相应数据库操作接口模块。</a:t>
            </a:r>
          </a:p>
          <a:p>
            <a:pPr marL="0" indent="0">
              <a:buNone/>
            </a:pPr>
            <a:r>
              <a:rPr lang="zh-CN" altLang="en-US" dirty="0"/>
              <a:t>（</a:t>
            </a:r>
            <a:r>
              <a:rPr lang="en-US" altLang="zh-CN" dirty="0"/>
              <a:t>2</a:t>
            </a:r>
            <a:r>
              <a:rPr lang="zh-CN" altLang="en-US" dirty="0"/>
              <a:t>）连接数据库。</a:t>
            </a:r>
          </a:p>
          <a:p>
            <a:pPr marL="0" indent="0">
              <a:buNone/>
            </a:pPr>
            <a:r>
              <a:rPr lang="zh-CN" altLang="en-US" dirty="0"/>
              <a:t>（</a:t>
            </a:r>
            <a:r>
              <a:rPr lang="en-US" altLang="zh-CN" dirty="0"/>
              <a:t>3</a:t>
            </a:r>
            <a:r>
              <a:rPr lang="zh-CN" altLang="en-US" dirty="0"/>
              <a:t>）执行</a:t>
            </a:r>
            <a:r>
              <a:rPr lang="en-US" altLang="zh-CN" dirty="0"/>
              <a:t>SQL</a:t>
            </a:r>
            <a:r>
              <a:rPr lang="zh-CN" altLang="en-US" dirty="0"/>
              <a:t>语句。</a:t>
            </a:r>
          </a:p>
          <a:p>
            <a:pPr marL="0" indent="0">
              <a:buNone/>
            </a:pPr>
            <a:r>
              <a:rPr lang="zh-CN" altLang="en-US" dirty="0"/>
              <a:t>（</a:t>
            </a:r>
            <a:r>
              <a:rPr lang="en-US" altLang="zh-CN" dirty="0"/>
              <a:t>4</a:t>
            </a:r>
            <a:r>
              <a:rPr lang="zh-CN" altLang="en-US" dirty="0"/>
              <a:t>）关闭数据库。</a:t>
            </a:r>
          </a:p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0348015-005D-4D66-8105-3A180A74EA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35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400224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14.3.2 </a:t>
            </a:r>
            <a:r>
              <a:rPr lang="zh-CN" altLang="en-US" dirty="0"/>
              <a:t>数据库应用开发举例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69925" y="1160145"/>
            <a:ext cx="10754667" cy="1044719"/>
          </a:xfrm>
        </p:spPr>
        <p:txBody>
          <a:bodyPr>
            <a:noAutofit/>
          </a:bodyPr>
          <a:lstStyle/>
          <a:p>
            <a:r>
              <a:rPr lang="zh-CN" altLang="en-US" sz="2400" dirty="0"/>
              <a:t>一个完整的</a:t>
            </a:r>
            <a:r>
              <a:rPr lang="en-US" altLang="zh-CN" sz="2400" dirty="0"/>
              <a:t>Python</a:t>
            </a:r>
            <a:r>
              <a:rPr lang="zh-CN" altLang="en-US" sz="2400" dirty="0"/>
              <a:t>操作</a:t>
            </a:r>
            <a:r>
              <a:rPr lang="en-US" altLang="zh-CN" sz="2400" dirty="0"/>
              <a:t>MySQL</a:t>
            </a:r>
            <a:r>
              <a:rPr lang="zh-CN" altLang="en-US" sz="2400" dirty="0"/>
              <a:t>数据库的小例子，数据库使用了</a:t>
            </a:r>
            <a:r>
              <a:rPr lang="en-US" altLang="zh-CN" sz="2400" dirty="0"/>
              <a:t>14.2</a:t>
            </a:r>
            <a:r>
              <a:rPr lang="zh-CN" altLang="en-US" sz="2400" dirty="0"/>
              <a:t>节中所创建的</a:t>
            </a:r>
            <a:r>
              <a:rPr lang="en-US" altLang="zh-CN" sz="2400" dirty="0" err="1"/>
              <a:t>stumanage</a:t>
            </a:r>
            <a:r>
              <a:rPr lang="zh-CN" altLang="en-US" sz="2400" dirty="0"/>
              <a:t>数据库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5400" y="2348880"/>
            <a:ext cx="11178060" cy="4154984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zh-CN" sz="2400" dirty="0"/>
              <a:t>import </a:t>
            </a:r>
            <a:r>
              <a:rPr lang="en-US" altLang="zh-CN" sz="2400" dirty="0" err="1"/>
              <a:t>pymysql</a:t>
            </a:r>
            <a:r>
              <a:rPr lang="en-US" altLang="zh-CN" sz="2400" dirty="0"/>
              <a:t>    		</a:t>
            </a:r>
            <a:r>
              <a:rPr lang="en-US" altLang="zh-CN" sz="2400" dirty="0">
                <a:solidFill>
                  <a:srgbClr val="FF0000"/>
                </a:solidFill>
              </a:rPr>
              <a:t># </a:t>
            </a:r>
            <a:r>
              <a:rPr lang="zh-CN" altLang="zh-CN" sz="2400" dirty="0">
                <a:solidFill>
                  <a:srgbClr val="FF0000"/>
                </a:solidFill>
              </a:rPr>
              <a:t>导入模块</a:t>
            </a:r>
          </a:p>
          <a:p>
            <a:r>
              <a:rPr lang="en-US" altLang="zh-CN" sz="2400" dirty="0"/>
              <a:t>con = </a:t>
            </a:r>
            <a:r>
              <a:rPr lang="en-US" altLang="zh-CN" sz="2400" dirty="0" err="1"/>
              <a:t>pymysql.connect</a:t>
            </a:r>
            <a:r>
              <a:rPr lang="en-US" altLang="zh-CN" sz="2400" dirty="0"/>
              <a:t>("</a:t>
            </a:r>
            <a:r>
              <a:rPr lang="en-US" altLang="zh-CN" sz="2400" dirty="0" err="1"/>
              <a:t>localhost</a:t>
            </a:r>
            <a:r>
              <a:rPr lang="en-US" altLang="zh-CN" sz="2400" dirty="0"/>
              <a:t>", "root", "123456", "</a:t>
            </a:r>
            <a:r>
              <a:rPr lang="en-US" altLang="zh-CN" sz="2400" dirty="0" err="1"/>
              <a:t>stumanage</a:t>
            </a:r>
            <a:r>
              <a:rPr lang="en-US" altLang="zh-CN" sz="2400" dirty="0"/>
              <a:t>")  </a:t>
            </a:r>
            <a:r>
              <a:rPr lang="en-US" altLang="zh-CN" sz="2400" dirty="0">
                <a:solidFill>
                  <a:srgbClr val="FF0000"/>
                </a:solidFill>
              </a:rPr>
              <a:t># </a:t>
            </a:r>
            <a:r>
              <a:rPr lang="zh-CN" altLang="zh-CN" sz="2400" dirty="0">
                <a:solidFill>
                  <a:srgbClr val="FF0000"/>
                </a:solidFill>
              </a:rPr>
              <a:t>连接数据库</a:t>
            </a:r>
          </a:p>
          <a:p>
            <a:r>
              <a:rPr lang="en-US" altLang="zh-CN" sz="2400" dirty="0"/>
              <a:t>cur = </a:t>
            </a:r>
            <a:r>
              <a:rPr lang="en-US" altLang="zh-CN" sz="2400" dirty="0" err="1"/>
              <a:t>con.cursor</a:t>
            </a:r>
            <a:r>
              <a:rPr lang="en-US" altLang="zh-CN" sz="2400" dirty="0"/>
              <a:t>()  		</a:t>
            </a:r>
            <a:r>
              <a:rPr lang="en-US" altLang="zh-CN" sz="2400" dirty="0">
                <a:solidFill>
                  <a:srgbClr val="FF0000"/>
                </a:solidFill>
              </a:rPr>
              <a:t># </a:t>
            </a:r>
            <a:r>
              <a:rPr lang="zh-CN" altLang="zh-CN" sz="2400" dirty="0">
                <a:solidFill>
                  <a:srgbClr val="FF0000"/>
                </a:solidFill>
              </a:rPr>
              <a:t>创建一个游标对象</a:t>
            </a:r>
            <a:r>
              <a:rPr lang="en-US" altLang="zh-CN" sz="2400" dirty="0">
                <a:solidFill>
                  <a:srgbClr val="FF0000"/>
                </a:solidFill>
              </a:rPr>
              <a:t> cur</a:t>
            </a:r>
            <a:endParaRPr lang="zh-CN" altLang="zh-CN" sz="2400" dirty="0">
              <a:solidFill>
                <a:srgbClr val="FF0000"/>
              </a:solidFill>
            </a:endParaRPr>
          </a:p>
          <a:p>
            <a:r>
              <a:rPr lang="en-US" altLang="zh-CN" sz="2400" dirty="0">
                <a:solidFill>
                  <a:srgbClr val="FF0000"/>
                </a:solidFill>
              </a:rPr>
              <a:t># </a:t>
            </a:r>
            <a:r>
              <a:rPr lang="zh-CN" altLang="zh-CN" sz="2400" dirty="0">
                <a:solidFill>
                  <a:srgbClr val="FF0000"/>
                </a:solidFill>
              </a:rPr>
              <a:t>使用</a:t>
            </a:r>
            <a:r>
              <a:rPr lang="en-US" altLang="zh-CN" sz="2400" dirty="0">
                <a:solidFill>
                  <a:srgbClr val="FF0000"/>
                </a:solidFill>
              </a:rPr>
              <a:t>execute()</a:t>
            </a:r>
            <a:r>
              <a:rPr lang="zh-CN" altLang="zh-CN" sz="2400" dirty="0">
                <a:solidFill>
                  <a:srgbClr val="FF0000"/>
                </a:solidFill>
              </a:rPr>
              <a:t>方法执行</a:t>
            </a:r>
            <a:r>
              <a:rPr lang="en-US" altLang="zh-CN" sz="2400" dirty="0">
                <a:solidFill>
                  <a:srgbClr val="FF0000"/>
                </a:solidFill>
              </a:rPr>
              <a:t>SQL</a:t>
            </a:r>
            <a:r>
              <a:rPr lang="zh-CN" altLang="zh-CN" sz="2400" dirty="0">
                <a:solidFill>
                  <a:srgbClr val="FF0000"/>
                </a:solidFill>
              </a:rPr>
              <a:t>查询</a:t>
            </a:r>
          </a:p>
          <a:p>
            <a:r>
              <a:rPr lang="en-US" altLang="zh-CN" sz="2400" dirty="0" err="1"/>
              <a:t>cur.execute</a:t>
            </a:r>
            <a:r>
              <a:rPr lang="en-US" altLang="zh-CN" sz="2400" dirty="0"/>
              <a:t>("SELECT * FROM student ORDER BY </a:t>
            </a:r>
            <a:r>
              <a:rPr lang="en-US" altLang="zh-CN" sz="2400" dirty="0" err="1"/>
              <a:t>sid</a:t>
            </a:r>
            <a:r>
              <a:rPr lang="en-US" altLang="zh-CN" sz="2400" dirty="0"/>
              <a:t>")</a:t>
            </a:r>
            <a:endParaRPr lang="zh-CN" altLang="zh-CN" sz="2400" dirty="0"/>
          </a:p>
          <a:p>
            <a:r>
              <a:rPr lang="en-US" altLang="zh-CN" sz="2400" dirty="0"/>
              <a:t>rows = </a:t>
            </a:r>
            <a:r>
              <a:rPr lang="en-US" altLang="zh-CN" sz="2400" dirty="0" err="1"/>
              <a:t>cur.fetchall</a:t>
            </a:r>
            <a:r>
              <a:rPr lang="en-US" altLang="zh-CN" sz="2400" dirty="0"/>
              <a:t>()		</a:t>
            </a:r>
            <a:r>
              <a:rPr lang="en-US" altLang="zh-CN" sz="2400" dirty="0">
                <a:solidFill>
                  <a:srgbClr val="FF0000"/>
                </a:solidFill>
              </a:rPr>
              <a:t># </a:t>
            </a:r>
            <a:r>
              <a:rPr lang="zh-CN" altLang="zh-CN" sz="2400" dirty="0">
                <a:solidFill>
                  <a:srgbClr val="FF0000"/>
                </a:solidFill>
              </a:rPr>
              <a:t>使用</a:t>
            </a:r>
            <a:r>
              <a:rPr lang="en-US" altLang="zh-CN" sz="2400" dirty="0" err="1">
                <a:solidFill>
                  <a:srgbClr val="FF0000"/>
                </a:solidFill>
              </a:rPr>
              <a:t>fetchall</a:t>
            </a:r>
            <a:r>
              <a:rPr lang="en-US" altLang="zh-CN" sz="2400" dirty="0">
                <a:solidFill>
                  <a:srgbClr val="FF0000"/>
                </a:solidFill>
              </a:rPr>
              <a:t>()</a:t>
            </a:r>
            <a:r>
              <a:rPr lang="zh-CN" altLang="zh-CN" sz="2400" dirty="0">
                <a:solidFill>
                  <a:srgbClr val="FF0000"/>
                </a:solidFill>
              </a:rPr>
              <a:t>方法获取所有查询结果行</a:t>
            </a:r>
          </a:p>
          <a:p>
            <a:r>
              <a:rPr lang="en-US" altLang="zh-CN" sz="2400" dirty="0"/>
              <a:t>for row in rows:		</a:t>
            </a:r>
            <a:r>
              <a:rPr lang="en-US" altLang="zh-CN" sz="2400" dirty="0">
                <a:solidFill>
                  <a:srgbClr val="FF0000"/>
                </a:solidFill>
              </a:rPr>
              <a:t># </a:t>
            </a:r>
            <a:r>
              <a:rPr lang="zh-CN" altLang="zh-CN" sz="2400" dirty="0">
                <a:solidFill>
                  <a:srgbClr val="FF0000"/>
                </a:solidFill>
              </a:rPr>
              <a:t>逐条取数据</a:t>
            </a:r>
          </a:p>
          <a:p>
            <a:r>
              <a:rPr lang="en-US" altLang="zh-CN" sz="2400" dirty="0"/>
              <a:t>     for item in row:		</a:t>
            </a:r>
            <a:r>
              <a:rPr lang="en-US" altLang="zh-CN" sz="2400" dirty="0">
                <a:solidFill>
                  <a:srgbClr val="FF0000"/>
                </a:solidFill>
              </a:rPr>
              <a:t># </a:t>
            </a:r>
            <a:r>
              <a:rPr lang="zh-CN" altLang="zh-CN" sz="2400" dirty="0">
                <a:solidFill>
                  <a:srgbClr val="FF0000"/>
                </a:solidFill>
              </a:rPr>
              <a:t>取每条数据里的每个字段</a:t>
            </a:r>
          </a:p>
          <a:p>
            <a:r>
              <a:rPr lang="en-US" altLang="zh-CN" sz="2400" dirty="0"/>
              <a:t>          print(item, end='\t')</a:t>
            </a:r>
            <a:endParaRPr lang="zh-CN" altLang="zh-CN" sz="2400" dirty="0"/>
          </a:p>
          <a:p>
            <a:r>
              <a:rPr lang="en-US" altLang="zh-CN" sz="2400" dirty="0"/>
              <a:t>     print()			</a:t>
            </a:r>
            <a:r>
              <a:rPr lang="en-US" altLang="zh-CN" sz="2400" dirty="0">
                <a:solidFill>
                  <a:srgbClr val="FF0000"/>
                </a:solidFill>
              </a:rPr>
              <a:t># </a:t>
            </a:r>
            <a:r>
              <a:rPr lang="zh-CN" altLang="zh-CN" sz="2400" dirty="0">
                <a:solidFill>
                  <a:srgbClr val="FF0000"/>
                </a:solidFill>
              </a:rPr>
              <a:t>输出换行</a:t>
            </a:r>
          </a:p>
          <a:p>
            <a:r>
              <a:rPr lang="en-US" altLang="zh-CN" sz="2400" dirty="0" err="1"/>
              <a:t>con.close</a:t>
            </a:r>
            <a:r>
              <a:rPr lang="en-US" altLang="zh-CN" sz="2400" dirty="0"/>
              <a:t>()</a:t>
            </a:r>
            <a:endParaRPr lang="zh-CN" altLang="zh-CN" sz="2400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0C68DA2-D5E4-4861-8AB8-8D99CA4CE3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36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153081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运行结果：</a:t>
            </a:r>
          </a:p>
        </p:txBody>
      </p:sp>
      <p:pic>
        <p:nvPicPr>
          <p:cNvPr id="4" name="图片 3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5640" y="1268760"/>
            <a:ext cx="6048672" cy="5184576"/>
          </a:xfrm>
          <a:prstGeom prst="rect">
            <a:avLst/>
          </a:prstGeom>
        </p:spPr>
      </p:pic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9A743373-39FE-493E-A34F-980FDC820A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37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392418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14.3.3 </a:t>
            </a:r>
            <a:r>
              <a:rPr lang="zh-CN" altLang="en-US" dirty="0"/>
              <a:t>数据库应用开发步骤详解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69925" y="1160145"/>
            <a:ext cx="10178603" cy="2916927"/>
          </a:xfrm>
        </p:spPr>
        <p:txBody>
          <a:bodyPr/>
          <a:lstStyle/>
          <a:p>
            <a:pPr marL="0" indent="0">
              <a:buNone/>
            </a:pPr>
            <a:r>
              <a:rPr lang="en-US" altLang="zh-CN" dirty="0"/>
              <a:t>1</a:t>
            </a:r>
            <a:r>
              <a:rPr lang="zh-CN" altLang="en-US" dirty="0"/>
              <a:t>．	导入相应的数据库模块</a:t>
            </a:r>
            <a:endParaRPr lang="en-US" altLang="zh-CN" dirty="0"/>
          </a:p>
          <a:p>
            <a:pPr marL="0" indent="0">
              <a:buNone/>
            </a:pPr>
            <a:r>
              <a:rPr lang="zh-CN" altLang="zh-CN" dirty="0"/>
              <a:t>访问和操作</a:t>
            </a:r>
            <a:r>
              <a:rPr lang="en-US" altLang="zh-CN" dirty="0"/>
              <a:t>MySQL</a:t>
            </a:r>
            <a:r>
              <a:rPr lang="zh-CN" altLang="zh-CN" dirty="0"/>
              <a:t>数据库时，首先需要导入</a:t>
            </a:r>
            <a:r>
              <a:rPr lang="en-US" altLang="zh-CN" dirty="0" err="1"/>
              <a:t>pymysql</a:t>
            </a:r>
            <a:r>
              <a:rPr lang="zh-CN" altLang="zh-CN" dirty="0"/>
              <a:t>模块，可以使用下面命令直接导入：</a:t>
            </a:r>
            <a:endParaRPr lang="en-US" altLang="zh-CN" dirty="0"/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703510" y="3414191"/>
            <a:ext cx="7920881" cy="461665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2400" dirty="0"/>
              <a:t>import </a:t>
            </a:r>
            <a:r>
              <a:rPr lang="en-US" altLang="zh-CN" sz="2400" dirty="0" err="1"/>
              <a:t>pymysql</a:t>
            </a:r>
            <a:r>
              <a:rPr lang="en-US" altLang="zh-CN" sz="2400" dirty="0"/>
              <a:t>			</a:t>
            </a:r>
            <a:r>
              <a:rPr lang="en-US" altLang="zh-CN" sz="2400" dirty="0">
                <a:solidFill>
                  <a:srgbClr val="FF0000"/>
                </a:solidFill>
              </a:rPr>
              <a:t># </a:t>
            </a:r>
            <a:r>
              <a:rPr lang="zh-CN" altLang="zh-CN" sz="2400" dirty="0">
                <a:solidFill>
                  <a:srgbClr val="FF0000"/>
                </a:solidFill>
              </a:rPr>
              <a:t>导入</a:t>
            </a:r>
            <a:r>
              <a:rPr lang="en-US" altLang="zh-CN" sz="2400" dirty="0" err="1">
                <a:solidFill>
                  <a:srgbClr val="FF0000"/>
                </a:solidFill>
              </a:rPr>
              <a:t>pymysql</a:t>
            </a:r>
            <a:r>
              <a:rPr lang="zh-CN" altLang="zh-CN" sz="2400" dirty="0">
                <a:solidFill>
                  <a:srgbClr val="FF0000"/>
                </a:solidFill>
              </a:rPr>
              <a:t>模块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B9136FF-0366-4A5C-AC6C-E71711DC3F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38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968050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9925" y="260648"/>
            <a:ext cx="10852150" cy="716915"/>
          </a:xfrm>
        </p:spPr>
        <p:txBody>
          <a:bodyPr/>
          <a:lstStyle/>
          <a:p>
            <a:r>
              <a:rPr lang="en-US" altLang="zh-CN" sz="2400" dirty="0"/>
              <a:t>2</a:t>
            </a:r>
            <a:r>
              <a:rPr lang="zh-CN" altLang="en-US" sz="2400" dirty="0"/>
              <a:t>．建立数据库连接，获取</a:t>
            </a:r>
            <a:r>
              <a:rPr lang="en-US" altLang="zh-CN" sz="2400" dirty="0"/>
              <a:t>Connection</a:t>
            </a:r>
            <a:r>
              <a:rPr lang="zh-CN" altLang="en-US" sz="2400" dirty="0"/>
              <a:t>对象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76276" y="980729"/>
            <a:ext cx="10820324" cy="648072"/>
          </a:xfrm>
        </p:spPr>
        <p:txBody>
          <a:bodyPr>
            <a:normAutofit/>
          </a:bodyPr>
          <a:lstStyle/>
          <a:p>
            <a:r>
              <a:rPr lang="zh-CN" altLang="en-US" sz="2000" dirty="0"/>
              <a:t>使用</a:t>
            </a:r>
            <a:r>
              <a:rPr lang="en-US" altLang="zh-CN" sz="2000" dirty="0" err="1"/>
              <a:t>pymysql</a:t>
            </a:r>
            <a:r>
              <a:rPr lang="zh-CN" altLang="en-US" sz="2000" dirty="0"/>
              <a:t>模块的</a:t>
            </a:r>
            <a:r>
              <a:rPr lang="en-US" altLang="zh-CN" sz="2000" dirty="0"/>
              <a:t>connect()</a:t>
            </a:r>
            <a:r>
              <a:rPr lang="zh-CN" altLang="en-US" sz="2000" dirty="0"/>
              <a:t>函数建立数据库连接，返回连接对象</a:t>
            </a:r>
            <a:r>
              <a:rPr lang="en-US" altLang="zh-CN" sz="2000" dirty="0"/>
              <a:t>con</a:t>
            </a:r>
            <a:r>
              <a:rPr lang="zh-CN" altLang="en-US" sz="2000" dirty="0"/>
              <a:t>，命令形式如下：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2883" y="1628800"/>
            <a:ext cx="10585176" cy="40011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2000" dirty="0"/>
              <a:t>con = </a:t>
            </a:r>
            <a:r>
              <a:rPr lang="en-US" altLang="zh-CN" sz="2000" dirty="0" err="1"/>
              <a:t>pymysql.connect</a:t>
            </a:r>
            <a:r>
              <a:rPr lang="en-US" altLang="zh-CN" sz="2000" dirty="0"/>
              <a:t>(</a:t>
            </a:r>
            <a:r>
              <a:rPr lang="en-US" altLang="zh-CN" sz="2000" dirty="0" err="1"/>
              <a:t>connectstring</a:t>
            </a:r>
            <a:r>
              <a:rPr lang="en-US" altLang="zh-CN" sz="2000" dirty="0"/>
              <a:t>)	</a:t>
            </a:r>
            <a:r>
              <a:rPr lang="en-US" altLang="zh-CN" sz="2000" dirty="0">
                <a:solidFill>
                  <a:srgbClr val="FF0000"/>
                </a:solidFill>
              </a:rPr>
              <a:t>#</a:t>
            </a:r>
            <a:r>
              <a:rPr lang="zh-CN" altLang="en-US" sz="2000" dirty="0">
                <a:solidFill>
                  <a:srgbClr val="FF0000"/>
                </a:solidFill>
              </a:rPr>
              <a:t>连接数据库，返回</a:t>
            </a:r>
            <a:r>
              <a:rPr lang="en-US" altLang="zh-CN" sz="2000" dirty="0">
                <a:solidFill>
                  <a:srgbClr val="FF0000"/>
                </a:solidFill>
              </a:rPr>
              <a:t>Connection</a:t>
            </a:r>
            <a:r>
              <a:rPr lang="zh-CN" altLang="en-US" sz="2000" dirty="0">
                <a:solidFill>
                  <a:srgbClr val="FF0000"/>
                </a:solidFill>
              </a:rPr>
              <a:t>对象</a:t>
            </a:r>
            <a:endParaRPr lang="zh-CN" altLang="zh-CN" sz="2000" dirty="0">
              <a:solidFill>
                <a:srgbClr val="FF0000"/>
              </a:solidFill>
            </a:endParaRPr>
          </a:p>
        </p:txBody>
      </p:sp>
      <p:sp>
        <p:nvSpPr>
          <p:cNvPr id="5" name="内容占位符 2"/>
          <p:cNvSpPr txBox="1">
            <a:spLocks/>
          </p:cNvSpPr>
          <p:nvPr/>
        </p:nvSpPr>
        <p:spPr>
          <a:xfrm>
            <a:off x="695400" y="2204864"/>
            <a:ext cx="10682659" cy="648072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8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28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8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8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8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dirty="0" err="1"/>
              <a:t>connectstring</a:t>
            </a:r>
            <a:r>
              <a:rPr lang="zh-CN" altLang="zh-CN" sz="2000" dirty="0"/>
              <a:t>是连接字符串</a:t>
            </a:r>
            <a:r>
              <a:rPr lang="zh-CN" altLang="en-US" sz="2000" dirty="0"/>
              <a:t>，其</a:t>
            </a:r>
            <a:r>
              <a:rPr lang="zh-CN" altLang="zh-CN" sz="2000" dirty="0"/>
              <a:t>参数说明如</a:t>
            </a:r>
            <a:r>
              <a:rPr lang="zh-CN" altLang="en-US" sz="2000" dirty="0"/>
              <a:t>下</a:t>
            </a:r>
            <a:r>
              <a:rPr lang="zh-CN" altLang="zh-CN" sz="2000" dirty="0"/>
              <a:t>表</a:t>
            </a:r>
            <a:r>
              <a:rPr lang="zh-CN" altLang="en-US" sz="2000" dirty="0"/>
              <a:t>：</a:t>
            </a:r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5739254"/>
              </p:ext>
            </p:extLst>
          </p:nvPr>
        </p:nvGraphicFramePr>
        <p:xfrm>
          <a:off x="2256309" y="2861072"/>
          <a:ext cx="7560840" cy="352839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9019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588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41049"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zh-CN" sz="2000" kern="100" dirty="0">
                          <a:effectLst/>
                        </a:rPr>
                        <a:t>参数</a:t>
                      </a:r>
                      <a:endParaRPr lang="zh-CN" sz="2000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zh-CN" sz="2000" kern="100">
                          <a:effectLst/>
                        </a:rPr>
                        <a:t>说明</a:t>
                      </a:r>
                      <a:endParaRPr lang="zh-CN" sz="200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82098"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</a:rPr>
                        <a:t>host</a:t>
                      </a:r>
                      <a:endParaRPr lang="zh-CN" sz="200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</a:rPr>
                        <a:t>MySQL</a:t>
                      </a:r>
                      <a:r>
                        <a:rPr lang="zh-CN" sz="2000" kern="100">
                          <a:effectLst/>
                        </a:rPr>
                        <a:t>服务器的主机名或</a:t>
                      </a:r>
                      <a:r>
                        <a:rPr lang="en-US" sz="2000" kern="100">
                          <a:effectLst/>
                        </a:rPr>
                        <a:t>IP</a:t>
                      </a:r>
                      <a:r>
                        <a:rPr lang="zh-CN" sz="2000" kern="100">
                          <a:effectLst/>
                        </a:rPr>
                        <a:t>地址，</a:t>
                      </a:r>
                      <a:r>
                        <a:rPr lang="en-US" sz="2000" kern="100">
                          <a:effectLst/>
                        </a:rPr>
                        <a:t>localhost</a:t>
                      </a:r>
                      <a:r>
                        <a:rPr lang="zh-CN" sz="2000" kern="100">
                          <a:effectLst/>
                        </a:rPr>
                        <a:t>或</a:t>
                      </a:r>
                      <a:r>
                        <a:rPr lang="en-US" sz="2000" kern="100">
                          <a:effectLst/>
                        </a:rPr>
                        <a:t>127.0.0.1</a:t>
                      </a:r>
                      <a:r>
                        <a:rPr lang="zh-CN" sz="2000" kern="100">
                          <a:effectLst/>
                        </a:rPr>
                        <a:t>（默认值）都表示本地服务器。</a:t>
                      </a:r>
                      <a:endParaRPr lang="zh-CN" sz="200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1049"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</a:rPr>
                        <a:t>port</a:t>
                      </a:r>
                      <a:endParaRPr lang="zh-CN" sz="200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</a:rPr>
                        <a:t>MySQL</a:t>
                      </a:r>
                      <a:r>
                        <a:rPr lang="zh-CN" sz="2000" kern="100">
                          <a:effectLst/>
                        </a:rPr>
                        <a:t>服务器访问端口号，默认为</a:t>
                      </a:r>
                      <a:r>
                        <a:rPr lang="en-US" sz="2000" kern="100">
                          <a:effectLst/>
                        </a:rPr>
                        <a:t>3306</a:t>
                      </a:r>
                      <a:r>
                        <a:rPr lang="zh-CN" sz="2000" kern="100">
                          <a:effectLst/>
                        </a:rPr>
                        <a:t>。</a:t>
                      </a:r>
                      <a:endParaRPr lang="zh-CN" sz="200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1049"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</a:rPr>
                        <a:t>user</a:t>
                      </a:r>
                      <a:endParaRPr lang="zh-CN" sz="200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zh-CN" sz="2000" kern="100">
                          <a:effectLst/>
                        </a:rPr>
                        <a:t>登录</a:t>
                      </a:r>
                      <a:r>
                        <a:rPr lang="en-US" sz="2000" kern="100">
                          <a:effectLst/>
                        </a:rPr>
                        <a:t>MySQL</a:t>
                      </a:r>
                      <a:r>
                        <a:rPr lang="zh-CN" sz="2000" kern="100">
                          <a:effectLst/>
                        </a:rPr>
                        <a:t>服务器的用户名。</a:t>
                      </a:r>
                      <a:endParaRPr lang="zh-CN" sz="200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1049"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</a:rPr>
                        <a:t>passwd</a:t>
                      </a:r>
                      <a:endParaRPr lang="zh-CN" sz="200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zh-CN" sz="2000" kern="100">
                          <a:effectLst/>
                        </a:rPr>
                        <a:t>登录</a:t>
                      </a:r>
                      <a:r>
                        <a:rPr lang="en-US" sz="2000" kern="100">
                          <a:effectLst/>
                        </a:rPr>
                        <a:t>MySQL</a:t>
                      </a:r>
                      <a:r>
                        <a:rPr lang="zh-CN" sz="2000" kern="100">
                          <a:effectLst/>
                        </a:rPr>
                        <a:t>服务器的密码。</a:t>
                      </a:r>
                      <a:endParaRPr lang="zh-CN" sz="200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1049"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</a:rPr>
                        <a:t>db</a:t>
                      </a:r>
                      <a:endParaRPr lang="zh-CN" sz="200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zh-CN" sz="2000" kern="100">
                          <a:effectLst/>
                        </a:rPr>
                        <a:t>连接使用的默认数据库（也称当前数据库）。</a:t>
                      </a:r>
                      <a:endParaRPr lang="zh-CN" sz="200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1049"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</a:rPr>
                        <a:t>charset</a:t>
                      </a:r>
                      <a:endParaRPr lang="zh-CN" sz="200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</a:rPr>
                        <a:t>MySQL</a:t>
                      </a:r>
                      <a:r>
                        <a:rPr lang="zh-CN" sz="2000" kern="100" dirty="0">
                          <a:effectLst/>
                        </a:rPr>
                        <a:t>数据库使用的字符集，默认为</a:t>
                      </a:r>
                      <a:r>
                        <a:rPr lang="en-US" sz="2000" kern="100" dirty="0">
                          <a:effectLst/>
                        </a:rPr>
                        <a:t>utf8</a:t>
                      </a:r>
                      <a:r>
                        <a:rPr lang="zh-CN" sz="2000" kern="100" dirty="0">
                          <a:effectLst/>
                        </a:rPr>
                        <a:t>。</a:t>
                      </a:r>
                      <a:endParaRPr lang="zh-CN" sz="2000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C083225-660E-4DB9-AD07-1CEBB2347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39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643732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3392" y="332657"/>
            <a:ext cx="10945216" cy="864096"/>
          </a:xfrm>
        </p:spPr>
        <p:txBody>
          <a:bodyPr>
            <a:normAutofit/>
          </a:bodyPr>
          <a:lstStyle/>
          <a:p>
            <a:r>
              <a:rPr lang="zh-CN" altLang="en-US" sz="2000" dirty="0"/>
              <a:t>建立连接时，如果不指定参数，则使用各个参数的默认值进行连接。建立连接成功后，可以使用以下</a:t>
            </a:r>
            <a:r>
              <a:rPr lang="en-US" altLang="zh-CN" sz="2000" dirty="0"/>
              <a:t>Connection</a:t>
            </a:r>
            <a:r>
              <a:rPr lang="zh-CN" altLang="en-US" sz="2000" dirty="0"/>
              <a:t>对象的属性来查看连接的相关属性。</a:t>
            </a:r>
            <a:r>
              <a:rPr lang="en-US" altLang="zh-CN" sz="2000" dirty="0"/>
              <a:t>Connection</a:t>
            </a:r>
            <a:r>
              <a:rPr lang="zh-CN" altLang="en-US" sz="2000" dirty="0"/>
              <a:t>对象的属性如下表：</a:t>
            </a: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9877305"/>
              </p:ext>
            </p:extLst>
          </p:nvPr>
        </p:nvGraphicFramePr>
        <p:xfrm>
          <a:off x="2135560" y="1412776"/>
          <a:ext cx="8136904" cy="396044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9826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543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40049"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zh-CN" sz="2000" kern="100">
                          <a:effectLst/>
                        </a:rPr>
                        <a:t>属性</a:t>
                      </a:r>
                      <a:endParaRPr lang="zh-CN" sz="200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zh-CN" sz="2000" kern="100">
                          <a:effectLst/>
                        </a:rPr>
                        <a:t>说明</a:t>
                      </a:r>
                      <a:endParaRPr lang="zh-CN" sz="200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0049"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</a:rPr>
                        <a:t>charset</a:t>
                      </a:r>
                      <a:endParaRPr lang="zh-CN" sz="200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zh-CN" sz="2000" kern="100">
                          <a:effectLst/>
                        </a:rPr>
                        <a:t>返回连接使用的字符集。</a:t>
                      </a:r>
                      <a:endParaRPr lang="zh-CN" sz="200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0049"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</a:rPr>
                        <a:t>user</a:t>
                      </a:r>
                      <a:endParaRPr lang="zh-CN" sz="200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zh-CN" sz="2000" kern="100">
                          <a:effectLst/>
                        </a:rPr>
                        <a:t>返回连接的用户名。</a:t>
                      </a:r>
                      <a:endParaRPr lang="zh-CN" sz="200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80098"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</a:rPr>
                        <a:t>server_host</a:t>
                      </a:r>
                      <a:endParaRPr lang="zh-CN" sz="200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zh-CN" sz="2000" kern="100">
                          <a:effectLst/>
                        </a:rPr>
                        <a:t>返回</a:t>
                      </a:r>
                      <a:r>
                        <a:rPr lang="en-US" sz="2000" kern="100">
                          <a:effectLst/>
                        </a:rPr>
                        <a:t>MySQL</a:t>
                      </a:r>
                      <a:r>
                        <a:rPr lang="zh-CN" sz="2000" kern="100">
                          <a:effectLst/>
                        </a:rPr>
                        <a:t>服务器所在主机的</a:t>
                      </a:r>
                      <a:r>
                        <a:rPr lang="en-US" sz="2000" kern="100">
                          <a:effectLst/>
                        </a:rPr>
                        <a:t>IP</a:t>
                      </a:r>
                      <a:r>
                        <a:rPr lang="zh-CN" sz="2000" kern="100">
                          <a:effectLst/>
                        </a:rPr>
                        <a:t>地址或名称。</a:t>
                      </a:r>
                      <a:endParaRPr lang="zh-CN" sz="200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80098"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</a:rPr>
                        <a:t>server_port</a:t>
                      </a:r>
                      <a:endParaRPr lang="zh-CN" sz="200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zh-CN" sz="2000" kern="100">
                          <a:effectLst/>
                        </a:rPr>
                        <a:t>返回访问</a:t>
                      </a:r>
                      <a:r>
                        <a:rPr lang="en-US" sz="2000" kern="100">
                          <a:effectLst/>
                        </a:rPr>
                        <a:t>MySQL</a:t>
                      </a:r>
                      <a:r>
                        <a:rPr lang="zh-CN" sz="2000" kern="100">
                          <a:effectLst/>
                        </a:rPr>
                        <a:t>服务器的</a:t>
                      </a:r>
                      <a:r>
                        <a:rPr lang="en-US" sz="2000" kern="100">
                          <a:effectLst/>
                        </a:rPr>
                        <a:t>TCP/IP</a:t>
                      </a:r>
                      <a:r>
                        <a:rPr lang="zh-CN" sz="2000" kern="100">
                          <a:effectLst/>
                        </a:rPr>
                        <a:t>协议访问端口。</a:t>
                      </a:r>
                      <a:endParaRPr lang="zh-CN" sz="200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0049"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</a:rPr>
                        <a:t>db</a:t>
                      </a:r>
                      <a:endParaRPr lang="zh-CN" sz="200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zh-CN" sz="2000" kern="100">
                          <a:effectLst/>
                        </a:rPr>
                        <a:t>返回连接的数据库名称。</a:t>
                      </a:r>
                      <a:endParaRPr lang="zh-CN" sz="200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0049"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</a:rPr>
                        <a:t>password</a:t>
                      </a:r>
                      <a:endParaRPr lang="zh-CN" sz="200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zh-CN" sz="2000" kern="100" dirty="0">
                          <a:effectLst/>
                        </a:rPr>
                        <a:t>返回连接数据库的密码。</a:t>
                      </a:r>
                      <a:endParaRPr lang="zh-CN" sz="2000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388A485C-AAB9-4924-AA4D-DC8FB6C449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40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783997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392" y="260648"/>
            <a:ext cx="10852150" cy="504056"/>
          </a:xfrm>
        </p:spPr>
        <p:txBody>
          <a:bodyPr/>
          <a:lstStyle/>
          <a:p>
            <a:r>
              <a:rPr lang="zh-CN" altLang="en-US" sz="2000" dirty="0"/>
              <a:t>获取</a:t>
            </a:r>
            <a:r>
              <a:rPr lang="en-US" altLang="zh-CN" sz="2000" dirty="0"/>
              <a:t>Connection</a:t>
            </a:r>
            <a:r>
              <a:rPr lang="zh-CN" altLang="en-US" sz="2000" dirty="0"/>
              <a:t>对象的属性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02269" y="764704"/>
            <a:ext cx="7920881" cy="5940088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2000" dirty="0"/>
              <a:t>&gt;&gt;&gt; import </a:t>
            </a:r>
            <a:r>
              <a:rPr lang="en-US" altLang="zh-CN" sz="2000" dirty="0" err="1"/>
              <a:t>pymysql</a:t>
            </a:r>
            <a:r>
              <a:rPr lang="en-US" altLang="zh-CN" sz="2000" dirty="0"/>
              <a:t> as </a:t>
            </a:r>
            <a:r>
              <a:rPr lang="en-US" altLang="zh-CN" sz="2000" dirty="0" err="1"/>
              <a:t>cn</a:t>
            </a:r>
            <a:endParaRPr lang="zh-CN" altLang="zh-CN" sz="2000" dirty="0"/>
          </a:p>
          <a:p>
            <a:r>
              <a:rPr lang="en-US" altLang="zh-CN" sz="2000" dirty="0"/>
              <a:t>&gt;&gt;&gt; con = </a:t>
            </a:r>
            <a:r>
              <a:rPr lang="en-US" altLang="zh-CN" sz="2000" dirty="0" err="1"/>
              <a:t>cn.connect</a:t>
            </a:r>
            <a:r>
              <a:rPr lang="en-US" altLang="zh-CN" sz="2000" dirty="0"/>
              <a:t>(host="</a:t>
            </a:r>
            <a:r>
              <a:rPr lang="en-US" altLang="zh-CN" sz="2000" dirty="0" err="1"/>
              <a:t>localhost</a:t>
            </a:r>
            <a:r>
              <a:rPr lang="en-US" altLang="zh-CN" sz="2000" dirty="0"/>
              <a:t>", user="root", password="123456", </a:t>
            </a:r>
            <a:r>
              <a:rPr lang="en-US" altLang="zh-CN" sz="2000" dirty="0" err="1"/>
              <a:t>db</a:t>
            </a:r>
            <a:r>
              <a:rPr lang="en-US" altLang="zh-CN" sz="2000" dirty="0"/>
              <a:t>="</a:t>
            </a:r>
            <a:r>
              <a:rPr lang="en-US" altLang="zh-CN" sz="2000" dirty="0" err="1"/>
              <a:t>stumanage</a:t>
            </a:r>
            <a:r>
              <a:rPr lang="en-US" altLang="zh-CN" sz="2000" dirty="0"/>
              <a:t>")</a:t>
            </a:r>
            <a:endParaRPr lang="zh-CN" altLang="zh-CN" sz="2000" dirty="0"/>
          </a:p>
          <a:p>
            <a:r>
              <a:rPr lang="en-US" altLang="zh-CN" sz="2000" dirty="0"/>
              <a:t>&gt;&gt;&gt; </a:t>
            </a:r>
            <a:r>
              <a:rPr lang="en-US" altLang="zh-CN" sz="2000" dirty="0" err="1"/>
              <a:t>con.charset</a:t>
            </a:r>
            <a:endParaRPr lang="zh-CN" altLang="zh-CN" sz="2000" dirty="0"/>
          </a:p>
          <a:p>
            <a:r>
              <a:rPr lang="en-US" altLang="zh-CN" sz="2000" dirty="0"/>
              <a:t>'utf8mb4'</a:t>
            </a:r>
            <a:endParaRPr lang="zh-CN" altLang="zh-CN" sz="2000" dirty="0"/>
          </a:p>
          <a:p>
            <a:r>
              <a:rPr lang="en-US" altLang="zh-CN" sz="2000" dirty="0"/>
              <a:t>&gt;&gt;&gt; </a:t>
            </a:r>
            <a:r>
              <a:rPr lang="en-US" altLang="zh-CN" sz="2000" dirty="0" err="1"/>
              <a:t>con.host_info</a:t>
            </a:r>
            <a:endParaRPr lang="zh-CN" altLang="zh-CN" sz="2000" dirty="0"/>
          </a:p>
          <a:p>
            <a:r>
              <a:rPr lang="en-US" altLang="zh-CN" sz="2000" dirty="0"/>
              <a:t>'socket localhost:3306'</a:t>
            </a:r>
            <a:endParaRPr lang="zh-CN" altLang="zh-CN" sz="2000" dirty="0"/>
          </a:p>
          <a:p>
            <a:r>
              <a:rPr lang="en-US" altLang="zh-CN" sz="2000" dirty="0"/>
              <a:t>&gt;&gt;&gt; </a:t>
            </a:r>
            <a:r>
              <a:rPr lang="en-US" altLang="zh-CN" sz="2000" dirty="0" err="1"/>
              <a:t>con.charset</a:t>
            </a:r>
            <a:endParaRPr lang="zh-CN" altLang="zh-CN" sz="2000" dirty="0"/>
          </a:p>
          <a:p>
            <a:r>
              <a:rPr lang="en-US" altLang="zh-CN" sz="2000" dirty="0"/>
              <a:t>'utf8mb4'</a:t>
            </a:r>
            <a:endParaRPr lang="zh-CN" altLang="zh-CN" sz="2000" dirty="0"/>
          </a:p>
          <a:p>
            <a:r>
              <a:rPr lang="en-US" altLang="zh-CN" sz="2000" dirty="0"/>
              <a:t>&gt;&gt;&gt; </a:t>
            </a:r>
            <a:r>
              <a:rPr lang="en-US" altLang="zh-CN" sz="2000" dirty="0" err="1"/>
              <a:t>con.user</a:t>
            </a:r>
            <a:endParaRPr lang="zh-CN" altLang="zh-CN" sz="2000" dirty="0"/>
          </a:p>
          <a:p>
            <a:r>
              <a:rPr lang="en-US" altLang="zh-CN" sz="2000" dirty="0" err="1"/>
              <a:t>b'root</a:t>
            </a:r>
            <a:r>
              <a:rPr lang="en-US" altLang="zh-CN" sz="2000" dirty="0"/>
              <a:t>'</a:t>
            </a:r>
            <a:endParaRPr lang="zh-CN" altLang="zh-CN" sz="2000" dirty="0"/>
          </a:p>
          <a:p>
            <a:r>
              <a:rPr lang="en-US" altLang="zh-CN" sz="2000" dirty="0"/>
              <a:t>&gt;&gt;&gt; </a:t>
            </a:r>
            <a:r>
              <a:rPr lang="en-US" altLang="zh-CN" sz="2000" dirty="0" err="1"/>
              <a:t>con.host</a:t>
            </a:r>
            <a:endParaRPr lang="zh-CN" altLang="zh-CN" sz="2000" dirty="0"/>
          </a:p>
          <a:p>
            <a:r>
              <a:rPr lang="en-US" altLang="zh-CN" sz="2000" dirty="0"/>
              <a:t>'</a:t>
            </a:r>
            <a:r>
              <a:rPr lang="en-US" altLang="zh-CN" sz="2000" dirty="0" err="1"/>
              <a:t>localhost</a:t>
            </a:r>
            <a:r>
              <a:rPr lang="en-US" altLang="zh-CN" sz="2000" dirty="0"/>
              <a:t>'</a:t>
            </a:r>
            <a:endParaRPr lang="zh-CN" altLang="zh-CN" sz="2000" dirty="0"/>
          </a:p>
          <a:p>
            <a:r>
              <a:rPr lang="en-US" altLang="zh-CN" sz="2000" dirty="0"/>
              <a:t>&gt;&gt;&gt; </a:t>
            </a:r>
            <a:r>
              <a:rPr lang="en-US" altLang="zh-CN" sz="2000" dirty="0" err="1"/>
              <a:t>con.port</a:t>
            </a:r>
            <a:endParaRPr lang="zh-CN" altLang="zh-CN" sz="2000" dirty="0"/>
          </a:p>
          <a:p>
            <a:r>
              <a:rPr lang="en-US" altLang="zh-CN" sz="2000" dirty="0"/>
              <a:t>3306</a:t>
            </a:r>
            <a:endParaRPr lang="zh-CN" altLang="zh-CN" sz="2000" dirty="0"/>
          </a:p>
          <a:p>
            <a:r>
              <a:rPr lang="en-US" altLang="zh-CN" sz="2000" dirty="0"/>
              <a:t>&gt;&gt;&gt; </a:t>
            </a:r>
            <a:r>
              <a:rPr lang="en-US" altLang="zh-CN" sz="2000" dirty="0" err="1"/>
              <a:t>con.db</a:t>
            </a:r>
            <a:endParaRPr lang="zh-CN" altLang="zh-CN" sz="2000" dirty="0"/>
          </a:p>
          <a:p>
            <a:r>
              <a:rPr lang="en-US" altLang="zh-CN" sz="2000" dirty="0" err="1"/>
              <a:t>b'stumanage</a:t>
            </a:r>
            <a:r>
              <a:rPr lang="en-US" altLang="zh-CN" sz="2000" dirty="0"/>
              <a:t>'</a:t>
            </a:r>
            <a:endParaRPr lang="zh-CN" altLang="zh-CN" sz="2000" dirty="0"/>
          </a:p>
          <a:p>
            <a:r>
              <a:rPr lang="en-US" altLang="zh-CN" sz="2000" dirty="0"/>
              <a:t>&gt;&gt;&gt; </a:t>
            </a:r>
            <a:r>
              <a:rPr lang="en-US" altLang="zh-CN" sz="2000" dirty="0" err="1"/>
              <a:t>con.password</a:t>
            </a:r>
            <a:endParaRPr lang="zh-CN" altLang="zh-CN" sz="2000" dirty="0"/>
          </a:p>
          <a:p>
            <a:r>
              <a:rPr lang="en-US" altLang="zh-CN" sz="2000" dirty="0"/>
              <a:t>b'123456'</a:t>
            </a:r>
            <a:endParaRPr lang="zh-CN" altLang="zh-CN" sz="2000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EA1AC45A-34F6-453A-8512-480320E60E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41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714554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800" dirty="0"/>
              <a:t>3</a:t>
            </a:r>
            <a:r>
              <a:rPr lang="zh-CN" altLang="en-US" sz="2800" dirty="0"/>
              <a:t>． 创建游标（</a:t>
            </a:r>
            <a:r>
              <a:rPr lang="en-US" altLang="zh-CN" sz="2800" dirty="0"/>
              <a:t>Cursor</a:t>
            </a:r>
            <a:r>
              <a:rPr lang="zh-CN" altLang="en-US" sz="2800" dirty="0"/>
              <a:t>）对象，并执行</a:t>
            </a:r>
            <a:r>
              <a:rPr lang="en-US" altLang="zh-CN" sz="2800" dirty="0"/>
              <a:t>SQL</a:t>
            </a:r>
            <a:r>
              <a:rPr lang="zh-CN" altLang="en-US" sz="2800" dirty="0"/>
              <a:t>语句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69925" y="1160145"/>
            <a:ext cx="10250611" cy="1836807"/>
          </a:xfrm>
        </p:spPr>
        <p:txBody>
          <a:bodyPr>
            <a:normAutofit lnSpcReduction="10000"/>
          </a:bodyPr>
          <a:lstStyle/>
          <a:p>
            <a:r>
              <a:rPr lang="zh-CN" altLang="en-US" dirty="0"/>
              <a:t>成功创建</a:t>
            </a:r>
            <a:r>
              <a:rPr lang="en-US" altLang="zh-CN" dirty="0"/>
              <a:t>Connection</a:t>
            </a:r>
            <a:r>
              <a:rPr lang="zh-CN" altLang="en-US" dirty="0"/>
              <a:t>对象后，再创建一个</a:t>
            </a:r>
            <a:r>
              <a:rPr lang="en-US" altLang="zh-CN" dirty="0"/>
              <a:t>Cursor</a:t>
            </a:r>
            <a:r>
              <a:rPr lang="zh-CN" altLang="en-US" dirty="0"/>
              <a:t>游标对象，使用游标对象的</a:t>
            </a:r>
            <a:r>
              <a:rPr lang="en-US" altLang="zh-CN" dirty="0"/>
              <a:t>execute()</a:t>
            </a:r>
            <a:r>
              <a:rPr lang="zh-CN" altLang="en-US" dirty="0"/>
              <a:t>方法执行</a:t>
            </a:r>
            <a:r>
              <a:rPr lang="en-US" altLang="zh-CN" dirty="0"/>
              <a:t>SQL</a:t>
            </a:r>
            <a:r>
              <a:rPr lang="zh-CN" altLang="en-US" dirty="0"/>
              <a:t>语句，可以访问或操纵数据库中的数据。</a:t>
            </a:r>
            <a:endParaRPr lang="en-US" altLang="zh-CN" dirty="0"/>
          </a:p>
          <a:p>
            <a:r>
              <a:rPr lang="en-US" altLang="zh-CN" dirty="0"/>
              <a:t>Connection</a:t>
            </a:r>
            <a:r>
              <a:rPr lang="zh-CN" altLang="zh-CN" dirty="0"/>
              <a:t>对象常用的方法如</a:t>
            </a:r>
            <a:r>
              <a:rPr lang="zh-CN" altLang="en-US" dirty="0"/>
              <a:t>下</a:t>
            </a:r>
            <a:r>
              <a:rPr lang="zh-CN" altLang="zh-CN" dirty="0"/>
              <a:t>表所示。</a:t>
            </a:r>
            <a:endParaRPr lang="zh-CN" altLang="en-US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4876224"/>
              </p:ext>
            </p:extLst>
          </p:nvPr>
        </p:nvGraphicFramePr>
        <p:xfrm>
          <a:off x="2495600" y="3235801"/>
          <a:ext cx="7344816" cy="300690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8040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407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8500"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zh-CN" sz="2000" kern="100">
                          <a:effectLst/>
                        </a:rPr>
                        <a:t>方法</a:t>
                      </a:r>
                      <a:endParaRPr lang="zh-CN" sz="200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zh-CN" sz="2000" kern="100">
                          <a:effectLst/>
                        </a:rPr>
                        <a:t>含义</a:t>
                      </a:r>
                      <a:endParaRPr lang="zh-CN" sz="200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8500"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</a:rPr>
                        <a:t>cursor()</a:t>
                      </a:r>
                      <a:endParaRPr lang="zh-CN" sz="200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zh-CN" sz="2000" kern="100">
                          <a:effectLst/>
                        </a:rPr>
                        <a:t>返回连接的游标。</a:t>
                      </a:r>
                      <a:endParaRPr lang="zh-CN" sz="200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37001"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</a:rPr>
                        <a:t>commit()</a:t>
                      </a:r>
                      <a:endParaRPr lang="zh-CN" sz="200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zh-CN" sz="2000" kern="100">
                          <a:effectLst/>
                        </a:rPr>
                        <a:t>提交当前事务，如果不提交，则上次调用</a:t>
                      </a:r>
                      <a:r>
                        <a:rPr lang="en-US" sz="2000" kern="100">
                          <a:effectLst/>
                        </a:rPr>
                        <a:t>commit()</a:t>
                      </a:r>
                      <a:r>
                        <a:rPr lang="zh-CN" sz="2000" kern="100">
                          <a:effectLst/>
                        </a:rPr>
                        <a:t>方法后的所有修改都不会真正保存到数据库中。</a:t>
                      </a:r>
                      <a:endParaRPr lang="zh-CN" sz="200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37001"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</a:rPr>
                        <a:t>rollback()</a:t>
                      </a:r>
                      <a:endParaRPr lang="zh-CN" sz="200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zh-CN" sz="2000" kern="100">
                          <a:effectLst/>
                        </a:rPr>
                        <a:t>撤销当前事务，将数据库恢复至上次调用</a:t>
                      </a:r>
                      <a:r>
                        <a:rPr lang="en-US" sz="2000" kern="100">
                          <a:effectLst/>
                        </a:rPr>
                        <a:t>commit()</a:t>
                      </a:r>
                      <a:r>
                        <a:rPr lang="zh-CN" sz="2000" kern="100">
                          <a:effectLst/>
                        </a:rPr>
                        <a:t>方法后的状态。</a:t>
                      </a:r>
                      <a:endParaRPr lang="zh-CN" sz="200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8500"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</a:rPr>
                        <a:t>close()</a:t>
                      </a:r>
                      <a:endParaRPr lang="zh-CN" sz="200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zh-CN" sz="2000" kern="100" dirty="0">
                          <a:effectLst/>
                        </a:rPr>
                        <a:t>关闭数据库连接。</a:t>
                      </a:r>
                      <a:endParaRPr lang="zh-CN" sz="2000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C2C01F0-54A6-4C68-A35B-66E36009F8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42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575968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3392" y="332656"/>
            <a:ext cx="10852150" cy="648072"/>
          </a:xfrm>
        </p:spPr>
        <p:txBody>
          <a:bodyPr>
            <a:normAutofit/>
          </a:bodyPr>
          <a:lstStyle/>
          <a:p>
            <a:r>
              <a:rPr lang="zh-CN" altLang="en-US" dirty="0"/>
              <a:t>创建游标对象的语句如下：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3431" y="981571"/>
            <a:ext cx="7920881" cy="461665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2400" dirty="0"/>
              <a:t>cur = </a:t>
            </a:r>
            <a:r>
              <a:rPr lang="en-US" altLang="zh-CN" sz="2400" dirty="0" err="1"/>
              <a:t>con.cursor</a:t>
            </a:r>
            <a:r>
              <a:rPr lang="en-US" altLang="zh-CN" sz="2400" dirty="0"/>
              <a:t>()		</a:t>
            </a:r>
            <a:r>
              <a:rPr lang="en-US" altLang="zh-CN" sz="2400" dirty="0">
                <a:solidFill>
                  <a:srgbClr val="FF0000"/>
                </a:solidFill>
              </a:rPr>
              <a:t># </a:t>
            </a:r>
            <a:r>
              <a:rPr lang="zh-CN" altLang="zh-CN" sz="2400" dirty="0">
                <a:solidFill>
                  <a:srgbClr val="FF0000"/>
                </a:solidFill>
              </a:rPr>
              <a:t>创建游标对象</a:t>
            </a:r>
            <a:r>
              <a:rPr lang="en-US" altLang="zh-CN" sz="2400" dirty="0">
                <a:solidFill>
                  <a:srgbClr val="FF0000"/>
                </a:solidFill>
              </a:rPr>
              <a:t>cur</a:t>
            </a:r>
            <a:endParaRPr lang="zh-CN" altLang="zh-CN" sz="2400" dirty="0">
              <a:solidFill>
                <a:srgbClr val="FF0000"/>
              </a:solidFill>
            </a:endParaRPr>
          </a:p>
        </p:txBody>
      </p:sp>
      <p:sp>
        <p:nvSpPr>
          <p:cNvPr id="6" name="内容占位符 2"/>
          <p:cNvSpPr txBox="1">
            <a:spLocks/>
          </p:cNvSpPr>
          <p:nvPr/>
        </p:nvSpPr>
        <p:spPr>
          <a:xfrm>
            <a:off x="623392" y="1628800"/>
            <a:ext cx="10852150" cy="1080120"/>
          </a:xfrm>
          <a:prstGeom prst="rect">
            <a:avLst/>
          </a:prstGeom>
        </p:spPr>
        <p:txBody>
          <a:bodyPr vert="horz" lIns="90000" tIns="46800" rIns="90000" bIns="46800" rtlCol="0">
            <a:normAutofit fontScale="85000" lnSpcReduction="10000"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8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28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8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8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8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游标是系统为用户开设的一个数据缓冲区，存放</a:t>
            </a:r>
            <a:r>
              <a:rPr lang="en-US" altLang="zh-CN" dirty="0"/>
              <a:t>SQL</a:t>
            </a:r>
            <a:r>
              <a:rPr lang="zh-CN" altLang="en-US" dirty="0"/>
              <a:t>语句的执行结果。</a:t>
            </a:r>
            <a:endParaRPr lang="en-US" altLang="zh-CN" dirty="0"/>
          </a:p>
          <a:p>
            <a:r>
              <a:rPr lang="zh-CN" altLang="zh-CN" dirty="0"/>
              <a:t>游标对象的常用方法和属性如</a:t>
            </a:r>
            <a:r>
              <a:rPr lang="zh-CN" altLang="en-US" dirty="0"/>
              <a:t>下</a:t>
            </a:r>
            <a:r>
              <a:rPr lang="zh-CN" altLang="zh-CN" dirty="0"/>
              <a:t>表所示</a:t>
            </a:r>
            <a:endParaRPr lang="zh-CN" altLang="en-US" dirty="0"/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4756345"/>
              </p:ext>
            </p:extLst>
          </p:nvPr>
        </p:nvGraphicFramePr>
        <p:xfrm>
          <a:off x="1991544" y="2852936"/>
          <a:ext cx="7550311" cy="367240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5922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580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3855"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zh-CN" sz="2000" kern="100">
                          <a:effectLst/>
                        </a:rPr>
                        <a:t>方法</a:t>
                      </a:r>
                      <a:r>
                        <a:rPr lang="en-US" sz="2000" kern="100">
                          <a:effectLst/>
                        </a:rPr>
                        <a:t>/</a:t>
                      </a:r>
                      <a:r>
                        <a:rPr lang="zh-CN" sz="2000" kern="100">
                          <a:effectLst/>
                        </a:rPr>
                        <a:t>属性</a:t>
                      </a:r>
                      <a:endParaRPr lang="zh-CN" sz="200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zh-CN" sz="2000" kern="100">
                          <a:effectLst/>
                        </a:rPr>
                        <a:t>含义</a:t>
                      </a:r>
                      <a:endParaRPr lang="zh-CN" sz="200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3855"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</a:rPr>
                        <a:t>execute()</a:t>
                      </a:r>
                      <a:endParaRPr lang="zh-CN" sz="200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zh-CN" sz="2000" kern="100">
                          <a:effectLst/>
                        </a:rPr>
                        <a:t>执行一条</a:t>
                      </a:r>
                      <a:r>
                        <a:rPr lang="en-US" sz="2000" kern="100">
                          <a:effectLst/>
                        </a:rPr>
                        <a:t>SQL</a:t>
                      </a:r>
                      <a:r>
                        <a:rPr lang="zh-CN" sz="2000" kern="100">
                          <a:effectLst/>
                        </a:rPr>
                        <a:t>语句。</a:t>
                      </a:r>
                      <a:endParaRPr lang="zh-CN" sz="200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7711"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</a:rPr>
                        <a:t>eExecutemany()</a:t>
                      </a:r>
                      <a:endParaRPr lang="zh-CN" sz="200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zh-CN" sz="2000" kern="100">
                          <a:effectLst/>
                        </a:rPr>
                        <a:t>执行多条</a:t>
                      </a:r>
                      <a:r>
                        <a:rPr lang="en-US" sz="2000" kern="100">
                          <a:effectLst/>
                        </a:rPr>
                        <a:t>SQL</a:t>
                      </a:r>
                      <a:r>
                        <a:rPr lang="zh-CN" sz="2000" kern="100">
                          <a:effectLst/>
                        </a:rPr>
                        <a:t>语句。</a:t>
                      </a:r>
                      <a:endParaRPr lang="zh-CN" sz="200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3855"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</a:rPr>
                        <a:t>fetchone()</a:t>
                      </a:r>
                      <a:endParaRPr lang="zh-CN" sz="200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zh-CN" sz="2000" kern="100">
                          <a:effectLst/>
                        </a:rPr>
                        <a:t>取得结果集的下一行。</a:t>
                      </a:r>
                      <a:endParaRPr lang="zh-CN" sz="200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7711"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</a:rPr>
                        <a:t>fetchmany()</a:t>
                      </a:r>
                      <a:endParaRPr lang="zh-CN" sz="200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zh-CN" sz="2000" kern="100">
                          <a:effectLst/>
                        </a:rPr>
                        <a:t>获取结果集的下几行。</a:t>
                      </a:r>
                      <a:endParaRPr lang="zh-CN" sz="200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3855"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</a:rPr>
                        <a:t>fetchall()</a:t>
                      </a:r>
                      <a:endParaRPr lang="zh-CN" sz="200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zh-CN" sz="2000" kern="100">
                          <a:effectLst/>
                        </a:rPr>
                        <a:t>获取结果集中的所有行。</a:t>
                      </a:r>
                      <a:endParaRPr lang="zh-CN" sz="200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3855"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</a:rPr>
                        <a:t>close()</a:t>
                      </a:r>
                      <a:endParaRPr lang="zh-CN" sz="200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zh-CN" sz="2000" kern="100">
                          <a:effectLst/>
                        </a:rPr>
                        <a:t>关闭游标对象。</a:t>
                      </a:r>
                      <a:endParaRPr lang="zh-CN" sz="200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67711"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</a:rPr>
                        <a:t>Rowcount</a:t>
                      </a:r>
                      <a:r>
                        <a:rPr lang="zh-CN" sz="2000" kern="100">
                          <a:effectLst/>
                        </a:rPr>
                        <a:t>属性</a:t>
                      </a:r>
                      <a:endParaRPr lang="zh-CN" sz="200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zh-CN" sz="2000" kern="100" dirty="0">
                          <a:effectLst/>
                        </a:rPr>
                        <a:t>返回受影响的行数或结果集的行数。</a:t>
                      </a:r>
                      <a:endParaRPr lang="zh-CN" sz="2000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645A697-6F7B-48B8-9DA9-0A43ED950A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43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197930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69925" y="1160145"/>
            <a:ext cx="10852150" cy="900703"/>
          </a:xfrm>
        </p:spPr>
        <p:txBody>
          <a:bodyPr>
            <a:normAutofit lnSpcReduction="10000"/>
          </a:bodyPr>
          <a:lstStyle/>
          <a:p>
            <a:r>
              <a:rPr lang="zh-CN" altLang="en-US" dirty="0"/>
              <a:t>当游标对象创建成功后，可以调用游标对象的</a:t>
            </a:r>
            <a:r>
              <a:rPr lang="en-US" altLang="zh-CN" dirty="0"/>
              <a:t>execute()</a:t>
            </a:r>
            <a:r>
              <a:rPr lang="zh-CN" altLang="en-US" dirty="0"/>
              <a:t>方法执行一条</a:t>
            </a:r>
            <a:r>
              <a:rPr lang="en-US" altLang="zh-CN" dirty="0"/>
              <a:t>SQL</a:t>
            </a:r>
            <a:r>
              <a:rPr lang="zh-CN" altLang="en-US" dirty="0"/>
              <a:t>语句。例如：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9416" y="2687340"/>
            <a:ext cx="10153128" cy="461665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2400" dirty="0" err="1"/>
              <a:t>cur.execute</a:t>
            </a:r>
            <a:r>
              <a:rPr lang="en-US" altLang="zh-CN" sz="2400" dirty="0"/>
              <a:t>("SELECT * FROM student")    </a:t>
            </a:r>
            <a:r>
              <a:rPr lang="en-US" altLang="zh-CN" sz="2400" dirty="0">
                <a:solidFill>
                  <a:srgbClr val="FF0000"/>
                </a:solidFill>
              </a:rPr>
              <a:t># </a:t>
            </a:r>
            <a:r>
              <a:rPr lang="zh-CN" altLang="en-US" sz="2400" dirty="0">
                <a:solidFill>
                  <a:srgbClr val="FF0000"/>
                </a:solidFill>
              </a:rPr>
              <a:t>执行一条</a:t>
            </a:r>
            <a:r>
              <a:rPr lang="en-US" altLang="zh-CN" sz="2400" dirty="0">
                <a:solidFill>
                  <a:srgbClr val="FF0000"/>
                </a:solidFill>
              </a:rPr>
              <a:t>SELECT</a:t>
            </a:r>
            <a:r>
              <a:rPr lang="zh-CN" altLang="en-US" sz="2400" dirty="0">
                <a:solidFill>
                  <a:srgbClr val="FF0000"/>
                </a:solidFill>
              </a:rPr>
              <a:t>查询语句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1FF53676-A72B-4EC7-9C47-2833801FFA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44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964104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</a:t>
            </a:r>
            <a:r>
              <a:rPr lang="zh-CN" altLang="en-US" dirty="0"/>
              <a:t>．获取游标的结果集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69925" y="1160145"/>
            <a:ext cx="10466635" cy="2124839"/>
          </a:xfrm>
        </p:spPr>
        <p:txBody>
          <a:bodyPr>
            <a:normAutofit fontScale="85000" lnSpcReduction="10000"/>
          </a:bodyPr>
          <a:lstStyle/>
          <a:p>
            <a:r>
              <a:rPr lang="zh-CN" altLang="en-US" dirty="0"/>
              <a:t>使用游标对象</a:t>
            </a:r>
            <a:r>
              <a:rPr lang="en-US" altLang="zh-CN" dirty="0"/>
              <a:t>execute()</a:t>
            </a:r>
            <a:r>
              <a:rPr lang="zh-CN" altLang="en-US" dirty="0"/>
              <a:t>方法执行了</a:t>
            </a:r>
            <a:r>
              <a:rPr lang="en-US" altLang="zh-CN" dirty="0"/>
              <a:t>SQL</a:t>
            </a:r>
            <a:r>
              <a:rPr lang="zh-CN" altLang="en-US" dirty="0"/>
              <a:t>查询语句后，会得到一个结果集。使用游标对象的</a:t>
            </a:r>
            <a:r>
              <a:rPr lang="en-US" altLang="zh-CN" dirty="0" err="1"/>
              <a:t>fetchone</a:t>
            </a:r>
            <a:r>
              <a:rPr lang="en-US" altLang="zh-CN" dirty="0"/>
              <a:t>()</a:t>
            </a:r>
            <a:r>
              <a:rPr lang="zh-CN" altLang="en-US" dirty="0"/>
              <a:t>、</a:t>
            </a:r>
            <a:r>
              <a:rPr lang="en-US" altLang="zh-CN" dirty="0" err="1"/>
              <a:t>fetchmany</a:t>
            </a:r>
            <a:r>
              <a:rPr lang="en-US" altLang="zh-CN" dirty="0"/>
              <a:t>()</a:t>
            </a:r>
            <a:r>
              <a:rPr lang="zh-CN" altLang="en-US" dirty="0"/>
              <a:t>、</a:t>
            </a:r>
            <a:r>
              <a:rPr lang="en-US" altLang="zh-CN" dirty="0" err="1"/>
              <a:t>fetchall</a:t>
            </a:r>
            <a:r>
              <a:rPr lang="en-US" altLang="zh-CN" dirty="0"/>
              <a:t>()</a:t>
            </a:r>
            <a:r>
              <a:rPr lang="zh-CN" altLang="en-US" dirty="0"/>
              <a:t>三个方法可以将数据集的结果取出来，交由</a:t>
            </a:r>
            <a:r>
              <a:rPr lang="en-US" altLang="zh-CN" dirty="0"/>
              <a:t>Python</a:t>
            </a:r>
            <a:r>
              <a:rPr lang="zh-CN" altLang="en-US" dirty="0"/>
              <a:t>进一步处理。</a:t>
            </a:r>
            <a:endParaRPr lang="en-US" altLang="zh-CN" dirty="0"/>
          </a:p>
          <a:p>
            <a:r>
              <a:rPr lang="en-US" altLang="zh-CN" dirty="0" err="1"/>
              <a:t>fetchone</a:t>
            </a:r>
            <a:r>
              <a:rPr lang="en-US" altLang="zh-CN" dirty="0"/>
              <a:t>()</a:t>
            </a:r>
            <a:r>
              <a:rPr lang="zh-CN" altLang="zh-CN" dirty="0"/>
              <a:t>、</a:t>
            </a:r>
            <a:r>
              <a:rPr lang="en-US" altLang="zh-CN" dirty="0" err="1"/>
              <a:t>fetchmany</a:t>
            </a:r>
            <a:r>
              <a:rPr lang="en-US" altLang="zh-CN" dirty="0"/>
              <a:t>()</a:t>
            </a:r>
            <a:r>
              <a:rPr lang="zh-CN" altLang="zh-CN" dirty="0"/>
              <a:t>、</a:t>
            </a:r>
            <a:r>
              <a:rPr lang="en-US" altLang="zh-CN" dirty="0" err="1"/>
              <a:t>fetchall</a:t>
            </a:r>
            <a:r>
              <a:rPr lang="en-US" altLang="zh-CN" dirty="0"/>
              <a:t>()</a:t>
            </a:r>
            <a:r>
              <a:rPr lang="zh-CN" altLang="zh-CN" dirty="0"/>
              <a:t>方法分别获得结果集的一行、多行和全部行，由这些行组成元组作为返回值。</a:t>
            </a:r>
            <a:r>
              <a:rPr lang="zh-CN" altLang="en-US" dirty="0"/>
              <a:t>例如：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5440" y="3564632"/>
            <a:ext cx="9793088" cy="2246769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2000" dirty="0"/>
              <a:t>&gt;&gt;&gt; import </a:t>
            </a:r>
            <a:r>
              <a:rPr lang="en-US" altLang="zh-CN" sz="2000" dirty="0" err="1"/>
              <a:t>pymysql</a:t>
            </a:r>
            <a:r>
              <a:rPr lang="en-US" altLang="zh-CN" sz="2000" dirty="0"/>
              <a:t> as </a:t>
            </a:r>
            <a:r>
              <a:rPr lang="en-US" altLang="zh-CN" sz="2000" dirty="0" err="1"/>
              <a:t>cn</a:t>
            </a:r>
            <a:endParaRPr lang="zh-CN" altLang="zh-CN" sz="2000" dirty="0"/>
          </a:p>
          <a:p>
            <a:r>
              <a:rPr lang="en-US" altLang="zh-CN" sz="2000" dirty="0"/>
              <a:t>&gt;&gt;&gt; con = </a:t>
            </a:r>
            <a:r>
              <a:rPr lang="en-US" altLang="zh-CN" sz="2000" dirty="0" err="1"/>
              <a:t>cn.connect</a:t>
            </a:r>
            <a:r>
              <a:rPr lang="en-US" altLang="zh-CN" sz="2000" dirty="0"/>
              <a:t>(host="</a:t>
            </a:r>
            <a:r>
              <a:rPr lang="en-US" altLang="zh-CN" sz="2000" dirty="0" err="1"/>
              <a:t>localhost</a:t>
            </a:r>
            <a:r>
              <a:rPr lang="en-US" altLang="zh-CN" sz="2000" dirty="0"/>
              <a:t>", user="root", password="123456", </a:t>
            </a:r>
            <a:r>
              <a:rPr lang="en-US" altLang="zh-CN" sz="2000" dirty="0" err="1"/>
              <a:t>db</a:t>
            </a:r>
            <a:r>
              <a:rPr lang="en-US" altLang="zh-CN" sz="2000" dirty="0"/>
              <a:t>="</a:t>
            </a:r>
            <a:r>
              <a:rPr lang="en-US" altLang="zh-CN" sz="2000" dirty="0" err="1"/>
              <a:t>stumanage</a:t>
            </a:r>
            <a:r>
              <a:rPr lang="en-US" altLang="zh-CN" sz="2000" dirty="0"/>
              <a:t>")</a:t>
            </a:r>
            <a:endParaRPr lang="zh-CN" altLang="zh-CN" sz="2000" dirty="0"/>
          </a:p>
          <a:p>
            <a:r>
              <a:rPr lang="en-US" altLang="zh-CN" sz="2000" dirty="0"/>
              <a:t>&gt;&gt;&gt; cur = </a:t>
            </a:r>
            <a:r>
              <a:rPr lang="en-US" altLang="zh-CN" sz="2000" dirty="0" err="1"/>
              <a:t>con.cursor</a:t>
            </a:r>
            <a:r>
              <a:rPr lang="en-US" altLang="zh-CN" sz="2000" dirty="0"/>
              <a:t>()</a:t>
            </a:r>
            <a:endParaRPr lang="zh-CN" altLang="zh-CN" sz="2000" dirty="0"/>
          </a:p>
          <a:p>
            <a:r>
              <a:rPr lang="en-US" altLang="zh-CN" sz="2000" dirty="0"/>
              <a:t>&gt;&gt;&gt; n = </a:t>
            </a:r>
            <a:r>
              <a:rPr lang="en-US" altLang="zh-CN" sz="2000" dirty="0" err="1"/>
              <a:t>cur.execute</a:t>
            </a:r>
            <a:r>
              <a:rPr lang="en-US" altLang="zh-CN" sz="2000" dirty="0"/>
              <a:t>("SELECT * FROM student")   </a:t>
            </a:r>
            <a:r>
              <a:rPr lang="en-US" altLang="zh-CN" sz="2000" dirty="0">
                <a:solidFill>
                  <a:srgbClr val="FF0000"/>
                </a:solidFill>
              </a:rPr>
              <a:t># execute()</a:t>
            </a:r>
            <a:r>
              <a:rPr lang="zh-CN" altLang="zh-CN" sz="2000" dirty="0">
                <a:solidFill>
                  <a:srgbClr val="FF0000"/>
                </a:solidFill>
              </a:rPr>
              <a:t>方法返回结果集行数</a:t>
            </a:r>
          </a:p>
          <a:p>
            <a:r>
              <a:rPr lang="en-US" altLang="zh-CN" sz="2000" dirty="0"/>
              <a:t>&gt;&gt;&gt; print(n)                           </a:t>
            </a:r>
            <a:r>
              <a:rPr lang="en-US" altLang="zh-CN" sz="2000" dirty="0">
                <a:solidFill>
                  <a:srgbClr val="FF0000"/>
                </a:solidFill>
              </a:rPr>
              <a:t> # </a:t>
            </a:r>
            <a:r>
              <a:rPr lang="zh-CN" altLang="zh-CN" sz="2000" dirty="0">
                <a:solidFill>
                  <a:srgbClr val="FF0000"/>
                </a:solidFill>
              </a:rPr>
              <a:t>输出行数，</a:t>
            </a:r>
            <a:r>
              <a:rPr lang="en-US" altLang="zh-CN" sz="2000" dirty="0">
                <a:solidFill>
                  <a:srgbClr val="FF0000"/>
                </a:solidFill>
              </a:rPr>
              <a:t>student</a:t>
            </a:r>
            <a:r>
              <a:rPr lang="zh-CN" altLang="zh-CN" sz="2000" dirty="0">
                <a:solidFill>
                  <a:srgbClr val="FF0000"/>
                </a:solidFill>
              </a:rPr>
              <a:t>表中一共有</a:t>
            </a:r>
            <a:r>
              <a:rPr lang="en-US" altLang="zh-CN" sz="2000" dirty="0">
                <a:solidFill>
                  <a:srgbClr val="FF0000"/>
                </a:solidFill>
              </a:rPr>
              <a:t>5</a:t>
            </a:r>
            <a:r>
              <a:rPr lang="zh-CN" altLang="zh-CN" sz="2000" dirty="0">
                <a:solidFill>
                  <a:srgbClr val="FF0000"/>
                </a:solidFill>
              </a:rPr>
              <a:t>行数据</a:t>
            </a:r>
          </a:p>
          <a:p>
            <a:r>
              <a:rPr lang="en-US" altLang="zh-CN" sz="2000" dirty="0"/>
              <a:t>5</a:t>
            </a:r>
            <a:endParaRPr lang="zh-CN" altLang="zh-CN" sz="2000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7C74968-F951-4EF9-8329-34C84A798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45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226616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392" y="260648"/>
            <a:ext cx="10852150" cy="321474"/>
          </a:xfrm>
        </p:spPr>
        <p:txBody>
          <a:bodyPr>
            <a:normAutofit fontScale="90000"/>
          </a:bodyPr>
          <a:lstStyle/>
          <a:p>
            <a:r>
              <a:rPr lang="zh-CN" altLang="en-US" sz="2400" dirty="0"/>
              <a:t>续上例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3392" y="795183"/>
            <a:ext cx="11017224" cy="5586145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2100" dirty="0"/>
              <a:t>&gt;&gt;&gt; row = </a:t>
            </a:r>
            <a:r>
              <a:rPr lang="en-US" altLang="zh-CN" sz="2100" dirty="0" err="1"/>
              <a:t>cur.fetchone</a:t>
            </a:r>
            <a:r>
              <a:rPr lang="en-US" altLang="zh-CN" sz="2100" dirty="0"/>
              <a:t>()  	</a:t>
            </a:r>
            <a:r>
              <a:rPr lang="en-US" altLang="zh-CN" sz="2100" dirty="0">
                <a:solidFill>
                  <a:srgbClr val="FF0000"/>
                </a:solidFill>
              </a:rPr>
              <a:t># </a:t>
            </a:r>
            <a:r>
              <a:rPr lang="zh-CN" altLang="zh-CN" sz="2100" dirty="0">
                <a:solidFill>
                  <a:srgbClr val="FF0000"/>
                </a:solidFill>
              </a:rPr>
              <a:t>获取结果集的第一条数据</a:t>
            </a:r>
          </a:p>
          <a:p>
            <a:r>
              <a:rPr lang="en-US" altLang="zh-CN" sz="2100" dirty="0"/>
              <a:t>&gt;&gt;&gt; type(row)            		</a:t>
            </a:r>
            <a:r>
              <a:rPr lang="en-US" altLang="zh-CN" sz="2100" dirty="0">
                <a:solidFill>
                  <a:srgbClr val="FF0000"/>
                </a:solidFill>
              </a:rPr>
              <a:t># row</a:t>
            </a:r>
            <a:r>
              <a:rPr lang="zh-CN" altLang="zh-CN" sz="2100" dirty="0">
                <a:solidFill>
                  <a:srgbClr val="FF0000"/>
                </a:solidFill>
              </a:rPr>
              <a:t>为元组</a:t>
            </a:r>
            <a:r>
              <a:rPr lang="en-US" altLang="zh-CN" sz="2100" dirty="0">
                <a:solidFill>
                  <a:srgbClr val="FF0000"/>
                </a:solidFill>
              </a:rPr>
              <a:t>tuple</a:t>
            </a:r>
            <a:endParaRPr lang="zh-CN" altLang="zh-CN" sz="2100" dirty="0">
              <a:solidFill>
                <a:srgbClr val="FF0000"/>
              </a:solidFill>
            </a:endParaRPr>
          </a:p>
          <a:p>
            <a:r>
              <a:rPr lang="en-US" altLang="zh-CN" sz="2100" dirty="0"/>
              <a:t>&lt;class 'tuple'&gt;</a:t>
            </a:r>
            <a:endParaRPr lang="zh-CN" altLang="zh-CN" sz="2100" dirty="0"/>
          </a:p>
          <a:p>
            <a:r>
              <a:rPr lang="en-US" altLang="zh-CN" sz="2100" dirty="0"/>
              <a:t>&gt;&gt;&gt; print(row)</a:t>
            </a:r>
            <a:endParaRPr lang="zh-CN" altLang="zh-CN" sz="2100" dirty="0"/>
          </a:p>
          <a:p>
            <a:r>
              <a:rPr lang="en-US" altLang="zh-CN" sz="2100" dirty="0"/>
              <a:t>('1842408024', '</a:t>
            </a:r>
            <a:r>
              <a:rPr lang="zh-CN" altLang="zh-CN" sz="2100" dirty="0"/>
              <a:t>王冰</a:t>
            </a:r>
            <a:r>
              <a:rPr lang="en-US" altLang="zh-CN" sz="2100" dirty="0"/>
              <a:t>', '</a:t>
            </a:r>
            <a:r>
              <a:rPr lang="zh-CN" altLang="zh-CN" sz="2100" dirty="0"/>
              <a:t>商学院</a:t>
            </a:r>
            <a:r>
              <a:rPr lang="en-US" altLang="zh-CN" sz="2100" dirty="0"/>
              <a:t>18</a:t>
            </a:r>
            <a:r>
              <a:rPr lang="zh-CN" altLang="zh-CN" sz="2100" dirty="0"/>
              <a:t>会计</a:t>
            </a:r>
            <a:r>
              <a:rPr lang="en-US" altLang="zh-CN" sz="2100" dirty="0"/>
              <a:t>', '</a:t>
            </a:r>
            <a:r>
              <a:rPr lang="zh-CN" altLang="zh-CN" sz="2100" dirty="0"/>
              <a:t>女</a:t>
            </a:r>
            <a:r>
              <a:rPr lang="en-US" altLang="zh-CN" sz="2100" dirty="0"/>
              <a:t>', </a:t>
            </a:r>
            <a:r>
              <a:rPr lang="en-US" altLang="zh-CN" sz="2100" dirty="0" err="1"/>
              <a:t>datetime.date</a:t>
            </a:r>
            <a:r>
              <a:rPr lang="en-US" altLang="zh-CN" sz="2100" dirty="0"/>
              <a:t>(1999, 12, 9), '</a:t>
            </a:r>
            <a:r>
              <a:rPr lang="zh-CN" altLang="zh-CN" sz="2100" dirty="0"/>
              <a:t>上海</a:t>
            </a:r>
            <a:r>
              <a:rPr lang="en-US" altLang="zh-CN" sz="2100" dirty="0"/>
              <a:t>')</a:t>
            </a:r>
            <a:endParaRPr lang="zh-CN" altLang="zh-CN" sz="2100" dirty="0"/>
          </a:p>
          <a:p>
            <a:r>
              <a:rPr lang="en-US" altLang="zh-CN" sz="2100" dirty="0"/>
              <a:t>&gt;&gt;&gt; print(row[0])         		</a:t>
            </a:r>
            <a:r>
              <a:rPr lang="en-US" altLang="zh-CN" sz="2100" dirty="0">
                <a:solidFill>
                  <a:srgbClr val="FF0000"/>
                </a:solidFill>
              </a:rPr>
              <a:t># </a:t>
            </a:r>
            <a:r>
              <a:rPr lang="zh-CN" altLang="zh-CN" sz="2100" dirty="0">
                <a:solidFill>
                  <a:srgbClr val="FF0000"/>
                </a:solidFill>
              </a:rPr>
              <a:t>可使用下标引用元组的元素</a:t>
            </a:r>
          </a:p>
          <a:p>
            <a:r>
              <a:rPr lang="en-US" altLang="zh-CN" sz="2100" dirty="0"/>
              <a:t>1842408024</a:t>
            </a:r>
            <a:endParaRPr lang="zh-CN" altLang="zh-CN" sz="2100" dirty="0"/>
          </a:p>
          <a:p>
            <a:r>
              <a:rPr lang="en-US" altLang="zh-CN" sz="2100" dirty="0"/>
              <a:t>&gt;&gt;&gt; rows = </a:t>
            </a:r>
            <a:r>
              <a:rPr lang="en-US" altLang="zh-CN" sz="2100" dirty="0" err="1"/>
              <a:t>cur.fetchmany</a:t>
            </a:r>
            <a:r>
              <a:rPr lang="en-US" altLang="zh-CN" sz="2100" dirty="0"/>
              <a:t>(2)  	 </a:t>
            </a:r>
            <a:r>
              <a:rPr lang="en-US" altLang="zh-CN" sz="2100" dirty="0">
                <a:solidFill>
                  <a:srgbClr val="FF0000"/>
                </a:solidFill>
              </a:rPr>
              <a:t># </a:t>
            </a:r>
            <a:r>
              <a:rPr lang="zh-CN" altLang="zh-CN" sz="2100" dirty="0">
                <a:solidFill>
                  <a:srgbClr val="FF0000"/>
                </a:solidFill>
              </a:rPr>
              <a:t>一次获取</a:t>
            </a:r>
            <a:r>
              <a:rPr lang="en-US" altLang="zh-CN" sz="2100" dirty="0">
                <a:solidFill>
                  <a:srgbClr val="FF0000"/>
                </a:solidFill>
              </a:rPr>
              <a:t>2</a:t>
            </a:r>
            <a:r>
              <a:rPr lang="zh-CN" altLang="zh-CN" sz="2100" dirty="0">
                <a:solidFill>
                  <a:srgbClr val="FF0000"/>
                </a:solidFill>
              </a:rPr>
              <a:t>行数据，此时获取的是第</a:t>
            </a:r>
            <a:r>
              <a:rPr lang="en-US" altLang="zh-CN" sz="2100" dirty="0">
                <a:solidFill>
                  <a:srgbClr val="FF0000"/>
                </a:solidFill>
              </a:rPr>
              <a:t>2</a:t>
            </a:r>
            <a:r>
              <a:rPr lang="zh-CN" altLang="zh-CN" sz="2100" dirty="0">
                <a:solidFill>
                  <a:srgbClr val="FF0000"/>
                </a:solidFill>
              </a:rPr>
              <a:t>、</a:t>
            </a:r>
            <a:r>
              <a:rPr lang="en-US" altLang="zh-CN" sz="2100" dirty="0">
                <a:solidFill>
                  <a:srgbClr val="FF0000"/>
                </a:solidFill>
              </a:rPr>
              <a:t>3</a:t>
            </a:r>
            <a:r>
              <a:rPr lang="zh-CN" altLang="zh-CN" sz="2100" dirty="0">
                <a:solidFill>
                  <a:srgbClr val="FF0000"/>
                </a:solidFill>
              </a:rPr>
              <a:t>两行数据</a:t>
            </a:r>
          </a:p>
          <a:p>
            <a:r>
              <a:rPr lang="en-US" altLang="zh-CN" sz="2100" dirty="0"/>
              <a:t>&gt;&gt;&gt; print(rows)</a:t>
            </a:r>
            <a:endParaRPr lang="zh-CN" altLang="zh-CN" sz="2100" dirty="0"/>
          </a:p>
          <a:p>
            <a:r>
              <a:rPr lang="en-US" altLang="zh-CN" sz="2100" dirty="0"/>
              <a:t>(('1842408025', '</a:t>
            </a:r>
            <a:r>
              <a:rPr lang="zh-CN" altLang="zh-CN" sz="2100" dirty="0"/>
              <a:t>吴航宇</a:t>
            </a:r>
            <a:r>
              <a:rPr lang="en-US" altLang="zh-CN" sz="2100" dirty="0"/>
              <a:t>', '</a:t>
            </a:r>
            <a:r>
              <a:rPr lang="zh-CN" altLang="zh-CN" sz="2100" dirty="0"/>
              <a:t>商学院</a:t>
            </a:r>
            <a:r>
              <a:rPr lang="en-US" altLang="zh-CN" sz="2100" dirty="0"/>
              <a:t>18</a:t>
            </a:r>
            <a:r>
              <a:rPr lang="zh-CN" altLang="zh-CN" sz="2100" dirty="0"/>
              <a:t>会计</a:t>
            </a:r>
            <a:r>
              <a:rPr lang="en-US" altLang="zh-CN" sz="2100" dirty="0"/>
              <a:t>', '</a:t>
            </a:r>
            <a:r>
              <a:rPr lang="zh-CN" altLang="zh-CN" sz="2100" dirty="0"/>
              <a:t>男</a:t>
            </a:r>
            <a:r>
              <a:rPr lang="en-US" altLang="zh-CN" sz="2100" dirty="0"/>
              <a:t>', </a:t>
            </a:r>
            <a:r>
              <a:rPr lang="en-US" altLang="zh-CN" sz="2100" dirty="0" err="1"/>
              <a:t>datetime.date</a:t>
            </a:r>
            <a:r>
              <a:rPr lang="en-US" altLang="zh-CN" sz="2100" dirty="0"/>
              <a:t>(2000, 8, 21), '</a:t>
            </a:r>
            <a:r>
              <a:rPr lang="zh-CN" altLang="zh-CN" sz="2100" dirty="0"/>
              <a:t>河北</a:t>
            </a:r>
            <a:r>
              <a:rPr lang="en-US" altLang="zh-CN" sz="2100" dirty="0"/>
              <a:t>'), ('1442402045', '</a:t>
            </a:r>
            <a:r>
              <a:rPr lang="zh-CN" altLang="zh-CN" sz="2100" dirty="0"/>
              <a:t>王俊贤</a:t>
            </a:r>
            <a:r>
              <a:rPr lang="en-US" altLang="zh-CN" sz="2100" dirty="0"/>
              <a:t>', '</a:t>
            </a:r>
            <a:r>
              <a:rPr lang="zh-CN" altLang="zh-CN" sz="2100" dirty="0"/>
              <a:t>商学院</a:t>
            </a:r>
            <a:r>
              <a:rPr lang="en-US" altLang="zh-CN" sz="2100" dirty="0"/>
              <a:t>18</a:t>
            </a:r>
            <a:r>
              <a:rPr lang="zh-CN" altLang="zh-CN" sz="2100" dirty="0"/>
              <a:t>审计</a:t>
            </a:r>
            <a:r>
              <a:rPr lang="en-US" altLang="zh-CN" sz="2100" dirty="0"/>
              <a:t>', '</a:t>
            </a:r>
            <a:r>
              <a:rPr lang="zh-CN" altLang="zh-CN" sz="2100" dirty="0"/>
              <a:t>男</a:t>
            </a:r>
            <a:r>
              <a:rPr lang="en-US" altLang="zh-CN" sz="2100" dirty="0"/>
              <a:t>', </a:t>
            </a:r>
            <a:r>
              <a:rPr lang="en-US" altLang="zh-CN" sz="2100" dirty="0" err="1"/>
              <a:t>datetime.date</a:t>
            </a:r>
            <a:r>
              <a:rPr lang="en-US" altLang="zh-CN" sz="2100" dirty="0"/>
              <a:t>(1999, 12, 12), '</a:t>
            </a:r>
            <a:r>
              <a:rPr lang="zh-CN" altLang="zh-CN" sz="2100" dirty="0"/>
              <a:t>山东</a:t>
            </a:r>
            <a:r>
              <a:rPr lang="en-US" altLang="zh-CN" sz="2100" dirty="0"/>
              <a:t>'))</a:t>
            </a:r>
            <a:endParaRPr lang="zh-CN" altLang="zh-CN" sz="2100" dirty="0"/>
          </a:p>
          <a:p>
            <a:r>
              <a:rPr lang="en-US" altLang="zh-CN" sz="2100" dirty="0"/>
              <a:t>&gt;&gt;&gt; print(rows[0])       		</a:t>
            </a:r>
            <a:r>
              <a:rPr lang="en-US" altLang="zh-CN" sz="2100" dirty="0">
                <a:solidFill>
                  <a:srgbClr val="FF0000"/>
                </a:solidFill>
              </a:rPr>
              <a:t># </a:t>
            </a:r>
            <a:r>
              <a:rPr lang="zh-CN" altLang="zh-CN" sz="2100" dirty="0">
                <a:solidFill>
                  <a:srgbClr val="FF0000"/>
                </a:solidFill>
              </a:rPr>
              <a:t>元组的元素还是元组</a:t>
            </a:r>
          </a:p>
          <a:p>
            <a:r>
              <a:rPr lang="en-US" altLang="zh-CN" sz="2100" dirty="0"/>
              <a:t>('1842408025', '</a:t>
            </a:r>
            <a:r>
              <a:rPr lang="zh-CN" altLang="zh-CN" sz="2100" dirty="0"/>
              <a:t>吴航宇</a:t>
            </a:r>
            <a:r>
              <a:rPr lang="en-US" altLang="zh-CN" sz="2100" dirty="0"/>
              <a:t>', '</a:t>
            </a:r>
            <a:r>
              <a:rPr lang="zh-CN" altLang="zh-CN" sz="2100" dirty="0"/>
              <a:t>商学院</a:t>
            </a:r>
            <a:r>
              <a:rPr lang="en-US" altLang="zh-CN" sz="2100" dirty="0"/>
              <a:t>18</a:t>
            </a:r>
            <a:r>
              <a:rPr lang="zh-CN" altLang="zh-CN" sz="2100" dirty="0"/>
              <a:t>会计</a:t>
            </a:r>
            <a:r>
              <a:rPr lang="en-US" altLang="zh-CN" sz="2100" dirty="0"/>
              <a:t>', '</a:t>
            </a:r>
            <a:r>
              <a:rPr lang="zh-CN" altLang="zh-CN" sz="2100" dirty="0"/>
              <a:t>男</a:t>
            </a:r>
            <a:r>
              <a:rPr lang="en-US" altLang="zh-CN" sz="2100" dirty="0"/>
              <a:t>', </a:t>
            </a:r>
            <a:r>
              <a:rPr lang="en-US" altLang="zh-CN" sz="2100" dirty="0" err="1"/>
              <a:t>datetime.date</a:t>
            </a:r>
            <a:r>
              <a:rPr lang="en-US" altLang="zh-CN" sz="2100" dirty="0"/>
              <a:t>(2000, 8, 21), '</a:t>
            </a:r>
            <a:r>
              <a:rPr lang="zh-CN" altLang="zh-CN" sz="2100" dirty="0"/>
              <a:t>河北</a:t>
            </a:r>
            <a:r>
              <a:rPr lang="en-US" altLang="zh-CN" sz="2100" dirty="0"/>
              <a:t>')</a:t>
            </a:r>
            <a:endParaRPr lang="zh-CN" altLang="zh-CN" sz="2100" dirty="0"/>
          </a:p>
          <a:p>
            <a:r>
              <a:rPr lang="en-US" altLang="zh-CN" sz="2100" dirty="0"/>
              <a:t>&gt;&gt;&gt; rows = </a:t>
            </a:r>
            <a:r>
              <a:rPr lang="en-US" altLang="zh-CN" sz="2100" dirty="0" err="1"/>
              <a:t>cur.fetchall</a:t>
            </a:r>
            <a:r>
              <a:rPr lang="en-US" altLang="zh-CN" sz="2100" dirty="0"/>
              <a:t>()   	</a:t>
            </a:r>
            <a:r>
              <a:rPr lang="en-US" altLang="zh-CN" sz="2100" dirty="0">
                <a:solidFill>
                  <a:srgbClr val="FF0000"/>
                </a:solidFill>
              </a:rPr>
              <a:t># </a:t>
            </a:r>
            <a:r>
              <a:rPr lang="zh-CN" altLang="zh-CN" sz="2100" dirty="0">
                <a:solidFill>
                  <a:srgbClr val="FF0000"/>
                </a:solidFill>
              </a:rPr>
              <a:t>获取余下的全部数据（前面已读取</a:t>
            </a:r>
            <a:r>
              <a:rPr lang="en-US" altLang="zh-CN" sz="2100" dirty="0">
                <a:solidFill>
                  <a:srgbClr val="FF0000"/>
                </a:solidFill>
              </a:rPr>
              <a:t>3</a:t>
            </a:r>
            <a:r>
              <a:rPr lang="zh-CN" altLang="zh-CN" sz="2100" dirty="0">
                <a:solidFill>
                  <a:srgbClr val="FF0000"/>
                </a:solidFill>
              </a:rPr>
              <a:t>行，只剩两行数据了）</a:t>
            </a:r>
          </a:p>
          <a:p>
            <a:r>
              <a:rPr lang="en-US" altLang="zh-CN" sz="2100" dirty="0"/>
              <a:t>&gt;&gt;&gt; print(rows)</a:t>
            </a:r>
            <a:endParaRPr lang="zh-CN" altLang="zh-CN" sz="2100" dirty="0"/>
          </a:p>
          <a:p>
            <a:r>
              <a:rPr lang="en-US" altLang="zh-CN" sz="2100" dirty="0"/>
              <a:t>(('1842408033', '</a:t>
            </a:r>
            <a:r>
              <a:rPr lang="zh-CN" altLang="zh-CN" sz="2100" dirty="0"/>
              <a:t>杨旭</a:t>
            </a:r>
            <a:r>
              <a:rPr lang="en-US" altLang="zh-CN" sz="2100" dirty="0"/>
              <a:t>', '</a:t>
            </a:r>
            <a:r>
              <a:rPr lang="zh-CN" altLang="zh-CN" sz="2100" dirty="0"/>
              <a:t>商学院</a:t>
            </a:r>
            <a:r>
              <a:rPr lang="en-US" altLang="zh-CN" sz="2100" dirty="0"/>
              <a:t>18</a:t>
            </a:r>
            <a:r>
              <a:rPr lang="zh-CN" altLang="zh-CN" sz="2100" dirty="0"/>
              <a:t>审计</a:t>
            </a:r>
            <a:r>
              <a:rPr lang="en-US" altLang="zh-CN" sz="2100" dirty="0"/>
              <a:t>', '</a:t>
            </a:r>
            <a:r>
              <a:rPr lang="zh-CN" altLang="zh-CN" sz="2100" dirty="0"/>
              <a:t>男</a:t>
            </a:r>
            <a:r>
              <a:rPr lang="en-US" altLang="zh-CN" sz="2100" dirty="0"/>
              <a:t>', </a:t>
            </a:r>
            <a:r>
              <a:rPr lang="en-US" altLang="zh-CN" sz="2100" dirty="0" err="1"/>
              <a:t>datetime.date</a:t>
            </a:r>
            <a:r>
              <a:rPr lang="en-US" altLang="zh-CN" sz="2100" dirty="0"/>
              <a:t>(1999, 9, 10), '</a:t>
            </a:r>
            <a:r>
              <a:rPr lang="zh-CN" altLang="zh-CN" sz="2100" dirty="0"/>
              <a:t>浙江</a:t>
            </a:r>
            <a:r>
              <a:rPr lang="en-US" altLang="zh-CN" sz="2100" dirty="0"/>
              <a:t>'), ('1842408036', '</a:t>
            </a:r>
            <a:r>
              <a:rPr lang="zh-CN" altLang="zh-CN" sz="2100" dirty="0"/>
              <a:t>李莉</a:t>
            </a:r>
            <a:r>
              <a:rPr lang="en-US" altLang="zh-CN" sz="2100" dirty="0"/>
              <a:t>', '</a:t>
            </a:r>
            <a:r>
              <a:rPr lang="zh-CN" altLang="zh-CN" sz="2100" dirty="0"/>
              <a:t>商学院</a:t>
            </a:r>
            <a:r>
              <a:rPr lang="en-US" altLang="zh-CN" sz="2100" dirty="0"/>
              <a:t>18</a:t>
            </a:r>
            <a:r>
              <a:rPr lang="zh-CN" altLang="zh-CN" sz="2100" dirty="0"/>
              <a:t>审计</a:t>
            </a:r>
            <a:r>
              <a:rPr lang="en-US" altLang="zh-CN" sz="2100" dirty="0"/>
              <a:t>', '</a:t>
            </a:r>
            <a:r>
              <a:rPr lang="zh-CN" altLang="zh-CN" sz="2100" dirty="0"/>
              <a:t>女</a:t>
            </a:r>
            <a:r>
              <a:rPr lang="en-US" altLang="zh-CN" sz="2100" dirty="0"/>
              <a:t>', </a:t>
            </a:r>
            <a:r>
              <a:rPr lang="en-US" altLang="zh-CN" sz="2100" dirty="0" err="1"/>
              <a:t>datetime.date</a:t>
            </a:r>
            <a:r>
              <a:rPr lang="en-US" altLang="zh-CN" sz="2100" dirty="0"/>
              <a:t>(2000, 6, 11), '</a:t>
            </a:r>
            <a:r>
              <a:rPr lang="zh-CN" altLang="zh-CN" sz="2100" dirty="0"/>
              <a:t>安徽</a:t>
            </a:r>
            <a:r>
              <a:rPr lang="en-US" altLang="zh-CN" sz="2100" dirty="0"/>
              <a:t>'))</a:t>
            </a:r>
            <a:endParaRPr lang="zh-CN" altLang="zh-CN" sz="2100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63ECCEDB-FCA6-45CA-B466-CFE45DD94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46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4468429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432" y="332656"/>
            <a:ext cx="10852150" cy="321474"/>
          </a:xfrm>
        </p:spPr>
        <p:txBody>
          <a:bodyPr>
            <a:normAutofit fontScale="90000"/>
          </a:bodyPr>
          <a:lstStyle/>
          <a:p>
            <a:r>
              <a:rPr lang="zh-CN" altLang="en-US" sz="2400" dirty="0"/>
              <a:t>续上例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99456" y="1348318"/>
            <a:ext cx="9649072" cy="267765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zh-CN" sz="2400" dirty="0"/>
              <a:t>当然，为了输出结果更规则，可以使用循环来控制输出的格式。例如：</a:t>
            </a:r>
          </a:p>
          <a:p>
            <a:r>
              <a:rPr lang="en-US" altLang="zh-CN" sz="2400" dirty="0"/>
              <a:t>&gt;&gt;&gt; for r in rows:</a:t>
            </a:r>
            <a:endParaRPr lang="zh-CN" altLang="zh-CN" sz="2400" dirty="0"/>
          </a:p>
          <a:p>
            <a:r>
              <a:rPr lang="en-US" altLang="zh-CN" sz="2400" dirty="0"/>
              <a:t>        for item in r:</a:t>
            </a:r>
            <a:endParaRPr lang="zh-CN" altLang="zh-CN" sz="2400" dirty="0"/>
          </a:p>
          <a:p>
            <a:r>
              <a:rPr lang="en-US" altLang="zh-CN" sz="2400" dirty="0"/>
              <a:t>            print(item, end='\t')</a:t>
            </a:r>
            <a:endParaRPr lang="zh-CN" altLang="zh-CN" sz="2400" dirty="0"/>
          </a:p>
          <a:p>
            <a:r>
              <a:rPr lang="en-US" altLang="zh-CN" sz="2400" dirty="0"/>
              <a:t>        print()</a:t>
            </a:r>
            <a:endParaRPr lang="zh-CN" altLang="zh-CN" sz="2400" dirty="0"/>
          </a:p>
          <a:p>
            <a:r>
              <a:rPr lang="en-US" altLang="zh-CN" sz="2400" dirty="0"/>
              <a:t>1842408033	</a:t>
            </a:r>
            <a:r>
              <a:rPr lang="zh-CN" altLang="zh-CN" sz="2400" dirty="0"/>
              <a:t>杨旭</a:t>
            </a:r>
            <a:r>
              <a:rPr lang="en-US" altLang="zh-CN" sz="2400" dirty="0"/>
              <a:t>	</a:t>
            </a:r>
            <a:r>
              <a:rPr lang="zh-CN" altLang="zh-CN" sz="2400" dirty="0"/>
              <a:t>商学院</a:t>
            </a:r>
            <a:r>
              <a:rPr lang="en-US" altLang="zh-CN" sz="2400" dirty="0"/>
              <a:t>18</a:t>
            </a:r>
            <a:r>
              <a:rPr lang="zh-CN" altLang="zh-CN" sz="2400" dirty="0"/>
              <a:t>审计</a:t>
            </a:r>
            <a:r>
              <a:rPr lang="en-US" altLang="zh-CN" sz="2400" dirty="0"/>
              <a:t>	</a:t>
            </a:r>
            <a:r>
              <a:rPr lang="zh-CN" altLang="zh-CN" sz="2400" dirty="0"/>
              <a:t>男</a:t>
            </a:r>
            <a:r>
              <a:rPr lang="en-US" altLang="zh-CN" sz="2400" dirty="0"/>
              <a:t>	1999-09-10	</a:t>
            </a:r>
            <a:r>
              <a:rPr lang="zh-CN" altLang="zh-CN" sz="2400" dirty="0"/>
              <a:t>浙江</a:t>
            </a:r>
          </a:p>
          <a:p>
            <a:r>
              <a:rPr lang="en-US" altLang="zh-CN" sz="2400" dirty="0"/>
              <a:t>1842408036	</a:t>
            </a:r>
            <a:r>
              <a:rPr lang="zh-CN" altLang="zh-CN" sz="2400" dirty="0"/>
              <a:t>李莉</a:t>
            </a:r>
            <a:r>
              <a:rPr lang="en-US" altLang="zh-CN" sz="2400" dirty="0"/>
              <a:t>	</a:t>
            </a:r>
            <a:r>
              <a:rPr lang="zh-CN" altLang="zh-CN" sz="2400" dirty="0"/>
              <a:t>商学院</a:t>
            </a:r>
            <a:r>
              <a:rPr lang="en-US" altLang="zh-CN" sz="2400" dirty="0"/>
              <a:t>18</a:t>
            </a:r>
            <a:r>
              <a:rPr lang="zh-CN" altLang="zh-CN" sz="2400" dirty="0"/>
              <a:t>审计</a:t>
            </a:r>
            <a:r>
              <a:rPr lang="en-US" altLang="zh-CN" sz="2400" dirty="0"/>
              <a:t>	</a:t>
            </a:r>
            <a:r>
              <a:rPr lang="zh-CN" altLang="zh-CN" sz="2400" dirty="0"/>
              <a:t>女</a:t>
            </a:r>
            <a:r>
              <a:rPr lang="en-US" altLang="zh-CN" sz="2400" dirty="0"/>
              <a:t>	2000-06-11	</a:t>
            </a:r>
            <a:r>
              <a:rPr lang="zh-CN" altLang="zh-CN" sz="2400" dirty="0"/>
              <a:t>安徽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BCD56A71-E9FE-48B4-A0DF-0D73636D47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47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705783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5</a:t>
            </a:r>
            <a:r>
              <a:rPr lang="zh-CN" altLang="en-US" dirty="0"/>
              <a:t>．关闭数据库连接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69925" y="1160145"/>
            <a:ext cx="10852150" cy="1404759"/>
          </a:xfrm>
        </p:spPr>
        <p:txBody>
          <a:bodyPr/>
          <a:lstStyle/>
          <a:p>
            <a:r>
              <a:rPr lang="zh-CN" altLang="en-US" dirty="0"/>
              <a:t>当数据库不再使用时，要及时关闭连接。关闭数据库连接可使用</a:t>
            </a:r>
            <a:r>
              <a:rPr lang="en-US" altLang="zh-CN" dirty="0"/>
              <a:t>close()</a:t>
            </a:r>
            <a:r>
              <a:rPr lang="zh-CN" altLang="en-US" dirty="0"/>
              <a:t>方法。格式如下：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9416" y="2687340"/>
            <a:ext cx="10153128" cy="52322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2800" dirty="0" err="1"/>
              <a:t>con.close</a:t>
            </a:r>
            <a:r>
              <a:rPr lang="en-US" altLang="zh-CN" sz="2800" dirty="0"/>
              <a:t>()		    </a:t>
            </a:r>
            <a:r>
              <a:rPr lang="en-US" altLang="zh-CN" sz="2800" dirty="0">
                <a:solidFill>
                  <a:srgbClr val="FF0000"/>
                </a:solidFill>
              </a:rPr>
              <a:t># </a:t>
            </a:r>
            <a:r>
              <a:rPr lang="zh-CN" altLang="en-US" sz="2800" dirty="0">
                <a:solidFill>
                  <a:srgbClr val="FF0000"/>
                </a:solidFill>
              </a:rPr>
              <a:t>关闭数据库连接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20CBD90-8C26-4913-A4C2-A8950143C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48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155687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14.3.4 </a:t>
            </a:r>
            <a:r>
              <a:rPr lang="zh-CN" altLang="en-US" dirty="0"/>
              <a:t>数据库表的插入、更新和删除操作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69925" y="1160145"/>
            <a:ext cx="10466635" cy="540663"/>
          </a:xfrm>
        </p:spPr>
        <p:txBody>
          <a:bodyPr>
            <a:normAutofit fontScale="92500"/>
          </a:bodyPr>
          <a:lstStyle/>
          <a:p>
            <a:r>
              <a:rPr lang="zh-CN" altLang="en-US" dirty="0"/>
              <a:t>过例子来演示如何对数据库表进行插入、更新和删除操作。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1424" y="1866304"/>
            <a:ext cx="9649072" cy="378565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2400" dirty="0"/>
              <a:t>import </a:t>
            </a:r>
            <a:r>
              <a:rPr lang="en-US" altLang="zh-CN" sz="2400" dirty="0" err="1"/>
              <a:t>pymysql</a:t>
            </a:r>
            <a:endParaRPr lang="zh-CN" altLang="zh-CN" sz="2400" dirty="0"/>
          </a:p>
          <a:p>
            <a:r>
              <a:rPr lang="en-US" altLang="zh-CN" sz="2400" dirty="0"/>
              <a:t>con = </a:t>
            </a:r>
            <a:r>
              <a:rPr lang="en-US" altLang="zh-CN" sz="2400" dirty="0" err="1"/>
              <a:t>pymysql.connect</a:t>
            </a:r>
            <a:r>
              <a:rPr lang="en-US" altLang="zh-CN" sz="2400" dirty="0"/>
              <a:t>(host="</a:t>
            </a:r>
            <a:r>
              <a:rPr lang="en-US" altLang="zh-CN" sz="2400" dirty="0" err="1"/>
              <a:t>localhost</a:t>
            </a:r>
            <a:r>
              <a:rPr lang="en-US" altLang="zh-CN" sz="2400" dirty="0"/>
              <a:t>", user="root", \</a:t>
            </a:r>
            <a:endParaRPr lang="zh-CN" altLang="zh-CN" sz="2400" dirty="0"/>
          </a:p>
          <a:p>
            <a:r>
              <a:rPr lang="en-US" altLang="zh-CN" sz="2400" dirty="0"/>
              <a:t>    password="123456", </a:t>
            </a:r>
            <a:r>
              <a:rPr lang="en-US" altLang="zh-CN" sz="2400" dirty="0" err="1"/>
              <a:t>db</a:t>
            </a:r>
            <a:r>
              <a:rPr lang="en-US" altLang="zh-CN" sz="2400" dirty="0"/>
              <a:t>="</a:t>
            </a:r>
            <a:r>
              <a:rPr lang="en-US" altLang="zh-CN" sz="2400" dirty="0" err="1"/>
              <a:t>stumanage</a:t>
            </a:r>
            <a:r>
              <a:rPr lang="en-US" altLang="zh-CN" sz="2400" dirty="0"/>
              <a:t>")</a:t>
            </a:r>
            <a:endParaRPr lang="zh-CN" altLang="zh-CN" sz="2400" dirty="0"/>
          </a:p>
          <a:p>
            <a:r>
              <a:rPr lang="en-US" altLang="zh-CN" sz="2400" dirty="0"/>
              <a:t>cur = </a:t>
            </a:r>
            <a:r>
              <a:rPr lang="en-US" altLang="zh-CN" sz="2400" dirty="0" err="1"/>
              <a:t>con.cursor</a:t>
            </a:r>
            <a:r>
              <a:rPr lang="en-US" altLang="zh-CN" sz="2400" dirty="0"/>
              <a:t>()</a:t>
            </a:r>
            <a:endParaRPr lang="zh-CN" altLang="zh-CN" sz="2400" dirty="0"/>
          </a:p>
          <a:p>
            <a:r>
              <a:rPr lang="en-US" altLang="zh-CN" sz="2400" dirty="0">
                <a:solidFill>
                  <a:srgbClr val="FF0000"/>
                </a:solidFill>
              </a:rPr>
              <a:t># </a:t>
            </a:r>
            <a:r>
              <a:rPr lang="zh-CN" altLang="zh-CN" sz="2400" dirty="0">
                <a:solidFill>
                  <a:srgbClr val="FF0000"/>
                </a:solidFill>
              </a:rPr>
              <a:t>查询</a:t>
            </a:r>
            <a:r>
              <a:rPr lang="en-US" altLang="zh-CN" sz="2400" dirty="0">
                <a:solidFill>
                  <a:srgbClr val="FF0000"/>
                </a:solidFill>
              </a:rPr>
              <a:t>student</a:t>
            </a:r>
            <a:r>
              <a:rPr lang="zh-CN" altLang="zh-CN" sz="2400" dirty="0">
                <a:solidFill>
                  <a:srgbClr val="FF0000"/>
                </a:solidFill>
              </a:rPr>
              <a:t>表中所有记录并输出</a:t>
            </a:r>
          </a:p>
          <a:p>
            <a:r>
              <a:rPr lang="en-US" altLang="zh-CN" sz="2400" dirty="0" err="1"/>
              <a:t>cur.execute</a:t>
            </a:r>
            <a:r>
              <a:rPr lang="en-US" altLang="zh-CN" sz="2400" dirty="0"/>
              <a:t>("SELECT * FROM student ORDER BY </a:t>
            </a:r>
            <a:r>
              <a:rPr lang="en-US" altLang="zh-CN" sz="2400" dirty="0" err="1"/>
              <a:t>sid</a:t>
            </a:r>
            <a:r>
              <a:rPr lang="en-US" altLang="zh-CN" sz="2400" dirty="0"/>
              <a:t>")</a:t>
            </a:r>
            <a:endParaRPr lang="zh-CN" altLang="zh-CN" sz="2400" dirty="0"/>
          </a:p>
          <a:p>
            <a:r>
              <a:rPr lang="en-US" altLang="zh-CN" sz="2400" dirty="0"/>
              <a:t>rows = </a:t>
            </a:r>
            <a:r>
              <a:rPr lang="en-US" altLang="zh-CN" sz="2400" dirty="0" err="1"/>
              <a:t>cur.fetchall</a:t>
            </a:r>
            <a:r>
              <a:rPr lang="en-US" altLang="zh-CN" sz="2400" dirty="0"/>
              <a:t>()</a:t>
            </a:r>
            <a:endParaRPr lang="zh-CN" altLang="zh-CN" sz="2400" dirty="0"/>
          </a:p>
          <a:p>
            <a:r>
              <a:rPr lang="en-US" altLang="zh-CN" sz="2400" dirty="0"/>
              <a:t>for row in rows:</a:t>
            </a:r>
            <a:endParaRPr lang="zh-CN" altLang="zh-CN" sz="2400" dirty="0"/>
          </a:p>
          <a:p>
            <a:r>
              <a:rPr lang="en-US" altLang="zh-CN" sz="2400" dirty="0"/>
              <a:t>    print(row)</a:t>
            </a:r>
            <a:endParaRPr lang="zh-CN" altLang="zh-CN" sz="2400" dirty="0"/>
          </a:p>
          <a:p>
            <a:r>
              <a:rPr lang="en-US" altLang="zh-CN" sz="2400" dirty="0"/>
              <a:t>print(“=============================================\n")</a:t>
            </a:r>
            <a:endParaRPr lang="zh-CN" altLang="zh-CN" sz="2400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86BBEA4-405B-4C09-8773-6697EBBE77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49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620840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775520" y="322412"/>
            <a:ext cx="9649072" cy="6247864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2000" dirty="0">
                <a:solidFill>
                  <a:srgbClr val="FF0000"/>
                </a:solidFill>
              </a:rPr>
              <a:t># </a:t>
            </a:r>
            <a:r>
              <a:rPr lang="zh-CN" altLang="zh-CN" sz="2000" dirty="0">
                <a:solidFill>
                  <a:srgbClr val="FF0000"/>
                </a:solidFill>
              </a:rPr>
              <a:t>插入一条记录到</a:t>
            </a:r>
            <a:r>
              <a:rPr lang="en-US" altLang="zh-CN" sz="2000" dirty="0">
                <a:solidFill>
                  <a:srgbClr val="FF0000"/>
                </a:solidFill>
              </a:rPr>
              <a:t>student</a:t>
            </a:r>
            <a:r>
              <a:rPr lang="zh-CN" altLang="zh-CN" sz="2000" dirty="0">
                <a:solidFill>
                  <a:srgbClr val="FF0000"/>
                </a:solidFill>
              </a:rPr>
              <a:t>表中</a:t>
            </a:r>
          </a:p>
          <a:p>
            <a:r>
              <a:rPr lang="en-US" altLang="zh-CN" sz="2000" dirty="0" err="1"/>
              <a:t>cur.execute</a:t>
            </a:r>
            <a:r>
              <a:rPr lang="en-US" altLang="zh-CN" sz="2000" dirty="0"/>
              <a:t>("INSERT INTO student VALUES('1842408050','</a:t>
            </a:r>
            <a:r>
              <a:rPr lang="zh-CN" altLang="zh-CN" sz="2000" dirty="0"/>
              <a:t>张明</a:t>
            </a:r>
            <a:r>
              <a:rPr lang="en-US" altLang="zh-CN" sz="2000" dirty="0"/>
              <a:t>','</a:t>
            </a:r>
            <a:r>
              <a:rPr lang="zh-CN" altLang="zh-CN" sz="2000" dirty="0"/>
              <a:t>商学院</a:t>
            </a:r>
            <a:r>
              <a:rPr lang="en-US" altLang="zh-CN" sz="2000" dirty="0"/>
              <a:t>18</a:t>
            </a:r>
            <a:r>
              <a:rPr lang="zh-CN" altLang="zh-CN" sz="2000" dirty="0"/>
              <a:t>工商</a:t>
            </a:r>
            <a:r>
              <a:rPr lang="en-US" altLang="zh-CN" sz="2000" dirty="0"/>
              <a:t>','</a:t>
            </a:r>
            <a:r>
              <a:rPr lang="zh-CN" altLang="zh-CN" sz="2000" dirty="0"/>
              <a:t>男</a:t>
            </a:r>
            <a:r>
              <a:rPr lang="en-US" altLang="zh-CN" sz="2000" dirty="0"/>
              <a:t>','2000/3/9','</a:t>
            </a:r>
            <a:r>
              <a:rPr lang="zh-CN" altLang="zh-CN" sz="2000" dirty="0"/>
              <a:t>北京</a:t>
            </a:r>
            <a:r>
              <a:rPr lang="en-US" altLang="zh-CN" sz="2000" dirty="0"/>
              <a:t>')")</a:t>
            </a:r>
            <a:endParaRPr lang="zh-CN" altLang="zh-CN" sz="2000" dirty="0"/>
          </a:p>
          <a:p>
            <a:r>
              <a:rPr lang="en-US" altLang="zh-CN" sz="2000" dirty="0" err="1"/>
              <a:t>con.commit</a:t>
            </a:r>
            <a:r>
              <a:rPr lang="en-US" altLang="zh-CN" sz="2000" dirty="0"/>
              <a:t>()       </a:t>
            </a:r>
            <a:r>
              <a:rPr lang="en-US" altLang="zh-CN" sz="2000" dirty="0">
                <a:solidFill>
                  <a:srgbClr val="FF0000"/>
                </a:solidFill>
              </a:rPr>
              <a:t># </a:t>
            </a:r>
            <a:r>
              <a:rPr lang="zh-CN" altLang="zh-CN" sz="2000" dirty="0">
                <a:solidFill>
                  <a:srgbClr val="FF0000"/>
                </a:solidFill>
              </a:rPr>
              <a:t>提交当前事务，保存数据</a:t>
            </a:r>
          </a:p>
          <a:p>
            <a:r>
              <a:rPr lang="en-US" altLang="zh-CN" sz="2000" dirty="0">
                <a:solidFill>
                  <a:srgbClr val="FF0000"/>
                </a:solidFill>
              </a:rPr>
              <a:t># </a:t>
            </a:r>
            <a:r>
              <a:rPr lang="zh-CN" altLang="zh-CN" sz="2000" dirty="0">
                <a:solidFill>
                  <a:srgbClr val="FF0000"/>
                </a:solidFill>
              </a:rPr>
              <a:t>重新查询</a:t>
            </a:r>
            <a:r>
              <a:rPr lang="en-US" altLang="zh-CN" sz="2000" dirty="0">
                <a:solidFill>
                  <a:srgbClr val="FF0000"/>
                </a:solidFill>
              </a:rPr>
              <a:t>student</a:t>
            </a:r>
            <a:r>
              <a:rPr lang="zh-CN" altLang="zh-CN" sz="2000" dirty="0">
                <a:solidFill>
                  <a:srgbClr val="FF0000"/>
                </a:solidFill>
              </a:rPr>
              <a:t>表中所有记录并输出，观察是否多了一条记录</a:t>
            </a:r>
          </a:p>
          <a:p>
            <a:r>
              <a:rPr lang="en-US" altLang="zh-CN" sz="2000" dirty="0" err="1"/>
              <a:t>cur.execute</a:t>
            </a:r>
            <a:r>
              <a:rPr lang="en-US" altLang="zh-CN" sz="2000" dirty="0"/>
              <a:t>("SELECT * FROM student ORDER BY </a:t>
            </a:r>
            <a:r>
              <a:rPr lang="en-US" altLang="zh-CN" sz="2000" dirty="0" err="1"/>
              <a:t>sid</a:t>
            </a:r>
            <a:r>
              <a:rPr lang="en-US" altLang="zh-CN" sz="2000" dirty="0"/>
              <a:t>")</a:t>
            </a:r>
            <a:endParaRPr lang="zh-CN" altLang="zh-CN" sz="2000" dirty="0"/>
          </a:p>
          <a:p>
            <a:r>
              <a:rPr lang="en-US" altLang="zh-CN" sz="2000" dirty="0"/>
              <a:t>rows = </a:t>
            </a:r>
            <a:r>
              <a:rPr lang="en-US" altLang="zh-CN" sz="2000" dirty="0" err="1"/>
              <a:t>cur.fetchall</a:t>
            </a:r>
            <a:r>
              <a:rPr lang="en-US" altLang="zh-CN" sz="2000" dirty="0"/>
              <a:t>()</a:t>
            </a:r>
            <a:endParaRPr lang="zh-CN" altLang="zh-CN" sz="2000" dirty="0"/>
          </a:p>
          <a:p>
            <a:r>
              <a:rPr lang="en-US" altLang="zh-CN" sz="2000" dirty="0"/>
              <a:t>for row in rows:</a:t>
            </a:r>
            <a:endParaRPr lang="zh-CN" altLang="zh-CN" sz="2000" dirty="0"/>
          </a:p>
          <a:p>
            <a:r>
              <a:rPr lang="en-US" altLang="zh-CN" sz="2000" dirty="0"/>
              <a:t>    print(row)</a:t>
            </a:r>
            <a:endParaRPr lang="zh-CN" altLang="zh-CN" sz="2000" dirty="0"/>
          </a:p>
          <a:p>
            <a:r>
              <a:rPr lang="en-US" altLang="zh-CN" sz="2000" dirty="0"/>
              <a:t>print("========================================================\n")</a:t>
            </a:r>
            <a:endParaRPr lang="zh-CN" altLang="zh-CN" sz="2000" dirty="0"/>
          </a:p>
          <a:p>
            <a:r>
              <a:rPr lang="en-US" altLang="zh-CN" sz="2000" dirty="0"/>
              <a:t> </a:t>
            </a:r>
            <a:endParaRPr lang="zh-CN" altLang="zh-CN" sz="2000" dirty="0"/>
          </a:p>
          <a:p>
            <a:r>
              <a:rPr lang="en-US" altLang="zh-CN" sz="2000" dirty="0">
                <a:solidFill>
                  <a:srgbClr val="FF0000"/>
                </a:solidFill>
              </a:rPr>
              <a:t># </a:t>
            </a:r>
            <a:r>
              <a:rPr lang="zh-CN" altLang="zh-CN" sz="2000" dirty="0">
                <a:solidFill>
                  <a:srgbClr val="FF0000"/>
                </a:solidFill>
              </a:rPr>
              <a:t>将</a:t>
            </a:r>
            <a:r>
              <a:rPr lang="en-US" altLang="zh-CN" sz="2000" dirty="0">
                <a:solidFill>
                  <a:srgbClr val="FF0000"/>
                </a:solidFill>
              </a:rPr>
              <a:t>student</a:t>
            </a:r>
            <a:r>
              <a:rPr lang="zh-CN" altLang="zh-CN" sz="2000" dirty="0">
                <a:solidFill>
                  <a:srgbClr val="FF0000"/>
                </a:solidFill>
              </a:rPr>
              <a:t>表中姓名为“王俊贤”的学号改为“</a:t>
            </a:r>
            <a:r>
              <a:rPr lang="en-US" altLang="zh-CN" sz="2000" dirty="0">
                <a:solidFill>
                  <a:srgbClr val="FF0000"/>
                </a:solidFill>
              </a:rPr>
              <a:t>1842408045</a:t>
            </a:r>
            <a:r>
              <a:rPr lang="zh-CN" altLang="zh-CN" sz="2000" dirty="0">
                <a:solidFill>
                  <a:srgbClr val="FF0000"/>
                </a:solidFill>
              </a:rPr>
              <a:t>”</a:t>
            </a:r>
          </a:p>
          <a:p>
            <a:r>
              <a:rPr lang="en-US" altLang="zh-CN" sz="2000" dirty="0" err="1"/>
              <a:t>cur.execute</a:t>
            </a:r>
            <a:r>
              <a:rPr lang="en-US" altLang="zh-CN" sz="2000" dirty="0"/>
              <a:t>("UPDATE student SET </a:t>
            </a:r>
            <a:r>
              <a:rPr lang="en-US" altLang="zh-CN" sz="2000" dirty="0" err="1"/>
              <a:t>sid</a:t>
            </a:r>
            <a:r>
              <a:rPr lang="en-US" altLang="zh-CN" sz="2000" dirty="0"/>
              <a:t> = '1842408045' WHERE </a:t>
            </a:r>
            <a:r>
              <a:rPr lang="en-US" altLang="zh-CN" sz="2000" dirty="0" err="1"/>
              <a:t>sname</a:t>
            </a:r>
            <a:r>
              <a:rPr lang="en-US" altLang="zh-CN" sz="2000" dirty="0"/>
              <a:t> = '</a:t>
            </a:r>
            <a:r>
              <a:rPr lang="zh-CN" altLang="zh-CN" sz="2000" dirty="0"/>
              <a:t>王俊贤</a:t>
            </a:r>
            <a:r>
              <a:rPr lang="en-US" altLang="zh-CN" sz="2000" dirty="0"/>
              <a:t>'")</a:t>
            </a:r>
            <a:endParaRPr lang="zh-CN" altLang="zh-CN" sz="2000" dirty="0"/>
          </a:p>
          <a:p>
            <a:r>
              <a:rPr lang="en-US" altLang="zh-CN" sz="2000" dirty="0" err="1"/>
              <a:t>con.commit</a:t>
            </a:r>
            <a:r>
              <a:rPr lang="en-US" altLang="zh-CN" sz="2000" dirty="0"/>
              <a:t>()       </a:t>
            </a:r>
            <a:r>
              <a:rPr lang="en-US" altLang="zh-CN" sz="2000" dirty="0">
                <a:solidFill>
                  <a:srgbClr val="FF0000"/>
                </a:solidFill>
              </a:rPr>
              <a:t># </a:t>
            </a:r>
            <a:r>
              <a:rPr lang="zh-CN" altLang="zh-CN" sz="2000" dirty="0">
                <a:solidFill>
                  <a:srgbClr val="FF0000"/>
                </a:solidFill>
              </a:rPr>
              <a:t>提交当前事务，保存数据</a:t>
            </a:r>
          </a:p>
          <a:p>
            <a:r>
              <a:rPr lang="en-US" altLang="zh-CN" sz="2000" dirty="0">
                <a:solidFill>
                  <a:srgbClr val="FF0000"/>
                </a:solidFill>
              </a:rPr>
              <a:t># </a:t>
            </a:r>
            <a:r>
              <a:rPr lang="zh-CN" altLang="zh-CN" sz="2000" dirty="0">
                <a:solidFill>
                  <a:srgbClr val="FF0000"/>
                </a:solidFill>
              </a:rPr>
              <a:t>重新查询</a:t>
            </a:r>
            <a:r>
              <a:rPr lang="en-US" altLang="zh-CN" sz="2000" dirty="0">
                <a:solidFill>
                  <a:srgbClr val="FF0000"/>
                </a:solidFill>
              </a:rPr>
              <a:t>student</a:t>
            </a:r>
            <a:r>
              <a:rPr lang="zh-CN" altLang="zh-CN" sz="2000" dirty="0">
                <a:solidFill>
                  <a:srgbClr val="FF0000"/>
                </a:solidFill>
              </a:rPr>
              <a:t>表中所有记录并输出，观察“王俊贤”的学号是否更改了</a:t>
            </a:r>
          </a:p>
          <a:p>
            <a:r>
              <a:rPr lang="en-US" altLang="zh-CN" sz="2000" dirty="0" err="1"/>
              <a:t>cur.execute</a:t>
            </a:r>
            <a:r>
              <a:rPr lang="en-US" altLang="zh-CN" sz="2000" dirty="0"/>
              <a:t>("SELECT * FROM student ORDER BY </a:t>
            </a:r>
            <a:r>
              <a:rPr lang="en-US" altLang="zh-CN" sz="2000" dirty="0" err="1"/>
              <a:t>sid</a:t>
            </a:r>
            <a:r>
              <a:rPr lang="en-US" altLang="zh-CN" sz="2000" dirty="0"/>
              <a:t>")</a:t>
            </a:r>
            <a:endParaRPr lang="zh-CN" altLang="zh-CN" sz="2000" dirty="0"/>
          </a:p>
          <a:p>
            <a:r>
              <a:rPr lang="en-US" altLang="zh-CN" sz="2000" dirty="0"/>
              <a:t>rows = </a:t>
            </a:r>
            <a:r>
              <a:rPr lang="en-US" altLang="zh-CN" sz="2000" dirty="0" err="1"/>
              <a:t>cur.fetchall</a:t>
            </a:r>
            <a:r>
              <a:rPr lang="en-US" altLang="zh-CN" sz="2000" dirty="0"/>
              <a:t>()</a:t>
            </a:r>
            <a:endParaRPr lang="zh-CN" altLang="zh-CN" sz="2000" dirty="0"/>
          </a:p>
          <a:p>
            <a:r>
              <a:rPr lang="en-US" altLang="zh-CN" sz="2000" dirty="0"/>
              <a:t>for row in rows:</a:t>
            </a:r>
            <a:endParaRPr lang="zh-CN" altLang="zh-CN" sz="2000" dirty="0"/>
          </a:p>
          <a:p>
            <a:r>
              <a:rPr lang="en-US" altLang="zh-CN" sz="2000" dirty="0"/>
              <a:t>    print(row)</a:t>
            </a:r>
            <a:endParaRPr lang="zh-CN" altLang="zh-CN" sz="2000" dirty="0"/>
          </a:p>
          <a:p>
            <a:r>
              <a:rPr lang="en-US" altLang="zh-CN" sz="2000" dirty="0"/>
              <a:t>print("========================================================\n")</a:t>
            </a:r>
            <a:endParaRPr lang="zh-CN" altLang="zh-CN" sz="2000" dirty="0"/>
          </a:p>
        </p:txBody>
      </p:sp>
      <p:sp>
        <p:nvSpPr>
          <p:cNvPr id="8" name="标题 1"/>
          <p:cNvSpPr>
            <a:spLocks noGrp="1"/>
          </p:cNvSpPr>
          <p:nvPr>
            <p:ph type="title"/>
          </p:nvPr>
        </p:nvSpPr>
        <p:spPr>
          <a:xfrm>
            <a:off x="572442" y="322412"/>
            <a:ext cx="1203078" cy="321474"/>
          </a:xfrm>
        </p:spPr>
        <p:txBody>
          <a:bodyPr>
            <a:normAutofit fontScale="90000"/>
          </a:bodyPr>
          <a:lstStyle/>
          <a:p>
            <a:pPr eaLnBrk="0" fontAlgn="base" hangingPunct="0">
              <a:spcAft>
                <a:spcPct val="0"/>
              </a:spcAft>
            </a:pPr>
            <a:r>
              <a:rPr lang="zh-CN" altLang="en-US" sz="2400" dirty="0"/>
              <a:t>续上例</a:t>
            </a:r>
            <a:endParaRPr lang="zh-CN" altLang="en-US" sz="2000" b="0" dirty="0">
              <a:solidFill>
                <a:srgbClr val="FF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F2A9CE60-3950-4723-A805-6A056E09EE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50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379968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487488" y="1052736"/>
            <a:ext cx="9899376" cy="378565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</a:rPr>
              <a:t># </a:t>
            </a:r>
            <a:r>
              <a:rPr lang="zh-CN" altLang="zh-CN" sz="2400" dirty="0">
                <a:solidFill>
                  <a:srgbClr val="FF0000"/>
                </a:solidFill>
              </a:rPr>
              <a:t>将</a:t>
            </a:r>
            <a:r>
              <a:rPr lang="en-US" altLang="zh-CN" sz="2400" dirty="0">
                <a:solidFill>
                  <a:srgbClr val="FF0000"/>
                </a:solidFill>
              </a:rPr>
              <a:t>student</a:t>
            </a:r>
            <a:r>
              <a:rPr lang="zh-CN" altLang="zh-CN" sz="2400" dirty="0">
                <a:solidFill>
                  <a:srgbClr val="FF0000"/>
                </a:solidFill>
              </a:rPr>
              <a:t>表中的女生记录全部删除</a:t>
            </a:r>
          </a:p>
          <a:p>
            <a:r>
              <a:rPr lang="en-US" altLang="zh-CN" sz="2400" dirty="0" err="1"/>
              <a:t>cur.execute</a:t>
            </a:r>
            <a:r>
              <a:rPr lang="en-US" altLang="zh-CN" sz="2400" dirty="0"/>
              <a:t>("DELETE FROM student WHERE sex='</a:t>
            </a:r>
            <a:r>
              <a:rPr lang="zh-CN" altLang="zh-CN" sz="2400" dirty="0"/>
              <a:t>女</a:t>
            </a:r>
            <a:r>
              <a:rPr lang="en-US" altLang="zh-CN" sz="2400" dirty="0"/>
              <a:t>'")</a:t>
            </a:r>
            <a:endParaRPr lang="zh-CN" altLang="zh-CN" sz="2400" dirty="0"/>
          </a:p>
          <a:p>
            <a:r>
              <a:rPr lang="en-US" altLang="zh-CN" sz="2400" dirty="0" err="1"/>
              <a:t>con.commit</a:t>
            </a:r>
            <a:r>
              <a:rPr lang="en-US" altLang="zh-CN" sz="2400" dirty="0"/>
              <a:t>()       </a:t>
            </a:r>
            <a:r>
              <a:rPr lang="en-US" altLang="zh-CN" sz="2400" dirty="0">
                <a:solidFill>
                  <a:srgbClr val="FF0000"/>
                </a:solidFill>
              </a:rPr>
              <a:t># </a:t>
            </a:r>
            <a:r>
              <a:rPr lang="zh-CN" altLang="zh-CN" sz="2400" dirty="0">
                <a:solidFill>
                  <a:srgbClr val="FF0000"/>
                </a:solidFill>
              </a:rPr>
              <a:t>提交当前事务，保存数据</a:t>
            </a:r>
          </a:p>
          <a:p>
            <a:r>
              <a:rPr lang="en-US" altLang="zh-CN" sz="2400" dirty="0">
                <a:solidFill>
                  <a:srgbClr val="FF0000"/>
                </a:solidFill>
              </a:rPr>
              <a:t># </a:t>
            </a:r>
            <a:r>
              <a:rPr lang="zh-CN" altLang="zh-CN" sz="2400" dirty="0">
                <a:solidFill>
                  <a:srgbClr val="FF0000"/>
                </a:solidFill>
              </a:rPr>
              <a:t>重新查询</a:t>
            </a:r>
            <a:r>
              <a:rPr lang="en-US" altLang="zh-CN" sz="2400" dirty="0">
                <a:solidFill>
                  <a:srgbClr val="FF0000"/>
                </a:solidFill>
              </a:rPr>
              <a:t>student</a:t>
            </a:r>
            <a:r>
              <a:rPr lang="zh-CN" altLang="zh-CN" sz="2400" dirty="0">
                <a:solidFill>
                  <a:srgbClr val="FF0000"/>
                </a:solidFill>
              </a:rPr>
              <a:t>表中所有记录并输出，观察性别为女的记录是否删除</a:t>
            </a:r>
          </a:p>
          <a:p>
            <a:r>
              <a:rPr lang="en-US" altLang="zh-CN" sz="2400" dirty="0" err="1"/>
              <a:t>cur.execute</a:t>
            </a:r>
            <a:r>
              <a:rPr lang="en-US" altLang="zh-CN" sz="2400" dirty="0"/>
              <a:t>("SELECT * FROM student ORDER BY </a:t>
            </a:r>
            <a:r>
              <a:rPr lang="en-US" altLang="zh-CN" sz="2400" dirty="0" err="1"/>
              <a:t>sid</a:t>
            </a:r>
            <a:r>
              <a:rPr lang="en-US" altLang="zh-CN" sz="2400" dirty="0"/>
              <a:t>")</a:t>
            </a:r>
            <a:endParaRPr lang="zh-CN" altLang="zh-CN" sz="2400" dirty="0"/>
          </a:p>
          <a:p>
            <a:r>
              <a:rPr lang="en-US" altLang="zh-CN" sz="2400" dirty="0"/>
              <a:t>rows = </a:t>
            </a:r>
            <a:r>
              <a:rPr lang="en-US" altLang="zh-CN" sz="2400" dirty="0" err="1"/>
              <a:t>cur.fetchall</a:t>
            </a:r>
            <a:r>
              <a:rPr lang="en-US" altLang="zh-CN" sz="2400" dirty="0"/>
              <a:t>()</a:t>
            </a:r>
            <a:endParaRPr lang="zh-CN" altLang="zh-CN" sz="2400" dirty="0"/>
          </a:p>
          <a:p>
            <a:r>
              <a:rPr lang="en-US" altLang="zh-CN" sz="2400" dirty="0"/>
              <a:t>for row in rows:</a:t>
            </a:r>
            <a:endParaRPr lang="zh-CN" altLang="zh-CN" sz="2400" dirty="0"/>
          </a:p>
          <a:p>
            <a:r>
              <a:rPr lang="en-US" altLang="zh-CN" sz="2400" dirty="0"/>
              <a:t>     print(row)</a:t>
            </a:r>
            <a:endParaRPr lang="zh-CN" altLang="zh-CN" sz="2400" dirty="0"/>
          </a:p>
          <a:p>
            <a:r>
              <a:rPr lang="en-US" altLang="zh-CN" sz="2400" dirty="0"/>
              <a:t> </a:t>
            </a:r>
            <a:endParaRPr lang="zh-CN" altLang="zh-CN" sz="2400" dirty="0"/>
          </a:p>
          <a:p>
            <a:r>
              <a:rPr lang="en-US" altLang="zh-CN" sz="2400" dirty="0" err="1"/>
              <a:t>con.close</a:t>
            </a:r>
            <a:r>
              <a:rPr lang="en-US" altLang="zh-CN" sz="2400" dirty="0"/>
              <a:t>()</a:t>
            </a:r>
            <a:endParaRPr lang="zh-CN" altLang="zh-CN" sz="2400" dirty="0"/>
          </a:p>
        </p:txBody>
      </p:sp>
      <p:sp>
        <p:nvSpPr>
          <p:cNvPr id="3" name="标题 1"/>
          <p:cNvSpPr>
            <a:spLocks noGrp="1"/>
          </p:cNvSpPr>
          <p:nvPr>
            <p:ph type="title"/>
          </p:nvPr>
        </p:nvSpPr>
        <p:spPr>
          <a:xfrm>
            <a:off x="572442" y="322412"/>
            <a:ext cx="10852150" cy="321474"/>
          </a:xfrm>
        </p:spPr>
        <p:txBody>
          <a:bodyPr>
            <a:normAutofit fontScale="90000"/>
          </a:bodyPr>
          <a:lstStyle/>
          <a:p>
            <a:r>
              <a:rPr lang="zh-CN" altLang="en-US" sz="2400" dirty="0"/>
              <a:t>续上例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67164D86-F50C-4440-9D8E-BD7762724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51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929516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07368" y="349250"/>
            <a:ext cx="10852150" cy="716915"/>
          </a:xfrm>
        </p:spPr>
        <p:txBody>
          <a:bodyPr/>
          <a:lstStyle/>
          <a:p>
            <a:r>
              <a:rPr lang="zh-CN" altLang="en-US" sz="2000" dirty="0"/>
              <a:t>执行代码后，运行结果如下</a:t>
            </a:r>
          </a:p>
        </p:txBody>
      </p:sp>
      <p:pic>
        <p:nvPicPr>
          <p:cNvPr id="4" name="图片 3"/>
          <p:cNvPicPr/>
          <p:nvPr/>
        </p:nvPicPr>
        <p:blipFill>
          <a:blip r:embed="rId2"/>
          <a:stretch>
            <a:fillRect/>
          </a:stretch>
        </p:blipFill>
        <p:spPr>
          <a:xfrm>
            <a:off x="1991544" y="908720"/>
            <a:ext cx="7704856" cy="5472608"/>
          </a:xfrm>
          <a:prstGeom prst="rect">
            <a:avLst/>
          </a:prstGeom>
        </p:spPr>
      </p:pic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5E4D5F23-CC19-4B0C-8A66-1091579574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52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812259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80C2DD7-5A7C-4AFC-BA08-FBD4950547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049531"/>
          </a:xfrm>
        </p:spPr>
        <p:txBody>
          <a:bodyPr/>
          <a:lstStyle/>
          <a:p>
            <a:pPr algn="ctr"/>
            <a:r>
              <a:rPr lang="zh-CN" altLang="en-US" dirty="0"/>
              <a:t>本章习题  </a:t>
            </a:r>
            <a:r>
              <a:rPr lang="en-US" altLang="zh-CN" sz="3200" dirty="0"/>
              <a:t>P</a:t>
            </a:r>
            <a:endParaRPr lang="zh-CN" altLang="en-US" sz="3200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9AE7BC-7354-4629-8554-FC05A9081B6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2291311-7409-4F84-842C-304DE1AB58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53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8384133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33F6981-AB5E-411A-8782-6B755465BF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课后作业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D1E19F2-D970-42E6-A24E-080C6AEBF8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3.5</a:t>
            </a:r>
            <a:r>
              <a:rPr lang="zh-CN" altLang="en-US" dirty="0"/>
              <a:t>节习题全部</a:t>
            </a:r>
            <a:r>
              <a:rPr lang="en-US" altLang="zh-CN" dirty="0"/>
              <a:t>(P69-71)</a:t>
            </a:r>
          </a:p>
          <a:p>
            <a:r>
              <a:rPr lang="zh-CN" altLang="en-US" dirty="0"/>
              <a:t>要求：</a:t>
            </a:r>
            <a:endParaRPr lang="en-US" altLang="zh-CN" dirty="0"/>
          </a:p>
          <a:p>
            <a:pPr lvl="1"/>
            <a:r>
              <a:rPr lang="zh-CN" altLang="en-US" dirty="0"/>
              <a:t>将作业写在</a:t>
            </a:r>
            <a:r>
              <a:rPr lang="en-US" altLang="zh-CN" dirty="0"/>
              <a:t>word</a:t>
            </a:r>
            <a:r>
              <a:rPr lang="zh-CN" altLang="en-US" dirty="0"/>
              <a:t>文档中，写清题号，保存为</a:t>
            </a:r>
            <a:r>
              <a:rPr lang="en-US" altLang="zh-CN" dirty="0"/>
              <a:t>:</a:t>
            </a:r>
          </a:p>
          <a:p>
            <a:pPr marL="457200" lvl="1" indent="0">
              <a:buNone/>
            </a:pPr>
            <a:r>
              <a:rPr lang="en-US" altLang="zh-CN" dirty="0"/>
              <a:t>           ”</a:t>
            </a:r>
            <a:r>
              <a:rPr lang="zh-CN" altLang="en-US" dirty="0"/>
              <a:t>学号姓名</a:t>
            </a:r>
            <a:r>
              <a:rPr lang="en-US" altLang="zh-CN" dirty="0"/>
              <a:t>-</a:t>
            </a:r>
            <a:r>
              <a:rPr lang="zh-CN" altLang="en-US" dirty="0"/>
              <a:t>第</a:t>
            </a:r>
            <a:r>
              <a:rPr lang="en-US" altLang="zh-CN" dirty="0"/>
              <a:t>x</a:t>
            </a:r>
            <a:r>
              <a:rPr lang="zh-CN" altLang="en-US" dirty="0"/>
              <a:t>章作业</a:t>
            </a:r>
            <a:r>
              <a:rPr lang="en-US" altLang="zh-CN" dirty="0"/>
              <a:t>.docx</a:t>
            </a:r>
            <a:r>
              <a:rPr lang="zh-CN" altLang="en-US" dirty="0"/>
              <a:t>“</a:t>
            </a:r>
            <a:endParaRPr lang="en-US" altLang="zh-CN" dirty="0"/>
          </a:p>
          <a:p>
            <a:pPr marL="457200" lvl="1" indent="0">
              <a:buNone/>
            </a:pPr>
            <a:r>
              <a:rPr lang="zh-CN" altLang="en-US" dirty="0"/>
              <a:t>本章是第</a:t>
            </a:r>
            <a:r>
              <a:rPr lang="en-US" altLang="zh-CN" dirty="0"/>
              <a:t>3</a:t>
            </a:r>
            <a:r>
              <a:rPr lang="zh-CN" altLang="en-US" dirty="0"/>
              <a:t>章，</a:t>
            </a:r>
            <a:r>
              <a:rPr lang="en-US" altLang="zh-CN" dirty="0"/>
              <a:t>x</a:t>
            </a:r>
            <a:r>
              <a:rPr lang="zh-CN" altLang="en-US" dirty="0"/>
              <a:t>写</a:t>
            </a:r>
            <a:r>
              <a:rPr lang="en-US" altLang="zh-CN" dirty="0"/>
              <a:t>3</a:t>
            </a:r>
            <a:r>
              <a:rPr lang="zh-CN" altLang="en-US" dirty="0"/>
              <a:t>，其他章类推。</a:t>
            </a:r>
            <a:endParaRPr lang="en-US" altLang="zh-CN" dirty="0"/>
          </a:p>
          <a:p>
            <a:pPr marL="457200" lvl="1" indent="0">
              <a:buNone/>
            </a:pPr>
            <a:r>
              <a:rPr lang="zh-CN" altLang="en-US" dirty="0"/>
              <a:t>上传作业到教学网站</a:t>
            </a:r>
            <a:r>
              <a:rPr lang="en-US" altLang="zh-CN" dirty="0"/>
              <a:t>-</a:t>
            </a:r>
            <a:r>
              <a:rPr lang="zh-CN" altLang="en-US" dirty="0"/>
              <a:t>提交作业，周次选择</a:t>
            </a:r>
            <a:r>
              <a:rPr lang="en-US" altLang="zh-CN" dirty="0"/>
              <a:t>x</a:t>
            </a:r>
            <a:r>
              <a:rPr lang="zh-CN" altLang="en-US" dirty="0"/>
              <a:t>，即第几章作业就传到周次为几。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8C3E4F9-A110-4164-A5AB-9FA113E674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54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62315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1435785-3F71-4046-A30D-C980A3398D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EA8DAD2-E315-41C4-A23B-CF40B28230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9780108-9FC9-4AD1-9114-F843371C3E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pPr/>
              <a:t>55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319574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4327525" y="1499870"/>
            <a:ext cx="3436620" cy="922020"/>
          </a:xfrm>
          <a:prstGeom prst="rect">
            <a:avLst/>
          </a:prstGeom>
          <a:noFill/>
        </p:spPr>
        <p:txBody>
          <a:bodyPr wrap="square" rtlCol="0">
            <a:normAutofit fontScale="67500" lnSpcReduction="20000"/>
          </a:bodyPr>
          <a:lstStyle/>
          <a:p>
            <a:pPr algn="dist"/>
            <a:r>
              <a:rPr lang="zh-CN" altLang="en-US" sz="5400" dirty="0">
                <a:solidFill>
                  <a:schemeClr val="accent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清华大学出版社</a:t>
            </a:r>
          </a:p>
        </p:txBody>
      </p:sp>
      <p:sp>
        <p:nvSpPr>
          <p:cNvPr id="4" name="标题 3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zh-CN" altLang="en-US" dirty="0"/>
              <a:t>谢谢观赏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BBA98883-3C9F-403B-B2A3-14FB59A2D8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56</a:t>
            </a:fld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PRESENTATION_TITLE" val="幻灯片 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i*1"/>
  <p:tag name="KSO_WM_UNIT_LAYERLEVEL" val="1"/>
  <p:tag name="KSO_WM_TAG_VERSION" val="1.0"/>
  <p:tag name="KSO_WM_BEAUTIFY_FLAG" val="#wm#"/>
  <p:tag name="KSO_WM_SLIDE_BACKGROUND_TYPE" val="topBottom"/>
  <p:tag name="KSO_WM_SLIDE_BK_DARK_LIGHT" val="2"/>
  <p:tag name="KSO_WM_UNIT_TYPE" val="i"/>
  <p:tag name="KSO_WM_UNIT_INDEX" val="1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i*1"/>
  <p:tag name="KSO_WM_UNIT_LAYERLEVEL" val="1"/>
  <p:tag name="KSO_WM_TAG_VERSION" val="1.0"/>
  <p:tag name="KSO_WM_BEAUTIFY_FLAG" val="#wm#"/>
  <p:tag name="KSO_WM_SLIDE_BACKGROUND_TYPE" val="general"/>
  <p:tag name="KSO_WM_SLIDE_BK_DARK_LIGHT" val="2"/>
  <p:tag name="KSO_WM_UNIT_TYPE" val="i"/>
  <p:tag name="KSO_WM_UNIT_INDEX" val="1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_13*i*1"/>
  <p:tag name="KSO_WM_UNIT_BK_DARK_LIGHT" val="2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i*1"/>
  <p:tag name="KSO_WM_UNIT_LAYERLEVEL" val="1"/>
  <p:tag name="KSO_WM_TAG_VERSION" val="1.0"/>
  <p:tag name="KSO_WM_BEAUTIFY_FLAG" val="#wm#"/>
  <p:tag name="KSO_WM_SLIDE_BACKGROUND_TYPE" val="frame"/>
  <p:tag name="KSO_WM_SLIDE_BK_DARK_LIGHT" val="2"/>
  <p:tag name="KSO_WM_UNIT_TYPE" val="i"/>
  <p:tag name="KSO_WM_UNIT_INDEX" val="1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UNIT_BK_DARK_LIGHT" val="1"/>
  <p:tag name="KSO_WM_SLIDE_BACKGROUND_TYPE" val="leftRight"/>
  <p:tag name="KSO_WM_SLIDE_BK_DARK_LIGHT" val="2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i*1"/>
  <p:tag name="KSO_WM_UNIT_LAYERLEVEL" val="1"/>
  <p:tag name="KSO_WM_TAG_VERSION" val="1.0"/>
  <p:tag name="KSO_WM_BEAUTIFY_FLAG" val="#wm#"/>
  <p:tag name="KSO_WM_SLIDE_BACKGROUND_TYPE" val="leftRight"/>
  <p:tag name="KSO_WM_SLIDE_BK_DARK_LIGHT" val="2"/>
  <p:tag name="KSO_WM_UNIT_TYPE" val="i"/>
  <p:tag name="KSO_WM_UNIT_INDEX" val="1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UNIT_BK_DARK_LIGHT" val="1"/>
  <p:tag name="KSO_WM_SLIDE_BACKGROUND_TYPE" val="topBottom"/>
  <p:tag name="KSO_WM_SLIDE_BK_DARK_LIGHT" val="2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i*1"/>
  <p:tag name="KSO_WM_UNIT_LAYERLEVEL" val="1"/>
  <p:tag name="KSO_WM_TAG_VERSION" val="1.0"/>
  <p:tag name="KSO_WM_BEAUTIFY_FLAG" val="#wm#"/>
  <p:tag name="KSO_WM_SLIDE_BACKGROUND_TYPE" val="topBottom"/>
  <p:tag name="KSO_WM_SLIDE_BK_DARK_LIGHT" val="2"/>
  <p:tag name="KSO_WM_UNIT_TYPE" val="i"/>
  <p:tag name="KSO_WM_UNIT_INDEX" val="1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i*1"/>
  <p:tag name="KSO_WM_UNIT_LAYERLEVEL" val="1"/>
  <p:tag name="KSO_WM_TAG_VERSION" val="1.0"/>
  <p:tag name="KSO_WM_BEAUTIFY_FLAG" val="#wm#"/>
  <p:tag name="KSO_WM_UNIT_TYPE" val="i"/>
  <p:tag name="KSO_WM_UNIT_INDEX" val="1"/>
  <p:tag name="KSO_WM_SLIDE_BACKGROUND_TYPE" val="bottomTop"/>
  <p:tag name="KSO_WM_SLIDE_BK_DARK_LIGHT" val="2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UNIT_BK_DARK_LIGHT" val="1"/>
  <p:tag name="KSO_WM_SLIDE_BACKGROUND_TYPE" val="bottomTop"/>
  <p:tag name="KSO_WM_SLIDE_BK_DARK_LIGHT" val="2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i*1"/>
  <p:tag name="KSO_WM_UNIT_LAYERLEVEL" val="1"/>
  <p:tag name="KSO_WM_TAG_VERSION" val="1.0"/>
  <p:tag name="KSO_WM_BEAUTIFY_FLAG" val="#wm#"/>
  <p:tag name="KSO_WM_UNIT_TYPE" val="i"/>
  <p:tag name="KSO_WM_UNIT_INDEX" val="1"/>
  <p:tag name="KSO_WM_SLIDE_BACKGROUND_TYPE" val="navigation"/>
  <p:tag name="KSO_WM_SLIDE_BK_DARK_LIGHT" val="2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UNIT_BK_DARK_LIGHT" val="1"/>
  <p:tag name="KSO_WM_SLIDE_BACKGROUND_TYPE" val="navigation"/>
  <p:tag name="KSO_WM_SLIDE_BK_DARK_LIGHT" val="2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UNIT_BK_DARK_LIGHT" val="2"/>
  <p:tag name="KSO_WM_SLIDE_BACKGROUND_TYPE" val="belt"/>
  <p:tag name="KSO_WM_SLIDE_BK_DARK_LIGHT" val="2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i*1"/>
  <p:tag name="KSO_WM_UNIT_LAYERLEVEL" val="1"/>
  <p:tag name="KSO_WM_TAG_VERSION" val="1.0"/>
  <p:tag name="KSO_WM_BEAUTIFY_FLAG" val="#wm#"/>
  <p:tag name="KSO_WM_SLIDE_BACKGROUND_TYPE" val="belt"/>
  <p:tag name="KSO_WM_SLIDE_BK_DARK_LIGHT" val="2"/>
  <p:tag name="KSO_WM_UNIT_TYPE" val="i"/>
  <p:tag name="KSO_WM_UNIT_INDEX" val="1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i*2"/>
  <p:tag name="KSO_WM_UNIT_LAYERLEVEL" val="1"/>
  <p:tag name="KSO_WM_TAG_VERSION" val="1.0"/>
  <p:tag name="KSO_WM_BEAUTIFY_FLAG" val="#wm#"/>
  <p:tag name="KSO_WM_SLIDE_BACKGROUND_TYPE" val="belt"/>
  <p:tag name="KSO_WM_SLIDE_BK_DARK_LIGHT" val="2"/>
  <p:tag name="KSO_WM_UNIT_TYPE" val="i"/>
  <p:tag name="KSO_WM_UNIT_INDEX" val="2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202601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202601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202601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202601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2601_15"/>
  <p:tag name="KSO_WM_TEMPLATE_SUBCATEGORY" val="0"/>
  <p:tag name="KSO_WM_TEMPLATE_MASTER_TYPE" val="1"/>
  <p:tag name="KSO_WM_TEMPLATE_COLOR_TYPE" val="1"/>
  <p:tag name="KSO_WM_SLIDE_ITEM_CNT" val="0"/>
  <p:tag name="KSO_WM_SLIDE_INDEX" val="15"/>
  <p:tag name="KSO_WM_TAG_VERSION" val="1.0"/>
  <p:tag name="KSO_WM_BEAUTIFY_FLAG" val="#wm#"/>
  <p:tag name="KSO_WM_TEMPLATE_CATEGORY" val="custom"/>
  <p:tag name="KSO_WM_TEMPLATE_INDEX" val="20202601"/>
  <p:tag name="KSO_WM_SLIDE_LAYOUT" val="a_b"/>
  <p:tag name="KSO_WM_SLIDE_LAYOUT_CNT" val="1_2"/>
  <p:tag name="KSO_WM_SLIDE_TYPE" val="endPage"/>
  <p:tag name="KSO_WM_SLIDE_SUBTYPE" val="pureTxt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02601_15*i*1"/>
  <p:tag name="KSO_WM_TEMPLATE_CATEGORY" val="custom"/>
  <p:tag name="KSO_WM_TEMPLATE_INDEX" val="20202601"/>
  <p:tag name="KSO_WM_UNIT_LAYERLEVEL" val="1"/>
  <p:tag name="KSO_WM_TAG_VERSION" val="1.0"/>
  <p:tag name="KSO_WM_BEAUTIFY_FLAG" val="#wm#"/>
  <p:tag name="KSO_WM_UNIT_ISCONTENTSTITLE" val="0"/>
  <p:tag name="KSO_WM_UNIT_NOCLEAR" val="0"/>
  <p:tag name="KSO_WM_UNIT_TYPE" val="i"/>
  <p:tag name="KSO_WM_UNIT_INDEX" val="1"/>
  <p:tag name="KSO_WM_UNIT_PRESET_TEXT" val="2019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02601_15*a*1"/>
  <p:tag name="KSO_WM_TEMPLATE_CATEGORY" val="custom"/>
  <p:tag name="KSO_WM_TEMPLATE_INDEX" val="20202601"/>
  <p:tag name="KSO_WM_UNIT_LAYERLEVEL" val="1"/>
  <p:tag name="KSO_WM_TAG_VERSION" val="1.0"/>
  <p:tag name="KSO_WM_BEAUTIFY_FLAG" val="#wm#"/>
  <p:tag name="KSO_WM_UNIT_ISCONTENTSTITLE" val="0"/>
  <p:tag name="KSO_WM_UNIT_PRESET_TEXT" val="谢谢观赏"/>
  <p:tag name="KSO_WM_UNIT_NOCLEAR" val="1"/>
  <p:tag name="KSO_WM_UNIT_VALUE" val="6"/>
  <p:tag name="KSO_WM_UNIT_TYPE" val="a"/>
  <p:tag name="KSO_WM_UNIT_INDEX" val="1"/>
</p:tagLst>
</file>

<file path=ppt/theme/theme1.xml><?xml version="1.0" encoding="utf-8"?>
<a:theme xmlns:a="http://schemas.openxmlformats.org/drawingml/2006/main" name="当图网">
  <a:themeElements>
    <a:clrScheme name="自定义设计方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自定义设计方案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自定义设计方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当图网1">
  <a:themeElements>
    <a:clrScheme name="Office 主题​​">
      <a:dk1>
        <a:sysClr val="windowText" lastClr="FFFFFF"/>
      </a:dk1>
      <a:lt1>
        <a:sysClr val="window" lastClr="000000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当图网">
  <a:themeElements>
    <a:clrScheme name="自定义设计方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自定义设计方案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自定义设计方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1_当图网1">
  <a:themeElements>
    <a:clrScheme name="Office 主题​​">
      <a:dk1>
        <a:sysClr val="windowText" lastClr="FFFFFF"/>
      </a:dk1>
      <a:lt1>
        <a:sysClr val="window" lastClr="000000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水汽尾迹">
  <a:themeElements>
    <a:clrScheme name="水汽尾迹">
      <a:dk1>
        <a:sysClr val="windowText" lastClr="FFFFFF"/>
      </a:dk1>
      <a:lt1>
        <a:sysClr val="window" lastClr="000000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水汽尾迹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水汽尾迹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ppt/theme/theme6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149</TotalTime>
  <Words>3999</Words>
  <Application>Microsoft Office PowerPoint</Application>
  <PresentationFormat>宽屏</PresentationFormat>
  <Paragraphs>467</Paragraphs>
  <Slides>56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5</vt:i4>
      </vt:variant>
      <vt:variant>
        <vt:lpstr>幻灯片标题</vt:lpstr>
      </vt:variant>
      <vt:variant>
        <vt:i4>56</vt:i4>
      </vt:variant>
    </vt:vector>
  </HeadingPairs>
  <TitlesOfParts>
    <vt:vector size="70" baseType="lpstr">
      <vt:lpstr>黑体</vt:lpstr>
      <vt:lpstr>华文新魏</vt:lpstr>
      <vt:lpstr>宋体</vt:lpstr>
      <vt:lpstr>微软雅黑</vt:lpstr>
      <vt:lpstr>Arial</vt:lpstr>
      <vt:lpstr>Calibri</vt:lpstr>
      <vt:lpstr>Calibri Light</vt:lpstr>
      <vt:lpstr>Century Gothic</vt:lpstr>
      <vt:lpstr>Viner Hand ITC</vt:lpstr>
      <vt:lpstr>当图网</vt:lpstr>
      <vt:lpstr>当图网1</vt:lpstr>
      <vt:lpstr>1_当图网</vt:lpstr>
      <vt:lpstr>1_当图网1</vt:lpstr>
      <vt:lpstr>水汽尾迹</vt:lpstr>
      <vt:lpstr>PowerPoint 演示文稿</vt:lpstr>
      <vt:lpstr>目录</vt:lpstr>
      <vt:lpstr>14.1 数据库技术基础</vt:lpstr>
      <vt:lpstr>14.1.1 数据库基本概念</vt:lpstr>
      <vt:lpstr>2．数据库系统管理系统</vt:lpstr>
      <vt:lpstr>3．数据库系统</vt:lpstr>
      <vt:lpstr>14.1.2 关系数据库</vt:lpstr>
      <vt:lpstr>2．关系操纵</vt:lpstr>
      <vt:lpstr>3．关系模型的数据完整性约束</vt:lpstr>
      <vt:lpstr>4．关系数据库</vt:lpstr>
      <vt:lpstr>5．关系数据库语言SQL</vt:lpstr>
      <vt:lpstr>（2）数据查询语言（DQL）</vt:lpstr>
      <vt:lpstr>14.1.3 数据库应用系统的开发步骤</vt:lpstr>
      <vt:lpstr>14.1.4 数据库设计</vt:lpstr>
      <vt:lpstr>14.2 MySQL数据库</vt:lpstr>
      <vt:lpstr>1．MySQL简介 免费的开源、关系型数据库管理系统</vt:lpstr>
      <vt:lpstr>14.2.1 安装MySQL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14.2.2 创建数据库</vt:lpstr>
      <vt:lpstr>PowerPoint 演示文稿</vt:lpstr>
      <vt:lpstr>14.2.3 MySQL的数据类型</vt:lpstr>
      <vt:lpstr>2．日期和时间</vt:lpstr>
      <vt:lpstr>3．字符串类型</vt:lpstr>
      <vt:lpstr>PowerPoint 演示文稿</vt:lpstr>
      <vt:lpstr>14.2.4 创建表</vt:lpstr>
      <vt:lpstr>14.2.5 插入数据</vt:lpstr>
      <vt:lpstr>14.2.6 查看表</vt:lpstr>
      <vt:lpstr>14.2.7 修改数据</vt:lpstr>
      <vt:lpstr>14.2.8 删除数据</vt:lpstr>
      <vt:lpstr>14.3 Python操作MySQL数据库举例</vt:lpstr>
      <vt:lpstr>14.3.1 PyMySQL模块</vt:lpstr>
      <vt:lpstr>14.3.2 数据库应用开发举例</vt:lpstr>
      <vt:lpstr>运行结果：</vt:lpstr>
      <vt:lpstr>14.3.3 数据库应用开发步骤详解</vt:lpstr>
      <vt:lpstr>2．建立数据库连接，获取Connection对象</vt:lpstr>
      <vt:lpstr>PowerPoint 演示文稿</vt:lpstr>
      <vt:lpstr>获取Connection对象的属性</vt:lpstr>
      <vt:lpstr>3． 创建游标（Cursor）对象，并执行SQL语句</vt:lpstr>
      <vt:lpstr>PowerPoint 演示文稿</vt:lpstr>
      <vt:lpstr>PowerPoint 演示文稿</vt:lpstr>
      <vt:lpstr>4．获取游标的结果集</vt:lpstr>
      <vt:lpstr>续上例</vt:lpstr>
      <vt:lpstr>续上例</vt:lpstr>
      <vt:lpstr>5．关闭数据库连接</vt:lpstr>
      <vt:lpstr>14.3.4 数据库表的插入、更新和删除操作</vt:lpstr>
      <vt:lpstr>续上例</vt:lpstr>
      <vt:lpstr>续上例</vt:lpstr>
      <vt:lpstr>执行代码后，运行结果如下</vt:lpstr>
      <vt:lpstr>本章习题  P</vt:lpstr>
      <vt:lpstr>课后作业</vt:lpstr>
      <vt:lpstr>PowerPoint 演示文稿</vt:lpstr>
      <vt:lpstr>谢谢观赏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当图网</dc:title>
  <dc:creator>熊福松</dc:creator>
  <cp:lastModifiedBy>Ge Julia</cp:lastModifiedBy>
  <cp:revision>64</cp:revision>
  <dcterms:created xsi:type="dcterms:W3CDTF">2018-10-09T06:59:00Z</dcterms:created>
  <dcterms:modified xsi:type="dcterms:W3CDTF">2021-03-16T05:06:35Z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2052-11.1.0.9175</vt:lpwstr>
  </property>
</Properties>
</file>