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heme/theme2.xml" ContentType="application/vnd.openxmlformats-officedocument.them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1.xml" ContentType="application/vnd.openxmlformats-officedocument.presentationml.notesSlide+xml"/>
  <Override PartName="/ppt/tags/tag90.xml" ContentType="application/vnd.openxmlformats-officedocument.presentationml.tags+xml"/>
  <Override PartName="/ppt/notesSlides/notesSlide2.xml" ContentType="application/vnd.openxmlformats-officedocument.presentationml.notesSlide+xml"/>
  <Override PartName="/ppt/tags/tag91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5"/>
  </p:notesMasterIdLst>
  <p:sldIdLst>
    <p:sldId id="582" r:id="rId2"/>
    <p:sldId id="485" r:id="rId3"/>
    <p:sldId id="483" r:id="rId4"/>
    <p:sldId id="498" r:id="rId5"/>
    <p:sldId id="583" r:id="rId6"/>
    <p:sldId id="584" r:id="rId7"/>
    <p:sldId id="585" r:id="rId8"/>
    <p:sldId id="586" r:id="rId9"/>
    <p:sldId id="596" r:id="rId10"/>
    <p:sldId id="588" r:id="rId11"/>
    <p:sldId id="598" r:id="rId12"/>
    <p:sldId id="590" r:id="rId13"/>
    <p:sldId id="599" r:id="rId14"/>
    <p:sldId id="592" r:id="rId15"/>
    <p:sldId id="600" r:id="rId16"/>
    <p:sldId id="593" r:id="rId17"/>
    <p:sldId id="601" r:id="rId18"/>
    <p:sldId id="604" r:id="rId19"/>
    <p:sldId id="595" r:id="rId20"/>
    <p:sldId id="602" r:id="rId21"/>
    <p:sldId id="597" r:id="rId22"/>
    <p:sldId id="603" r:id="rId23"/>
    <p:sldId id="605" r:id="rId24"/>
    <p:sldId id="606" r:id="rId25"/>
    <p:sldId id="607" r:id="rId26"/>
    <p:sldId id="608" r:id="rId27"/>
    <p:sldId id="609" r:id="rId28"/>
    <p:sldId id="610" r:id="rId29"/>
    <p:sldId id="611" r:id="rId30"/>
    <p:sldId id="612" r:id="rId31"/>
    <p:sldId id="627" r:id="rId32"/>
    <p:sldId id="613" r:id="rId33"/>
    <p:sldId id="614" r:id="rId34"/>
    <p:sldId id="615" r:id="rId35"/>
    <p:sldId id="616" r:id="rId36"/>
    <p:sldId id="617" r:id="rId37"/>
    <p:sldId id="618" r:id="rId38"/>
    <p:sldId id="619" r:id="rId39"/>
    <p:sldId id="620" r:id="rId40"/>
    <p:sldId id="621" r:id="rId41"/>
    <p:sldId id="622" r:id="rId42"/>
    <p:sldId id="623" r:id="rId43"/>
    <p:sldId id="624" r:id="rId44"/>
    <p:sldId id="680" r:id="rId45"/>
    <p:sldId id="681" r:id="rId46"/>
    <p:sldId id="682" r:id="rId47"/>
    <p:sldId id="679" r:id="rId48"/>
    <p:sldId id="626" r:id="rId49"/>
    <p:sldId id="628" r:id="rId50"/>
    <p:sldId id="629" r:id="rId51"/>
    <p:sldId id="630" r:id="rId52"/>
    <p:sldId id="631" r:id="rId53"/>
    <p:sldId id="632" r:id="rId54"/>
    <p:sldId id="633" r:id="rId55"/>
    <p:sldId id="634" r:id="rId56"/>
    <p:sldId id="635" r:id="rId57"/>
    <p:sldId id="636" r:id="rId58"/>
    <p:sldId id="637" r:id="rId59"/>
    <p:sldId id="638" r:id="rId60"/>
    <p:sldId id="639" r:id="rId61"/>
    <p:sldId id="640" r:id="rId62"/>
    <p:sldId id="641" r:id="rId63"/>
    <p:sldId id="642" r:id="rId64"/>
    <p:sldId id="643" r:id="rId65"/>
    <p:sldId id="644" r:id="rId66"/>
    <p:sldId id="645" r:id="rId67"/>
    <p:sldId id="646" r:id="rId68"/>
    <p:sldId id="647" r:id="rId69"/>
    <p:sldId id="648" r:id="rId70"/>
    <p:sldId id="649" r:id="rId71"/>
    <p:sldId id="650" r:id="rId72"/>
    <p:sldId id="651" r:id="rId73"/>
    <p:sldId id="652" r:id="rId74"/>
    <p:sldId id="653" r:id="rId75"/>
    <p:sldId id="654" r:id="rId76"/>
    <p:sldId id="655" r:id="rId77"/>
    <p:sldId id="656" r:id="rId78"/>
    <p:sldId id="657" r:id="rId79"/>
    <p:sldId id="658" r:id="rId80"/>
    <p:sldId id="659" r:id="rId81"/>
    <p:sldId id="660" r:id="rId82"/>
    <p:sldId id="661" r:id="rId83"/>
    <p:sldId id="685" r:id="rId84"/>
    <p:sldId id="662" r:id="rId85"/>
    <p:sldId id="663" r:id="rId86"/>
    <p:sldId id="664" r:id="rId87"/>
    <p:sldId id="665" r:id="rId88"/>
    <p:sldId id="686" r:id="rId89"/>
    <p:sldId id="720" r:id="rId90"/>
    <p:sldId id="709" r:id="rId91"/>
    <p:sldId id="688" r:id="rId92"/>
    <p:sldId id="710" r:id="rId93"/>
    <p:sldId id="690" r:id="rId94"/>
    <p:sldId id="713" r:id="rId95"/>
    <p:sldId id="692" r:id="rId96"/>
    <p:sldId id="714" r:id="rId97"/>
    <p:sldId id="718" r:id="rId98"/>
    <p:sldId id="703" r:id="rId99"/>
    <p:sldId id="715" r:id="rId100"/>
    <p:sldId id="705" r:id="rId101"/>
    <p:sldId id="716" r:id="rId102"/>
    <p:sldId id="668" r:id="rId103"/>
    <p:sldId id="669" r:id="rId104"/>
  </p:sldIdLst>
  <p:sldSz cx="12192000" cy="6858000"/>
  <p:notesSz cx="6858000" cy="9144000"/>
  <p:custDataLst>
    <p:tags r:id="rId10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3300"/>
    <a:srgbClr val="990000"/>
    <a:srgbClr val="0033CC"/>
    <a:srgbClr val="800080"/>
    <a:srgbClr val="660066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4660"/>
  </p:normalViewPr>
  <p:slideViewPr>
    <p:cSldViewPr showGuides="1">
      <p:cViewPr varScale="1">
        <p:scale>
          <a:sx n="84" d="100"/>
          <a:sy n="84" d="100"/>
        </p:scale>
        <p:origin x="782" y="58"/>
      </p:cViewPr>
      <p:guideLst>
        <p:guide orient="horz" pos="216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commentAuthors" Target="commentAuthor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83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39472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4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3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6.png"/><Relationship Id="rId5" Type="http://schemas.openxmlformats.org/officeDocument/2006/relationships/tags" Target="../tags/tag18.xml"/><Relationship Id="rId10" Type="http://schemas.openxmlformats.org/officeDocument/2006/relationships/image" Target="../media/image5.png"/><Relationship Id="rId4" Type="http://schemas.openxmlformats.org/officeDocument/2006/relationships/tags" Target="../tags/tag17.xml"/><Relationship Id="rId9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2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8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9" Type="http://schemas.openxmlformats.org/officeDocument/2006/relationships/image" Target="../media/image9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10" Type="http://schemas.openxmlformats.org/officeDocument/2006/relationships/image" Target="../media/image7.png"/><Relationship Id="rId4" Type="http://schemas.openxmlformats.org/officeDocument/2006/relationships/tags" Target="../tags/tag49.xml"/><Relationship Id="rId9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10" Type="http://schemas.openxmlformats.org/officeDocument/2006/relationships/image" Target="../media/image7.png"/><Relationship Id="rId4" Type="http://schemas.openxmlformats.org/officeDocument/2006/relationships/tags" Target="../tags/tag57.xml"/><Relationship Id="rId9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10" Type="http://schemas.openxmlformats.org/officeDocument/2006/relationships/image" Target="../media/image10.png"/><Relationship Id="rId4" Type="http://schemas.openxmlformats.org/officeDocument/2006/relationships/tags" Target="../tags/tag65.xml"/><Relationship Id="rId9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image" Target="../media/image11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74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image" Target="../media/image13.png"/><Relationship Id="rId5" Type="http://schemas.openxmlformats.org/officeDocument/2006/relationships/tags" Target="../tags/tag84.xml"/><Relationship Id="rId10" Type="http://schemas.openxmlformats.org/officeDocument/2006/relationships/image" Target="../media/image12.png"/><Relationship Id="rId4" Type="http://schemas.openxmlformats.org/officeDocument/2006/relationships/tags" Target="../tags/tag83.xml"/><Relationship Id="rId9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20C2A66-674B-4E2C-9331-BF930D797691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36" y="137030"/>
            <a:ext cx="10873208" cy="877233"/>
          </a:xfrm>
        </p:spPr>
        <p:txBody>
          <a:bodyPr/>
          <a:lstStyle>
            <a:lvl1pPr algn="l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346" y="1196752"/>
            <a:ext cx="12059654" cy="5780486"/>
          </a:xfrm>
        </p:spPr>
        <p:txBody>
          <a:bodyPr>
            <a:normAutofit/>
          </a:bodyPr>
          <a:lstStyle>
            <a:lvl1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4DF1E-2037-4B0F-BAAC-894B1CE64362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91628" y="6385210"/>
            <a:ext cx="2743200" cy="365125"/>
          </a:xfrm>
        </p:spPr>
        <p:txBody>
          <a:bodyPr/>
          <a:lstStyle>
            <a:lvl1pPr>
              <a:defRPr sz="2400" b="1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C284E05-F085-4A5B-AF38-A6090B6F5858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84F1A-E17D-477C-A620-1D146F336BF0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FA113-1CA7-4ADB-9780-ABE3F561E80A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E392-02B2-479C-9DE7-95951542A97F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7235F-9E2D-4DFF-8AD3-AF85F2E8FB58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E5C75-E01B-4132-8D9C-BBF842DE9A81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B04B9-4B00-484A-A2D7-43416B384589}" type="datetime1">
              <a:rPr lang="zh-CN" altLang="en-US" smtClean="0"/>
              <a:t>2024/4/13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D497-4F12-44EA-8D0C-53DB28255A64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7B0A067-987E-459C-994D-6C969E7E8998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88CF3AC-B929-48C0-A33E-EC8AC94989D5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4279F6E-9BDB-491D-93B5-EAEAE4FFC03D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5ED13-AF60-455C-9C03-83E0D12E5764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9A49-F92A-4B51-9BD7-3C7C897B2AD8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8E90-F6F6-4068-A24A-BED174172FE5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A3D0481-1761-46C3-BAF3-C0CD79BB1B97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5C2AC65E-A036-4A52-B2D5-C3957CC0F708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4800" spc="600" baseline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673348"/>
          </a:xfrm>
        </p:spPr>
        <p:txBody>
          <a:bodyPr vert="horz" lIns="90000" tIns="46800" rIns="90000" bIns="468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329539"/>
            <a:ext cx="5283242" cy="501187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329539"/>
            <a:ext cx="5283242" cy="5011876"/>
          </a:xfrm>
        </p:spPr>
        <p:txBody>
          <a:bodyPr lIns="90000" tIns="46800" rIns="90000" bIns="46800">
            <a:norm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5878216-36BE-4602-98DE-8CA9652CA9FC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5AA50A9-CE5E-4247-A72D-C528636014E4}" type="datetime1">
              <a:rPr lang="zh-CN" altLang="en-US" smtClean="0"/>
              <a:t>2024/4/13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CCC58767-75C2-44BB-93D5-3A2DFF1A0F53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B3D67BC-BDAD-481B-A16A-2A1D9139D338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35237192-B91D-4572-95CF-80202C1F2197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0AEC561-C55C-46C2-8C29-803E5378EBE9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BE663C22-4A7D-410D-B0E4-2E0E42CE7F83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04191289-D728-4987-AB51-8A444DCFD9E6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C5C14843-6478-4C07-8347-DFAE7E8F7323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B1066972-3A3A-42F7-A19D-6A652367E5F8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E1525-BE42-49FE-84A7-17A883A22F46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F6B47-A570-44CE-8867-BA8BB65B8C42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47473-9643-49CF-AE53-D8FE3B0007D1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42DC-CD4B-4409-87D1-9CA1C46D2E29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A3FF-FAA5-426D-9CC0-5CCB90C7A378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49330-93E5-45FE-9071-092AD7446F61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924D-4DC4-4100-95A2-02B35B066E43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F24E2-641C-4934-A78D-E97AB0CF7D4C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883285"/>
            <a:ext cx="7664896" cy="1174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71E8D-95E6-4AC6-BFD2-86A75E105ABA}" type="datetime1">
              <a:rPr lang="zh-CN" altLang="en-US" smtClean="0"/>
              <a:t>2024/4/13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all" baseline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8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9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9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8000" dirty="0">
                <a:latin typeface="+mj-lt"/>
                <a:ea typeface="+mj-ea"/>
                <a:sym typeface="+mn-ea"/>
              </a:rPr>
              <a:t>				</a:t>
            </a:r>
            <a:r>
              <a:rPr lang="zh-CN" altLang="en-US" sz="8000" dirty="0">
                <a:latin typeface="+mj-lt"/>
                <a:ea typeface="+mj-ea"/>
                <a:sym typeface="+mn-ea"/>
              </a:rPr>
              <a:t>习题课</a:t>
            </a:r>
            <a:endParaRPr lang="zh-CN" altLang="en-US" sz="4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>
              <a:buNone/>
            </a:pPr>
            <a:r>
              <a:rPr lang="zh-CN" altLang="en-US" sz="4000" dirty="0"/>
              <a:t>目录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3200" dirty="0"/>
              <a:t>123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216785" y="2292350"/>
            <a:ext cx="7759065" cy="1276350"/>
          </a:xfrm>
        </p:spPr>
        <p:txBody>
          <a:bodyPr/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Week1 </a:t>
            </a:r>
            <a:r>
              <a:rPr lang="en-US" altLang="zh-CN" dirty="0" err="1">
                <a:latin typeface="+mj-lt"/>
                <a:ea typeface="+mj-ea"/>
                <a:sym typeface="+mn-ea"/>
              </a:rPr>
              <a:t>CyExam</a:t>
            </a:r>
            <a:br>
              <a:rPr lang="en-US" altLang="zh-CN" dirty="0">
                <a:latin typeface="+mj-lt"/>
                <a:ea typeface="+mj-ea"/>
                <a:sym typeface="+mn-ea"/>
              </a:rPr>
            </a:br>
            <a:br>
              <a:rPr lang="en-US" altLang="zh-CN" dirty="0">
                <a:latin typeface="+mj-lt"/>
                <a:ea typeface="+mj-ea"/>
                <a:sym typeface="+mn-ea"/>
              </a:rPr>
            </a:br>
            <a:r>
              <a:rPr lang="zh-CN" altLang="en-US" dirty="0">
                <a:latin typeface="+mj-lt"/>
                <a:ea typeface="+mj-ea"/>
                <a:sym typeface="+mn-ea"/>
              </a:rPr>
              <a:t>顺序结构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dirty="0"/>
              <a:t>123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063552" y="746125"/>
            <a:ext cx="7759065" cy="2864842"/>
          </a:xfrm>
        </p:spPr>
        <p:txBody>
          <a:bodyPr/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Week2 </a:t>
            </a:r>
            <a:r>
              <a:rPr lang="en-US" altLang="zh-CN" dirty="0" err="1">
                <a:latin typeface="+mj-lt"/>
                <a:ea typeface="+mj-ea"/>
                <a:sym typeface="+mn-ea"/>
              </a:rPr>
              <a:t>CyExam</a:t>
            </a:r>
            <a:br>
              <a:rPr lang="en-US" altLang="zh-CN" dirty="0">
                <a:latin typeface="+mj-lt"/>
                <a:ea typeface="+mj-ea"/>
                <a:sym typeface="+mn-ea"/>
              </a:rPr>
            </a:br>
            <a:r>
              <a:rPr lang="zh-CN" altLang="en-US" dirty="0">
                <a:latin typeface="+mj-lt"/>
                <a:ea typeface="+mj-ea"/>
                <a:sym typeface="+mn-ea"/>
              </a:rPr>
              <a:t>选择结构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cap="none" dirty="0"/>
              <a:t>编程</a:t>
            </a:r>
            <a:r>
              <a:rPr lang="en-US" altLang="zh-CN" cap="none" dirty="0"/>
              <a:t>04 [</a:t>
            </a:r>
            <a:r>
              <a:rPr lang="zh-CN" altLang="en-US" cap="none" dirty="0"/>
              <a:t>前一秒</a:t>
            </a:r>
            <a:r>
              <a:rPr lang="en-US" altLang="zh-CN" cap="none" dirty="0"/>
              <a:t>]</a:t>
            </a:r>
            <a:endParaRPr lang="zh-CN" altLang="en-US" cap="none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3352" y="908720"/>
            <a:ext cx="11856640" cy="6068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04.</a:t>
            </a:r>
            <a:r>
              <a:rPr lang="zh-CN" altLang="en-US" sz="2800" dirty="0"/>
              <a:t>输入一个</a:t>
            </a:r>
            <a:r>
              <a:rPr lang="en-US" altLang="zh-CN" sz="2800" dirty="0"/>
              <a:t>24</a:t>
            </a:r>
            <a:r>
              <a:rPr lang="zh-CN" altLang="en-US" sz="2800" dirty="0"/>
              <a:t>时计时法的时间，计算前一秒的时间。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测试</a:t>
            </a:r>
            <a:r>
              <a:rPr lang="en-US" altLang="zh-CN" sz="2800" dirty="0"/>
              <a:t>1</a:t>
            </a:r>
            <a:r>
              <a:rPr lang="zh-CN" altLang="en-US" sz="2800" dirty="0"/>
              <a:t>：（第</a:t>
            </a:r>
            <a:r>
              <a:rPr lang="en-US" altLang="zh-CN" sz="2800" dirty="0"/>
              <a:t>1</a:t>
            </a:r>
            <a:r>
              <a:rPr lang="zh-CN" altLang="en-US" sz="2800" dirty="0"/>
              <a:t>行为输入，第</a:t>
            </a:r>
            <a:r>
              <a:rPr lang="en-US" altLang="zh-CN" sz="2800" dirty="0"/>
              <a:t>2</a:t>
            </a:r>
            <a:r>
              <a:rPr lang="zh-CN" altLang="en-US" sz="2800" dirty="0"/>
              <a:t>行为输出）</a:t>
            </a:r>
          </a:p>
          <a:p>
            <a:pPr marL="0" indent="0">
              <a:buNone/>
            </a:pPr>
            <a:r>
              <a:rPr lang="en-US" altLang="zh-CN" sz="2800" dirty="0"/>
              <a:t>09:00:00</a:t>
            </a:r>
          </a:p>
          <a:p>
            <a:pPr marL="0" indent="0">
              <a:buNone/>
            </a:pPr>
            <a:r>
              <a:rPr lang="en-US" altLang="zh-CN" sz="2800" dirty="0"/>
              <a:t>08:59:59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 err="1"/>
              <a:t>hour,minute,second</a:t>
            </a:r>
            <a:r>
              <a:rPr lang="en-US" altLang="zh-CN" sz="2800" dirty="0"/>
              <a:t>=map(</a:t>
            </a:r>
            <a:r>
              <a:rPr lang="en-US" altLang="zh-CN" sz="2800" dirty="0" err="1"/>
              <a:t>int,input</a:t>
            </a:r>
            <a:r>
              <a:rPr lang="en-US" altLang="zh-CN" sz="2800" dirty="0"/>
              <a:t>().split(':'))</a:t>
            </a:r>
          </a:p>
          <a:p>
            <a:pPr marL="0" indent="0">
              <a:buNone/>
            </a:pPr>
            <a:r>
              <a:rPr lang="en-US" altLang="zh-CN" sz="2800" dirty="0"/>
              <a:t>second-=1</a:t>
            </a:r>
          </a:p>
          <a:p>
            <a:pPr marL="0" indent="0">
              <a:buNone/>
            </a:pPr>
            <a:r>
              <a:rPr lang="en-US" altLang="zh-CN" sz="2800" dirty="0"/>
              <a:t>if second ==-1:</a:t>
            </a:r>
          </a:p>
          <a:p>
            <a:pPr marL="0" indent="0">
              <a:buNone/>
            </a:pPr>
            <a:r>
              <a:rPr lang="en-US" altLang="zh-CN" sz="2800" dirty="0"/>
              <a:t>    second = 59</a:t>
            </a:r>
          </a:p>
          <a:p>
            <a:pPr marL="0" indent="0">
              <a:buNone/>
            </a:pPr>
            <a:r>
              <a:rPr lang="en-US" altLang="zh-CN" sz="2800" dirty="0"/>
              <a:t>    minute -= 1</a:t>
            </a:r>
          </a:p>
          <a:p>
            <a:pPr marL="0" indent="0">
              <a:buNone/>
            </a:pPr>
            <a:r>
              <a:rPr lang="en-US" altLang="zh-CN" sz="2800" dirty="0"/>
              <a:t>if minute==-1:</a:t>
            </a:r>
          </a:p>
          <a:p>
            <a:pPr marL="0" indent="0">
              <a:buNone/>
            </a:pPr>
            <a:r>
              <a:rPr lang="en-US" altLang="zh-CN" sz="2800" dirty="0"/>
              <a:t>    minute=59</a:t>
            </a:r>
          </a:p>
          <a:p>
            <a:pPr marL="0" indent="0">
              <a:buNone/>
            </a:pPr>
            <a:r>
              <a:rPr lang="en-US" altLang="zh-CN" sz="2800" dirty="0"/>
              <a:t>    hour-=1</a:t>
            </a:r>
          </a:p>
          <a:p>
            <a:pPr marL="0" indent="0">
              <a:buNone/>
            </a:pPr>
            <a:r>
              <a:rPr lang="en-US" altLang="zh-CN" sz="2800" dirty="0"/>
              <a:t>if hour==-1:</a:t>
            </a:r>
          </a:p>
          <a:p>
            <a:pPr marL="0" indent="0">
              <a:buNone/>
            </a:pPr>
            <a:r>
              <a:rPr lang="en-US" altLang="zh-CN" sz="2800" dirty="0"/>
              <a:t>    hour=23</a:t>
            </a:r>
          </a:p>
          <a:p>
            <a:pPr marL="0" indent="0">
              <a:buNone/>
            </a:pPr>
            <a:r>
              <a:rPr lang="en-US" altLang="zh-CN" sz="2800" dirty="0"/>
              <a:t>print('%02d:%02d:%02d'%(</a:t>
            </a:r>
            <a:r>
              <a:rPr lang="en-US" altLang="zh-CN" sz="2800" dirty="0" err="1"/>
              <a:t>hour,minute,second</a:t>
            </a:r>
            <a:r>
              <a:rPr lang="en-US" altLang="zh-CN" sz="2800" dirty="0"/>
              <a:t>))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cap="none" dirty="0"/>
              <a:t>编程</a:t>
            </a:r>
            <a:r>
              <a:rPr lang="en-US" altLang="zh-CN" cap="none" dirty="0"/>
              <a:t>05 [x</a:t>
            </a:r>
            <a:r>
              <a:rPr lang="zh-CN" altLang="en-US" cap="none" dirty="0"/>
              <a:t>分</a:t>
            </a:r>
            <a:r>
              <a:rPr lang="en-US" altLang="zh-CN" cap="none" dirty="0"/>
              <a:t>y</a:t>
            </a:r>
            <a:r>
              <a:rPr lang="zh-CN" altLang="en-US" cap="none" dirty="0"/>
              <a:t>秒后几点</a:t>
            </a:r>
            <a:r>
              <a:rPr lang="en-US" altLang="zh-CN" cap="none" dirty="0"/>
              <a:t>]</a:t>
            </a:r>
            <a:endParaRPr lang="zh-CN" altLang="en-US" cap="none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05.</a:t>
            </a:r>
            <a:r>
              <a:rPr lang="zh-CN" altLang="en-US" sz="2800" dirty="0"/>
              <a:t>输入一个采用</a:t>
            </a:r>
            <a:r>
              <a:rPr lang="en-US" altLang="zh-CN" sz="2800" dirty="0"/>
              <a:t>24</a:t>
            </a:r>
            <a:r>
              <a:rPr lang="zh-CN" altLang="en-US" sz="2800" dirty="0"/>
              <a:t>时计时法的时间，再输入经过</a:t>
            </a:r>
            <a:r>
              <a:rPr lang="en-US" altLang="zh-CN" sz="2800" dirty="0"/>
              <a:t>x</a:t>
            </a:r>
            <a:r>
              <a:rPr lang="zh-CN" altLang="en-US" sz="2800" dirty="0"/>
              <a:t>分</a:t>
            </a:r>
            <a:r>
              <a:rPr lang="en-US" altLang="zh-CN" sz="2800" dirty="0"/>
              <a:t>y</a:t>
            </a:r>
            <a:r>
              <a:rPr lang="zh-CN" altLang="en-US" sz="2800" dirty="0"/>
              <a:t>秒，计算并输出经</a:t>
            </a:r>
          </a:p>
          <a:p>
            <a:pPr marL="0" indent="0">
              <a:buNone/>
            </a:pPr>
            <a:r>
              <a:rPr lang="zh-CN" altLang="en-US" sz="2800" dirty="0"/>
              <a:t>过</a:t>
            </a:r>
            <a:r>
              <a:rPr lang="en-US" altLang="zh-CN" sz="2800" dirty="0"/>
              <a:t>x</a:t>
            </a:r>
            <a:r>
              <a:rPr lang="zh-CN" altLang="en-US" sz="2800" dirty="0"/>
              <a:t>分</a:t>
            </a:r>
            <a:r>
              <a:rPr lang="en-US" altLang="zh-CN" sz="2800" dirty="0"/>
              <a:t>y</a:t>
            </a:r>
            <a:r>
              <a:rPr lang="zh-CN" altLang="en-US" sz="2800" dirty="0"/>
              <a:t>秒后的时间。</a:t>
            </a:r>
            <a:endParaRPr lang="en-US" altLang="zh-CN" sz="2800" dirty="0"/>
          </a:p>
          <a:p>
            <a:pPr marL="0" indent="0">
              <a:buNone/>
            </a:pPr>
            <a:endParaRPr lang="zh-CN" altLang="en-US" sz="2800" dirty="0"/>
          </a:p>
          <a:p>
            <a:pPr marL="0" indent="0">
              <a:buNone/>
            </a:pPr>
            <a:r>
              <a:rPr lang="zh-CN" altLang="en-US" sz="2800" dirty="0"/>
              <a:t>测试</a:t>
            </a:r>
            <a:r>
              <a:rPr lang="en-US" altLang="zh-CN" sz="2800" dirty="0"/>
              <a:t>1</a:t>
            </a:r>
            <a:r>
              <a:rPr lang="zh-CN" altLang="en-US" sz="2800" dirty="0"/>
              <a:t>：（第</a:t>
            </a:r>
            <a:r>
              <a:rPr lang="en-US" altLang="zh-CN" sz="2800" dirty="0"/>
              <a:t>1</a:t>
            </a:r>
            <a:r>
              <a:rPr lang="zh-CN" altLang="en-US" sz="2800" dirty="0"/>
              <a:t>、</a:t>
            </a:r>
            <a:r>
              <a:rPr lang="en-US" altLang="zh-CN" sz="2800" dirty="0"/>
              <a:t>2</a:t>
            </a:r>
            <a:r>
              <a:rPr lang="zh-CN" altLang="en-US" sz="2800" dirty="0"/>
              <a:t>行为输入，第</a:t>
            </a:r>
            <a:r>
              <a:rPr lang="en-US" altLang="zh-CN" sz="2800" dirty="0"/>
              <a:t>3</a:t>
            </a:r>
            <a:r>
              <a:rPr lang="zh-CN" altLang="en-US" sz="2800" dirty="0"/>
              <a:t>行为输出）</a:t>
            </a:r>
          </a:p>
          <a:p>
            <a:pPr marL="0" indent="0">
              <a:buNone/>
            </a:pPr>
            <a:r>
              <a:rPr lang="en-US" altLang="zh-CN" sz="2800" dirty="0"/>
              <a:t>13:59:38</a:t>
            </a:r>
          </a:p>
          <a:p>
            <a:pPr marL="0" indent="0">
              <a:buNone/>
            </a:pPr>
            <a:r>
              <a:rPr lang="en-US" altLang="zh-CN" sz="2800" dirty="0"/>
              <a:t>5:30</a:t>
            </a:r>
          </a:p>
          <a:p>
            <a:pPr marL="0" indent="0">
              <a:buNone/>
            </a:pPr>
            <a:r>
              <a:rPr lang="en-US" altLang="zh-CN" sz="2800" dirty="0"/>
              <a:t>14:05:08</a:t>
            </a:r>
          </a:p>
          <a:p>
            <a:pPr marL="0" indent="0">
              <a:buNone/>
            </a:pPr>
            <a:r>
              <a:rPr lang="zh-CN" altLang="en-US" sz="2800" dirty="0"/>
              <a:t>测试</a:t>
            </a:r>
            <a:r>
              <a:rPr lang="en-US" altLang="zh-CN" sz="2800" dirty="0"/>
              <a:t>2</a:t>
            </a:r>
            <a:r>
              <a:rPr lang="zh-CN" altLang="en-US" sz="2800" dirty="0"/>
              <a:t>：（第</a:t>
            </a:r>
            <a:r>
              <a:rPr lang="en-US" altLang="zh-CN" sz="2800" dirty="0"/>
              <a:t>1</a:t>
            </a:r>
            <a:r>
              <a:rPr lang="zh-CN" altLang="en-US" sz="2800" dirty="0"/>
              <a:t>、</a:t>
            </a:r>
            <a:r>
              <a:rPr lang="en-US" altLang="zh-CN" sz="2800" dirty="0"/>
              <a:t>2</a:t>
            </a:r>
            <a:r>
              <a:rPr lang="zh-CN" altLang="en-US" sz="2800" dirty="0"/>
              <a:t>行为输入，第</a:t>
            </a:r>
            <a:r>
              <a:rPr lang="en-US" altLang="zh-CN" sz="2800" dirty="0"/>
              <a:t>3</a:t>
            </a:r>
            <a:r>
              <a:rPr lang="zh-CN" altLang="en-US" sz="2800" dirty="0"/>
              <a:t>行为输出）</a:t>
            </a:r>
          </a:p>
          <a:p>
            <a:pPr marL="0" indent="0">
              <a:buNone/>
            </a:pPr>
            <a:r>
              <a:rPr lang="en-US" altLang="zh-CN" sz="2800" dirty="0"/>
              <a:t>23:56:35</a:t>
            </a:r>
          </a:p>
          <a:p>
            <a:pPr marL="0" indent="0">
              <a:buNone/>
            </a:pPr>
            <a:r>
              <a:rPr lang="en-US" altLang="zh-CN" sz="2800" dirty="0"/>
              <a:t>4:25</a:t>
            </a:r>
          </a:p>
          <a:p>
            <a:pPr marL="0" indent="0">
              <a:buNone/>
            </a:pPr>
            <a:r>
              <a:rPr lang="en-US" altLang="zh-CN" sz="2800" dirty="0"/>
              <a:t>00:01:00</a:t>
            </a: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 err="1"/>
              <a:t>hour,minute,second</a:t>
            </a:r>
            <a:r>
              <a:rPr lang="en-US" altLang="zh-CN" sz="2800" dirty="0"/>
              <a:t>=map(</a:t>
            </a:r>
            <a:r>
              <a:rPr lang="en-US" altLang="zh-CN" sz="2800" dirty="0" err="1"/>
              <a:t>int,input</a:t>
            </a:r>
            <a:r>
              <a:rPr lang="en-US" altLang="zh-CN" sz="2800" dirty="0"/>
              <a:t>().split(':'))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x,y</a:t>
            </a:r>
            <a:r>
              <a:rPr lang="en-US" altLang="zh-CN" sz="2800" dirty="0"/>
              <a:t>=map(</a:t>
            </a:r>
            <a:r>
              <a:rPr lang="en-US" altLang="zh-CN" sz="2800" dirty="0" err="1"/>
              <a:t>int,input</a:t>
            </a:r>
            <a:r>
              <a:rPr lang="en-US" altLang="zh-CN" sz="2800" dirty="0"/>
              <a:t>().split(":"))</a:t>
            </a:r>
          </a:p>
          <a:p>
            <a:pPr marL="0" indent="0">
              <a:buNone/>
            </a:pPr>
            <a:r>
              <a:rPr lang="en-US" altLang="zh-CN" sz="2800" dirty="0"/>
              <a:t> second+=y</a:t>
            </a:r>
          </a:p>
          <a:p>
            <a:pPr marL="0" indent="0">
              <a:buNone/>
            </a:pPr>
            <a:r>
              <a:rPr lang="en-US" altLang="zh-CN" sz="2800" dirty="0"/>
              <a:t> if second &gt;= 60:</a:t>
            </a:r>
          </a:p>
          <a:p>
            <a:pPr marL="0" indent="0">
              <a:buNone/>
            </a:pPr>
            <a:r>
              <a:rPr lang="en-US" altLang="zh-CN" sz="2800" dirty="0"/>
              <a:t>    second = second-60</a:t>
            </a:r>
          </a:p>
          <a:p>
            <a:pPr marL="0" indent="0">
              <a:buNone/>
            </a:pPr>
            <a:r>
              <a:rPr lang="en-US" altLang="zh-CN" sz="2800" dirty="0"/>
              <a:t>    minute += 1</a:t>
            </a:r>
          </a:p>
          <a:p>
            <a:pPr marL="0" indent="0">
              <a:buNone/>
            </a:pPr>
            <a:r>
              <a:rPr lang="en-US" altLang="zh-CN" sz="2800" dirty="0"/>
              <a:t> minute+=x</a:t>
            </a:r>
          </a:p>
          <a:p>
            <a:pPr marL="0" indent="0">
              <a:buNone/>
            </a:pPr>
            <a:r>
              <a:rPr lang="en-US" altLang="zh-CN" sz="2800" dirty="0"/>
              <a:t> if minute &gt;= 60:</a:t>
            </a:r>
          </a:p>
          <a:p>
            <a:pPr marL="0" indent="0">
              <a:buNone/>
            </a:pPr>
            <a:r>
              <a:rPr lang="en-US" altLang="zh-CN" sz="2800" dirty="0"/>
              <a:t>    minute = minute-60</a:t>
            </a:r>
          </a:p>
          <a:p>
            <a:pPr marL="0" indent="0">
              <a:buNone/>
            </a:pPr>
            <a:r>
              <a:rPr lang="en-US" altLang="zh-CN" sz="2800" dirty="0"/>
              <a:t>    hour += 1</a:t>
            </a:r>
          </a:p>
          <a:p>
            <a:pPr marL="0" indent="0">
              <a:buNone/>
            </a:pPr>
            <a:r>
              <a:rPr lang="en-US" altLang="zh-CN" sz="2800" dirty="0"/>
              <a:t> if hour == 24:</a:t>
            </a:r>
          </a:p>
          <a:p>
            <a:pPr marL="0" indent="0">
              <a:buNone/>
            </a:pPr>
            <a:r>
              <a:rPr lang="en-US" altLang="zh-CN" sz="2800" dirty="0"/>
              <a:t>    hour = 0</a:t>
            </a:r>
          </a:p>
          <a:p>
            <a:pPr marL="0" indent="0">
              <a:buNone/>
            </a:pPr>
            <a:r>
              <a:rPr lang="en-US" altLang="zh-CN" sz="2800" dirty="0"/>
              <a:t> print('%02d:%02d:%02d'%(</a:t>
            </a:r>
            <a:r>
              <a:rPr lang="en-US" altLang="zh-CN" sz="2800" dirty="0" err="1"/>
              <a:t>hour,minute,second</a:t>
            </a:r>
            <a:r>
              <a:rPr lang="en-US" altLang="zh-CN" sz="2800" dirty="0"/>
              <a:t>))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cap="none" dirty="0"/>
              <a:t>编程</a:t>
            </a:r>
            <a:r>
              <a:rPr lang="en-US" altLang="zh-CN" cap="none" dirty="0"/>
              <a:t>06 [</a:t>
            </a:r>
            <a:r>
              <a:rPr lang="zh-CN" altLang="en-US" cap="none" dirty="0"/>
              <a:t>成绩等第</a:t>
            </a:r>
            <a:r>
              <a:rPr lang="en-US" altLang="zh-CN" cap="none" dirty="0"/>
              <a:t>]</a:t>
            </a:r>
            <a:endParaRPr lang="zh-CN" altLang="en-US" cap="none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06.</a:t>
            </a:r>
            <a:r>
              <a:rPr lang="zh-CN" altLang="en-US" sz="2800" dirty="0"/>
              <a:t>编写程序，对于给定的一个百分制成绩，输出相应的五分制成绩。</a:t>
            </a:r>
          </a:p>
          <a:p>
            <a:pPr marL="0" indent="0">
              <a:buNone/>
            </a:pPr>
            <a:r>
              <a:rPr lang="zh-CN" altLang="en-US" sz="2800" dirty="0"/>
              <a:t> 设</a:t>
            </a:r>
            <a:r>
              <a:rPr lang="en-US" altLang="zh-CN" sz="2800" dirty="0"/>
              <a:t>90</a:t>
            </a:r>
            <a:r>
              <a:rPr lang="zh-CN" altLang="en-US" sz="2800" dirty="0"/>
              <a:t>分以及以上为</a:t>
            </a:r>
            <a:r>
              <a:rPr lang="en-US" altLang="zh-CN" sz="2800" dirty="0"/>
              <a:t>A</a:t>
            </a:r>
          </a:p>
          <a:p>
            <a:pPr marL="0" indent="0">
              <a:buNone/>
            </a:pPr>
            <a:r>
              <a:rPr lang="en-US" altLang="zh-CN" sz="2800" dirty="0"/>
              <a:t> 80-89</a:t>
            </a:r>
            <a:r>
              <a:rPr lang="zh-CN" altLang="en-US" sz="2800" dirty="0"/>
              <a:t>分为</a:t>
            </a:r>
            <a:r>
              <a:rPr lang="en-US" altLang="zh-CN" sz="2800" dirty="0"/>
              <a:t>B</a:t>
            </a:r>
          </a:p>
          <a:p>
            <a:pPr marL="0" indent="0">
              <a:buNone/>
            </a:pPr>
            <a:r>
              <a:rPr lang="en-US" altLang="zh-CN" sz="2800" dirty="0"/>
              <a:t> 70-79</a:t>
            </a:r>
            <a:r>
              <a:rPr lang="zh-CN" altLang="en-US" sz="2800" dirty="0"/>
              <a:t>分为</a:t>
            </a:r>
            <a:r>
              <a:rPr lang="en-US" altLang="zh-CN" sz="2800" dirty="0"/>
              <a:t>C</a:t>
            </a:r>
          </a:p>
          <a:p>
            <a:pPr marL="0" indent="0">
              <a:buNone/>
            </a:pPr>
            <a:r>
              <a:rPr lang="en-US" altLang="zh-CN" sz="2800" dirty="0"/>
              <a:t> 60-69</a:t>
            </a:r>
            <a:r>
              <a:rPr lang="zh-CN" altLang="en-US" sz="2800" dirty="0"/>
              <a:t>分为</a:t>
            </a:r>
            <a:r>
              <a:rPr lang="en-US" altLang="zh-CN" sz="2800" dirty="0"/>
              <a:t>D</a:t>
            </a:r>
          </a:p>
          <a:p>
            <a:pPr marL="0" indent="0">
              <a:buNone/>
            </a:pPr>
            <a:r>
              <a:rPr lang="en-US" altLang="zh-CN" sz="2800" dirty="0"/>
              <a:t> 60</a:t>
            </a:r>
            <a:r>
              <a:rPr lang="zh-CN" altLang="en-US" sz="2800" dirty="0"/>
              <a:t>分以下为</a:t>
            </a:r>
            <a:r>
              <a:rPr lang="en-US" altLang="zh-CN" sz="2800" dirty="0"/>
              <a:t>E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测试</a:t>
            </a:r>
            <a:r>
              <a:rPr lang="en-US" altLang="zh-CN" sz="2800" dirty="0"/>
              <a:t>1</a:t>
            </a:r>
            <a:r>
              <a:rPr lang="zh-CN" altLang="en-US" sz="2800" dirty="0"/>
              <a:t>：（第</a:t>
            </a:r>
            <a:r>
              <a:rPr lang="en-US" altLang="zh-CN" sz="2800" dirty="0"/>
              <a:t>1</a:t>
            </a:r>
            <a:r>
              <a:rPr lang="zh-CN" altLang="en-US" sz="2800" dirty="0"/>
              <a:t>行为输入，第</a:t>
            </a:r>
            <a:r>
              <a:rPr lang="en-US" altLang="zh-CN" sz="2800" dirty="0"/>
              <a:t>2</a:t>
            </a:r>
            <a:r>
              <a:rPr lang="zh-CN" altLang="en-US" sz="2800" dirty="0"/>
              <a:t>行为输出）</a:t>
            </a:r>
          </a:p>
          <a:p>
            <a:pPr marL="0" indent="0">
              <a:buNone/>
            </a:pPr>
            <a:r>
              <a:rPr lang="en-US" altLang="zh-CN" sz="2800" dirty="0"/>
              <a:t>96</a:t>
            </a:r>
          </a:p>
          <a:p>
            <a:pPr marL="0" indent="0">
              <a:buNone/>
            </a:pPr>
            <a:r>
              <a:rPr lang="en-US" altLang="zh-CN" sz="2800" dirty="0"/>
              <a:t>A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altLang="zh-CN" sz="2800" dirty="0"/>
              <a:t> x = eval(input())</a:t>
            </a:r>
          </a:p>
          <a:p>
            <a:pPr marL="0" indent="0">
              <a:buNone/>
            </a:pPr>
            <a:r>
              <a:rPr lang="es-ES" altLang="zh-CN" sz="2800" dirty="0"/>
              <a:t> if x&gt;=90 :</a:t>
            </a:r>
          </a:p>
          <a:p>
            <a:pPr marL="0" indent="0">
              <a:buNone/>
            </a:pPr>
            <a:r>
              <a:rPr lang="es-ES" altLang="zh-CN" sz="2800" dirty="0"/>
              <a:t>    y="A"</a:t>
            </a:r>
          </a:p>
          <a:p>
            <a:pPr marL="0" indent="0">
              <a:buNone/>
            </a:pPr>
            <a:r>
              <a:rPr lang="es-ES" altLang="zh-CN" sz="2800" dirty="0"/>
              <a:t> elif 80&lt;=x&lt;=89 :</a:t>
            </a:r>
          </a:p>
          <a:p>
            <a:pPr marL="0" indent="0">
              <a:buNone/>
            </a:pPr>
            <a:r>
              <a:rPr lang="es-ES" altLang="zh-CN" sz="2800" dirty="0"/>
              <a:t>    y="B"</a:t>
            </a:r>
          </a:p>
          <a:p>
            <a:pPr marL="0" indent="0">
              <a:buNone/>
            </a:pPr>
            <a:r>
              <a:rPr lang="es-ES" altLang="zh-CN" sz="2800" dirty="0"/>
              <a:t> elif 70&lt;=x&lt;=79:</a:t>
            </a:r>
          </a:p>
          <a:p>
            <a:pPr marL="0" indent="0">
              <a:buNone/>
            </a:pPr>
            <a:r>
              <a:rPr lang="es-ES" altLang="zh-CN" sz="2800" dirty="0"/>
              <a:t>    y="C"</a:t>
            </a:r>
          </a:p>
          <a:p>
            <a:pPr marL="0" indent="0">
              <a:buNone/>
            </a:pPr>
            <a:r>
              <a:rPr lang="es-ES" altLang="zh-CN" sz="2800" dirty="0"/>
              <a:t> elif 60&lt;=x&lt;=69:</a:t>
            </a:r>
          </a:p>
          <a:p>
            <a:pPr marL="0" indent="0">
              <a:buNone/>
            </a:pPr>
            <a:r>
              <a:rPr lang="es-ES" altLang="zh-CN" sz="2800" dirty="0"/>
              <a:t>    y="D"</a:t>
            </a:r>
          </a:p>
          <a:p>
            <a:pPr marL="0" indent="0">
              <a:buNone/>
            </a:pPr>
            <a:r>
              <a:rPr lang="es-ES" altLang="zh-CN" sz="2800" dirty="0"/>
              <a:t> else:</a:t>
            </a:r>
          </a:p>
          <a:p>
            <a:pPr marL="0" indent="0">
              <a:buNone/>
            </a:pPr>
            <a:r>
              <a:rPr lang="es-ES" altLang="zh-CN" sz="2800" dirty="0"/>
              <a:t>    y="E"</a:t>
            </a:r>
          </a:p>
          <a:p>
            <a:pPr marL="0" indent="0">
              <a:buNone/>
            </a:pPr>
            <a:r>
              <a:rPr lang="es-ES" altLang="zh-CN" sz="2800" dirty="0"/>
              <a:t> print(y)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cap="none" dirty="0"/>
              <a:t>编程</a:t>
            </a:r>
            <a:r>
              <a:rPr lang="en-US" altLang="zh-CN" cap="none" dirty="0"/>
              <a:t>07 [</a:t>
            </a:r>
            <a:r>
              <a:rPr lang="zh-CN" altLang="en-US" cap="none" dirty="0"/>
              <a:t>输出最大值</a:t>
            </a:r>
            <a:r>
              <a:rPr lang="en-US" altLang="zh-CN" cap="none" dirty="0"/>
              <a:t>]-</a:t>
            </a:r>
            <a:r>
              <a:rPr lang="zh-CN" altLang="en-US" cap="none" dirty="0"/>
              <a:t>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07.</a:t>
            </a:r>
            <a:r>
              <a:rPr lang="zh-CN" altLang="en-US" sz="2800" dirty="0"/>
              <a:t>编写程序，输入三个数，利用</a:t>
            </a:r>
            <a:r>
              <a:rPr lang="en-US" altLang="zh-CN" sz="2800" dirty="0"/>
              <a:t>if</a:t>
            </a:r>
            <a:r>
              <a:rPr lang="zh-CN" altLang="en-US" sz="2800" dirty="0"/>
              <a:t>语句输出最大数</a:t>
            </a:r>
            <a:r>
              <a:rPr lang="en-US" altLang="zh-CN" sz="2800" dirty="0"/>
              <a:t>.</a:t>
            </a:r>
            <a:endParaRPr lang="zh-CN" altLang="en-US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测试</a:t>
            </a:r>
            <a:r>
              <a:rPr lang="en-US" altLang="zh-CN" sz="2800" dirty="0"/>
              <a:t>1</a:t>
            </a:r>
            <a:r>
              <a:rPr lang="zh-CN" altLang="en-US" sz="2800" dirty="0"/>
              <a:t>：（第</a:t>
            </a:r>
            <a:r>
              <a:rPr lang="en-US" altLang="zh-CN" sz="2800" dirty="0"/>
              <a:t>1</a:t>
            </a:r>
            <a:r>
              <a:rPr lang="zh-CN" altLang="en-US" sz="2800" dirty="0"/>
              <a:t>行为输入，第</a:t>
            </a:r>
            <a:r>
              <a:rPr lang="en-US" altLang="zh-CN" sz="2800" dirty="0"/>
              <a:t>2</a:t>
            </a:r>
            <a:r>
              <a:rPr lang="zh-CN" altLang="en-US" sz="2800" dirty="0"/>
              <a:t>行为输出）</a:t>
            </a:r>
          </a:p>
          <a:p>
            <a:pPr marL="0" indent="0">
              <a:buNone/>
            </a:pPr>
            <a:r>
              <a:rPr lang="en-US" altLang="zh-CN" sz="2800" dirty="0"/>
              <a:t>3.5,4.5,5</a:t>
            </a:r>
            <a:r>
              <a:rPr lang="en-US" altLang="zh-CN" dirty="0"/>
              <a:t>.0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5.0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a,b,c</a:t>
            </a:r>
            <a:r>
              <a:rPr lang="en-US" altLang="zh-CN" sz="2800" dirty="0"/>
              <a:t>=eval(input())</a:t>
            </a:r>
          </a:p>
          <a:p>
            <a:pPr marL="0" indent="0">
              <a:buNone/>
            </a:pPr>
            <a:r>
              <a:rPr lang="en-US" altLang="zh-CN" sz="2800" dirty="0"/>
              <a:t> if a&gt;b:</a:t>
            </a:r>
          </a:p>
          <a:p>
            <a:pPr marL="0" indent="0">
              <a:buNone/>
            </a:pPr>
            <a:r>
              <a:rPr lang="en-US" altLang="zh-CN" sz="2800" dirty="0"/>
              <a:t>    max=a</a:t>
            </a:r>
          </a:p>
          <a:p>
            <a:pPr marL="0" indent="0">
              <a:buNone/>
            </a:pPr>
            <a:r>
              <a:rPr lang="en-US" altLang="zh-CN" sz="2800" dirty="0"/>
              <a:t> else:</a:t>
            </a:r>
          </a:p>
          <a:p>
            <a:pPr marL="0" indent="0">
              <a:buNone/>
            </a:pPr>
            <a:r>
              <a:rPr lang="en-US" altLang="zh-CN" sz="2800" dirty="0"/>
              <a:t>    max=b</a:t>
            </a:r>
          </a:p>
          <a:p>
            <a:pPr marL="0" indent="0">
              <a:buNone/>
            </a:pPr>
            <a:r>
              <a:rPr lang="en-US" altLang="zh-CN" sz="2800" dirty="0"/>
              <a:t> if max&lt;c:</a:t>
            </a:r>
          </a:p>
          <a:p>
            <a:pPr marL="0" indent="0">
              <a:buNone/>
            </a:pPr>
            <a:r>
              <a:rPr lang="en-US" altLang="zh-CN" sz="2800" dirty="0"/>
              <a:t>    max=c</a:t>
            </a:r>
          </a:p>
          <a:p>
            <a:pPr marL="0" indent="0">
              <a:buNone/>
            </a:pPr>
            <a:r>
              <a:rPr lang="en-US" altLang="zh-CN" sz="2800" dirty="0"/>
              <a:t> print(max)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cap="none" dirty="0"/>
              <a:t>编程</a:t>
            </a:r>
            <a:r>
              <a:rPr lang="en-US" altLang="zh-CN" cap="none" dirty="0"/>
              <a:t>08 [</a:t>
            </a:r>
            <a:r>
              <a:rPr lang="zh-CN" altLang="en-US" cap="none" dirty="0"/>
              <a:t>运费</a:t>
            </a:r>
            <a:r>
              <a:rPr lang="en-US" altLang="zh-CN" cap="none" dirty="0"/>
              <a:t>]-</a:t>
            </a:r>
            <a:r>
              <a:rPr lang="zh-CN" altLang="en-US" cap="none" dirty="0"/>
              <a:t>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1086834"/>
            <a:ext cx="12059654" cy="57804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800" dirty="0"/>
              <a:t>08.</a:t>
            </a:r>
            <a:r>
              <a:rPr lang="zh-CN" altLang="en-US" sz="2800" dirty="0"/>
              <a:t>路程</a:t>
            </a:r>
            <a:r>
              <a:rPr lang="en-US" altLang="zh-CN" sz="2800" dirty="0"/>
              <a:t>s</a:t>
            </a:r>
            <a:r>
              <a:rPr lang="zh-CN" altLang="en-US" sz="2800" dirty="0"/>
              <a:t>越远，每公里运费越低。标准如下：</a:t>
            </a:r>
          </a:p>
          <a:p>
            <a:pPr marL="0" indent="0">
              <a:buNone/>
            </a:pPr>
            <a:r>
              <a:rPr lang="en-US" altLang="zh-CN" sz="2800" dirty="0"/>
              <a:t>s&lt;250km              </a:t>
            </a:r>
            <a:r>
              <a:rPr lang="zh-CN" altLang="en-US" sz="2800" dirty="0"/>
              <a:t>没有折扣</a:t>
            </a:r>
          </a:p>
          <a:p>
            <a:pPr marL="0" indent="0">
              <a:buNone/>
            </a:pPr>
            <a:r>
              <a:rPr lang="en-US" altLang="zh-CN" sz="2800" dirty="0"/>
              <a:t>250km&lt;=s&lt;500km       2%</a:t>
            </a:r>
            <a:r>
              <a:rPr lang="zh-CN" altLang="en-US" sz="2800" dirty="0"/>
              <a:t>折扣</a:t>
            </a:r>
          </a:p>
          <a:p>
            <a:pPr marL="0" indent="0">
              <a:buNone/>
            </a:pPr>
            <a:r>
              <a:rPr lang="en-US" altLang="zh-CN" sz="2800" dirty="0"/>
              <a:t>500km&lt;=s&lt;1000km      5%</a:t>
            </a:r>
            <a:r>
              <a:rPr lang="zh-CN" altLang="en-US" sz="2800" dirty="0"/>
              <a:t>折扣</a:t>
            </a:r>
          </a:p>
          <a:p>
            <a:pPr marL="0" indent="0">
              <a:buNone/>
            </a:pPr>
            <a:r>
              <a:rPr lang="en-US" altLang="zh-CN" sz="2800" dirty="0"/>
              <a:t>1000km&lt;=s&lt;2000km     8%</a:t>
            </a:r>
            <a:r>
              <a:rPr lang="zh-CN" altLang="en-US" sz="2800" dirty="0"/>
              <a:t>折扣</a:t>
            </a:r>
          </a:p>
          <a:p>
            <a:pPr marL="0" indent="0">
              <a:buNone/>
            </a:pPr>
            <a:r>
              <a:rPr lang="en-US" altLang="zh-CN" sz="2800" dirty="0"/>
              <a:t>2000km&lt;=s&lt;3000km     10%</a:t>
            </a:r>
            <a:r>
              <a:rPr lang="zh-CN" altLang="en-US" sz="2800" dirty="0"/>
              <a:t>折扣</a:t>
            </a:r>
          </a:p>
          <a:p>
            <a:pPr marL="0" indent="0">
              <a:buNone/>
            </a:pPr>
            <a:r>
              <a:rPr lang="en-US" altLang="zh-CN" sz="2800" dirty="0"/>
              <a:t>3000km&lt;=s            15%</a:t>
            </a:r>
            <a:r>
              <a:rPr lang="zh-CN" altLang="en-US" sz="2800" dirty="0"/>
              <a:t>折扣</a:t>
            </a:r>
          </a:p>
          <a:p>
            <a:pPr marL="0" indent="0">
              <a:buNone/>
            </a:pPr>
            <a:r>
              <a:rPr lang="zh-CN" altLang="en-US" sz="2800" dirty="0"/>
              <a:t>设每公里每吨货物的基本运费为</a:t>
            </a:r>
            <a:r>
              <a:rPr lang="en-US" altLang="zh-CN" sz="2800" dirty="0"/>
              <a:t>p</a:t>
            </a:r>
            <a:r>
              <a:rPr lang="zh-CN" altLang="en-US" sz="2800" dirty="0"/>
              <a:t>，货物重为</a:t>
            </a:r>
            <a:r>
              <a:rPr lang="en-US" altLang="zh-CN" sz="2800" dirty="0"/>
              <a:t>w</a:t>
            </a:r>
            <a:r>
              <a:rPr lang="zh-CN" altLang="en-US" sz="2800" dirty="0"/>
              <a:t>吨，距离为</a:t>
            </a:r>
            <a:r>
              <a:rPr lang="en-US" altLang="zh-CN" sz="2800" dirty="0"/>
              <a:t>s</a:t>
            </a:r>
            <a:r>
              <a:rPr lang="zh-CN" altLang="en-US" sz="2800" dirty="0"/>
              <a:t>千米，折扣为</a:t>
            </a:r>
            <a:r>
              <a:rPr lang="en-US" altLang="zh-CN" sz="2800" dirty="0"/>
              <a:t>d</a:t>
            </a:r>
            <a:r>
              <a:rPr lang="zh-CN" altLang="en-US" sz="2800" dirty="0"/>
              <a:t>，总运费</a:t>
            </a:r>
            <a:r>
              <a:rPr lang="en-US" altLang="zh-CN" sz="2800" dirty="0"/>
              <a:t>f= p * w * s * (1-d)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测试</a:t>
            </a:r>
            <a:r>
              <a:rPr lang="en-US" altLang="zh-CN" sz="2800" dirty="0"/>
              <a:t>1</a:t>
            </a:r>
            <a:r>
              <a:rPr lang="zh-CN" altLang="en-US" sz="2800" dirty="0"/>
              <a:t>：（第</a:t>
            </a:r>
            <a:r>
              <a:rPr lang="en-US" altLang="zh-CN" sz="2800" dirty="0"/>
              <a:t>1</a:t>
            </a:r>
            <a:r>
              <a:rPr lang="zh-CN" altLang="en-US" sz="2800" dirty="0"/>
              <a:t>行为输入</a:t>
            </a:r>
            <a:r>
              <a:rPr lang="en-US" altLang="zh-CN" sz="2800" dirty="0" err="1"/>
              <a:t>p,s,w</a:t>
            </a:r>
            <a:r>
              <a:rPr lang="zh-CN" altLang="en-US" sz="2800" dirty="0"/>
              <a:t>，第</a:t>
            </a:r>
            <a:r>
              <a:rPr lang="en-US" altLang="zh-CN" sz="2800" dirty="0"/>
              <a:t>2</a:t>
            </a:r>
            <a:r>
              <a:rPr lang="zh-CN" altLang="en-US" sz="2800" dirty="0"/>
              <a:t>行为输出）</a:t>
            </a:r>
          </a:p>
          <a:p>
            <a:pPr marL="0" indent="0">
              <a:buNone/>
            </a:pPr>
            <a:r>
              <a:rPr lang="en-US" altLang="zh-CN" sz="2800" dirty="0"/>
              <a:t>20,1000,800 </a:t>
            </a:r>
          </a:p>
          <a:p>
            <a:pPr marL="0" indent="0">
              <a:buNone/>
            </a:pPr>
            <a:r>
              <a:rPr lang="en-US" altLang="zh-CN" sz="2800" dirty="0"/>
              <a:t>14720000.00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w,s,p</a:t>
            </a:r>
            <a:r>
              <a:rPr lang="en-US" altLang="zh-CN" sz="2800" dirty="0"/>
              <a:t>=eval(input())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/>
              <a:t> if 0&lt;s&lt;250: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/>
              <a:t>    d=0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elif</a:t>
            </a:r>
            <a:r>
              <a:rPr lang="en-US" altLang="zh-CN" sz="2800" dirty="0"/>
              <a:t> 250&lt;=s&lt;500: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/>
              <a:t>    d=0.02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elif</a:t>
            </a:r>
            <a:r>
              <a:rPr lang="en-US" altLang="zh-CN" sz="2800" dirty="0"/>
              <a:t> 500&lt;=s&lt;1000: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/>
              <a:t>    d=0.05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elif</a:t>
            </a:r>
            <a:r>
              <a:rPr lang="en-US" altLang="zh-CN" sz="2800" dirty="0"/>
              <a:t> 1000&lt;=s&lt;2000: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/>
              <a:t>    d=0.08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elif</a:t>
            </a:r>
            <a:r>
              <a:rPr lang="en-US" altLang="zh-CN" sz="2800" dirty="0"/>
              <a:t> 2000&lt;=s&lt;3000: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/>
              <a:t>    d=0.1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/>
              <a:t> else: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/>
              <a:t>    d=0.15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/>
              <a:t> f=p*w*s*(1-d)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en-US" altLang="zh-CN" sz="2800" dirty="0"/>
              <a:t> print("%.2f"%f)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cap="none" dirty="0"/>
              <a:t>编程</a:t>
            </a:r>
            <a:r>
              <a:rPr lang="en-US" altLang="zh-CN" cap="none" dirty="0"/>
              <a:t>09 [</a:t>
            </a:r>
            <a:r>
              <a:rPr lang="zh-CN" altLang="en-US" cap="none" dirty="0"/>
              <a:t>本月还有几天</a:t>
            </a:r>
            <a:r>
              <a:rPr lang="en-US" altLang="zh-CN" cap="none" dirty="0"/>
              <a:t>]</a:t>
            </a:r>
            <a:endParaRPr lang="zh-CN" altLang="en-US" cap="none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/>
              <a:t> </a:t>
            </a:r>
            <a:r>
              <a:rPr lang="en-US" altLang="zh-CN" sz="2800" dirty="0"/>
              <a:t>09.</a:t>
            </a:r>
            <a:r>
              <a:rPr lang="zh-CN" altLang="en-US" sz="2800" dirty="0"/>
              <a:t>编写程序，输入年、月、日，计算该月还剩余多少天。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测试</a:t>
            </a:r>
            <a:r>
              <a:rPr lang="en-US" altLang="zh-CN" sz="2800" dirty="0"/>
              <a:t>1</a:t>
            </a:r>
            <a:r>
              <a:rPr lang="zh-CN" altLang="en-US" sz="2800" dirty="0"/>
              <a:t>：（第</a:t>
            </a:r>
            <a:r>
              <a:rPr lang="en-US" altLang="zh-CN" sz="2800" dirty="0"/>
              <a:t>1</a:t>
            </a:r>
            <a:r>
              <a:rPr lang="zh-CN" altLang="en-US" sz="2800" dirty="0"/>
              <a:t>行为输入，第</a:t>
            </a:r>
            <a:r>
              <a:rPr lang="en-US" altLang="zh-CN" sz="2800" dirty="0"/>
              <a:t>2</a:t>
            </a:r>
            <a:r>
              <a:rPr lang="zh-CN" altLang="en-US" sz="2800" dirty="0"/>
              <a:t>行为输出）</a:t>
            </a:r>
          </a:p>
          <a:p>
            <a:pPr marL="0" indent="0">
              <a:buNone/>
            </a:pPr>
            <a:r>
              <a:rPr lang="en-US" altLang="zh-CN" sz="2800" dirty="0"/>
              <a:t>2022 11 26</a:t>
            </a:r>
          </a:p>
          <a:p>
            <a:pPr marL="0" indent="0">
              <a:buNone/>
            </a:pPr>
            <a:r>
              <a:rPr lang="en-US" altLang="zh-CN" sz="2800" dirty="0"/>
              <a:t>4</a:t>
            </a:r>
          </a:p>
          <a:p>
            <a:pPr marL="0" indent="0">
              <a:buNone/>
            </a:pPr>
            <a:r>
              <a:rPr lang="zh-CN" altLang="en-US" sz="2800" dirty="0"/>
              <a:t>测试</a:t>
            </a:r>
            <a:r>
              <a:rPr lang="en-US" altLang="zh-CN" sz="2800" dirty="0"/>
              <a:t>2</a:t>
            </a:r>
            <a:r>
              <a:rPr lang="zh-CN" altLang="en-US" sz="2800" dirty="0"/>
              <a:t>：（第</a:t>
            </a:r>
            <a:r>
              <a:rPr lang="en-US" altLang="zh-CN" sz="2800" dirty="0"/>
              <a:t>1</a:t>
            </a:r>
            <a:r>
              <a:rPr lang="zh-CN" altLang="en-US" sz="2800" dirty="0"/>
              <a:t>行为输入，第</a:t>
            </a:r>
            <a:r>
              <a:rPr lang="en-US" altLang="zh-CN" sz="2800" dirty="0"/>
              <a:t>2</a:t>
            </a:r>
            <a:r>
              <a:rPr lang="zh-CN" altLang="en-US" sz="2800" dirty="0"/>
              <a:t>行为输出）</a:t>
            </a:r>
          </a:p>
          <a:p>
            <a:pPr marL="0" indent="0">
              <a:buNone/>
            </a:pPr>
            <a:r>
              <a:rPr lang="en-US" altLang="zh-CN" sz="2800" dirty="0"/>
              <a:t>2020 2 15</a:t>
            </a:r>
          </a:p>
          <a:p>
            <a:pPr marL="0" indent="0">
              <a:buNone/>
            </a:pPr>
            <a:r>
              <a:rPr lang="en-US" altLang="zh-CN" sz="2800" dirty="0"/>
              <a:t>14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year,month,day</a:t>
            </a:r>
            <a:r>
              <a:rPr lang="en-US" altLang="zh-CN" sz="2800" dirty="0"/>
              <a:t>=map(</a:t>
            </a:r>
            <a:r>
              <a:rPr lang="en-US" altLang="zh-CN" sz="2800" dirty="0" err="1"/>
              <a:t>eval,input</a:t>
            </a:r>
            <a:r>
              <a:rPr lang="en-US" altLang="zh-CN" sz="2800" dirty="0"/>
              <a:t>().split())</a:t>
            </a:r>
          </a:p>
          <a:p>
            <a:pPr marL="0" indent="0">
              <a:buNone/>
            </a:pPr>
            <a:r>
              <a:rPr lang="en-US" altLang="zh-CN" sz="2800" dirty="0"/>
              <a:t> if month==1 or month==3 or month==5 or month==7 or month==8 or month==10 or month==12:</a:t>
            </a:r>
          </a:p>
          <a:p>
            <a:pPr marL="0" indent="0">
              <a:buNone/>
            </a:pPr>
            <a:r>
              <a:rPr lang="en-US" altLang="zh-CN" sz="2800" dirty="0"/>
              <a:t>    s=31-day;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elif</a:t>
            </a:r>
            <a:r>
              <a:rPr lang="en-US" altLang="zh-CN" sz="2800" dirty="0"/>
              <a:t> month==4 or month==6 or month==9 or month==11:</a:t>
            </a:r>
          </a:p>
          <a:p>
            <a:pPr marL="0" indent="0">
              <a:buNone/>
            </a:pPr>
            <a:r>
              <a:rPr lang="en-US" altLang="zh-CN" sz="2800" dirty="0"/>
              <a:t>    s=30-day;</a:t>
            </a:r>
          </a:p>
          <a:p>
            <a:pPr marL="0" indent="0">
              <a:buNone/>
            </a:pPr>
            <a:r>
              <a:rPr lang="en-US" altLang="zh-CN" sz="2800" dirty="0"/>
              <a:t> else:  #2</a:t>
            </a:r>
            <a:r>
              <a:rPr lang="zh-CN" altLang="en-US" sz="2800" dirty="0"/>
              <a:t>月</a:t>
            </a:r>
          </a:p>
          <a:p>
            <a:pPr marL="0" indent="0">
              <a:buNone/>
            </a:pPr>
            <a:r>
              <a:rPr lang="zh-CN" altLang="en-US" sz="2800" dirty="0"/>
              <a:t>    </a:t>
            </a:r>
            <a:r>
              <a:rPr lang="en-US" altLang="zh-CN" sz="2800" dirty="0"/>
              <a:t>if (year%4==0 and year%100!=0) or year%400==0:</a:t>
            </a:r>
          </a:p>
          <a:p>
            <a:pPr marL="0" indent="0">
              <a:buNone/>
            </a:pPr>
            <a:r>
              <a:rPr lang="en-US" altLang="zh-CN" sz="2800" dirty="0"/>
              <a:t>        s=29-day;</a:t>
            </a:r>
          </a:p>
          <a:p>
            <a:pPr marL="0" indent="0">
              <a:buNone/>
            </a:pPr>
            <a:r>
              <a:rPr lang="en-US" altLang="zh-CN" sz="2800" dirty="0"/>
              <a:t>    else:</a:t>
            </a:r>
          </a:p>
          <a:p>
            <a:pPr marL="0" indent="0">
              <a:buNone/>
            </a:pPr>
            <a:r>
              <a:rPr lang="en-US" altLang="zh-CN" sz="2800" dirty="0"/>
              <a:t>        s=28-day;</a:t>
            </a:r>
          </a:p>
          <a:p>
            <a:pPr marL="0" indent="0">
              <a:buNone/>
            </a:pPr>
            <a:r>
              <a:rPr lang="en-US" altLang="zh-CN" sz="2800" dirty="0"/>
              <a:t> print(s)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算法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800" dirty="0" err="1"/>
              <a:t>year,month,day</a:t>
            </a:r>
            <a:r>
              <a:rPr lang="en-US" altLang="zh-CN" sz="2800" dirty="0"/>
              <a:t>=map(</a:t>
            </a:r>
            <a:r>
              <a:rPr lang="en-US" altLang="zh-CN" sz="2800" dirty="0" err="1"/>
              <a:t>eval,input</a:t>
            </a:r>
            <a:r>
              <a:rPr lang="en-US" altLang="zh-CN" sz="2800" dirty="0"/>
              <a:t>().split())</a:t>
            </a:r>
          </a:p>
          <a:p>
            <a:pPr marL="0" indent="0">
              <a:buNone/>
            </a:pPr>
            <a:r>
              <a:rPr lang="en-US" altLang="zh-CN" dirty="0"/>
              <a:t>if month in [1,3,5,7,8,10,12]:</a:t>
            </a:r>
          </a:p>
          <a:p>
            <a:pPr marL="0" indent="0">
              <a:buNone/>
            </a:pPr>
            <a:r>
              <a:rPr lang="en-US" altLang="zh-CN" dirty="0"/>
              <a:t>    d = 31</a:t>
            </a:r>
          </a:p>
          <a:p>
            <a:pPr marL="0" indent="0">
              <a:buNone/>
            </a:pPr>
            <a:r>
              <a:rPr lang="en-US" altLang="zh-CN" dirty="0" err="1"/>
              <a:t>elif</a:t>
            </a:r>
            <a:r>
              <a:rPr lang="en-US" altLang="zh-CN" dirty="0"/>
              <a:t> month in [4,6,9,11]:</a:t>
            </a:r>
          </a:p>
          <a:p>
            <a:pPr marL="0" indent="0">
              <a:buNone/>
            </a:pPr>
            <a:r>
              <a:rPr lang="en-US" altLang="zh-CN" dirty="0"/>
              <a:t>    d = 30</a:t>
            </a:r>
          </a:p>
          <a:p>
            <a:pPr marL="0" indent="0">
              <a:buNone/>
            </a:pPr>
            <a:r>
              <a:rPr lang="en-US" altLang="zh-CN" dirty="0"/>
              <a:t>else:  #2</a:t>
            </a:r>
            <a:r>
              <a:rPr lang="zh-CN" altLang="en-US" dirty="0"/>
              <a:t>月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if (year%4==0 and year%100!=0) or (year%400==0):</a:t>
            </a:r>
          </a:p>
          <a:p>
            <a:pPr marL="0" indent="0">
              <a:buNone/>
            </a:pPr>
            <a:r>
              <a:rPr lang="en-US" altLang="zh-CN" dirty="0"/>
              <a:t>        d = 29</a:t>
            </a:r>
          </a:p>
          <a:p>
            <a:pPr marL="0" indent="0">
              <a:buNone/>
            </a:pPr>
            <a:r>
              <a:rPr lang="en-US" altLang="zh-CN" dirty="0"/>
              <a:t>    else:</a:t>
            </a:r>
          </a:p>
          <a:p>
            <a:pPr marL="0" indent="0">
              <a:buNone/>
            </a:pPr>
            <a:r>
              <a:rPr lang="en-US" altLang="zh-CN" dirty="0"/>
              <a:t>        d = 28</a:t>
            </a:r>
          </a:p>
          <a:p>
            <a:pPr marL="0" indent="0">
              <a:buNone/>
            </a:pPr>
            <a:r>
              <a:rPr lang="en-US" altLang="zh-CN" dirty="0"/>
              <a:t>Print(</a:t>
            </a:r>
            <a:r>
              <a:rPr lang="en-US" altLang="zh-CN" dirty="0" err="1"/>
              <a:t>d-day</a:t>
            </a:r>
            <a:r>
              <a:rPr lang="en-US" altLang="zh-CN" dirty="0"/>
              <a:t>)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cap="none" dirty="0"/>
              <a:t>编程</a:t>
            </a:r>
            <a:r>
              <a:rPr lang="en-US" altLang="zh-CN" cap="none" dirty="0"/>
              <a:t>10 [</a:t>
            </a:r>
            <a:r>
              <a:rPr lang="zh-CN" altLang="en-US" cap="none" dirty="0"/>
              <a:t>今年还有多少天</a:t>
            </a:r>
            <a:r>
              <a:rPr lang="en-US" altLang="zh-CN" cap="none" dirty="0"/>
              <a:t>]</a:t>
            </a:r>
            <a:endParaRPr lang="zh-CN" altLang="en-US" cap="none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dirty="0"/>
              <a:t> </a:t>
            </a:r>
            <a:r>
              <a:rPr lang="en-US" altLang="zh-CN" sz="2800" dirty="0"/>
              <a:t>10.</a:t>
            </a:r>
            <a:r>
              <a:rPr lang="zh-CN" altLang="en-US" sz="2800" dirty="0"/>
              <a:t>编写程序，输入年、月、日，计算该年还剩余多少天。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测试</a:t>
            </a:r>
            <a:r>
              <a:rPr lang="en-US" altLang="zh-CN" sz="2800" dirty="0"/>
              <a:t>1</a:t>
            </a:r>
            <a:r>
              <a:rPr lang="zh-CN" altLang="en-US" sz="2800" dirty="0"/>
              <a:t>：（第</a:t>
            </a:r>
            <a:r>
              <a:rPr lang="en-US" altLang="zh-CN" sz="2800" dirty="0"/>
              <a:t>1</a:t>
            </a:r>
            <a:r>
              <a:rPr lang="zh-CN" altLang="en-US" sz="2800" dirty="0"/>
              <a:t>行为输入，第</a:t>
            </a:r>
            <a:r>
              <a:rPr lang="en-US" altLang="zh-CN" sz="2800" dirty="0"/>
              <a:t>2</a:t>
            </a:r>
            <a:r>
              <a:rPr lang="zh-CN" altLang="en-US" sz="2800" dirty="0"/>
              <a:t>行为输出）</a:t>
            </a:r>
          </a:p>
          <a:p>
            <a:pPr marL="0" indent="0">
              <a:buNone/>
            </a:pPr>
            <a:r>
              <a:rPr lang="en-US" altLang="zh-CN" sz="2800" dirty="0"/>
              <a:t>2020 1 31</a:t>
            </a:r>
          </a:p>
          <a:p>
            <a:pPr marL="0" indent="0">
              <a:buNone/>
            </a:pPr>
            <a:r>
              <a:rPr lang="en-US" altLang="zh-CN" sz="2800" dirty="0"/>
              <a:t>335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year,month,day</a:t>
            </a:r>
            <a:r>
              <a:rPr lang="en-US" altLang="zh-CN" sz="2800" dirty="0"/>
              <a:t>=map(</a:t>
            </a:r>
            <a:r>
              <a:rPr lang="en-US" altLang="zh-CN" sz="2800" dirty="0" err="1"/>
              <a:t>eval,input</a:t>
            </a:r>
            <a:r>
              <a:rPr lang="en-US" altLang="zh-CN" sz="2800" dirty="0"/>
              <a:t>().split())</a:t>
            </a:r>
          </a:p>
          <a:p>
            <a:pPr marL="0" indent="0">
              <a:buNone/>
            </a:pPr>
            <a:r>
              <a:rPr lang="en-US" altLang="zh-CN" sz="2800" dirty="0"/>
              <a:t> s=0</a:t>
            </a:r>
          </a:p>
          <a:p>
            <a:pPr marL="0" indent="0">
              <a:buNone/>
            </a:pPr>
            <a:r>
              <a:rPr lang="en-US" altLang="zh-CN" sz="2800" dirty="0"/>
              <a:t> if month==1:</a:t>
            </a:r>
          </a:p>
          <a:p>
            <a:pPr marL="0" indent="0">
              <a:buNone/>
            </a:pPr>
            <a:r>
              <a:rPr lang="en-US" altLang="zh-CN" sz="2800" dirty="0"/>
              <a:t>        s+=day;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elif</a:t>
            </a:r>
            <a:r>
              <a:rPr lang="en-US" altLang="zh-CN" sz="2800" dirty="0"/>
              <a:t> month==2:</a:t>
            </a:r>
          </a:p>
          <a:p>
            <a:pPr marL="0" indent="0">
              <a:buNone/>
            </a:pPr>
            <a:r>
              <a:rPr lang="en-US" altLang="zh-CN" sz="2800" dirty="0"/>
              <a:t>        s+=31+day;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elif</a:t>
            </a:r>
            <a:r>
              <a:rPr lang="en-US" altLang="zh-CN" sz="2800" dirty="0"/>
              <a:t> month==3:</a:t>
            </a:r>
          </a:p>
          <a:p>
            <a:pPr marL="0" indent="0">
              <a:buNone/>
            </a:pPr>
            <a:r>
              <a:rPr lang="en-US" altLang="zh-CN" sz="2800" dirty="0"/>
              <a:t>        s+=31+28+day;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elif</a:t>
            </a:r>
            <a:r>
              <a:rPr lang="en-US" altLang="zh-CN" sz="2800" dirty="0"/>
              <a:t> month==4:</a:t>
            </a:r>
          </a:p>
          <a:p>
            <a:pPr marL="0" indent="0">
              <a:buNone/>
            </a:pPr>
            <a:r>
              <a:rPr lang="en-US" altLang="zh-CN" sz="2800" dirty="0"/>
              <a:t>        s+=31+28+31+day;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elif</a:t>
            </a:r>
            <a:r>
              <a:rPr lang="en-US" altLang="zh-CN" sz="2800" dirty="0"/>
              <a:t> month==5:</a:t>
            </a:r>
          </a:p>
          <a:p>
            <a:pPr marL="0" indent="0">
              <a:buNone/>
            </a:pPr>
            <a:r>
              <a:rPr lang="en-US" altLang="zh-CN" sz="2800" dirty="0"/>
              <a:t>        s+=31+28+31+30+day;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elif</a:t>
            </a:r>
            <a:r>
              <a:rPr lang="en-US" altLang="zh-CN" sz="2800" dirty="0"/>
              <a:t> month==6:</a:t>
            </a:r>
          </a:p>
          <a:p>
            <a:pPr marL="0" indent="0">
              <a:buNone/>
            </a:pPr>
            <a:r>
              <a:rPr lang="en-US" altLang="zh-CN" sz="2800" dirty="0"/>
              <a:t>        s+=31+28+31+30+31+day;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 err="1"/>
              <a:t>elif</a:t>
            </a:r>
            <a:r>
              <a:rPr lang="en-US" altLang="zh-CN" sz="2800" dirty="0"/>
              <a:t> month==7:</a:t>
            </a:r>
          </a:p>
          <a:p>
            <a:pPr marL="0" indent="0">
              <a:buNone/>
            </a:pPr>
            <a:r>
              <a:rPr lang="en-US" altLang="zh-CN" sz="2800" dirty="0"/>
              <a:t>        s+=31+28+31+30+31+30+day;</a:t>
            </a:r>
          </a:p>
          <a:p>
            <a:pPr marL="0" indent="0">
              <a:buNone/>
            </a:pPr>
            <a:r>
              <a:rPr lang="en-US" altLang="zh-CN" sz="2800" dirty="0" err="1"/>
              <a:t>elif</a:t>
            </a:r>
            <a:r>
              <a:rPr lang="en-US" altLang="zh-CN" sz="2800" dirty="0"/>
              <a:t> month==8:</a:t>
            </a:r>
          </a:p>
          <a:p>
            <a:pPr marL="0" indent="0">
              <a:buNone/>
            </a:pPr>
            <a:r>
              <a:rPr lang="en-US" altLang="zh-CN" sz="2800" dirty="0"/>
              <a:t>        s+=31+28+31+30+31+30+31+day;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elif</a:t>
            </a:r>
            <a:r>
              <a:rPr lang="en-US" altLang="zh-CN" sz="2800" dirty="0"/>
              <a:t> month==9:</a:t>
            </a:r>
          </a:p>
          <a:p>
            <a:pPr marL="0" indent="0">
              <a:buNone/>
            </a:pPr>
            <a:r>
              <a:rPr lang="en-US" altLang="zh-CN" sz="2800" dirty="0"/>
              <a:t>        s+=31+28+31+30+31+30+31+31+day;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elif</a:t>
            </a:r>
            <a:r>
              <a:rPr lang="en-US" altLang="zh-CN" sz="2800" dirty="0"/>
              <a:t> month==10:</a:t>
            </a:r>
          </a:p>
          <a:p>
            <a:pPr marL="0" indent="0">
              <a:buNone/>
            </a:pPr>
            <a:r>
              <a:rPr lang="en-US" altLang="zh-CN" sz="2800" dirty="0"/>
              <a:t>        s+=31+28+31+30+31+30+31+31+30+day;</a:t>
            </a:r>
          </a:p>
          <a:p>
            <a:pPr marL="0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err="1"/>
              <a:t>elif</a:t>
            </a:r>
            <a:r>
              <a:rPr lang="en-US" altLang="zh-CN" sz="2800" dirty="0"/>
              <a:t> month==11:</a:t>
            </a:r>
          </a:p>
          <a:p>
            <a:pPr marL="0" indent="0">
              <a:buNone/>
            </a:pPr>
            <a:r>
              <a:rPr lang="en-US" altLang="zh-CN" sz="2800" dirty="0"/>
              <a:t>        s+=31+28+31+30+31+30+31+31+30+31+day;</a:t>
            </a:r>
          </a:p>
          <a:p>
            <a:pPr marL="0" indent="0">
              <a:buNone/>
            </a:pPr>
            <a:r>
              <a:rPr lang="en-US" altLang="zh-CN" sz="2800" dirty="0"/>
              <a:t> else:</a:t>
            </a:r>
          </a:p>
          <a:p>
            <a:pPr marL="0" indent="0">
              <a:buNone/>
            </a:pPr>
            <a:r>
              <a:rPr lang="en-US" altLang="zh-CN" sz="2800" dirty="0"/>
              <a:t>        s+=31+28+31+30+31+30+31+31+30+31+30+day;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if  year%400==0 or (year%4==0 and year%100!=0):</a:t>
            </a:r>
          </a:p>
          <a:p>
            <a:pPr marL="0" indent="0">
              <a:buNone/>
            </a:pPr>
            <a:r>
              <a:rPr lang="en-US" altLang="zh-CN" sz="2800" dirty="0"/>
              <a:t>    if month&gt;2:</a:t>
            </a:r>
          </a:p>
          <a:p>
            <a:pPr marL="0" indent="0">
              <a:buNone/>
            </a:pPr>
            <a:r>
              <a:rPr lang="en-US" altLang="zh-CN" sz="2800" dirty="0"/>
              <a:t>        print(365-s)</a:t>
            </a:r>
          </a:p>
          <a:p>
            <a:pPr marL="0" indent="0">
              <a:buNone/>
            </a:pPr>
            <a:r>
              <a:rPr lang="en-US" altLang="zh-CN" sz="2800" dirty="0"/>
              <a:t>    else:</a:t>
            </a:r>
          </a:p>
          <a:p>
            <a:pPr marL="0" indent="0">
              <a:buNone/>
            </a:pPr>
            <a:r>
              <a:rPr lang="en-US" altLang="zh-CN" sz="2800" dirty="0"/>
              <a:t>        print(366-s)</a:t>
            </a:r>
          </a:p>
          <a:p>
            <a:pPr marL="0" indent="0">
              <a:buNone/>
            </a:pPr>
            <a:r>
              <a:rPr lang="en-US" altLang="zh-CN" sz="2800" dirty="0"/>
              <a:t> else:</a:t>
            </a:r>
          </a:p>
          <a:p>
            <a:pPr marL="0" indent="0">
              <a:buNone/>
            </a:pPr>
            <a:r>
              <a:rPr lang="en-US" altLang="zh-CN" sz="2800" dirty="0"/>
              <a:t>    print(365-s)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Week3 </a:t>
            </a:r>
            <a:r>
              <a:rPr lang="en-US" altLang="zh-CN" dirty="0" err="1"/>
              <a:t>CyExam</a:t>
            </a:r>
            <a:br>
              <a:rPr lang="en-US" altLang="zh-CN" dirty="0"/>
            </a:br>
            <a:r>
              <a:rPr lang="zh-CN" altLang="en-US" dirty="0"/>
              <a:t>循环结构 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23</a:t>
            </a:fld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编</a:t>
            </a:r>
            <a:r>
              <a:rPr lang="zh-CN" altLang="en-US" sz="3600" dirty="0"/>
              <a:t>程</a:t>
            </a:r>
            <a:r>
              <a:rPr lang="en-US" altLang="zh-CN" sz="3600" dirty="0"/>
              <a:t>2 【</a:t>
            </a:r>
            <a:r>
              <a:rPr lang="zh-CN" altLang="en-US" sz="3600" dirty="0"/>
              <a:t>逆序数</a:t>
            </a:r>
            <a:r>
              <a:rPr lang="en-US" altLang="zh-CN" sz="3600" dirty="0"/>
              <a:t>】</a:t>
            </a:r>
          </a:p>
          <a:p>
            <a:pPr marL="0" indent="0">
              <a:buNone/>
            </a:pPr>
            <a:r>
              <a:rPr lang="en-US" altLang="zh-CN" sz="3600" dirty="0"/>
              <a:t>0</a:t>
            </a:r>
            <a:r>
              <a:rPr lang="en-US" altLang="zh-CN" sz="2800" dirty="0"/>
              <a:t>2.</a:t>
            </a:r>
            <a:r>
              <a:rPr lang="zh-CN" altLang="en-US" sz="2800" dirty="0"/>
              <a:t>编写程序，输入一个任意位数的正整数，输出这个数的逆序数。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（</a:t>
            </a:r>
            <a:r>
              <a:rPr lang="zh-CN" altLang="en-US" sz="2800" dirty="0"/>
              <a:t>要求使用循环实现。）</a:t>
            </a:r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测试</a:t>
            </a:r>
            <a:r>
              <a:rPr lang="en-US" altLang="zh-CN" sz="2800" dirty="0"/>
              <a:t>1</a:t>
            </a:r>
            <a:r>
              <a:rPr lang="zh-CN" altLang="en-US" sz="2800" dirty="0"/>
              <a:t>：（第</a:t>
            </a:r>
            <a:r>
              <a:rPr lang="en-US" altLang="zh-CN" sz="2800" dirty="0"/>
              <a:t>1</a:t>
            </a:r>
            <a:r>
              <a:rPr lang="zh-CN" altLang="en-US" sz="2800" dirty="0"/>
              <a:t>行为输入，第</a:t>
            </a:r>
            <a:r>
              <a:rPr lang="en-US" altLang="zh-CN" sz="2800" dirty="0"/>
              <a:t>2</a:t>
            </a:r>
            <a:r>
              <a:rPr lang="zh-CN" altLang="en-US" sz="2800" dirty="0"/>
              <a:t>行为输出）</a:t>
            </a:r>
          </a:p>
          <a:p>
            <a:pPr marL="0" indent="0">
              <a:buNone/>
            </a:pPr>
            <a:r>
              <a:rPr lang="en-US" altLang="zh-CN" sz="2800" dirty="0"/>
              <a:t>1234</a:t>
            </a:r>
          </a:p>
          <a:p>
            <a:pPr marL="0" indent="0">
              <a:buNone/>
            </a:pPr>
            <a:r>
              <a:rPr lang="en-US" altLang="zh-CN" sz="2800" dirty="0"/>
              <a:t>4321</a:t>
            </a:r>
          </a:p>
          <a:p>
            <a:pPr marL="0" indent="0">
              <a:buNone/>
            </a:pPr>
            <a:r>
              <a:rPr lang="zh-CN" altLang="en-US" sz="2800" dirty="0"/>
              <a:t>测试</a:t>
            </a:r>
            <a:r>
              <a:rPr lang="en-US" altLang="zh-CN" sz="2800" dirty="0"/>
              <a:t>2</a:t>
            </a:r>
            <a:r>
              <a:rPr lang="zh-CN" altLang="en-US" sz="2800" dirty="0"/>
              <a:t>：（第</a:t>
            </a:r>
            <a:r>
              <a:rPr lang="en-US" altLang="zh-CN" sz="2800" dirty="0"/>
              <a:t>1</a:t>
            </a:r>
            <a:r>
              <a:rPr lang="zh-CN" altLang="en-US" sz="2800" dirty="0"/>
              <a:t>行为输入，第</a:t>
            </a:r>
            <a:r>
              <a:rPr lang="en-US" altLang="zh-CN" sz="2800" dirty="0"/>
              <a:t>2</a:t>
            </a:r>
            <a:r>
              <a:rPr lang="zh-CN" altLang="en-US" sz="2800" dirty="0"/>
              <a:t>行为输出）</a:t>
            </a:r>
          </a:p>
          <a:p>
            <a:pPr marL="0" indent="0">
              <a:buNone/>
            </a:pPr>
            <a:r>
              <a:rPr lang="en-US" altLang="zh-CN" sz="2800" dirty="0"/>
              <a:t>120</a:t>
            </a:r>
          </a:p>
          <a:p>
            <a:pPr marL="0" indent="0">
              <a:buNone/>
            </a:pPr>
            <a:r>
              <a:rPr lang="en-US" altLang="zh-CN" sz="2800" dirty="0"/>
              <a:t>21</a:t>
            </a:r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提示</a:t>
            </a:r>
            <a:r>
              <a:rPr lang="en-US" altLang="zh-CN" dirty="0"/>
              <a:t>】</a:t>
            </a:r>
          </a:p>
          <a:p>
            <a:pPr marL="0" indent="0">
              <a:buNone/>
            </a:pPr>
            <a:r>
              <a:rPr lang="en-US" altLang="zh-CN" dirty="0"/>
              <a:t>While n!=0: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输出最后一位数 </a:t>
            </a:r>
            <a:r>
              <a:rPr lang="en-US" altLang="zh-CN" dirty="0"/>
              <a:t>n%10</a:t>
            </a:r>
          </a:p>
          <a:p>
            <a:pPr marL="0" indent="0">
              <a:buNone/>
            </a:pPr>
            <a:r>
              <a:rPr lang="en-US" altLang="zh-CN" dirty="0"/>
              <a:t>    n=n//10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n = int(input())</a:t>
            </a:r>
          </a:p>
          <a:p>
            <a:pPr marL="0" indent="0">
              <a:buNone/>
            </a:pPr>
            <a:r>
              <a:rPr lang="en-US" altLang="zh-CN" dirty="0"/>
              <a:t>r=0</a:t>
            </a:r>
          </a:p>
          <a:p>
            <a:pPr marL="0" indent="0">
              <a:buNone/>
            </a:pPr>
            <a:r>
              <a:rPr lang="en-US" altLang="zh-CN" dirty="0"/>
              <a:t>while n!=0:    # while n:  </a:t>
            </a:r>
            <a:r>
              <a:rPr lang="zh-CN" altLang="en-US" dirty="0"/>
              <a:t>设</a:t>
            </a:r>
            <a:r>
              <a:rPr lang="en-US" altLang="zh-CN" dirty="0"/>
              <a:t>n=123</a:t>
            </a:r>
          </a:p>
          <a:p>
            <a:pPr marL="0" indent="0">
              <a:buNone/>
            </a:pPr>
            <a:r>
              <a:rPr lang="en-US" altLang="zh-CN" dirty="0"/>
              <a:t>    r = r*10+ n % 10    # r=3</a:t>
            </a:r>
          </a:p>
          <a:p>
            <a:pPr marL="0" indent="0">
              <a:buNone/>
            </a:pPr>
            <a:r>
              <a:rPr lang="en-US" altLang="zh-CN" dirty="0"/>
              <a:t>    n = n // 10		  # n=12</a:t>
            </a:r>
          </a:p>
          <a:p>
            <a:pPr marL="0" indent="0">
              <a:buNone/>
            </a:pPr>
            <a:r>
              <a:rPr lang="en-US" altLang="zh-CN" dirty="0"/>
              <a:t> print(r)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编程</a:t>
            </a:r>
            <a:r>
              <a:rPr lang="en-US" altLang="zh-CN" dirty="0"/>
              <a:t>3 </a:t>
            </a:r>
            <a:r>
              <a:rPr lang="zh-CN" altLang="en-US" dirty="0"/>
              <a:t>奇数</a:t>
            </a:r>
            <a:r>
              <a:rPr lang="en-US" altLang="zh-CN" dirty="0"/>
              <a:t>/</a:t>
            </a:r>
            <a:r>
              <a:rPr lang="zh-CN" altLang="en-US" dirty="0"/>
              <a:t>偶数各几个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03.</a:t>
            </a:r>
            <a:r>
              <a:rPr lang="zh-CN" altLang="en-US" dirty="0"/>
              <a:t> 输入一行正整数（若多于一个，用英文空格分隔），统计并输出奇数和偶数的个数。（使用循）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测试</a:t>
            </a:r>
            <a:r>
              <a:rPr lang="en-US" altLang="zh-CN" dirty="0"/>
              <a:t>1</a:t>
            </a:r>
            <a:r>
              <a:rPr lang="zh-CN" altLang="en-US" dirty="0"/>
              <a:t>：（第</a:t>
            </a:r>
            <a:r>
              <a:rPr lang="en-US" altLang="zh-CN" dirty="0"/>
              <a:t>1</a:t>
            </a:r>
            <a:r>
              <a:rPr lang="zh-CN" altLang="en-US" dirty="0"/>
              <a:t>行为输入，第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行为输出）</a:t>
            </a:r>
          </a:p>
          <a:p>
            <a:pPr marL="0" indent="0">
              <a:buNone/>
            </a:pPr>
            <a:r>
              <a:rPr lang="en-US" altLang="zh-CN" dirty="0"/>
              <a:t>1 2 3 4 5</a:t>
            </a:r>
          </a:p>
          <a:p>
            <a:pPr marL="0" indent="0">
              <a:buNone/>
            </a:pPr>
            <a:r>
              <a:rPr lang="zh-CN" altLang="en-US" dirty="0"/>
              <a:t>奇数</a:t>
            </a:r>
            <a:r>
              <a:rPr lang="en-US" altLang="zh-CN" dirty="0"/>
              <a:t>3</a:t>
            </a:r>
            <a:r>
              <a:rPr lang="zh-CN" altLang="en-US" dirty="0"/>
              <a:t>个</a:t>
            </a:r>
          </a:p>
          <a:p>
            <a:pPr marL="0" indent="0">
              <a:buNone/>
            </a:pPr>
            <a:r>
              <a:rPr lang="zh-CN" altLang="en-US" dirty="0"/>
              <a:t>偶数</a:t>
            </a:r>
            <a:r>
              <a:rPr lang="en-US" altLang="zh-CN" dirty="0"/>
              <a:t>2</a:t>
            </a:r>
            <a:r>
              <a:rPr lang="zh-CN" altLang="en-US" dirty="0"/>
              <a:t>个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a=map(</a:t>
            </a:r>
            <a:r>
              <a:rPr lang="en-US" altLang="zh-CN" dirty="0" err="1"/>
              <a:t>int,input</a:t>
            </a:r>
            <a:r>
              <a:rPr lang="en-US" altLang="zh-CN" dirty="0"/>
              <a:t>().split())</a:t>
            </a:r>
          </a:p>
          <a:p>
            <a:pPr marL="0" indent="0">
              <a:buNone/>
            </a:pPr>
            <a:r>
              <a:rPr lang="en-US" altLang="zh-CN" dirty="0"/>
              <a:t>odd=even=0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i</a:t>
            </a:r>
            <a:r>
              <a:rPr lang="en-US" altLang="zh-CN" dirty="0"/>
              <a:t> in a:</a:t>
            </a:r>
          </a:p>
          <a:p>
            <a:pPr marL="0" indent="0">
              <a:buNone/>
            </a:pPr>
            <a:r>
              <a:rPr lang="en-US" altLang="zh-CN" dirty="0"/>
              <a:t>    if i%2 !=0:</a:t>
            </a:r>
          </a:p>
          <a:p>
            <a:pPr marL="0" indent="0">
              <a:buNone/>
            </a:pPr>
            <a:r>
              <a:rPr lang="en-US" altLang="zh-CN" dirty="0"/>
              <a:t>        odd+=1</a:t>
            </a:r>
          </a:p>
          <a:p>
            <a:pPr marL="0" indent="0">
              <a:buNone/>
            </a:pPr>
            <a:r>
              <a:rPr lang="en-US" altLang="zh-CN" dirty="0"/>
              <a:t>    else:</a:t>
            </a:r>
          </a:p>
          <a:p>
            <a:pPr marL="0" indent="0">
              <a:buNone/>
            </a:pPr>
            <a:r>
              <a:rPr lang="en-US" altLang="zh-CN" dirty="0"/>
              <a:t>        even+=1</a:t>
            </a:r>
          </a:p>
          <a:p>
            <a:pPr marL="0" indent="0">
              <a:buNone/>
            </a:pPr>
            <a:r>
              <a:rPr lang="en-US" altLang="zh-CN" dirty="0"/>
              <a:t>print('</a:t>
            </a:r>
            <a:r>
              <a:rPr lang="zh-CN" altLang="en-US" dirty="0"/>
              <a:t>奇数</a:t>
            </a:r>
            <a:r>
              <a:rPr lang="en-US" altLang="zh-CN" dirty="0"/>
              <a:t>{}</a:t>
            </a:r>
            <a:r>
              <a:rPr lang="zh-CN" altLang="en-US" dirty="0"/>
              <a:t>个</a:t>
            </a:r>
            <a:r>
              <a:rPr lang="en-US" altLang="zh-CN" dirty="0"/>
              <a:t>\n</a:t>
            </a:r>
            <a:r>
              <a:rPr lang="zh-CN" altLang="en-US" dirty="0"/>
              <a:t>偶数</a:t>
            </a:r>
            <a:r>
              <a:rPr lang="en-US" altLang="zh-CN" dirty="0"/>
              <a:t>{}</a:t>
            </a:r>
            <a:r>
              <a:rPr lang="zh-CN" altLang="en-US" dirty="0"/>
              <a:t>个</a:t>
            </a:r>
            <a:r>
              <a:rPr lang="en-US" altLang="zh-CN" dirty="0"/>
              <a:t>'.format(</a:t>
            </a:r>
            <a:r>
              <a:rPr lang="en-US" altLang="zh-CN" dirty="0" err="1"/>
              <a:t>odd,even</a:t>
            </a:r>
            <a:r>
              <a:rPr lang="en-US" altLang="zh-CN" dirty="0"/>
              <a:t>))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编程</a:t>
            </a:r>
            <a:r>
              <a:rPr lang="en-US" altLang="zh-CN" dirty="0"/>
              <a:t>4 【</a:t>
            </a:r>
            <a:r>
              <a:rPr lang="zh-CN" altLang="en-US" dirty="0"/>
              <a:t>字符串中几个数字</a:t>
            </a:r>
            <a:r>
              <a:rPr lang="en-US" altLang="zh-CN" dirty="0"/>
              <a:t>】</a:t>
            </a:r>
          </a:p>
          <a:p>
            <a:pPr marL="0" indent="0">
              <a:buNone/>
            </a:pPr>
            <a:r>
              <a:rPr lang="en-US" altLang="zh-CN" sz="2800" dirty="0"/>
              <a:t>04.</a:t>
            </a:r>
            <a:r>
              <a:rPr lang="zh-CN" altLang="en-US" sz="2800" dirty="0"/>
              <a:t>编写程序，输入一个字符串，统计并输出其中数字的数量</a:t>
            </a:r>
            <a:r>
              <a:rPr lang="en-US" altLang="zh-CN" sz="2800" dirty="0"/>
              <a:t>(</a:t>
            </a:r>
            <a:r>
              <a:rPr lang="zh-CN" altLang="en-US" sz="2800" dirty="0"/>
              <a:t>循环</a:t>
            </a:r>
            <a:r>
              <a:rPr lang="en-US" altLang="zh-CN" sz="2800" dirty="0"/>
              <a:t>)</a:t>
            </a:r>
            <a:endParaRPr lang="zh-CN" altLang="en-US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测试</a:t>
            </a:r>
            <a:r>
              <a:rPr lang="en-US" altLang="zh-CN" sz="2800" dirty="0"/>
              <a:t>1</a:t>
            </a:r>
            <a:r>
              <a:rPr lang="zh-CN" altLang="en-US" sz="2800" dirty="0"/>
              <a:t>：（第</a:t>
            </a:r>
            <a:r>
              <a:rPr lang="en-US" altLang="zh-CN" sz="2800" dirty="0"/>
              <a:t>1</a:t>
            </a:r>
            <a:r>
              <a:rPr lang="zh-CN" altLang="en-US" sz="2800" dirty="0"/>
              <a:t>行为输入，第</a:t>
            </a:r>
            <a:r>
              <a:rPr lang="en-US" altLang="zh-CN" sz="2800" dirty="0"/>
              <a:t>2</a:t>
            </a:r>
            <a:r>
              <a:rPr lang="zh-CN" altLang="en-US" sz="2800" dirty="0"/>
              <a:t>行为输出）</a:t>
            </a:r>
          </a:p>
          <a:p>
            <a:pPr marL="0" indent="0">
              <a:buNone/>
            </a:pPr>
            <a:r>
              <a:rPr lang="en-US" altLang="zh-CN" sz="2800" dirty="0"/>
              <a:t>SuZhou123</a:t>
            </a:r>
          </a:p>
          <a:p>
            <a:pPr marL="0" indent="0">
              <a:buNone/>
            </a:pPr>
            <a:r>
              <a:rPr lang="en-US" altLang="zh-CN" sz="2800" dirty="0"/>
              <a:t>3</a:t>
            </a:r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/>
              <a:t>【</a:t>
            </a:r>
            <a:r>
              <a:rPr lang="zh-CN" altLang="en-US" sz="2800" dirty="0"/>
              <a:t>提示</a:t>
            </a:r>
            <a:r>
              <a:rPr lang="en-US" altLang="zh-CN" sz="2800" dirty="0"/>
              <a:t>】</a:t>
            </a:r>
          </a:p>
          <a:p>
            <a:pPr marL="0" indent="0">
              <a:buNone/>
            </a:pPr>
            <a:r>
              <a:rPr lang="zh-CN" altLang="en-US" dirty="0"/>
              <a:t>判断字符</a:t>
            </a:r>
            <a:r>
              <a:rPr lang="en-US" altLang="zh-CN" dirty="0"/>
              <a:t>x</a:t>
            </a:r>
            <a:r>
              <a:rPr lang="zh-CN" altLang="en-US" dirty="0"/>
              <a:t>是否是数字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if ‘0’&lt;= x &lt;=‘9’: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s=input()</a:t>
            </a:r>
          </a:p>
          <a:p>
            <a:pPr marL="0" indent="0">
              <a:buNone/>
            </a:pPr>
            <a:r>
              <a:rPr lang="en-US" altLang="zh-CN" dirty="0"/>
              <a:t>n=0</a:t>
            </a:r>
          </a:p>
          <a:p>
            <a:pPr marL="0" indent="0">
              <a:buNone/>
            </a:pPr>
            <a:r>
              <a:rPr lang="en-US" altLang="zh-CN" dirty="0"/>
              <a:t>for </a:t>
            </a:r>
            <a:r>
              <a:rPr lang="en-US" altLang="zh-CN" dirty="0" err="1"/>
              <a:t>ch</a:t>
            </a:r>
            <a:r>
              <a:rPr lang="en-US" altLang="zh-CN" dirty="0"/>
              <a:t> in s:</a:t>
            </a:r>
          </a:p>
          <a:p>
            <a:pPr marL="0" indent="0">
              <a:buNone/>
            </a:pPr>
            <a:r>
              <a:rPr lang="en-US" altLang="zh-CN" dirty="0"/>
              <a:t>    if '0'&lt;=</a:t>
            </a:r>
            <a:r>
              <a:rPr lang="en-US" altLang="zh-CN" dirty="0" err="1"/>
              <a:t>ch</a:t>
            </a:r>
            <a:r>
              <a:rPr lang="en-US" altLang="zh-CN" dirty="0"/>
              <a:t>&lt;='9':</a:t>
            </a:r>
          </a:p>
          <a:p>
            <a:pPr marL="0" indent="0">
              <a:buNone/>
            </a:pPr>
            <a:r>
              <a:rPr lang="en-US" altLang="zh-CN" dirty="0"/>
              <a:t>        n+=1</a:t>
            </a:r>
          </a:p>
          <a:p>
            <a:pPr marL="0" indent="0">
              <a:buNone/>
            </a:pPr>
            <a:r>
              <a:rPr lang="en-US" altLang="zh-CN" dirty="0"/>
              <a:t>print(n)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编程</a:t>
            </a:r>
            <a:r>
              <a:rPr lang="en-US" altLang="zh-CN" dirty="0"/>
              <a:t>5 【</a:t>
            </a:r>
            <a:r>
              <a:rPr lang="zh-CN" altLang="en-US" dirty="0"/>
              <a:t>斐波那契数列</a:t>
            </a:r>
            <a:r>
              <a:rPr lang="en-US" altLang="zh-CN" dirty="0"/>
              <a:t>】</a:t>
            </a:r>
          </a:p>
          <a:p>
            <a:pPr marL="0" indent="0">
              <a:buNone/>
            </a:pPr>
            <a:r>
              <a:rPr lang="en-US" altLang="zh-CN" dirty="0"/>
              <a:t>05.</a:t>
            </a:r>
            <a:r>
              <a:rPr lang="zh-CN" altLang="en-US" dirty="0"/>
              <a:t>编写程序</a:t>
            </a:r>
            <a:r>
              <a:rPr lang="en-US" altLang="zh-CN" dirty="0"/>
              <a:t>,</a:t>
            </a:r>
            <a:r>
              <a:rPr lang="zh-CN" altLang="en-US" dirty="0"/>
              <a:t>计算并输出裴波那契数列的前</a:t>
            </a:r>
            <a:r>
              <a:rPr lang="en-US" altLang="zh-CN" dirty="0"/>
              <a:t>n</a:t>
            </a:r>
            <a:r>
              <a:rPr lang="zh-CN" altLang="en-US" dirty="0"/>
              <a:t>项之和。</a:t>
            </a:r>
          </a:p>
          <a:p>
            <a:pPr marL="0" indent="0">
              <a:buNone/>
            </a:pPr>
            <a:r>
              <a:rPr lang="zh-CN" altLang="en-US" dirty="0"/>
              <a:t>裴波那契数列：前两项均为</a:t>
            </a:r>
            <a:r>
              <a:rPr lang="en-US" altLang="zh-CN" dirty="0"/>
              <a:t>1</a:t>
            </a:r>
            <a:r>
              <a:rPr lang="zh-CN" altLang="en-US" dirty="0"/>
              <a:t>，后面每项是其前两项的和。例如：</a:t>
            </a:r>
            <a:r>
              <a:rPr lang="en-US" altLang="zh-CN" dirty="0"/>
              <a:t>1,1,2,3,5,8,13,......</a:t>
            </a:r>
            <a:r>
              <a:rPr lang="zh-CN" altLang="en-US" dirty="0"/>
              <a:t>。要求使用循环实现。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测试</a:t>
            </a:r>
            <a:r>
              <a:rPr lang="en-US" altLang="zh-CN" dirty="0"/>
              <a:t>1</a:t>
            </a:r>
            <a:r>
              <a:rPr lang="zh-CN" altLang="en-US" dirty="0"/>
              <a:t>：（第</a:t>
            </a:r>
            <a:r>
              <a:rPr lang="en-US" altLang="zh-CN" dirty="0"/>
              <a:t>1</a:t>
            </a:r>
            <a:r>
              <a:rPr lang="zh-CN" altLang="en-US" dirty="0"/>
              <a:t>行为输入，第</a:t>
            </a:r>
            <a:r>
              <a:rPr lang="en-US" altLang="zh-CN" dirty="0"/>
              <a:t>2</a:t>
            </a:r>
            <a:r>
              <a:rPr lang="zh-CN" altLang="en-US" dirty="0"/>
              <a:t>行为输出）</a:t>
            </a:r>
          </a:p>
          <a:p>
            <a:pPr marL="0" indent="0">
              <a:buNone/>
            </a:pPr>
            <a:r>
              <a:rPr lang="en-US" altLang="zh-CN" dirty="0"/>
              <a:t>4</a:t>
            </a:r>
          </a:p>
          <a:p>
            <a:pPr marL="0" indent="0">
              <a:buNone/>
            </a:pPr>
            <a:r>
              <a:rPr lang="en-US" altLang="zh-CN" dirty="0"/>
              <a:t>7 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n=int(input())</a:t>
            </a:r>
          </a:p>
          <a:p>
            <a:pPr marL="0" indent="0">
              <a:buNone/>
            </a:pPr>
            <a:r>
              <a:rPr lang="en-US" altLang="zh-CN" dirty="0"/>
              <a:t>a=b=1</a:t>
            </a:r>
          </a:p>
          <a:p>
            <a:pPr marL="0" indent="0">
              <a:buNone/>
            </a:pPr>
            <a:r>
              <a:rPr lang="en-US" altLang="zh-CN" dirty="0"/>
              <a:t>s=2</a:t>
            </a:r>
          </a:p>
          <a:p>
            <a:pPr marL="0" indent="0">
              <a:buNone/>
            </a:pPr>
            <a:r>
              <a:rPr lang="en-US" altLang="zh-CN" dirty="0"/>
              <a:t>if n==1:</a:t>
            </a:r>
          </a:p>
          <a:p>
            <a:pPr marL="0" indent="0">
              <a:buNone/>
            </a:pPr>
            <a:r>
              <a:rPr lang="en-US" altLang="zh-CN" dirty="0"/>
              <a:t>    s=1</a:t>
            </a:r>
          </a:p>
          <a:p>
            <a:pPr marL="0" indent="0">
              <a:buNone/>
            </a:pPr>
            <a:r>
              <a:rPr lang="en-US" altLang="zh-CN" dirty="0" err="1"/>
              <a:t>elif</a:t>
            </a:r>
            <a:r>
              <a:rPr lang="en-US" altLang="zh-CN" dirty="0"/>
              <a:t> n==2:</a:t>
            </a:r>
          </a:p>
          <a:p>
            <a:pPr marL="0" indent="0">
              <a:buNone/>
            </a:pPr>
            <a:r>
              <a:rPr lang="en-US" altLang="zh-CN" dirty="0"/>
              <a:t>    s=2</a:t>
            </a:r>
          </a:p>
          <a:p>
            <a:pPr marL="0" indent="0">
              <a:buNone/>
            </a:pPr>
            <a:r>
              <a:rPr lang="en-US" altLang="zh-CN" dirty="0"/>
              <a:t>else:</a:t>
            </a:r>
          </a:p>
          <a:p>
            <a:pPr marL="0" indent="0">
              <a:buNone/>
            </a:pPr>
            <a:r>
              <a:rPr lang="en-US" altLang="zh-CN" dirty="0"/>
              <a:t>    for </a:t>
            </a:r>
            <a:r>
              <a:rPr lang="en-US" altLang="zh-CN" dirty="0" err="1"/>
              <a:t>i</a:t>
            </a:r>
            <a:r>
              <a:rPr lang="en-US" altLang="zh-CN" dirty="0"/>
              <a:t> in range(3,n+1):</a:t>
            </a:r>
          </a:p>
          <a:p>
            <a:pPr marL="0" indent="0">
              <a:buNone/>
            </a:pPr>
            <a:r>
              <a:rPr lang="en-US" altLang="zh-CN" dirty="0"/>
              <a:t>        t=</a:t>
            </a:r>
            <a:r>
              <a:rPr lang="en-US" altLang="zh-CN" dirty="0" err="1"/>
              <a:t>a+b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        a=b;</a:t>
            </a:r>
          </a:p>
          <a:p>
            <a:pPr marL="0" indent="0">
              <a:buNone/>
            </a:pPr>
            <a:r>
              <a:rPr lang="en-US" altLang="zh-CN" dirty="0"/>
              <a:t>        b=t;</a:t>
            </a:r>
          </a:p>
          <a:p>
            <a:pPr marL="0" indent="0">
              <a:buNone/>
            </a:pPr>
            <a:r>
              <a:rPr lang="en-US" altLang="zh-CN" dirty="0"/>
              <a:t>        s+=t</a:t>
            </a:r>
          </a:p>
          <a:p>
            <a:pPr marL="0" indent="0">
              <a:buNone/>
            </a:pPr>
            <a:r>
              <a:rPr lang="en-US" altLang="zh-CN" dirty="0"/>
              <a:t>print(s)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编程</a:t>
            </a:r>
            <a:r>
              <a:rPr lang="en-US" altLang="zh-CN" dirty="0"/>
              <a:t>7 【</a:t>
            </a:r>
            <a:r>
              <a:rPr lang="zh-CN" altLang="en-US" dirty="0"/>
              <a:t>是否回文数</a:t>
            </a:r>
            <a:r>
              <a:rPr lang="en-US" altLang="zh-CN" dirty="0"/>
              <a:t>】</a:t>
            </a:r>
          </a:p>
          <a:p>
            <a:pPr marL="0" indent="0">
              <a:buNone/>
            </a:pPr>
            <a:r>
              <a:rPr lang="en-US" altLang="zh-CN" dirty="0"/>
              <a:t>07.</a:t>
            </a:r>
            <a:r>
              <a:rPr lang="zh-CN" altLang="en-US" dirty="0"/>
              <a:t>判断一个正整数是否为回文数，是回文数输出“是”，不是回文数输出“否”。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测试</a:t>
            </a:r>
            <a:r>
              <a:rPr lang="en-US" altLang="zh-CN" dirty="0"/>
              <a:t>1</a:t>
            </a:r>
            <a:r>
              <a:rPr lang="zh-CN" altLang="en-US" dirty="0"/>
              <a:t>：（第</a:t>
            </a:r>
            <a:r>
              <a:rPr lang="en-US" altLang="zh-CN" dirty="0"/>
              <a:t>1</a:t>
            </a:r>
            <a:r>
              <a:rPr lang="zh-CN" altLang="en-US" dirty="0"/>
              <a:t>行为输入，第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行为输出）</a:t>
            </a:r>
          </a:p>
          <a:p>
            <a:pPr marL="0" indent="0">
              <a:buNone/>
            </a:pPr>
            <a:r>
              <a:rPr lang="en-US" altLang="zh-CN" dirty="0"/>
              <a:t>121</a:t>
            </a:r>
          </a:p>
          <a:p>
            <a:pPr marL="0" indent="0">
              <a:buNone/>
            </a:pPr>
            <a:r>
              <a:rPr lang="zh-CN" altLang="en-US" dirty="0"/>
              <a:t>是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800" dirty="0"/>
              <a:t>测试</a:t>
            </a:r>
            <a:r>
              <a:rPr lang="en-US" altLang="zh-CN" sz="2800" dirty="0"/>
              <a:t>2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dirty="0"/>
              <a:t>12345</a:t>
            </a:r>
          </a:p>
          <a:p>
            <a:pPr marL="0" indent="0">
              <a:buNone/>
            </a:pPr>
            <a:r>
              <a:rPr lang="zh-CN" altLang="en-US" dirty="0"/>
              <a:t>否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zh-CN" dirty="0"/>
              <a:t> n=eval(input())</a:t>
            </a:r>
          </a:p>
          <a:p>
            <a:pPr marL="0" indent="0">
              <a:buNone/>
            </a:pPr>
            <a:r>
              <a:rPr lang="pt-BR" altLang="zh-CN" dirty="0"/>
              <a:t> m=n</a:t>
            </a:r>
          </a:p>
          <a:p>
            <a:pPr marL="0" indent="0">
              <a:buNone/>
            </a:pPr>
            <a:r>
              <a:rPr lang="pt-BR" altLang="zh-CN" dirty="0"/>
              <a:t> r=0</a:t>
            </a:r>
          </a:p>
          <a:p>
            <a:pPr marL="0" indent="0">
              <a:buNone/>
            </a:pPr>
            <a:r>
              <a:rPr lang="pt-BR" altLang="zh-CN" dirty="0"/>
              <a:t> while m!=0:</a:t>
            </a:r>
          </a:p>
          <a:p>
            <a:pPr marL="0" indent="0">
              <a:buNone/>
            </a:pPr>
            <a:r>
              <a:rPr lang="pt-BR" altLang="zh-CN" dirty="0"/>
              <a:t>    r=r*10+m%10</a:t>
            </a:r>
          </a:p>
          <a:p>
            <a:pPr marL="0" indent="0">
              <a:buNone/>
            </a:pPr>
            <a:r>
              <a:rPr lang="pt-BR" altLang="zh-CN" dirty="0"/>
              <a:t>    m//=10</a:t>
            </a:r>
          </a:p>
          <a:p>
            <a:pPr marL="0" indent="0">
              <a:buNone/>
            </a:pPr>
            <a:r>
              <a:rPr lang="pt-BR" altLang="zh-CN" dirty="0"/>
              <a:t> if r==n:</a:t>
            </a:r>
          </a:p>
          <a:p>
            <a:pPr marL="0" indent="0">
              <a:buNone/>
            </a:pPr>
            <a:r>
              <a:rPr lang="pt-BR" altLang="zh-CN" dirty="0"/>
              <a:t>    print("</a:t>
            </a:r>
            <a:r>
              <a:rPr lang="zh-CN" altLang="pt-BR" dirty="0"/>
              <a:t>是</a:t>
            </a:r>
            <a:r>
              <a:rPr lang="pt-BR" altLang="zh-CN" dirty="0"/>
              <a:t>")</a:t>
            </a:r>
          </a:p>
          <a:p>
            <a:pPr marL="0" indent="0">
              <a:buNone/>
            </a:pPr>
            <a:r>
              <a:rPr lang="pt-BR" altLang="zh-CN" dirty="0"/>
              <a:t> else:</a:t>
            </a:r>
          </a:p>
          <a:p>
            <a:pPr marL="0" indent="0">
              <a:buNone/>
            </a:pPr>
            <a:r>
              <a:rPr lang="pt-BR" altLang="zh-CN" dirty="0"/>
              <a:t>    print("</a:t>
            </a:r>
            <a:r>
              <a:rPr lang="zh-CN" altLang="pt-BR" dirty="0"/>
              <a:t>否</a:t>
            </a:r>
            <a:r>
              <a:rPr lang="pt-BR" altLang="zh-CN" dirty="0"/>
              <a:t>")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编程</a:t>
            </a:r>
            <a:r>
              <a:rPr lang="en-US" altLang="zh-CN" dirty="0"/>
              <a:t>8 【</a:t>
            </a:r>
            <a:r>
              <a:rPr lang="zh-CN" altLang="en-US" dirty="0"/>
              <a:t>约分</a:t>
            </a:r>
            <a:r>
              <a:rPr lang="en-US" altLang="zh-CN" dirty="0"/>
              <a:t>】</a:t>
            </a:r>
          </a:p>
          <a:p>
            <a:pPr marL="0" indent="0">
              <a:buNone/>
            </a:pPr>
            <a:r>
              <a:rPr lang="en-US" altLang="zh-CN" dirty="0"/>
              <a:t>08.</a:t>
            </a:r>
            <a:r>
              <a:rPr lang="zh-CN" altLang="en-US" dirty="0"/>
              <a:t>编写程序，要求用户输入一个分数（分子、分母均为正整数），将其约分为最简分式。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测试</a:t>
            </a:r>
            <a:r>
              <a:rPr lang="en-US" altLang="zh-CN" dirty="0"/>
              <a:t>1</a:t>
            </a:r>
            <a:r>
              <a:rPr lang="zh-CN" altLang="en-US" dirty="0"/>
              <a:t>：（第</a:t>
            </a:r>
            <a:r>
              <a:rPr lang="en-US" altLang="zh-CN" dirty="0"/>
              <a:t>1</a:t>
            </a:r>
            <a:r>
              <a:rPr lang="zh-CN" altLang="en-US" dirty="0"/>
              <a:t>行为输入，第</a:t>
            </a:r>
            <a:r>
              <a:rPr lang="en-US" altLang="zh-CN" dirty="0"/>
              <a:t>2</a:t>
            </a:r>
            <a:r>
              <a:rPr lang="zh-CN" altLang="en-US" dirty="0"/>
              <a:t>行为输出）</a:t>
            </a:r>
          </a:p>
          <a:p>
            <a:pPr marL="0" indent="0">
              <a:buNone/>
            </a:pPr>
            <a:r>
              <a:rPr lang="en-US" altLang="zh-CN" dirty="0"/>
              <a:t>6/12</a:t>
            </a:r>
          </a:p>
          <a:p>
            <a:pPr marL="0" indent="0">
              <a:buNone/>
            </a:pPr>
            <a:r>
              <a:rPr lang="en-US" altLang="zh-CN" dirty="0"/>
              <a:t>1/2</a:t>
            </a:r>
          </a:p>
          <a:p>
            <a:pPr marL="0" indent="0">
              <a:buNone/>
            </a:pPr>
            <a:r>
              <a:rPr lang="zh-CN" altLang="en-US" dirty="0"/>
              <a:t>测试</a:t>
            </a:r>
            <a:r>
              <a:rPr lang="en-US" altLang="zh-CN" dirty="0"/>
              <a:t>2</a:t>
            </a:r>
            <a:r>
              <a:rPr lang="zh-CN" altLang="en-US" dirty="0"/>
              <a:t>：（第</a:t>
            </a:r>
            <a:r>
              <a:rPr lang="en-US" altLang="zh-CN" dirty="0"/>
              <a:t>1</a:t>
            </a:r>
            <a:r>
              <a:rPr lang="zh-CN" altLang="en-US" dirty="0"/>
              <a:t>行为输入，第</a:t>
            </a:r>
            <a:r>
              <a:rPr lang="en-US" altLang="zh-CN" dirty="0"/>
              <a:t>2</a:t>
            </a:r>
            <a:r>
              <a:rPr lang="zh-CN" altLang="en-US" dirty="0"/>
              <a:t>行为输出）</a:t>
            </a:r>
          </a:p>
          <a:p>
            <a:pPr marL="0" indent="0">
              <a:buNone/>
            </a:pPr>
            <a:r>
              <a:rPr lang="en-US" altLang="zh-CN" dirty="0"/>
              <a:t>12/6</a:t>
            </a:r>
          </a:p>
          <a:p>
            <a:pPr marL="0" indent="0">
              <a:buNone/>
            </a:pPr>
            <a:r>
              <a:rPr lang="en-US" altLang="zh-CN" dirty="0"/>
              <a:t>2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600" dirty="0"/>
              <a:t> </a:t>
            </a:r>
            <a:r>
              <a:rPr lang="en-US" altLang="zh-CN" sz="2600" dirty="0" err="1"/>
              <a:t>m,n</a:t>
            </a:r>
            <a:r>
              <a:rPr lang="en-US" altLang="zh-CN" sz="2600" dirty="0"/>
              <a:t>=map(</a:t>
            </a:r>
            <a:r>
              <a:rPr lang="en-US" altLang="zh-CN" sz="2600" dirty="0" err="1"/>
              <a:t>int,input</a:t>
            </a:r>
            <a:r>
              <a:rPr lang="en-US" altLang="zh-CN" sz="2600" dirty="0"/>
              <a:t>().split('/'))</a:t>
            </a:r>
          </a:p>
          <a:p>
            <a:pPr marL="0" indent="0">
              <a:buNone/>
            </a:pPr>
            <a:r>
              <a:rPr lang="en-US" altLang="zh-CN" sz="2600" dirty="0"/>
              <a:t> m1=m</a:t>
            </a:r>
          </a:p>
          <a:p>
            <a:pPr marL="0" indent="0">
              <a:buNone/>
            </a:pPr>
            <a:r>
              <a:rPr lang="en-US" altLang="zh-CN" sz="2600" dirty="0"/>
              <a:t> n1=n</a:t>
            </a:r>
          </a:p>
          <a:p>
            <a:pPr marL="0" indent="0">
              <a:buNone/>
            </a:pPr>
            <a:r>
              <a:rPr lang="en-US" altLang="zh-CN" sz="2600" dirty="0"/>
              <a:t> r=</a:t>
            </a:r>
            <a:r>
              <a:rPr lang="en-US" altLang="zh-CN" sz="2600" dirty="0" err="1"/>
              <a:t>m%n</a:t>
            </a:r>
            <a:endParaRPr lang="en-US" altLang="zh-CN" sz="2600" dirty="0"/>
          </a:p>
          <a:p>
            <a:pPr marL="0" indent="0">
              <a:buNone/>
            </a:pPr>
            <a:r>
              <a:rPr lang="en-US" altLang="zh-CN" sz="2600" dirty="0"/>
              <a:t> while r!=0:    #while r: </a:t>
            </a:r>
            <a:r>
              <a:rPr lang="zh-CN" altLang="en-US" sz="2600" dirty="0"/>
              <a:t>欧几里得</a:t>
            </a:r>
            <a:r>
              <a:rPr lang="en-US" altLang="zh-CN" sz="2600" dirty="0" err="1"/>
              <a:t>gcd</a:t>
            </a:r>
            <a:endParaRPr lang="en-US" altLang="zh-CN" sz="2600" dirty="0"/>
          </a:p>
          <a:p>
            <a:pPr marL="0" indent="0">
              <a:buNone/>
            </a:pPr>
            <a:r>
              <a:rPr lang="en-US" altLang="zh-CN" sz="2600" dirty="0"/>
              <a:t>    m=n</a:t>
            </a:r>
          </a:p>
          <a:p>
            <a:pPr marL="0" indent="0">
              <a:buNone/>
            </a:pPr>
            <a:r>
              <a:rPr lang="en-US" altLang="zh-CN" sz="2600" dirty="0"/>
              <a:t>    n=r</a:t>
            </a:r>
          </a:p>
          <a:p>
            <a:pPr marL="0" indent="0">
              <a:buNone/>
            </a:pPr>
            <a:r>
              <a:rPr lang="en-US" altLang="zh-CN" sz="2600" dirty="0"/>
              <a:t>    r=</a:t>
            </a:r>
            <a:r>
              <a:rPr lang="en-US" altLang="zh-CN" sz="2600" dirty="0" err="1"/>
              <a:t>m%n</a:t>
            </a:r>
            <a:r>
              <a:rPr lang="en-US" altLang="zh-CN" sz="2600" dirty="0"/>
              <a:t>    # n</a:t>
            </a:r>
            <a:r>
              <a:rPr lang="zh-CN" altLang="en-US" sz="2600" dirty="0"/>
              <a:t>为</a:t>
            </a:r>
            <a:r>
              <a:rPr lang="en-US" altLang="zh-CN" sz="2600" dirty="0" err="1"/>
              <a:t>gcd</a:t>
            </a:r>
            <a:endParaRPr lang="en-US" altLang="zh-CN" sz="2600" dirty="0"/>
          </a:p>
          <a:p>
            <a:pPr marL="0" indent="0">
              <a:buNone/>
            </a:pPr>
            <a:r>
              <a:rPr lang="en-US" altLang="zh-CN" sz="2600" dirty="0"/>
              <a:t> m1//=n</a:t>
            </a:r>
          </a:p>
          <a:p>
            <a:pPr marL="0" indent="0">
              <a:buNone/>
            </a:pPr>
            <a:r>
              <a:rPr lang="en-US" altLang="zh-CN" sz="2600" dirty="0"/>
              <a:t> n1//=n</a:t>
            </a:r>
          </a:p>
          <a:p>
            <a:pPr marL="0" indent="0">
              <a:buNone/>
            </a:pPr>
            <a:r>
              <a:rPr lang="en-US" altLang="zh-CN" sz="2600" dirty="0"/>
              <a:t> if n1!=1:</a:t>
            </a:r>
          </a:p>
          <a:p>
            <a:pPr marL="0" indent="0">
              <a:buNone/>
            </a:pPr>
            <a:r>
              <a:rPr lang="en-US" altLang="zh-CN" sz="2600" dirty="0"/>
              <a:t>    print("%d/%d"%(m1,n1))</a:t>
            </a:r>
          </a:p>
          <a:p>
            <a:pPr marL="0" indent="0">
              <a:buNone/>
            </a:pPr>
            <a:r>
              <a:rPr lang="en-US" altLang="zh-CN" sz="2600" dirty="0"/>
              <a:t> else:     #</a:t>
            </a:r>
            <a:r>
              <a:rPr lang="zh-CN" altLang="en-US" sz="2600" dirty="0"/>
              <a:t>分母</a:t>
            </a:r>
            <a:r>
              <a:rPr lang="en-US" altLang="zh-CN" sz="2600" dirty="0"/>
              <a:t>=1</a:t>
            </a:r>
          </a:p>
          <a:p>
            <a:pPr marL="0" indent="0">
              <a:buNone/>
            </a:pPr>
            <a:r>
              <a:rPr lang="en-US" altLang="zh-CN" sz="2600" dirty="0"/>
              <a:t>    print("%d"% m1)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编程</a:t>
            </a:r>
            <a:r>
              <a:rPr lang="en-US" altLang="zh-CN" dirty="0"/>
              <a:t>9 【</a:t>
            </a:r>
            <a:r>
              <a:rPr lang="zh-CN" altLang="en-US" dirty="0"/>
              <a:t>自守数</a:t>
            </a:r>
            <a:r>
              <a:rPr lang="en-US" altLang="zh-CN" dirty="0"/>
              <a:t>】</a:t>
            </a:r>
          </a:p>
          <a:p>
            <a:pPr marL="0" indent="0">
              <a:buNone/>
            </a:pPr>
            <a:r>
              <a:rPr lang="en-US" altLang="zh-CN" sz="2800" dirty="0"/>
              <a:t>09.</a:t>
            </a:r>
            <a:r>
              <a:rPr lang="zh-CN" altLang="en-US" sz="2800" dirty="0"/>
              <a:t>输入一个正整数，判断是否为自守数，是则输出“</a:t>
            </a:r>
            <a:r>
              <a:rPr lang="en-US" altLang="zh-CN" sz="2800" dirty="0"/>
              <a:t>YES”</a:t>
            </a:r>
            <a:r>
              <a:rPr lang="zh-CN" altLang="en-US" sz="2800" dirty="0"/>
              <a:t>，否则输出“</a:t>
            </a:r>
            <a:r>
              <a:rPr lang="en-US" altLang="zh-CN" sz="2800" dirty="0"/>
              <a:t>NO”</a:t>
            </a:r>
            <a:r>
              <a:rPr lang="zh-CN" altLang="en-US" sz="2800" dirty="0"/>
              <a:t>。（循环）</a:t>
            </a:r>
          </a:p>
          <a:p>
            <a:pPr marL="0" indent="0">
              <a:buNone/>
            </a:pPr>
            <a:r>
              <a:rPr lang="zh-CN" altLang="en-US" sz="2800" dirty="0"/>
              <a:t>   自守数，亦称同构数，是指一个数的平方的尾数等于该数自身的自然数。例如</a:t>
            </a:r>
            <a:r>
              <a:rPr lang="en-US" altLang="zh-CN" sz="2800" dirty="0"/>
              <a:t>25</a:t>
            </a:r>
            <a:r>
              <a:rPr lang="zh-CN" altLang="en-US" sz="2800" dirty="0"/>
              <a:t>，其平方为</a:t>
            </a:r>
            <a:r>
              <a:rPr lang="en-US" altLang="zh-CN" sz="2800" dirty="0"/>
              <a:t>625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2800" dirty="0"/>
              <a:t>测试</a:t>
            </a:r>
            <a:r>
              <a:rPr lang="en-US" altLang="zh-CN" sz="2800" dirty="0"/>
              <a:t>1</a:t>
            </a:r>
            <a:r>
              <a:rPr lang="zh-CN" altLang="en-US" sz="2800" dirty="0"/>
              <a:t>：（第</a:t>
            </a:r>
            <a:r>
              <a:rPr lang="en-US" altLang="zh-CN" sz="2800" dirty="0"/>
              <a:t>1</a:t>
            </a:r>
            <a:r>
              <a:rPr lang="zh-CN" altLang="en-US" sz="2800" dirty="0"/>
              <a:t>行为输入，第</a:t>
            </a:r>
            <a:r>
              <a:rPr lang="en-US" altLang="zh-CN" sz="2800" dirty="0"/>
              <a:t>2</a:t>
            </a:r>
            <a:r>
              <a:rPr lang="zh-CN" altLang="en-US" sz="2800" dirty="0"/>
              <a:t>行为输出）</a:t>
            </a:r>
          </a:p>
          <a:p>
            <a:pPr marL="0" indent="0">
              <a:buNone/>
            </a:pPr>
            <a:r>
              <a:rPr lang="en-US" altLang="zh-CN" sz="2800" dirty="0"/>
              <a:t>25</a:t>
            </a:r>
          </a:p>
          <a:p>
            <a:pPr marL="0" indent="0">
              <a:buNone/>
            </a:pPr>
            <a:r>
              <a:rPr lang="en-US" altLang="zh-CN" sz="2800" dirty="0"/>
              <a:t>YES</a:t>
            </a:r>
          </a:p>
          <a:p>
            <a:pPr marL="0" indent="0">
              <a:buNone/>
            </a:pPr>
            <a:r>
              <a:rPr lang="zh-CN" altLang="en-US" sz="2800" dirty="0"/>
              <a:t>测试</a:t>
            </a:r>
            <a:r>
              <a:rPr lang="en-US" altLang="zh-CN" sz="2800" dirty="0"/>
              <a:t>2</a:t>
            </a:r>
            <a:r>
              <a:rPr lang="zh-CN" altLang="en-US" sz="2800" dirty="0"/>
              <a:t>：（第</a:t>
            </a:r>
            <a:r>
              <a:rPr lang="en-US" altLang="zh-CN" sz="2800" dirty="0"/>
              <a:t>1</a:t>
            </a:r>
            <a:r>
              <a:rPr lang="zh-CN" altLang="en-US" sz="2800" dirty="0"/>
              <a:t>行为输入，第</a:t>
            </a:r>
            <a:r>
              <a:rPr lang="en-US" altLang="zh-CN" sz="2800" dirty="0"/>
              <a:t>2</a:t>
            </a:r>
            <a:r>
              <a:rPr lang="zh-CN" altLang="en-US" sz="2800" dirty="0"/>
              <a:t>行为输出）</a:t>
            </a:r>
          </a:p>
          <a:p>
            <a:pPr marL="0" indent="0">
              <a:buNone/>
            </a:pPr>
            <a:r>
              <a:rPr lang="en-US" altLang="zh-CN" sz="2800" dirty="0"/>
              <a:t>24</a:t>
            </a:r>
          </a:p>
          <a:p>
            <a:pPr marL="0" indent="0">
              <a:buNone/>
            </a:pPr>
            <a:r>
              <a:rPr lang="en-US" altLang="zh-CN" sz="2800" dirty="0"/>
              <a:t>NO</a:t>
            </a:r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 n=eval(input())</a:t>
            </a:r>
          </a:p>
          <a:p>
            <a:pPr marL="0" indent="0">
              <a:buNone/>
            </a:pPr>
            <a:r>
              <a:rPr lang="en-US" altLang="zh-CN" dirty="0"/>
              <a:t> m=n*n    # n=25,m=625</a:t>
            </a:r>
          </a:p>
          <a:p>
            <a:pPr marL="0" indent="0">
              <a:buNone/>
            </a:pPr>
            <a:r>
              <a:rPr lang="en-US" altLang="zh-CN" dirty="0"/>
              <a:t> while n!=0:</a:t>
            </a:r>
          </a:p>
          <a:p>
            <a:pPr marL="0" indent="0">
              <a:buNone/>
            </a:pPr>
            <a:r>
              <a:rPr lang="en-US" altLang="zh-CN" dirty="0"/>
              <a:t>    if m%10!=n%10:</a:t>
            </a:r>
          </a:p>
          <a:p>
            <a:pPr marL="0" indent="0">
              <a:buNone/>
            </a:pPr>
            <a:r>
              <a:rPr lang="en-US" altLang="zh-CN" dirty="0"/>
              <a:t>        print("NO")</a:t>
            </a:r>
          </a:p>
          <a:p>
            <a:pPr marL="0" indent="0">
              <a:buNone/>
            </a:pPr>
            <a:r>
              <a:rPr lang="en-US" altLang="zh-CN" dirty="0"/>
              <a:t>        break</a:t>
            </a:r>
          </a:p>
          <a:p>
            <a:pPr marL="0" indent="0">
              <a:buNone/>
            </a:pPr>
            <a:r>
              <a:rPr lang="en-US" altLang="zh-CN" dirty="0"/>
              <a:t>    else:</a:t>
            </a:r>
          </a:p>
          <a:p>
            <a:pPr marL="0" indent="0">
              <a:buNone/>
            </a:pPr>
            <a:r>
              <a:rPr lang="en-US" altLang="zh-CN" dirty="0"/>
              <a:t>        m//=10</a:t>
            </a:r>
          </a:p>
          <a:p>
            <a:pPr marL="0" indent="0">
              <a:buNone/>
            </a:pPr>
            <a:r>
              <a:rPr lang="en-US" altLang="zh-CN" dirty="0"/>
              <a:t>        n//=10</a:t>
            </a:r>
          </a:p>
          <a:p>
            <a:pPr marL="0" indent="0">
              <a:buNone/>
            </a:pPr>
            <a:r>
              <a:rPr lang="en-US" altLang="zh-CN" dirty="0"/>
              <a:t> else:</a:t>
            </a:r>
          </a:p>
          <a:p>
            <a:pPr marL="0" indent="0">
              <a:buNone/>
            </a:pPr>
            <a:r>
              <a:rPr lang="en-US" altLang="zh-CN" dirty="0"/>
              <a:t>    print("YES")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编程</a:t>
            </a:r>
            <a:r>
              <a:rPr lang="en-US" altLang="zh-CN" dirty="0"/>
              <a:t>10 【</a:t>
            </a:r>
            <a:r>
              <a:rPr lang="zh-CN" altLang="en-US" dirty="0"/>
              <a:t>是否升序数</a:t>
            </a:r>
            <a:r>
              <a:rPr lang="en-US" altLang="zh-CN" dirty="0"/>
              <a:t>】</a:t>
            </a:r>
          </a:p>
          <a:p>
            <a:pPr marL="0" indent="0">
              <a:buNone/>
            </a:pPr>
            <a:r>
              <a:rPr lang="en-US" altLang="zh-CN" dirty="0"/>
              <a:t>10.</a:t>
            </a:r>
            <a:r>
              <a:rPr lang="zh-CN" altLang="en-US" dirty="0"/>
              <a:t>编写程序，输入一个正整数（正整数位数</a:t>
            </a:r>
            <a:r>
              <a:rPr lang="en-US" altLang="zh-CN" dirty="0"/>
              <a:t>&gt;=2</a:t>
            </a:r>
            <a:r>
              <a:rPr lang="zh-CN" altLang="en-US" dirty="0"/>
              <a:t>），判断这个正整数是不是升序数，是输出</a:t>
            </a:r>
            <a:r>
              <a:rPr lang="en-US" altLang="zh-CN" dirty="0"/>
              <a:t>YES</a:t>
            </a:r>
            <a:r>
              <a:rPr lang="zh-CN" altLang="en-US" dirty="0"/>
              <a:t>，不是输出</a:t>
            </a:r>
            <a:r>
              <a:rPr lang="en-US" altLang="zh-CN" dirty="0"/>
              <a:t>NO</a:t>
            </a:r>
            <a:r>
              <a:rPr lang="zh-CN" altLang="en-US" dirty="0"/>
              <a:t>。（使用循环）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（高位数字小于低位数字的数叫升序数，如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238</a:t>
            </a:r>
            <a:r>
              <a:rPr lang="zh-CN" altLang="en-US" dirty="0"/>
              <a:t>等，但</a:t>
            </a:r>
            <a:r>
              <a:rPr lang="en-US" altLang="zh-CN" dirty="0"/>
              <a:t>21</a:t>
            </a:r>
            <a:r>
              <a:rPr lang="zh-CN" altLang="en-US" dirty="0"/>
              <a:t>，</a:t>
            </a:r>
            <a:r>
              <a:rPr lang="en-US" altLang="zh-CN" dirty="0"/>
              <a:t>558</a:t>
            </a:r>
            <a:r>
              <a:rPr lang="zh-CN" altLang="en-US" dirty="0"/>
              <a:t>不是升序数）。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测试</a:t>
            </a:r>
            <a:r>
              <a:rPr lang="en-US" altLang="zh-CN" dirty="0"/>
              <a:t>1</a:t>
            </a:r>
            <a:r>
              <a:rPr lang="zh-CN" altLang="en-US" dirty="0"/>
              <a:t>：（第</a:t>
            </a:r>
            <a:r>
              <a:rPr lang="en-US" altLang="zh-CN" dirty="0"/>
              <a:t>1</a:t>
            </a:r>
            <a:r>
              <a:rPr lang="zh-CN" altLang="en-US" dirty="0"/>
              <a:t>行为输入，第</a:t>
            </a:r>
            <a:r>
              <a:rPr lang="en-US" altLang="zh-CN" dirty="0"/>
              <a:t>2</a:t>
            </a:r>
            <a:r>
              <a:rPr lang="zh-CN" altLang="en-US" dirty="0"/>
              <a:t>行为输出）</a:t>
            </a:r>
          </a:p>
          <a:p>
            <a:pPr marL="0" indent="0">
              <a:buNone/>
            </a:pPr>
            <a:r>
              <a:rPr lang="en-US" altLang="zh-CN" dirty="0"/>
              <a:t>12</a:t>
            </a:r>
          </a:p>
          <a:p>
            <a:pPr marL="0" indent="0">
              <a:buNone/>
            </a:pPr>
            <a:r>
              <a:rPr lang="en-US" altLang="zh-CN" dirty="0"/>
              <a:t>YES</a:t>
            </a:r>
          </a:p>
          <a:p>
            <a:pPr marL="0" indent="0">
              <a:buNone/>
            </a:pPr>
            <a:r>
              <a:rPr lang="zh-CN" altLang="en-US" dirty="0"/>
              <a:t>测试</a:t>
            </a:r>
            <a:r>
              <a:rPr lang="en-US" altLang="zh-CN" dirty="0"/>
              <a:t>2</a:t>
            </a:r>
            <a:r>
              <a:rPr lang="zh-CN" altLang="en-US" dirty="0"/>
              <a:t>：（第</a:t>
            </a:r>
            <a:r>
              <a:rPr lang="en-US" altLang="zh-CN" dirty="0"/>
              <a:t>1</a:t>
            </a:r>
            <a:r>
              <a:rPr lang="zh-CN" altLang="en-US" dirty="0"/>
              <a:t>行为输入，第</a:t>
            </a:r>
            <a:r>
              <a:rPr lang="en-US" altLang="zh-CN" dirty="0"/>
              <a:t>2</a:t>
            </a:r>
            <a:r>
              <a:rPr lang="zh-CN" altLang="en-US" dirty="0"/>
              <a:t>行为输出）</a:t>
            </a:r>
          </a:p>
          <a:p>
            <a:pPr marL="0" indent="0">
              <a:buNone/>
            </a:pPr>
            <a:r>
              <a:rPr lang="en-US" altLang="zh-CN" dirty="0"/>
              <a:t>558</a:t>
            </a:r>
          </a:p>
          <a:p>
            <a:pPr marL="0" indent="0">
              <a:buNone/>
            </a:pPr>
            <a:r>
              <a:rPr lang="en-US" altLang="zh-CN" dirty="0"/>
              <a:t>NO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num=int(input())   #num=315</a:t>
            </a:r>
          </a:p>
          <a:p>
            <a:pPr marL="0" indent="0">
              <a:buNone/>
            </a:pPr>
            <a:r>
              <a:rPr lang="en-US" altLang="zh-CN" dirty="0"/>
              <a:t>flag=1   #</a:t>
            </a:r>
            <a:r>
              <a:rPr lang="zh-CN" altLang="en-US" dirty="0"/>
              <a:t>先假设是升序数</a:t>
            </a:r>
          </a:p>
          <a:p>
            <a:pPr marL="0" indent="0">
              <a:buNone/>
            </a:pPr>
            <a:r>
              <a:rPr lang="en-US" altLang="zh-CN" dirty="0"/>
              <a:t>g=num%10    #</a:t>
            </a:r>
            <a:r>
              <a:rPr lang="zh-CN" altLang="en-US" dirty="0"/>
              <a:t>个位数</a:t>
            </a:r>
            <a:r>
              <a:rPr lang="en-US" altLang="zh-CN" dirty="0"/>
              <a:t>,g=5</a:t>
            </a:r>
          </a:p>
          <a:p>
            <a:pPr marL="0" indent="0">
              <a:buNone/>
            </a:pPr>
            <a:r>
              <a:rPr lang="en-US" altLang="zh-CN" dirty="0"/>
              <a:t>while num!=0:</a:t>
            </a:r>
          </a:p>
          <a:p>
            <a:pPr marL="0" indent="0">
              <a:buNone/>
            </a:pPr>
            <a:r>
              <a:rPr lang="en-US" altLang="zh-CN" dirty="0"/>
              <a:t>    num//=10     #num=31</a:t>
            </a:r>
          </a:p>
          <a:p>
            <a:pPr marL="0" indent="0">
              <a:buNone/>
            </a:pPr>
            <a:r>
              <a:rPr lang="en-US" altLang="zh-CN" dirty="0"/>
              <a:t>    s=num%10   #</a:t>
            </a:r>
            <a:r>
              <a:rPr lang="zh-CN" altLang="en-US" dirty="0"/>
              <a:t>十位数</a:t>
            </a:r>
            <a:r>
              <a:rPr lang="en-US" altLang="zh-CN" dirty="0"/>
              <a:t>s=1</a:t>
            </a:r>
          </a:p>
          <a:p>
            <a:pPr marL="0" indent="0">
              <a:buNone/>
            </a:pPr>
            <a:r>
              <a:rPr lang="en-US" altLang="zh-CN" dirty="0"/>
              <a:t>    if s&gt;=g:</a:t>
            </a:r>
          </a:p>
          <a:p>
            <a:pPr marL="0" indent="0">
              <a:buNone/>
            </a:pPr>
            <a:r>
              <a:rPr lang="en-US" altLang="zh-CN" dirty="0"/>
              <a:t>        print("NO")</a:t>
            </a:r>
          </a:p>
          <a:p>
            <a:pPr marL="0" indent="0">
              <a:buNone/>
            </a:pPr>
            <a:r>
              <a:rPr lang="en-US" altLang="zh-CN" dirty="0"/>
              <a:t>        flag=0</a:t>
            </a:r>
          </a:p>
          <a:p>
            <a:pPr marL="0" indent="0">
              <a:buNone/>
            </a:pPr>
            <a:r>
              <a:rPr lang="en-US" altLang="zh-CN" dirty="0"/>
              <a:t>        break</a:t>
            </a:r>
          </a:p>
          <a:p>
            <a:pPr marL="0" indent="0">
              <a:buNone/>
            </a:pPr>
            <a:r>
              <a:rPr lang="en-US" altLang="zh-CN" dirty="0"/>
              <a:t>    else:</a:t>
            </a:r>
          </a:p>
          <a:p>
            <a:pPr marL="0" indent="0">
              <a:buNone/>
            </a:pPr>
            <a:r>
              <a:rPr lang="en-US" altLang="zh-CN" dirty="0"/>
              <a:t>        g=s</a:t>
            </a:r>
          </a:p>
          <a:p>
            <a:pPr marL="0" indent="0">
              <a:buNone/>
            </a:pPr>
            <a:r>
              <a:rPr lang="en-US" altLang="zh-CN" dirty="0"/>
              <a:t>else:</a:t>
            </a:r>
          </a:p>
          <a:p>
            <a:pPr marL="0" indent="0">
              <a:buNone/>
            </a:pPr>
            <a:r>
              <a:rPr lang="en-US" altLang="zh-CN"/>
              <a:t>    print("YES")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altLang="zh-CN" sz="4000" dirty="0"/>
          </a:p>
          <a:p>
            <a:pPr marL="0" indent="0" algn="ctr">
              <a:buNone/>
            </a:pPr>
            <a:endParaRPr lang="en-US" altLang="zh-CN" sz="4000" dirty="0"/>
          </a:p>
          <a:p>
            <a:pPr marL="0" indent="0" algn="ctr">
              <a:buNone/>
            </a:pPr>
            <a:r>
              <a:rPr lang="en-US" altLang="zh-CN" sz="4000" dirty="0"/>
              <a:t>Week4 </a:t>
            </a:r>
            <a:r>
              <a:rPr lang="en-US" altLang="zh-CN" sz="4000" dirty="0" err="1"/>
              <a:t>CyExam</a:t>
            </a:r>
            <a:br>
              <a:rPr lang="en-US" altLang="zh-CN" sz="4000" dirty="0"/>
            </a:br>
            <a:r>
              <a:rPr lang="zh-CN" altLang="en-US" sz="4000" dirty="0"/>
              <a:t>循环结构 </a:t>
            </a:r>
            <a:r>
              <a:rPr lang="en-US" altLang="zh-CN" sz="4000" dirty="0"/>
              <a:t>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选择</a:t>
            </a:r>
            <a:r>
              <a:rPr lang="en-US" altLang="zh-CN" dirty="0"/>
              <a:t>09.</a:t>
            </a:r>
            <a:r>
              <a:rPr lang="zh-CN" altLang="en-US" dirty="0"/>
              <a:t>如果以下代码运行后有输出结果，则输出的内容不可能是</a:t>
            </a:r>
            <a:r>
              <a:rPr lang="en-US" altLang="zh-CN" dirty="0"/>
              <a:t>( )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r>
              <a:rPr lang="en-US" altLang="zh-CN" dirty="0"/>
              <a:t>guess = eval(input())</a:t>
            </a:r>
          </a:p>
          <a:p>
            <a:pPr marL="0" indent="0">
              <a:buNone/>
            </a:pPr>
            <a:r>
              <a:rPr lang="en-US" altLang="zh-CN" dirty="0"/>
              <a:t>while guess:</a:t>
            </a:r>
          </a:p>
          <a:p>
            <a:pPr marL="0" indent="0">
              <a:buNone/>
            </a:pPr>
            <a:r>
              <a:rPr lang="en-US" altLang="zh-CN" dirty="0"/>
              <a:t>   if guess == 42//2:</a:t>
            </a:r>
          </a:p>
          <a:p>
            <a:pPr marL="0" indent="0">
              <a:buNone/>
            </a:pPr>
            <a:r>
              <a:rPr lang="en-US" altLang="zh-CN" dirty="0"/>
              <a:t> 	guess=42//2</a:t>
            </a:r>
          </a:p>
          <a:p>
            <a:pPr marL="0" indent="0">
              <a:buNone/>
            </a:pPr>
            <a:r>
              <a:rPr lang="en-US" altLang="zh-CN" dirty="0"/>
              <a:t> 	break</a:t>
            </a:r>
          </a:p>
          <a:p>
            <a:pPr marL="0" indent="0">
              <a:buNone/>
            </a:pPr>
            <a:r>
              <a:rPr lang="en-US" altLang="zh-CN" dirty="0"/>
              <a:t>print(guess)</a:t>
            </a:r>
          </a:p>
          <a:p>
            <a:pPr marL="0" indent="0">
              <a:buNone/>
            </a:pPr>
            <a:r>
              <a:rPr lang="en-US" altLang="zh-CN" dirty="0"/>
              <a:t>A. 42</a:t>
            </a:r>
          </a:p>
          <a:p>
            <a:pPr marL="0" indent="0">
              <a:buNone/>
            </a:pPr>
            <a:r>
              <a:rPr lang="en-US" altLang="zh-CN" dirty="0"/>
              <a:t>B. 21</a:t>
            </a:r>
          </a:p>
          <a:p>
            <a:pPr marL="0" indent="0">
              <a:buNone/>
            </a:pPr>
            <a:r>
              <a:rPr lang="en-US" altLang="zh-CN" dirty="0"/>
              <a:t>C. []</a:t>
            </a:r>
          </a:p>
          <a:p>
            <a:pPr marL="0" indent="0">
              <a:buNone/>
            </a:pPr>
            <a:r>
              <a:rPr lang="en-US" altLang="zh-CN" dirty="0"/>
              <a:t>D. 0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【A】</a:t>
            </a:r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5335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0" dirty="0"/>
              <a:t>填空</a:t>
            </a:r>
            <a:r>
              <a:rPr lang="en-US" altLang="zh-CN" sz="2400" b="0" dirty="0"/>
              <a:t>08 </a:t>
            </a:r>
            <a:r>
              <a:rPr lang="zh-CN" altLang="en-US" sz="2400" b="0" dirty="0"/>
              <a:t>运行结果是（ ）。</a:t>
            </a:r>
          </a:p>
          <a:p>
            <a:pPr marL="0" indent="0">
              <a:buNone/>
            </a:pPr>
            <a:r>
              <a:rPr lang="en-US" altLang="zh-CN" sz="2400" b="0" dirty="0"/>
              <a:t>k=0</a:t>
            </a:r>
          </a:p>
          <a:p>
            <a:pPr marL="0" indent="0">
              <a:buNone/>
            </a:pPr>
            <a:r>
              <a:rPr lang="en-US" altLang="zh-CN" sz="2400" b="0" dirty="0"/>
              <a:t>while k&lt;5:</a:t>
            </a:r>
          </a:p>
          <a:p>
            <a:pPr marL="0" indent="0">
              <a:buNone/>
            </a:pPr>
            <a:r>
              <a:rPr lang="en-US" altLang="zh-CN" sz="2400" b="0" dirty="0"/>
              <a:t>   k+=1</a:t>
            </a:r>
          </a:p>
          <a:p>
            <a:pPr marL="0" indent="0">
              <a:buNone/>
            </a:pPr>
            <a:r>
              <a:rPr lang="en-US" altLang="zh-CN" sz="2400" b="0" dirty="0"/>
              <a:t>   if k%2:</a:t>
            </a:r>
          </a:p>
          <a:p>
            <a:pPr marL="0" indent="0">
              <a:buNone/>
            </a:pPr>
            <a:r>
              <a:rPr lang="en-US" altLang="zh-CN" sz="2400" b="0" dirty="0"/>
              <a:t>      print('*',end='') #end</a:t>
            </a:r>
            <a:r>
              <a:rPr lang="zh-CN" altLang="en-US" sz="2400" b="0" dirty="0"/>
              <a:t>等于空字符串</a:t>
            </a:r>
          </a:p>
          <a:p>
            <a:pPr marL="0" indent="0">
              <a:buNone/>
            </a:pPr>
            <a:r>
              <a:rPr lang="en-US" altLang="zh-CN" sz="2400" b="0" dirty="0"/>
              <a:t>   else:</a:t>
            </a:r>
          </a:p>
          <a:p>
            <a:pPr marL="0" indent="0">
              <a:buNone/>
            </a:pPr>
            <a:r>
              <a:rPr lang="en-US" altLang="zh-CN" sz="2400" b="0" dirty="0"/>
              <a:t>      continue</a:t>
            </a:r>
          </a:p>
          <a:p>
            <a:pPr marL="0" indent="0">
              <a:buNone/>
            </a:pPr>
            <a:r>
              <a:rPr lang="en-US" altLang="zh-CN" sz="2400" b="0" dirty="0"/>
              <a:t>   print('#',end='') #end</a:t>
            </a:r>
            <a:r>
              <a:rPr lang="zh-CN" altLang="en-US" sz="2400" b="0" dirty="0"/>
              <a:t>等于空字符串</a:t>
            </a:r>
            <a:endParaRPr lang="en-US" altLang="zh-CN" sz="2400" b="0" dirty="0"/>
          </a:p>
          <a:p>
            <a:pPr marL="0" indent="0">
              <a:buNone/>
            </a:pPr>
            <a:endParaRPr lang="en-US" altLang="zh-CN" sz="2400" b="0" dirty="0"/>
          </a:p>
          <a:p>
            <a:pPr marL="0" indent="0">
              <a:buNone/>
            </a:pPr>
            <a:endParaRPr lang="en-US" altLang="zh-CN" sz="2400" b="0" dirty="0"/>
          </a:p>
          <a:p>
            <a:pPr marL="0" indent="0">
              <a:buNone/>
            </a:pPr>
            <a:endParaRPr lang="en-US" altLang="zh-CN" sz="2400" b="0" dirty="0"/>
          </a:p>
          <a:p>
            <a:pPr marL="0" indent="0">
              <a:buNone/>
            </a:pPr>
            <a:r>
              <a:rPr lang="en-US" altLang="zh-CN" sz="2400" b="0" dirty="0"/>
              <a:t>【</a:t>
            </a:r>
            <a:r>
              <a:rPr lang="zh-CN" altLang="en-US" sz="2400" b="0" dirty="0"/>
              <a:t>答案</a:t>
            </a:r>
            <a:r>
              <a:rPr lang="en-US" altLang="zh-CN" sz="2400" b="0" dirty="0"/>
              <a:t>】*#*#*#</a:t>
            </a:r>
            <a:endParaRPr lang="zh-CN" altLang="en-US" sz="24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6315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0" dirty="0"/>
              <a:t>填空</a:t>
            </a:r>
            <a:r>
              <a:rPr lang="en-US" altLang="zh-CN" sz="2400" b="0" dirty="0"/>
              <a:t>09. </a:t>
            </a:r>
            <a:r>
              <a:rPr lang="zh-CN" altLang="en-US" sz="2400" b="0" dirty="0"/>
              <a:t>输入</a:t>
            </a:r>
            <a:r>
              <a:rPr lang="en-US" altLang="zh-CN" sz="2400" b="0" dirty="0"/>
              <a:t>156,2,84,2345</a:t>
            </a:r>
            <a:r>
              <a:rPr lang="zh-CN" altLang="en-US" sz="2400" b="0" dirty="0"/>
              <a:t>，输出的结果是</a:t>
            </a:r>
            <a:r>
              <a:rPr lang="en-US" altLang="zh-CN" sz="2400" b="0" dirty="0"/>
              <a:t>( )</a:t>
            </a:r>
            <a:r>
              <a:rPr lang="zh-CN" altLang="en-US" sz="2400" b="0" dirty="0"/>
              <a:t>。</a:t>
            </a:r>
          </a:p>
          <a:p>
            <a:pPr marL="0" indent="0">
              <a:buNone/>
            </a:pPr>
            <a:r>
              <a:rPr lang="en-US" altLang="zh-CN" sz="2400" b="0" dirty="0"/>
              <a:t>x=eval(input())</a:t>
            </a:r>
          </a:p>
          <a:p>
            <a:pPr marL="0" indent="0">
              <a:buNone/>
            </a:pPr>
            <a:r>
              <a:rPr lang="en-US" altLang="zh-CN" sz="2400" b="0" dirty="0"/>
              <a:t>j=4</a:t>
            </a:r>
          </a:p>
          <a:p>
            <a:pPr marL="0" indent="0">
              <a:buNone/>
            </a:pPr>
            <a:r>
              <a:rPr lang="en-US" altLang="zh-CN" sz="2400" b="0" dirty="0"/>
              <a:t>for </a:t>
            </a:r>
            <a:r>
              <a:rPr lang="en-US" altLang="zh-CN" sz="2400" b="0" dirty="0" err="1"/>
              <a:t>i</a:t>
            </a:r>
            <a:r>
              <a:rPr lang="en-US" altLang="zh-CN" sz="2400" b="0" dirty="0"/>
              <a:t> in x:</a:t>
            </a:r>
          </a:p>
          <a:p>
            <a:pPr marL="0" indent="0">
              <a:buNone/>
            </a:pPr>
            <a:r>
              <a:rPr lang="en-US" altLang="zh-CN" sz="2400" b="0" dirty="0"/>
              <a:t>    if </a:t>
            </a:r>
            <a:r>
              <a:rPr lang="en-US" altLang="zh-CN" sz="2400" b="0" dirty="0" err="1"/>
              <a:t>i</a:t>
            </a:r>
            <a:r>
              <a:rPr lang="en-US" altLang="zh-CN" sz="2400" b="0" dirty="0"/>
              <a:t>//10%2==0:</a:t>
            </a:r>
          </a:p>
          <a:p>
            <a:pPr marL="0" indent="0">
              <a:buNone/>
            </a:pPr>
            <a:r>
              <a:rPr lang="en-US" altLang="zh-CN" sz="2400" b="0" dirty="0"/>
              <a:t>        j-=1</a:t>
            </a:r>
          </a:p>
          <a:p>
            <a:pPr marL="0" indent="0">
              <a:buNone/>
            </a:pPr>
            <a:r>
              <a:rPr lang="en-US" altLang="zh-CN" sz="2400" b="0" dirty="0"/>
              <a:t>print(j)</a:t>
            </a:r>
          </a:p>
          <a:p>
            <a:pPr marL="0" indent="0">
              <a:buNone/>
            </a:pPr>
            <a:endParaRPr lang="en-US" altLang="zh-CN" sz="2400" b="0" dirty="0"/>
          </a:p>
          <a:p>
            <a:pPr marL="0" indent="0">
              <a:buNone/>
            </a:pPr>
            <a:endParaRPr lang="en-US" altLang="zh-CN" sz="2400" b="0" dirty="0"/>
          </a:p>
          <a:p>
            <a:pPr marL="0" indent="0">
              <a:buNone/>
            </a:pPr>
            <a:endParaRPr lang="en-US" altLang="zh-CN" sz="2400" b="0" dirty="0"/>
          </a:p>
          <a:p>
            <a:pPr marL="0" indent="0">
              <a:buNone/>
            </a:pPr>
            <a:endParaRPr lang="en-US" altLang="zh-CN" sz="2400" b="0" dirty="0"/>
          </a:p>
          <a:p>
            <a:pPr marL="0" indent="0">
              <a:buNone/>
            </a:pPr>
            <a:r>
              <a:rPr lang="en-US" altLang="zh-CN" sz="2400" b="0" dirty="0"/>
              <a:t>【</a:t>
            </a:r>
            <a:r>
              <a:rPr lang="zh-CN" altLang="en-US" sz="2400" b="0" dirty="0"/>
              <a:t>答案</a:t>
            </a:r>
            <a:r>
              <a:rPr lang="en-US" altLang="zh-CN" sz="2400" b="0" dirty="0"/>
              <a:t>】1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5536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/>
              <a:t>编程</a:t>
            </a:r>
            <a:r>
              <a:rPr lang="en-US" altLang="zh-CN"/>
              <a:t>02</a:t>
            </a:r>
            <a:r>
              <a:rPr lang="en-US" altLang="zh-CN" dirty="0"/>
              <a:t>.【</a:t>
            </a:r>
            <a:r>
              <a:rPr lang="zh-CN" altLang="en-US" dirty="0"/>
              <a:t>超级素数</a:t>
            </a:r>
            <a:r>
              <a:rPr lang="en-US" altLang="zh-CN" dirty="0"/>
              <a:t>】</a:t>
            </a:r>
          </a:p>
          <a:p>
            <a:pPr marL="0" indent="0">
              <a:buNone/>
            </a:pPr>
            <a:r>
              <a:rPr lang="zh-CN" altLang="zh-CN" dirty="0"/>
              <a:t>一个素数，若依次从低位去掉一位、两位、</a:t>
            </a:r>
            <a:r>
              <a:rPr lang="en-US" altLang="zh-CN" dirty="0"/>
              <a:t>······</a:t>
            </a:r>
            <a:r>
              <a:rPr lang="zh-CN" altLang="zh-CN" dirty="0"/>
              <a:t>若所得各数仍都为素数，则称该数为超级素数。例如</a:t>
            </a:r>
          </a:p>
          <a:p>
            <a:pPr marL="0" indent="0">
              <a:buNone/>
            </a:pPr>
            <a:r>
              <a:rPr lang="zh-CN" altLang="zh-CN" dirty="0"/>
              <a:t>：由于</a:t>
            </a:r>
            <a:r>
              <a:rPr lang="en-US" altLang="zh-CN" dirty="0"/>
              <a:t>239</a:t>
            </a:r>
            <a:r>
              <a:rPr lang="zh-CN" altLang="zh-CN" dirty="0"/>
              <a:t>、</a:t>
            </a:r>
            <a:r>
              <a:rPr lang="en-US" altLang="zh-CN" dirty="0"/>
              <a:t>23</a:t>
            </a:r>
            <a:r>
              <a:rPr lang="zh-CN" altLang="zh-CN" dirty="0"/>
              <a:t>、</a:t>
            </a:r>
            <a:r>
              <a:rPr lang="en-US" altLang="zh-CN" dirty="0"/>
              <a:t>2</a:t>
            </a:r>
            <a:r>
              <a:rPr lang="zh-CN" altLang="zh-CN" dirty="0"/>
              <a:t>均为素数，则</a:t>
            </a:r>
            <a:r>
              <a:rPr lang="en-US" altLang="zh-CN" dirty="0"/>
              <a:t>239</a:t>
            </a:r>
            <a:r>
              <a:rPr lang="zh-CN" altLang="zh-CN" dirty="0"/>
              <a:t>为超级素数。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zh-CN" dirty="0"/>
              <a:t>编写程序，输入正整数</a:t>
            </a:r>
            <a:r>
              <a:rPr lang="en-US" altLang="zh-CN" dirty="0"/>
              <a:t>n</a:t>
            </a:r>
            <a:r>
              <a:rPr lang="zh-CN" altLang="zh-CN" dirty="0"/>
              <a:t>，判断是否为超级素数。如果是，输出</a:t>
            </a:r>
            <a:r>
              <a:rPr lang="en-US" altLang="zh-CN" dirty="0"/>
              <a:t>"Yes"</a:t>
            </a:r>
            <a:r>
              <a:rPr lang="zh-CN" altLang="zh-CN" dirty="0"/>
              <a:t>，如果不是，输出</a:t>
            </a:r>
            <a:r>
              <a:rPr lang="en-US" altLang="zh-CN" dirty="0"/>
              <a:t>"No"</a:t>
            </a:r>
            <a:r>
              <a:rPr lang="zh-CN" altLang="zh-CN" dirty="0"/>
              <a:t>。</a:t>
            </a:r>
          </a:p>
          <a:p>
            <a:pPr marL="0" indent="0">
              <a:buNone/>
            </a:pPr>
            <a:r>
              <a:rPr lang="zh-CN" altLang="zh-CN" dirty="0"/>
              <a:t>测试</a:t>
            </a:r>
            <a:r>
              <a:rPr lang="en-US" altLang="zh-CN" dirty="0"/>
              <a:t>1</a:t>
            </a:r>
            <a:r>
              <a:rPr lang="zh-CN" altLang="zh-CN" dirty="0"/>
              <a:t>：（第</a:t>
            </a:r>
            <a:r>
              <a:rPr lang="en-US" altLang="zh-CN" dirty="0"/>
              <a:t>1</a:t>
            </a:r>
            <a:r>
              <a:rPr lang="zh-CN" altLang="zh-CN" dirty="0"/>
              <a:t>行为输入，第</a:t>
            </a:r>
            <a:r>
              <a:rPr lang="en-US" altLang="zh-CN" dirty="0"/>
              <a:t>2</a:t>
            </a:r>
            <a:r>
              <a:rPr lang="zh-CN" altLang="zh-CN" dirty="0"/>
              <a:t>行为输出）</a:t>
            </a:r>
          </a:p>
          <a:p>
            <a:pPr marL="0" indent="0">
              <a:buNone/>
            </a:pPr>
            <a:r>
              <a:rPr lang="en-US" altLang="zh-CN" dirty="0"/>
              <a:t>239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Yes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测试</a:t>
            </a:r>
            <a:r>
              <a:rPr lang="en-US" altLang="zh-CN" dirty="0"/>
              <a:t>1</a:t>
            </a:r>
            <a:r>
              <a:rPr lang="zh-CN" altLang="zh-CN" dirty="0"/>
              <a:t>：（第</a:t>
            </a:r>
            <a:r>
              <a:rPr lang="en-US" altLang="zh-CN" dirty="0"/>
              <a:t>1</a:t>
            </a:r>
            <a:r>
              <a:rPr lang="zh-CN" altLang="zh-CN" dirty="0"/>
              <a:t>行为输入，第</a:t>
            </a:r>
            <a:r>
              <a:rPr lang="en-US" altLang="zh-CN" dirty="0"/>
              <a:t>2</a:t>
            </a:r>
            <a:r>
              <a:rPr lang="zh-CN" altLang="zh-CN" dirty="0"/>
              <a:t>行为输出）</a:t>
            </a:r>
          </a:p>
          <a:p>
            <a:pPr marL="0" indent="0">
              <a:buNone/>
            </a:pPr>
            <a:r>
              <a:rPr lang="en-US" altLang="zh-CN" dirty="0"/>
              <a:t>249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No</a:t>
            </a:r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6155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200" b="0" dirty="0"/>
              <a:t>n=int(input())</a:t>
            </a:r>
            <a:br>
              <a:rPr lang="en-US" altLang="zh-CN" sz="2200" b="0" dirty="0"/>
            </a:br>
            <a:r>
              <a:rPr lang="en-US" altLang="zh-CN" sz="2200" b="0" dirty="0"/>
              <a:t>while n:</a:t>
            </a:r>
            <a:br>
              <a:rPr lang="en-US" altLang="zh-CN" sz="2200" b="0" dirty="0"/>
            </a:br>
            <a:r>
              <a:rPr lang="en-US" altLang="zh-CN" sz="2200" b="0" dirty="0"/>
              <a:t>    #</a:t>
            </a:r>
            <a:r>
              <a:rPr lang="zh-CN" altLang="en-US" sz="2200" b="0" dirty="0"/>
              <a:t>判断</a:t>
            </a:r>
            <a:r>
              <a:rPr lang="en-US" altLang="zh-CN" sz="2200" b="0" dirty="0"/>
              <a:t>n</a:t>
            </a:r>
            <a:r>
              <a:rPr lang="zh-CN" altLang="en-US" sz="2200" b="0" dirty="0"/>
              <a:t>是不是素数</a:t>
            </a:r>
            <a:br>
              <a:rPr lang="zh-CN" altLang="en-US" sz="2200" b="0" dirty="0"/>
            </a:br>
            <a:r>
              <a:rPr lang="zh-CN" altLang="en-US" sz="2200" b="0" dirty="0"/>
              <a:t>    </a:t>
            </a:r>
            <a:r>
              <a:rPr lang="en-US" altLang="zh-CN" sz="2200" b="0" dirty="0"/>
              <a:t>flag=0</a:t>
            </a:r>
            <a:br>
              <a:rPr lang="en-US" altLang="zh-CN" sz="2200" b="0" dirty="0"/>
            </a:br>
            <a:r>
              <a:rPr lang="en-US" altLang="zh-CN" sz="2200" b="0" dirty="0"/>
              <a:t>    for </a:t>
            </a:r>
            <a:r>
              <a:rPr lang="en-US" altLang="zh-CN" sz="2200" b="0" dirty="0" err="1"/>
              <a:t>i</a:t>
            </a:r>
            <a:r>
              <a:rPr lang="en-US" altLang="zh-CN" sz="2200" b="0" dirty="0"/>
              <a:t> in range(2,n):</a:t>
            </a:r>
            <a:br>
              <a:rPr lang="en-US" altLang="zh-CN" sz="2200" b="0" dirty="0"/>
            </a:br>
            <a:r>
              <a:rPr lang="en-US" altLang="zh-CN" sz="2200" b="0" dirty="0"/>
              <a:t>        if </a:t>
            </a:r>
            <a:r>
              <a:rPr lang="en-US" altLang="zh-CN" sz="2200" b="0" dirty="0" err="1"/>
              <a:t>n%i</a:t>
            </a:r>
            <a:r>
              <a:rPr lang="en-US" altLang="zh-CN" sz="2200" b="0" dirty="0"/>
              <a:t>==0:</a:t>
            </a:r>
            <a:br>
              <a:rPr lang="en-US" altLang="zh-CN" sz="2200" b="0" dirty="0"/>
            </a:br>
            <a:r>
              <a:rPr lang="en-US" altLang="zh-CN" sz="2200" b="0" dirty="0"/>
              <a:t>            flag=1</a:t>
            </a:r>
            <a:br>
              <a:rPr lang="en-US" altLang="zh-CN" sz="2200" b="0" dirty="0"/>
            </a:br>
            <a:r>
              <a:rPr lang="en-US" altLang="zh-CN" sz="2200" b="0" dirty="0"/>
              <a:t>            break</a:t>
            </a:r>
            <a:br>
              <a:rPr lang="en-US" altLang="zh-CN" sz="2200" b="0" dirty="0"/>
            </a:br>
            <a:r>
              <a:rPr lang="en-US" altLang="zh-CN" sz="2200" b="0" dirty="0"/>
              <a:t>    if flag==1:</a:t>
            </a:r>
            <a:br>
              <a:rPr lang="en-US" altLang="zh-CN" sz="2200" b="0" dirty="0"/>
            </a:br>
            <a:r>
              <a:rPr lang="en-US" altLang="zh-CN" sz="2200" b="0" dirty="0"/>
              <a:t>        print("No")</a:t>
            </a:r>
            <a:br>
              <a:rPr lang="en-US" altLang="zh-CN" sz="2200" b="0" dirty="0"/>
            </a:br>
            <a:r>
              <a:rPr lang="en-US" altLang="zh-CN" sz="2200" b="0" dirty="0"/>
              <a:t>        break</a:t>
            </a:r>
            <a:br>
              <a:rPr lang="en-US" altLang="zh-CN" sz="2200" b="0" dirty="0"/>
            </a:br>
            <a:r>
              <a:rPr lang="en-US" altLang="zh-CN" sz="2200" b="0" dirty="0"/>
              <a:t>    n//=10</a:t>
            </a:r>
            <a:br>
              <a:rPr lang="en-US" altLang="zh-CN" sz="2200" b="0" dirty="0"/>
            </a:br>
            <a:r>
              <a:rPr lang="en-US" altLang="zh-CN" sz="2200" b="0" dirty="0"/>
              <a:t>else:</a:t>
            </a:r>
            <a:br>
              <a:rPr lang="en-US" altLang="zh-CN" sz="2200" b="0" dirty="0"/>
            </a:br>
            <a:r>
              <a:rPr lang="en-US" altLang="zh-CN" sz="2200" b="0" dirty="0"/>
              <a:t>    print("Yes")</a:t>
            </a:r>
            <a:r>
              <a:rPr lang="en-US" altLang="zh-CN" sz="2200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03【</a:t>
            </a:r>
            <a:r>
              <a:rPr lang="zh-CN" altLang="en-US" dirty="0"/>
              <a:t>输出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之间的回文数</a:t>
            </a:r>
            <a:r>
              <a:rPr lang="en-US" altLang="zh-CN" dirty="0"/>
              <a:t>】 </a:t>
            </a:r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zh-CN" dirty="0"/>
              <a:t>编写程序，找出介于正整数</a:t>
            </a:r>
            <a:r>
              <a:rPr lang="en-US" altLang="zh-CN" dirty="0"/>
              <a:t>A</a:t>
            </a:r>
            <a:r>
              <a:rPr lang="zh-CN" altLang="zh-CN" dirty="0"/>
              <a:t>、</a:t>
            </a:r>
            <a:r>
              <a:rPr lang="en-US" altLang="zh-CN" dirty="0"/>
              <a:t>B(A&lt;B&lt;10000)</a:t>
            </a:r>
            <a:r>
              <a:rPr lang="zh-CN" altLang="zh-CN" dirty="0"/>
              <a:t>之间（包含</a:t>
            </a:r>
            <a:r>
              <a:rPr lang="en-US" altLang="zh-CN" dirty="0"/>
              <a:t>A</a:t>
            </a:r>
            <a:r>
              <a:rPr lang="zh-CN" altLang="zh-CN" dirty="0"/>
              <a:t>和</a:t>
            </a:r>
            <a:r>
              <a:rPr lang="en-US" altLang="zh-CN" dirty="0"/>
              <a:t>B</a:t>
            </a:r>
            <a:r>
              <a:rPr lang="zh-CN" altLang="zh-CN" dirty="0"/>
              <a:t>）的所有回文数，并按从小到大输出这些回文数。</a:t>
            </a:r>
          </a:p>
          <a:p>
            <a:pPr marL="0" indent="0">
              <a:buNone/>
            </a:pPr>
            <a:r>
              <a:rPr lang="zh-CN" altLang="zh-CN" dirty="0"/>
              <a:t>输出时，每</a:t>
            </a:r>
            <a:r>
              <a:rPr lang="en-US" altLang="zh-CN" dirty="0"/>
              <a:t>5</a:t>
            </a:r>
            <a:r>
              <a:rPr lang="zh-CN" altLang="zh-CN" dirty="0"/>
              <a:t>个数一行，每个数占</a:t>
            </a:r>
            <a:r>
              <a:rPr lang="en-US" altLang="zh-CN" dirty="0"/>
              <a:t>5</a:t>
            </a:r>
            <a:r>
              <a:rPr lang="zh-CN" altLang="zh-CN" dirty="0"/>
              <a:t>位宽，左对齐。</a:t>
            </a:r>
          </a:p>
          <a:p>
            <a:pPr marL="0" indent="0">
              <a:buNone/>
            </a:pPr>
            <a:r>
              <a:rPr lang="zh-CN" altLang="zh-CN" dirty="0"/>
              <a:t>测试</a:t>
            </a:r>
            <a:r>
              <a:rPr lang="en-US" altLang="zh-CN" dirty="0"/>
              <a:t>1</a:t>
            </a:r>
            <a:r>
              <a:rPr lang="zh-CN" altLang="zh-CN" dirty="0"/>
              <a:t>：（第</a:t>
            </a:r>
            <a:r>
              <a:rPr lang="en-US" altLang="zh-CN" dirty="0"/>
              <a:t>1</a:t>
            </a:r>
            <a:r>
              <a:rPr lang="zh-CN" altLang="zh-CN" dirty="0"/>
              <a:t>行为输入，其余行为输出）</a:t>
            </a:r>
          </a:p>
          <a:p>
            <a:pPr marL="0" indent="0">
              <a:buNone/>
            </a:pPr>
            <a:r>
              <a:rPr lang="en-US" altLang="zh-CN" dirty="0"/>
              <a:t>1 100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1    2    3    4    5   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6    7    8    9    11  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22   33   44   55   66  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77   88   99</a:t>
            </a:r>
            <a:endParaRPr lang="zh-CN" altLang="zh-CN" dirty="0"/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zh-CN" b="0" dirty="0"/>
              <a:t>A,B=map(eval,input().split())</a:t>
            </a:r>
            <a:br>
              <a:rPr lang="pt-BR" altLang="zh-CN" b="0" dirty="0"/>
            </a:br>
            <a:r>
              <a:rPr lang="pt-BR" altLang="zh-CN" sz="2200" b="0" dirty="0"/>
              <a:t>num=0</a:t>
            </a:r>
            <a:br>
              <a:rPr lang="pt-BR" altLang="zh-CN" sz="2200" b="0" dirty="0"/>
            </a:br>
            <a:r>
              <a:rPr lang="pt-BR" altLang="zh-CN" sz="2200" b="0" dirty="0"/>
              <a:t>for n in range(A,B+1):</a:t>
            </a:r>
            <a:br>
              <a:rPr lang="pt-BR" altLang="zh-CN" sz="2200" b="0" dirty="0"/>
            </a:br>
            <a:r>
              <a:rPr lang="pt-BR" altLang="zh-CN" sz="2200" b="0" dirty="0"/>
              <a:t>    t=n</a:t>
            </a:r>
            <a:br>
              <a:rPr lang="pt-BR" altLang="zh-CN" sz="2200" b="0" dirty="0"/>
            </a:br>
            <a:r>
              <a:rPr lang="pt-BR" altLang="zh-CN" sz="2200" b="0" dirty="0"/>
              <a:t>    r=0</a:t>
            </a:r>
            <a:br>
              <a:rPr lang="pt-BR" altLang="zh-CN" sz="2200" b="0" dirty="0"/>
            </a:br>
            <a:r>
              <a:rPr lang="pt-BR" altLang="zh-CN" sz="2200" b="0" dirty="0"/>
              <a:t>    while t:</a:t>
            </a:r>
            <a:br>
              <a:rPr lang="pt-BR" altLang="zh-CN" sz="2200" b="0" dirty="0"/>
            </a:br>
            <a:r>
              <a:rPr lang="pt-BR" altLang="zh-CN" sz="2200" b="0" dirty="0"/>
              <a:t>        r=r*10+t%10</a:t>
            </a:r>
            <a:br>
              <a:rPr lang="pt-BR" altLang="zh-CN" sz="2200" b="0" dirty="0"/>
            </a:br>
            <a:r>
              <a:rPr lang="pt-BR" altLang="zh-CN" sz="2200" b="0" dirty="0"/>
              <a:t>        t//=10</a:t>
            </a:r>
            <a:br>
              <a:rPr lang="pt-BR" altLang="zh-CN" sz="2200" b="0" dirty="0"/>
            </a:br>
            <a:r>
              <a:rPr lang="pt-BR" altLang="zh-CN" sz="2200" b="0" dirty="0"/>
              <a:t>    if r==n:</a:t>
            </a:r>
            <a:br>
              <a:rPr lang="pt-BR" altLang="zh-CN" sz="2200" b="0" dirty="0"/>
            </a:br>
            <a:r>
              <a:rPr lang="pt-BR" altLang="zh-CN" sz="2200" b="0" dirty="0"/>
              <a:t>        print("%-5d"%n,end="")</a:t>
            </a:r>
            <a:br>
              <a:rPr lang="pt-BR" altLang="zh-CN" sz="2200" b="0" dirty="0"/>
            </a:br>
            <a:r>
              <a:rPr lang="pt-BR" altLang="zh-CN" sz="2200" b="0" dirty="0"/>
              <a:t>        num+=1</a:t>
            </a:r>
            <a:br>
              <a:rPr lang="pt-BR" altLang="zh-CN" sz="2200" b="0" dirty="0"/>
            </a:br>
            <a:r>
              <a:rPr lang="pt-BR" altLang="zh-CN" sz="2200" b="0" dirty="0"/>
              <a:t>        if num%5==0:</a:t>
            </a:r>
            <a:br>
              <a:rPr lang="pt-BR" altLang="zh-CN" sz="2200" b="0" dirty="0"/>
            </a:br>
            <a:r>
              <a:rPr lang="pt-BR" altLang="zh-CN" sz="2200" b="0" dirty="0"/>
              <a:t>            print() </a:t>
            </a:r>
            <a:endParaRPr lang="en-US" altLang="zh-CN" sz="22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04 </a:t>
            </a:r>
            <a:r>
              <a:rPr lang="zh-CN" altLang="en-US" dirty="0"/>
              <a:t>打印</a:t>
            </a:r>
            <a:r>
              <a:rPr lang="en-US" altLang="zh-CN" dirty="0"/>
              <a:t>n</a:t>
            </a:r>
            <a:r>
              <a:rPr lang="zh-CN" altLang="en-US" dirty="0"/>
              <a:t>层等腰三角形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测试</a:t>
            </a:r>
            <a:r>
              <a:rPr lang="en-US" altLang="zh-CN" dirty="0"/>
              <a:t>1</a:t>
            </a:r>
            <a:r>
              <a:rPr lang="zh-CN" altLang="zh-CN" dirty="0"/>
              <a:t>：（第</a:t>
            </a:r>
            <a:r>
              <a:rPr lang="en-US" altLang="zh-CN" dirty="0"/>
              <a:t>1</a:t>
            </a:r>
            <a:r>
              <a:rPr lang="zh-CN" altLang="zh-CN" dirty="0"/>
              <a:t>行为输入，其余行为输出）</a:t>
            </a:r>
          </a:p>
          <a:p>
            <a:pPr marL="0" indent="0">
              <a:buNone/>
            </a:pPr>
            <a:r>
              <a:rPr lang="en-US" altLang="zh-CN" dirty="0"/>
              <a:t>5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***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*****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*******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*********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0" dirty="0"/>
              <a:t>n=int(input())</a:t>
            </a:r>
            <a:br>
              <a:rPr lang="en-US" altLang="zh-CN" b="0" dirty="0"/>
            </a:br>
            <a:r>
              <a:rPr lang="en-US" altLang="zh-CN" b="0" dirty="0"/>
              <a:t>for </a:t>
            </a:r>
            <a:r>
              <a:rPr lang="en-US" altLang="zh-CN" b="0" dirty="0" err="1"/>
              <a:t>i</a:t>
            </a:r>
            <a:r>
              <a:rPr lang="en-US" altLang="zh-CN" b="0" dirty="0"/>
              <a:t> in range(1,n+1):</a:t>
            </a:r>
            <a:br>
              <a:rPr lang="en-US" altLang="zh-CN" b="0" dirty="0"/>
            </a:br>
            <a:r>
              <a:rPr lang="en-US" altLang="zh-CN" b="0" dirty="0"/>
              <a:t>    for j in range(1,n-i+1):</a:t>
            </a:r>
            <a:br>
              <a:rPr lang="en-US" altLang="zh-CN" b="0" dirty="0"/>
            </a:br>
            <a:r>
              <a:rPr lang="en-US" altLang="zh-CN" b="0" dirty="0"/>
              <a:t>            print(' ', end='')</a:t>
            </a:r>
            <a:br>
              <a:rPr lang="en-US" altLang="zh-CN" b="0" dirty="0"/>
            </a:br>
            <a:r>
              <a:rPr lang="en-US" altLang="zh-CN" b="0" dirty="0"/>
              <a:t>    for j in range(1,2*i-1+1):</a:t>
            </a:r>
            <a:br>
              <a:rPr lang="en-US" altLang="zh-CN" b="0" dirty="0"/>
            </a:br>
            <a:r>
              <a:rPr lang="en-US" altLang="zh-CN" b="0" dirty="0"/>
              <a:t>            print('*', end='')</a:t>
            </a:r>
            <a:br>
              <a:rPr lang="en-US" altLang="zh-CN" b="0" dirty="0"/>
            </a:br>
            <a:r>
              <a:rPr lang="en-US" altLang="zh-CN" b="0" dirty="0"/>
              <a:t>    </a:t>
            </a:r>
            <a:br>
              <a:rPr lang="en-US" altLang="zh-CN" b="0" dirty="0"/>
            </a:br>
            <a:r>
              <a:rPr lang="en-US" altLang="zh-CN" b="0" dirty="0"/>
              <a:t>    print()</a:t>
            </a:r>
            <a:r>
              <a:rPr lang="en-US" altLang="zh-CN" dirty="0"/>
              <a:t> 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05 </a:t>
            </a:r>
            <a:r>
              <a:rPr lang="zh-CN" altLang="en-US" dirty="0"/>
              <a:t>输出</a:t>
            </a:r>
            <a:r>
              <a:rPr lang="en-US" altLang="zh-CN" dirty="0"/>
              <a:t>n</a:t>
            </a:r>
            <a:r>
              <a:rPr lang="zh-CN" altLang="en-US" dirty="0"/>
              <a:t>层菱形</a:t>
            </a:r>
            <a:r>
              <a:rPr lang="en-US" altLang="zh-CN" dirty="0"/>
              <a:t>(n</a:t>
            </a:r>
            <a:r>
              <a:rPr lang="zh-CN" altLang="en-US" dirty="0"/>
              <a:t>为奇数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7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***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*****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*******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*****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***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*</a:t>
            </a:r>
            <a:endParaRPr lang="zh-CN" altLang="zh-CN" dirty="0"/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0" dirty="0"/>
              <a:t>n=eval(input())</a:t>
            </a:r>
            <a:br>
              <a:rPr lang="en-US" altLang="zh-CN" sz="2400" b="0" dirty="0"/>
            </a:br>
            <a:r>
              <a:rPr lang="en-US" altLang="zh-CN" sz="2400" b="0" dirty="0"/>
              <a:t>m=n</a:t>
            </a:r>
            <a:br>
              <a:rPr lang="en-US" altLang="zh-CN" sz="2400" b="0" dirty="0"/>
            </a:br>
            <a:r>
              <a:rPr lang="en-US" altLang="zh-CN" sz="2400" b="0" dirty="0"/>
              <a:t>n=n//2</a:t>
            </a:r>
            <a:br>
              <a:rPr lang="en-US" altLang="zh-CN" sz="2400" b="0" dirty="0"/>
            </a:br>
            <a:r>
              <a:rPr lang="en-US" altLang="zh-CN" sz="2400" b="0" dirty="0"/>
              <a:t>for </a:t>
            </a:r>
            <a:r>
              <a:rPr lang="en-US" altLang="zh-CN" sz="2400" b="0" dirty="0" err="1"/>
              <a:t>i</a:t>
            </a:r>
            <a:r>
              <a:rPr lang="en-US" altLang="zh-CN" sz="2400" b="0" dirty="0"/>
              <a:t> in range(1,n+1):</a:t>
            </a:r>
            <a:br>
              <a:rPr lang="en-US" altLang="zh-CN" sz="2400" b="0" dirty="0"/>
            </a:br>
            <a:r>
              <a:rPr lang="en-US" altLang="zh-CN" sz="2400" b="0" dirty="0"/>
              <a:t>    for j in range(1,n-i+1+1):</a:t>
            </a:r>
            <a:br>
              <a:rPr lang="en-US" altLang="zh-CN" sz="2400" b="0" dirty="0"/>
            </a:br>
            <a:r>
              <a:rPr lang="en-US" altLang="zh-CN" sz="2400" b="0" dirty="0"/>
              <a:t>        print(" ",end='')</a:t>
            </a:r>
            <a:br>
              <a:rPr lang="en-US" altLang="zh-CN" sz="2400" b="0" dirty="0"/>
            </a:br>
            <a:r>
              <a:rPr lang="en-US" altLang="zh-CN" sz="2400" b="0" dirty="0"/>
              <a:t>    for j in range(1,2*i-1+1):</a:t>
            </a:r>
            <a:br>
              <a:rPr lang="en-US" altLang="zh-CN" sz="2400" b="0" dirty="0"/>
            </a:br>
            <a:r>
              <a:rPr lang="en-US" altLang="zh-CN" sz="2400" b="0" dirty="0"/>
              <a:t>        print("*",end='')</a:t>
            </a:r>
            <a:br>
              <a:rPr lang="en-US" altLang="zh-CN" sz="2400" b="0" dirty="0"/>
            </a:br>
            <a:r>
              <a:rPr lang="en-US" altLang="zh-CN" sz="2400" b="0" dirty="0"/>
              <a:t>    print()</a:t>
            </a:r>
            <a:br>
              <a:rPr lang="en-US" altLang="zh-CN" sz="2400" b="0" dirty="0"/>
            </a:br>
            <a:br>
              <a:rPr lang="en-US" altLang="zh-CN" sz="2400" b="0" dirty="0"/>
            </a:br>
            <a:r>
              <a:rPr lang="en-US" altLang="zh-CN" sz="2400" b="0" dirty="0"/>
              <a:t>n=m-n</a:t>
            </a:r>
            <a:br>
              <a:rPr lang="en-US" altLang="zh-CN" sz="2400" b="0" dirty="0"/>
            </a:br>
            <a:r>
              <a:rPr lang="en-US" altLang="zh-CN" sz="2400" b="0" dirty="0"/>
              <a:t>for </a:t>
            </a:r>
            <a:r>
              <a:rPr lang="en-US" altLang="zh-CN" sz="2400" b="0" dirty="0" err="1"/>
              <a:t>i</a:t>
            </a:r>
            <a:r>
              <a:rPr lang="en-US" altLang="zh-CN" sz="2400" b="0" dirty="0"/>
              <a:t> in range(1,n+1):</a:t>
            </a:r>
            <a:br>
              <a:rPr lang="en-US" altLang="zh-CN" sz="2400" b="0" dirty="0"/>
            </a:br>
            <a:r>
              <a:rPr lang="en-US" altLang="zh-CN" sz="2400" b="0" dirty="0"/>
              <a:t>    for j in range(1,i):</a:t>
            </a:r>
            <a:br>
              <a:rPr lang="en-US" altLang="zh-CN" sz="2400" b="0" dirty="0"/>
            </a:br>
            <a:r>
              <a:rPr lang="en-US" altLang="zh-CN" sz="2400" b="0" dirty="0"/>
              <a:t>        print(" ",end='')</a:t>
            </a:r>
            <a:br>
              <a:rPr lang="en-US" altLang="zh-CN" sz="2400" b="0" dirty="0"/>
            </a:br>
            <a:r>
              <a:rPr lang="en-US" altLang="zh-CN" sz="2400" b="0" dirty="0"/>
              <a:t>    for j in range(1,2*(n-i+1)):</a:t>
            </a:r>
            <a:br>
              <a:rPr lang="en-US" altLang="zh-CN" sz="2400" b="0" dirty="0"/>
            </a:br>
            <a:r>
              <a:rPr lang="en-US" altLang="zh-CN" sz="2400" b="0" dirty="0"/>
              <a:t>        print("*",end='')</a:t>
            </a:r>
            <a:br>
              <a:rPr lang="en-US" altLang="zh-CN" sz="2400" b="0" dirty="0"/>
            </a:br>
            <a:r>
              <a:rPr lang="en-US" altLang="zh-CN" sz="2400" b="0" dirty="0"/>
              <a:t>    print()</a:t>
            </a:r>
            <a:r>
              <a:rPr lang="en-US" altLang="zh-CN" sz="2400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06 </a:t>
            </a:r>
            <a:r>
              <a:rPr lang="zh-CN" altLang="en-US" dirty="0"/>
              <a:t>打印空心菱形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7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* 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*   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*     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*   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* 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*</a:t>
            </a:r>
            <a:endParaRPr lang="zh-CN" altLang="zh-CN" dirty="0"/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400" b="0" dirty="0"/>
              <a:t>n=eval(input())</a:t>
            </a:r>
            <a:br>
              <a:rPr lang="en-US" altLang="zh-CN" sz="2400" b="0" dirty="0"/>
            </a:br>
            <a:r>
              <a:rPr lang="en-US" altLang="zh-CN" sz="2400" b="0" dirty="0"/>
              <a:t>m=n</a:t>
            </a:r>
            <a:br>
              <a:rPr lang="en-US" altLang="zh-CN" sz="2400" b="0" dirty="0"/>
            </a:br>
            <a:r>
              <a:rPr lang="en-US" altLang="zh-CN" sz="2400" b="0" dirty="0"/>
              <a:t>n=n//2</a:t>
            </a:r>
            <a:br>
              <a:rPr lang="en-US" altLang="zh-CN" sz="2400" b="0" dirty="0"/>
            </a:br>
            <a:r>
              <a:rPr lang="en-US" altLang="zh-CN" sz="2400" b="0" dirty="0"/>
              <a:t>for </a:t>
            </a:r>
            <a:r>
              <a:rPr lang="en-US" altLang="zh-CN" sz="2400" b="0" dirty="0" err="1"/>
              <a:t>i</a:t>
            </a:r>
            <a:r>
              <a:rPr lang="en-US" altLang="zh-CN" sz="2400" b="0" dirty="0"/>
              <a:t> in range(1,n+1):</a:t>
            </a:r>
            <a:br>
              <a:rPr lang="en-US" altLang="zh-CN" sz="2400" b="0" dirty="0"/>
            </a:br>
            <a:r>
              <a:rPr lang="en-US" altLang="zh-CN" sz="2400" b="0" dirty="0"/>
              <a:t>    for j in range(1,n-i+1+1):</a:t>
            </a:r>
            <a:br>
              <a:rPr lang="en-US" altLang="zh-CN" sz="2400" b="0" dirty="0"/>
            </a:br>
            <a:r>
              <a:rPr lang="en-US" altLang="zh-CN" sz="2400" b="0" dirty="0"/>
              <a:t>        print(" ",end='')</a:t>
            </a:r>
            <a:br>
              <a:rPr lang="en-US" altLang="zh-CN" sz="2400" b="0" dirty="0"/>
            </a:br>
            <a:r>
              <a:rPr lang="en-US" altLang="zh-CN" sz="2400" b="0" dirty="0"/>
              <a:t>    for j in range(1,2*i-1+1):</a:t>
            </a:r>
            <a:br>
              <a:rPr lang="en-US" altLang="zh-CN" sz="2400" b="0" dirty="0"/>
            </a:br>
            <a:r>
              <a:rPr lang="en-US" altLang="zh-CN" sz="2400" b="0" dirty="0"/>
              <a:t>        if j==1 or j==2*i-1:</a:t>
            </a:r>
            <a:br>
              <a:rPr lang="en-US" altLang="zh-CN" sz="2400" b="0" dirty="0"/>
            </a:br>
            <a:r>
              <a:rPr lang="en-US" altLang="zh-CN" sz="2400" b="0" dirty="0"/>
              <a:t>            print("*",end='')</a:t>
            </a:r>
            <a:br>
              <a:rPr lang="en-US" altLang="zh-CN" sz="2400" b="0" dirty="0"/>
            </a:br>
            <a:r>
              <a:rPr lang="en-US" altLang="zh-CN" sz="2400" b="0" dirty="0"/>
              <a:t>        else:</a:t>
            </a:r>
            <a:br>
              <a:rPr lang="en-US" altLang="zh-CN" sz="2400" b="0" dirty="0"/>
            </a:br>
            <a:r>
              <a:rPr lang="en-US" altLang="zh-CN" sz="2400" b="0" dirty="0"/>
              <a:t>            print(" ",end='')</a:t>
            </a:r>
            <a:br>
              <a:rPr lang="en-US" altLang="zh-CN" sz="2400" b="0" dirty="0"/>
            </a:br>
            <a:r>
              <a:rPr lang="en-US" altLang="zh-CN" sz="2400" b="0" dirty="0"/>
              <a:t>    print()</a:t>
            </a:r>
            <a:br>
              <a:rPr lang="en-US" altLang="zh-CN" sz="2400" b="0" dirty="0"/>
            </a:br>
            <a:br>
              <a:rPr lang="en-US" altLang="zh-CN" sz="2400" b="0" dirty="0"/>
            </a:br>
            <a:r>
              <a:rPr lang="en-US" altLang="zh-CN" sz="2400" b="0" dirty="0"/>
              <a:t>n=m-n</a:t>
            </a:r>
            <a:br>
              <a:rPr lang="en-US" altLang="zh-CN" sz="2400" b="0" dirty="0"/>
            </a:br>
            <a:r>
              <a:rPr lang="en-US" altLang="zh-CN" sz="2400" b="0" dirty="0"/>
              <a:t>for </a:t>
            </a:r>
            <a:r>
              <a:rPr lang="en-US" altLang="zh-CN" sz="2400" b="0" dirty="0" err="1"/>
              <a:t>i</a:t>
            </a:r>
            <a:r>
              <a:rPr lang="en-US" altLang="zh-CN" sz="2400" b="0" dirty="0"/>
              <a:t> in range(1,n+1):</a:t>
            </a:r>
            <a:br>
              <a:rPr lang="en-US" altLang="zh-CN" sz="2400" b="0" dirty="0"/>
            </a:br>
            <a:r>
              <a:rPr lang="en-US" altLang="zh-CN" sz="2400" b="0" dirty="0"/>
              <a:t>    for j in range(1,i):</a:t>
            </a:r>
            <a:br>
              <a:rPr lang="en-US" altLang="zh-CN" sz="2400" b="0" dirty="0"/>
            </a:br>
            <a:r>
              <a:rPr lang="en-US" altLang="zh-CN" sz="2400" b="0" dirty="0"/>
              <a:t>        print(" ",end='')</a:t>
            </a:r>
            <a:br>
              <a:rPr lang="en-US" altLang="zh-CN" sz="2400" b="0" dirty="0"/>
            </a:br>
            <a:r>
              <a:rPr lang="en-US" altLang="zh-CN" sz="2400" b="0" dirty="0"/>
              <a:t>    for j in range(1,2*(n-i+1)):</a:t>
            </a:r>
            <a:br>
              <a:rPr lang="en-US" altLang="zh-CN" sz="2400" b="0" dirty="0"/>
            </a:br>
            <a:r>
              <a:rPr lang="en-US" altLang="zh-CN" sz="2400" b="0" dirty="0"/>
              <a:t>        if j==1 or j==2*(n-i+1)-1:</a:t>
            </a:r>
            <a:br>
              <a:rPr lang="en-US" altLang="zh-CN" sz="2400" b="0" dirty="0"/>
            </a:br>
            <a:r>
              <a:rPr lang="en-US" altLang="zh-CN" sz="2400" b="0" dirty="0"/>
              <a:t>            print("*",end='')</a:t>
            </a:r>
            <a:br>
              <a:rPr lang="en-US" altLang="zh-CN" sz="2400" b="0" dirty="0"/>
            </a:br>
            <a:r>
              <a:rPr lang="en-US" altLang="zh-CN" sz="2400" b="0" dirty="0"/>
              <a:t>        else:</a:t>
            </a:r>
            <a:br>
              <a:rPr lang="en-US" altLang="zh-CN" sz="2400" b="0" dirty="0"/>
            </a:br>
            <a:r>
              <a:rPr lang="en-US" altLang="zh-CN" sz="2400" b="0" dirty="0"/>
              <a:t>            print(" ",end='')</a:t>
            </a:r>
            <a:br>
              <a:rPr lang="en-US" altLang="zh-CN" sz="2400" b="0" dirty="0"/>
            </a:br>
            <a:r>
              <a:rPr lang="en-US" altLang="zh-CN" sz="2400" b="0" dirty="0"/>
              <a:t>    print()</a:t>
            </a:r>
            <a:r>
              <a:rPr lang="en-US" altLang="zh-CN" sz="2400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07 m</a:t>
            </a:r>
            <a:r>
              <a:rPr lang="zh-CN" altLang="en-US" dirty="0"/>
              <a:t>座</a:t>
            </a:r>
            <a:r>
              <a:rPr lang="en-US" altLang="zh-CN" dirty="0"/>
              <a:t>n</a:t>
            </a:r>
            <a:r>
              <a:rPr lang="zh-CN" altLang="en-US" dirty="0"/>
              <a:t>层金字塔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3 4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*      *      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***    ***    ***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*****  *****  *****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*********************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0" dirty="0" err="1"/>
              <a:t>m,n</a:t>
            </a:r>
            <a:r>
              <a:rPr lang="en-US" altLang="zh-CN" b="0" dirty="0"/>
              <a:t>=map(</a:t>
            </a:r>
            <a:r>
              <a:rPr lang="en-US" altLang="zh-CN" b="0" dirty="0" err="1"/>
              <a:t>eval,input</a:t>
            </a:r>
            <a:r>
              <a:rPr lang="en-US" altLang="zh-CN" b="0" dirty="0"/>
              <a:t>().split())</a:t>
            </a:r>
            <a:br>
              <a:rPr lang="en-US" altLang="zh-CN" b="0" dirty="0"/>
            </a:br>
            <a:r>
              <a:rPr lang="en-US" altLang="zh-CN" b="0" dirty="0"/>
              <a:t>for </a:t>
            </a:r>
            <a:r>
              <a:rPr lang="en-US" altLang="zh-CN" b="0" dirty="0" err="1"/>
              <a:t>i</a:t>
            </a:r>
            <a:r>
              <a:rPr lang="en-US" altLang="zh-CN" b="0" dirty="0"/>
              <a:t> in range(1,n+1):</a:t>
            </a:r>
            <a:br>
              <a:rPr lang="en-US" altLang="zh-CN" b="0" dirty="0"/>
            </a:br>
            <a:r>
              <a:rPr lang="en-US" altLang="zh-CN" b="0" dirty="0"/>
              <a:t>    for k in range(1,m+1):</a:t>
            </a:r>
            <a:br>
              <a:rPr lang="en-US" altLang="zh-CN" b="0" dirty="0"/>
            </a:br>
            <a:r>
              <a:rPr lang="en-US" altLang="zh-CN" b="0" dirty="0"/>
              <a:t>        for j in range(1,n-i+1):</a:t>
            </a:r>
            <a:br>
              <a:rPr lang="en-US" altLang="zh-CN" b="0" dirty="0"/>
            </a:br>
            <a:r>
              <a:rPr lang="en-US" altLang="zh-CN" b="0" dirty="0"/>
              <a:t>                print(' ', end='')</a:t>
            </a:r>
            <a:br>
              <a:rPr lang="en-US" altLang="zh-CN" b="0" dirty="0"/>
            </a:br>
            <a:r>
              <a:rPr lang="en-US" altLang="zh-CN" b="0" dirty="0"/>
              <a:t>        for j in range(1,2*i-1+1):</a:t>
            </a:r>
            <a:br>
              <a:rPr lang="en-US" altLang="zh-CN" b="0" dirty="0"/>
            </a:br>
            <a:r>
              <a:rPr lang="en-US" altLang="zh-CN" b="0" dirty="0"/>
              <a:t>                print('*', end='')</a:t>
            </a:r>
            <a:br>
              <a:rPr lang="en-US" altLang="zh-CN" b="0" dirty="0"/>
            </a:br>
            <a:r>
              <a:rPr lang="en-US" altLang="zh-CN" b="0" dirty="0"/>
              <a:t>        for j in range(1,n-i+1):</a:t>
            </a:r>
            <a:br>
              <a:rPr lang="en-US" altLang="zh-CN" b="0" dirty="0"/>
            </a:br>
            <a:r>
              <a:rPr lang="en-US" altLang="zh-CN" b="0" dirty="0"/>
              <a:t>                print(' ', end='')</a:t>
            </a:r>
            <a:br>
              <a:rPr lang="en-US" altLang="zh-CN" b="0" dirty="0"/>
            </a:br>
            <a:r>
              <a:rPr lang="en-US" altLang="zh-CN" b="0" dirty="0"/>
              <a:t>    print()</a:t>
            </a:r>
            <a:r>
              <a:rPr lang="en-US" altLang="zh-CN" dirty="0"/>
              <a:t> 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08 【</a:t>
            </a:r>
            <a:r>
              <a:rPr lang="zh-CN" altLang="en-US" dirty="0"/>
              <a:t>连环圣诞树</a:t>
            </a:r>
            <a:r>
              <a:rPr lang="en-US" altLang="zh-CN" dirty="0"/>
              <a:t>】</a:t>
            </a:r>
          </a:p>
          <a:p>
            <a:pPr marL="0" indent="0">
              <a:buNone/>
            </a:pPr>
            <a:r>
              <a:rPr lang="en-US" altLang="zh-CN" dirty="0"/>
              <a:t>2 3   #2</a:t>
            </a:r>
            <a:r>
              <a:rPr lang="zh-CN" altLang="en-US" dirty="0"/>
              <a:t>棵树，第一棵</a:t>
            </a:r>
            <a:r>
              <a:rPr lang="en-US" altLang="zh-CN" dirty="0"/>
              <a:t>3</a:t>
            </a:r>
            <a:r>
              <a:rPr lang="zh-CN" altLang="en-US" dirty="0"/>
              <a:t>层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*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***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*****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*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***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***** 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*******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*********</a:t>
            </a:r>
            <a:endParaRPr lang="zh-CN" altLang="zh-CN" dirty="0"/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0" dirty="0" err="1"/>
              <a:t>m,n</a:t>
            </a:r>
            <a:r>
              <a:rPr lang="en-US" altLang="zh-CN" b="0" dirty="0"/>
              <a:t>=map(</a:t>
            </a:r>
            <a:r>
              <a:rPr lang="en-US" altLang="zh-CN" b="0" dirty="0" err="1"/>
              <a:t>eval,input</a:t>
            </a:r>
            <a:r>
              <a:rPr lang="en-US" altLang="zh-CN" b="0" dirty="0"/>
              <a:t>().split())</a:t>
            </a:r>
            <a:br>
              <a:rPr lang="en-US" altLang="zh-CN" b="0" dirty="0"/>
            </a:br>
            <a:r>
              <a:rPr lang="en-US" altLang="zh-CN" b="0" dirty="0"/>
              <a:t>for k in range(1,m+1):</a:t>
            </a:r>
            <a:br>
              <a:rPr lang="en-US" altLang="zh-CN" b="0" dirty="0"/>
            </a:br>
            <a:r>
              <a:rPr lang="en-US" altLang="zh-CN" b="0" dirty="0"/>
              <a:t>    for </a:t>
            </a:r>
            <a:r>
              <a:rPr lang="en-US" altLang="zh-CN" b="0" dirty="0" err="1"/>
              <a:t>i</a:t>
            </a:r>
            <a:r>
              <a:rPr lang="en-US" altLang="zh-CN" b="0" dirty="0"/>
              <a:t> in range(1,n+1):</a:t>
            </a:r>
            <a:br>
              <a:rPr lang="en-US" altLang="zh-CN" b="0" dirty="0"/>
            </a:br>
            <a:r>
              <a:rPr lang="en-US" altLang="zh-CN" b="0" dirty="0"/>
              <a:t>        for j in range(1,n-i+1+2*(m-k)):</a:t>
            </a:r>
            <a:br>
              <a:rPr lang="en-US" altLang="zh-CN" b="0" dirty="0"/>
            </a:br>
            <a:r>
              <a:rPr lang="en-US" altLang="zh-CN" b="0" dirty="0"/>
              <a:t>            print(' ', end='')</a:t>
            </a:r>
            <a:br>
              <a:rPr lang="en-US" altLang="zh-CN" b="0" dirty="0"/>
            </a:br>
            <a:r>
              <a:rPr lang="en-US" altLang="zh-CN" b="0" dirty="0"/>
              <a:t>        for j in range(1,2*i-1+1):</a:t>
            </a:r>
            <a:br>
              <a:rPr lang="en-US" altLang="zh-CN" b="0" dirty="0"/>
            </a:br>
            <a:r>
              <a:rPr lang="en-US" altLang="zh-CN" b="0" dirty="0"/>
              <a:t>            print('*', end='')</a:t>
            </a:r>
            <a:br>
              <a:rPr lang="en-US" altLang="zh-CN" b="0" dirty="0"/>
            </a:br>
            <a:r>
              <a:rPr lang="en-US" altLang="zh-CN" b="0" dirty="0"/>
              <a:t>        print()</a:t>
            </a:r>
            <a:br>
              <a:rPr lang="en-US" altLang="zh-CN" b="0" dirty="0"/>
            </a:br>
            <a:r>
              <a:rPr lang="en-US" altLang="zh-CN" b="0" dirty="0"/>
              <a:t>    n+=2</a:t>
            </a:r>
            <a:r>
              <a:rPr lang="en-US" altLang="zh-CN" dirty="0"/>
              <a:t> 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09 【</a:t>
            </a:r>
            <a:r>
              <a:rPr lang="zh-CN" altLang="en-US" dirty="0"/>
              <a:t>两个分数求和</a:t>
            </a:r>
            <a:r>
              <a:rPr lang="en-US" altLang="zh-CN" dirty="0"/>
              <a:t>】</a:t>
            </a:r>
          </a:p>
          <a:p>
            <a:pPr marL="0" indent="0">
              <a:buNone/>
            </a:pPr>
            <a:r>
              <a:rPr lang="zh-CN" altLang="en-US" dirty="0"/>
              <a:t>要求：要月份</a:t>
            </a:r>
            <a:r>
              <a:rPr lang="en-US" altLang="zh-CN" dirty="0"/>
              <a:t>;</a:t>
            </a:r>
            <a:r>
              <a:rPr lang="zh-CN" altLang="en-US" dirty="0"/>
              <a:t>处理带分数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测试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1/5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4/5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1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测试</a:t>
            </a:r>
            <a:r>
              <a:rPr lang="en-US" altLang="zh-CN" dirty="0"/>
              <a:t>2</a:t>
            </a:r>
            <a:r>
              <a:rPr lang="zh-CN" altLang="zh-CN" dirty="0"/>
              <a:t>：（第</a:t>
            </a:r>
            <a:r>
              <a:rPr lang="en-US" altLang="zh-CN" dirty="0"/>
              <a:t>1</a:t>
            </a:r>
            <a:r>
              <a:rPr lang="zh-CN" altLang="zh-CN" dirty="0"/>
              <a:t>、</a:t>
            </a:r>
            <a:r>
              <a:rPr lang="en-US" altLang="zh-CN" dirty="0"/>
              <a:t>2</a:t>
            </a:r>
            <a:r>
              <a:rPr lang="zh-CN" altLang="zh-CN" dirty="0"/>
              <a:t>行为输入，第</a:t>
            </a:r>
            <a:r>
              <a:rPr lang="en-US" altLang="zh-CN" dirty="0"/>
              <a:t>3</a:t>
            </a:r>
            <a:r>
              <a:rPr lang="zh-CN" altLang="zh-CN" dirty="0"/>
              <a:t>行为输出）</a:t>
            </a:r>
          </a:p>
          <a:p>
            <a:pPr marL="0" indent="0">
              <a:buNone/>
            </a:pPr>
            <a:r>
              <a:rPr lang="en-US" altLang="zh-CN" dirty="0"/>
              <a:t>1/15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1/10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1/6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测试</a:t>
            </a:r>
            <a:r>
              <a:rPr lang="en-US" altLang="zh-CN" dirty="0"/>
              <a:t>3</a:t>
            </a:r>
            <a:r>
              <a:rPr lang="zh-CN" altLang="zh-CN" dirty="0"/>
              <a:t>：（第</a:t>
            </a:r>
            <a:r>
              <a:rPr lang="en-US" altLang="zh-CN" dirty="0"/>
              <a:t>1</a:t>
            </a:r>
            <a:r>
              <a:rPr lang="zh-CN" altLang="zh-CN" dirty="0"/>
              <a:t>、</a:t>
            </a:r>
            <a:r>
              <a:rPr lang="en-US" altLang="zh-CN" dirty="0"/>
              <a:t>2</a:t>
            </a:r>
            <a:r>
              <a:rPr lang="zh-CN" altLang="zh-CN" dirty="0"/>
              <a:t>行为输入，第</a:t>
            </a:r>
            <a:r>
              <a:rPr lang="en-US" altLang="zh-CN" dirty="0"/>
              <a:t>3</a:t>
            </a:r>
            <a:r>
              <a:rPr lang="zh-CN" altLang="zh-CN" dirty="0"/>
              <a:t>行为输出）</a:t>
            </a:r>
          </a:p>
          <a:p>
            <a:pPr marL="0" indent="0">
              <a:buNone/>
            </a:pPr>
            <a:r>
              <a:rPr lang="en-US" altLang="zh-CN" dirty="0"/>
              <a:t>7/3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3/4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3+1/12</a:t>
            </a:r>
            <a:endParaRPr lang="zh-CN" altLang="zh-CN" dirty="0"/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400" b="0" dirty="0"/>
              <a:t>a1,b1=map(</a:t>
            </a:r>
            <a:r>
              <a:rPr lang="en-US" altLang="zh-CN" sz="2400" b="0" dirty="0" err="1"/>
              <a:t>int,input</a:t>
            </a:r>
            <a:r>
              <a:rPr lang="en-US" altLang="zh-CN" sz="2400" b="0" dirty="0"/>
              <a:t>().split("/"))</a:t>
            </a:r>
            <a:br>
              <a:rPr lang="en-US" altLang="zh-CN" sz="2400" b="0" dirty="0"/>
            </a:br>
            <a:r>
              <a:rPr lang="en-US" altLang="zh-CN" sz="2400" b="0" dirty="0"/>
              <a:t>a2,b2=map(</a:t>
            </a:r>
            <a:r>
              <a:rPr lang="en-US" altLang="zh-CN" sz="2400" b="0" dirty="0" err="1"/>
              <a:t>int,input</a:t>
            </a:r>
            <a:r>
              <a:rPr lang="en-US" altLang="zh-CN" sz="2400" b="0" dirty="0"/>
              <a:t>().split("/"))</a:t>
            </a:r>
            <a:br>
              <a:rPr lang="en-US" altLang="zh-CN" sz="2400" b="0" dirty="0"/>
            </a:br>
            <a:r>
              <a:rPr lang="en-US" altLang="zh-CN" sz="2400" b="0" dirty="0"/>
              <a:t>n=b1*b2    #</a:t>
            </a:r>
            <a:r>
              <a:rPr lang="zh-CN" altLang="en-US" sz="2400" b="0" dirty="0"/>
              <a:t>分母</a:t>
            </a:r>
            <a:br>
              <a:rPr lang="zh-CN" altLang="en-US" sz="2400" b="0" dirty="0"/>
            </a:br>
            <a:r>
              <a:rPr lang="en-US" altLang="zh-CN" sz="2400" b="0" dirty="0"/>
              <a:t>m=a1*b2+a2*b1    #</a:t>
            </a:r>
            <a:r>
              <a:rPr lang="zh-CN" altLang="en-US" sz="2400" b="0" dirty="0"/>
              <a:t>分子</a:t>
            </a:r>
            <a:br>
              <a:rPr lang="zh-CN" altLang="en-US" sz="2400" b="0" dirty="0"/>
            </a:br>
            <a:r>
              <a:rPr lang="en-US" altLang="zh-CN" sz="2400" b="0" dirty="0"/>
              <a:t>m1=m</a:t>
            </a:r>
            <a:br>
              <a:rPr lang="en-US" altLang="zh-CN" sz="2400" b="0" dirty="0"/>
            </a:br>
            <a:r>
              <a:rPr lang="en-US" altLang="zh-CN" sz="2400" b="0" dirty="0"/>
              <a:t>n1=n</a:t>
            </a:r>
            <a:br>
              <a:rPr lang="en-US" altLang="zh-CN" sz="2400" b="0" dirty="0"/>
            </a:br>
            <a:r>
              <a:rPr lang="en-US" altLang="zh-CN" sz="2400" b="0" dirty="0"/>
              <a:t>r=m1%n1</a:t>
            </a:r>
            <a:br>
              <a:rPr lang="en-US" altLang="zh-CN" sz="2400" b="0" dirty="0"/>
            </a:br>
            <a:r>
              <a:rPr lang="en-US" altLang="zh-CN" sz="2400" b="0" dirty="0"/>
              <a:t>while r:</a:t>
            </a:r>
            <a:br>
              <a:rPr lang="en-US" altLang="zh-CN" sz="2400" b="0" dirty="0"/>
            </a:br>
            <a:r>
              <a:rPr lang="en-US" altLang="zh-CN" sz="2400" b="0" dirty="0"/>
              <a:t>    m1=n1</a:t>
            </a:r>
            <a:br>
              <a:rPr lang="en-US" altLang="zh-CN" sz="2400" b="0" dirty="0"/>
            </a:br>
            <a:r>
              <a:rPr lang="en-US" altLang="zh-CN" sz="2400" b="0" dirty="0"/>
              <a:t>    n1=r</a:t>
            </a:r>
            <a:br>
              <a:rPr lang="en-US" altLang="zh-CN" sz="2400" b="0" dirty="0"/>
            </a:br>
            <a:r>
              <a:rPr lang="en-US" altLang="zh-CN" sz="2400" b="0" dirty="0"/>
              <a:t>    r=m1%n1</a:t>
            </a:r>
            <a:br>
              <a:rPr lang="en-US" altLang="zh-CN" sz="2400" b="0" dirty="0"/>
            </a:br>
            <a:br>
              <a:rPr lang="en-US" altLang="zh-CN" sz="2400" b="0" dirty="0"/>
            </a:br>
            <a:r>
              <a:rPr lang="en-US" altLang="zh-CN" sz="2400" b="0" dirty="0"/>
              <a:t>m//=n1    #</a:t>
            </a:r>
            <a:r>
              <a:rPr lang="zh-CN" altLang="en-US" sz="2400" b="0" dirty="0"/>
              <a:t>化简分子</a:t>
            </a:r>
            <a:br>
              <a:rPr lang="zh-CN" altLang="en-US" sz="2400" b="0" dirty="0"/>
            </a:br>
            <a:r>
              <a:rPr lang="en-US" altLang="zh-CN" sz="2400" b="0" dirty="0"/>
              <a:t>n//=n1    #</a:t>
            </a:r>
            <a:r>
              <a:rPr lang="zh-CN" altLang="en-US" sz="2400" b="0" dirty="0"/>
              <a:t>化简分母</a:t>
            </a:r>
            <a:br>
              <a:rPr lang="zh-CN" altLang="en-US" sz="2400" b="0" dirty="0"/>
            </a:br>
            <a:br>
              <a:rPr lang="zh-CN" altLang="en-US" sz="2400" b="0" dirty="0"/>
            </a:br>
            <a:r>
              <a:rPr lang="en-US" altLang="zh-CN" sz="2400" b="0" dirty="0"/>
              <a:t>if </a:t>
            </a:r>
            <a:r>
              <a:rPr lang="en-US" altLang="zh-CN" sz="2400" b="0" dirty="0" err="1"/>
              <a:t>m%n</a:t>
            </a:r>
            <a:r>
              <a:rPr lang="en-US" altLang="zh-CN" sz="2400" b="0" dirty="0"/>
              <a:t>==0:</a:t>
            </a:r>
            <a:br>
              <a:rPr lang="en-US" altLang="zh-CN" sz="2400" b="0" dirty="0"/>
            </a:br>
            <a:r>
              <a:rPr lang="en-US" altLang="zh-CN" sz="2400" b="0" dirty="0"/>
              <a:t>    print("%d"%(m//n))</a:t>
            </a:r>
            <a:br>
              <a:rPr lang="en-US" altLang="zh-CN" sz="2400" b="0" dirty="0"/>
            </a:br>
            <a:r>
              <a:rPr lang="en-US" altLang="zh-CN" sz="2400" b="0" dirty="0"/>
              <a:t>else:</a:t>
            </a:r>
            <a:br>
              <a:rPr lang="en-US" altLang="zh-CN" sz="2400" b="0" dirty="0"/>
            </a:br>
            <a:r>
              <a:rPr lang="en-US" altLang="zh-CN" sz="2400" b="0" dirty="0"/>
              <a:t>    if m&lt;n:</a:t>
            </a:r>
            <a:br>
              <a:rPr lang="en-US" altLang="zh-CN" sz="2400" b="0" dirty="0"/>
            </a:br>
            <a:r>
              <a:rPr lang="en-US" altLang="zh-CN" sz="2400" b="0" dirty="0"/>
              <a:t>        print("%d/%d"%(</a:t>
            </a:r>
            <a:r>
              <a:rPr lang="en-US" altLang="zh-CN" sz="2400" b="0" dirty="0" err="1"/>
              <a:t>m,n</a:t>
            </a:r>
            <a:r>
              <a:rPr lang="en-US" altLang="zh-CN" sz="2400" b="0" dirty="0"/>
              <a:t>))</a:t>
            </a:r>
            <a:br>
              <a:rPr lang="en-US" altLang="zh-CN" sz="2400" b="0" dirty="0"/>
            </a:br>
            <a:r>
              <a:rPr lang="en-US" altLang="zh-CN" sz="2400" b="0" dirty="0"/>
              <a:t>    else:</a:t>
            </a:r>
            <a:br>
              <a:rPr lang="en-US" altLang="zh-CN" sz="2400" b="0" dirty="0"/>
            </a:br>
            <a:r>
              <a:rPr lang="en-US" altLang="zh-CN" sz="2400" b="0" dirty="0"/>
              <a:t>        print("%d+%d/%d"%(m//</a:t>
            </a:r>
            <a:r>
              <a:rPr lang="en-US" altLang="zh-CN" sz="2400" b="0" dirty="0" err="1"/>
              <a:t>n,m%n,n</a:t>
            </a:r>
            <a:r>
              <a:rPr lang="en-US" altLang="zh-CN" sz="2400" b="0" dirty="0"/>
              <a:t>))</a:t>
            </a:r>
            <a:r>
              <a:rPr lang="en-US" altLang="zh-CN" sz="2400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10 【n</a:t>
            </a:r>
            <a:r>
              <a:rPr lang="zh-CN" altLang="en-US" dirty="0"/>
              <a:t>个分数求和</a:t>
            </a:r>
            <a:r>
              <a:rPr lang="en-US" altLang="zh-CN" dirty="0"/>
              <a:t>】</a:t>
            </a:r>
          </a:p>
          <a:p>
            <a:pPr marL="0" indent="0">
              <a:buNone/>
            </a:pPr>
            <a:r>
              <a:rPr lang="zh-CN" altLang="zh-CN" dirty="0"/>
              <a:t>测试</a:t>
            </a:r>
            <a:r>
              <a:rPr lang="en-US" altLang="zh-CN" dirty="0"/>
              <a:t>3</a:t>
            </a:r>
            <a:r>
              <a:rPr lang="zh-CN" altLang="zh-CN" dirty="0"/>
              <a:t>：（第</a:t>
            </a:r>
            <a:r>
              <a:rPr lang="en-US" altLang="zh-CN" dirty="0"/>
              <a:t>6-1</a:t>
            </a:r>
            <a:r>
              <a:rPr lang="zh-CN" altLang="zh-CN" dirty="0"/>
              <a:t>行为输入，第一行是分数的个数，第</a:t>
            </a:r>
            <a:r>
              <a:rPr lang="en-US" altLang="zh-CN" dirty="0"/>
              <a:t>6</a:t>
            </a:r>
            <a:r>
              <a:rPr lang="zh-CN" altLang="zh-CN" dirty="0"/>
              <a:t>行为输出）</a:t>
            </a:r>
          </a:p>
          <a:p>
            <a:pPr marL="0" indent="0">
              <a:buNone/>
            </a:pPr>
            <a:r>
              <a:rPr lang="en-US" altLang="zh-CN" dirty="0"/>
              <a:t>4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1/2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5/6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4/5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3/4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/>
              <a:t>2+53/60</a:t>
            </a:r>
            <a:endParaRPr lang="zh-CN" altLang="zh-CN" dirty="0"/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0" dirty="0"/>
              <a:t>N=int(input())</a:t>
            </a:r>
            <a:br>
              <a:rPr lang="en-US" altLang="zh-CN" sz="2400" b="0" dirty="0"/>
            </a:br>
            <a:r>
              <a:rPr lang="en-US" altLang="zh-CN" sz="2400" b="0" dirty="0"/>
              <a:t>a1,b1=map(</a:t>
            </a:r>
            <a:r>
              <a:rPr lang="en-US" altLang="zh-CN" sz="2400" b="0" dirty="0" err="1"/>
              <a:t>int,input</a:t>
            </a:r>
            <a:r>
              <a:rPr lang="en-US" altLang="zh-CN" sz="2400" b="0" dirty="0"/>
              <a:t>().split("/"))</a:t>
            </a:r>
            <a:br>
              <a:rPr lang="en-US" altLang="zh-CN" sz="2400" b="0" dirty="0"/>
            </a:br>
            <a:r>
              <a:rPr lang="en-US" altLang="zh-CN" sz="2400" b="0" dirty="0"/>
              <a:t>for </a:t>
            </a:r>
            <a:r>
              <a:rPr lang="en-US" altLang="zh-CN" sz="2400" b="0" dirty="0" err="1"/>
              <a:t>i</a:t>
            </a:r>
            <a:r>
              <a:rPr lang="en-US" altLang="zh-CN" sz="2400" b="0" dirty="0"/>
              <a:t> in range(2,N+1):</a:t>
            </a:r>
            <a:br>
              <a:rPr lang="en-US" altLang="zh-CN" sz="2400" b="0" dirty="0"/>
            </a:br>
            <a:r>
              <a:rPr lang="en-US" altLang="zh-CN" sz="2400" b="0" dirty="0"/>
              <a:t>    a2,b2=map(</a:t>
            </a:r>
            <a:r>
              <a:rPr lang="en-US" altLang="zh-CN" sz="2400" b="0" dirty="0" err="1"/>
              <a:t>int,input</a:t>
            </a:r>
            <a:r>
              <a:rPr lang="en-US" altLang="zh-CN" sz="2400" b="0" dirty="0"/>
              <a:t>().split("/"))</a:t>
            </a:r>
            <a:br>
              <a:rPr lang="en-US" altLang="zh-CN" sz="2400" b="0" dirty="0"/>
            </a:br>
            <a:r>
              <a:rPr lang="en-US" altLang="zh-CN" sz="2400" b="0" dirty="0"/>
              <a:t>    a=a1*b2+a2*b1</a:t>
            </a:r>
            <a:br>
              <a:rPr lang="en-US" altLang="zh-CN" sz="2400" b="0" dirty="0"/>
            </a:br>
            <a:r>
              <a:rPr lang="en-US" altLang="zh-CN" sz="2400" b="0" dirty="0"/>
              <a:t>    b=b1*b2</a:t>
            </a:r>
            <a:br>
              <a:rPr lang="en-US" altLang="zh-CN" sz="2400" b="0" dirty="0"/>
            </a:br>
            <a:r>
              <a:rPr lang="en-US" altLang="zh-CN" sz="2400" b="0" dirty="0"/>
              <a:t>    #</a:t>
            </a:r>
            <a:r>
              <a:rPr lang="zh-CN" altLang="en-US" sz="2400" b="0" dirty="0"/>
              <a:t>求</a:t>
            </a:r>
            <a:r>
              <a:rPr lang="en-US" altLang="zh-CN" sz="2400" b="0" dirty="0"/>
              <a:t>a</a:t>
            </a:r>
            <a:r>
              <a:rPr lang="zh-CN" altLang="en-US" sz="2400" b="0" dirty="0"/>
              <a:t>，</a:t>
            </a:r>
            <a:r>
              <a:rPr lang="en-US" altLang="zh-CN" sz="2400" b="0" dirty="0"/>
              <a:t>b</a:t>
            </a:r>
            <a:r>
              <a:rPr lang="zh-CN" altLang="en-US" sz="2400" b="0" dirty="0"/>
              <a:t>最大公约数</a:t>
            </a:r>
            <a:br>
              <a:rPr lang="zh-CN" altLang="en-US" sz="2400" b="0" dirty="0"/>
            </a:br>
            <a:r>
              <a:rPr lang="zh-CN" altLang="en-US" sz="2400" b="0" dirty="0"/>
              <a:t>    </a:t>
            </a:r>
            <a:r>
              <a:rPr lang="en-US" altLang="zh-CN" sz="2400" b="0" dirty="0"/>
              <a:t>m=a</a:t>
            </a:r>
            <a:br>
              <a:rPr lang="en-US" altLang="zh-CN" sz="2400" b="0" dirty="0"/>
            </a:br>
            <a:r>
              <a:rPr lang="en-US" altLang="zh-CN" sz="2400" b="0" dirty="0"/>
              <a:t>    n=b</a:t>
            </a:r>
            <a:br>
              <a:rPr lang="en-US" altLang="zh-CN" sz="2400" b="0" dirty="0"/>
            </a:br>
            <a:r>
              <a:rPr lang="en-US" altLang="zh-CN" sz="2400" b="0" dirty="0"/>
              <a:t>    r=</a:t>
            </a:r>
            <a:r>
              <a:rPr lang="en-US" altLang="zh-CN" sz="2400" b="0" dirty="0" err="1"/>
              <a:t>m%n</a:t>
            </a:r>
            <a:br>
              <a:rPr lang="en-US" altLang="zh-CN" sz="2400" b="0" dirty="0"/>
            </a:br>
            <a:r>
              <a:rPr lang="en-US" altLang="zh-CN" sz="2400" b="0" dirty="0"/>
              <a:t>    while r:</a:t>
            </a:r>
            <a:br>
              <a:rPr lang="en-US" altLang="zh-CN" sz="2400" b="0" dirty="0"/>
            </a:br>
            <a:r>
              <a:rPr lang="en-US" altLang="zh-CN" sz="2400" b="0" dirty="0"/>
              <a:t>        m=n</a:t>
            </a:r>
            <a:br>
              <a:rPr lang="en-US" altLang="zh-CN" sz="2400" b="0" dirty="0"/>
            </a:br>
            <a:r>
              <a:rPr lang="en-US" altLang="zh-CN" sz="2400" b="0" dirty="0"/>
              <a:t>        n=r</a:t>
            </a:r>
            <a:br>
              <a:rPr lang="en-US" altLang="zh-CN" sz="2400" b="0" dirty="0"/>
            </a:br>
            <a:r>
              <a:rPr lang="en-US" altLang="zh-CN" sz="2400" b="0" dirty="0"/>
              <a:t>        r=</a:t>
            </a:r>
            <a:r>
              <a:rPr lang="en-US" altLang="zh-CN" sz="2400" b="0" dirty="0" err="1"/>
              <a:t>m%n</a:t>
            </a:r>
            <a:br>
              <a:rPr lang="en-US" altLang="zh-CN" sz="2400" b="0" dirty="0"/>
            </a:br>
            <a:r>
              <a:rPr lang="en-US" altLang="zh-CN" sz="2400" b="0" dirty="0"/>
              <a:t>    a//=n   #</a:t>
            </a:r>
            <a:r>
              <a:rPr lang="zh-CN" altLang="en-US" sz="2400" b="0" dirty="0"/>
              <a:t>化简</a:t>
            </a:r>
            <a:br>
              <a:rPr lang="zh-CN" altLang="en-US" sz="2400" b="0" dirty="0"/>
            </a:br>
            <a:r>
              <a:rPr lang="zh-CN" altLang="en-US" sz="2400" b="0" dirty="0"/>
              <a:t>    </a:t>
            </a:r>
            <a:r>
              <a:rPr lang="en-US" altLang="zh-CN" sz="2400" b="0" dirty="0"/>
              <a:t>b//=n</a:t>
            </a:r>
            <a:br>
              <a:rPr lang="en-US" altLang="zh-CN" sz="2400" b="0" dirty="0"/>
            </a:br>
            <a:r>
              <a:rPr lang="en-US" altLang="zh-CN" sz="2400" b="0" dirty="0"/>
              <a:t>    a1=a</a:t>
            </a:r>
            <a:br>
              <a:rPr lang="en-US" altLang="zh-CN" sz="2400" b="0" dirty="0"/>
            </a:br>
            <a:r>
              <a:rPr lang="en-US" altLang="zh-CN" sz="2400" b="0" dirty="0"/>
              <a:t>    b1=b</a:t>
            </a:r>
            <a:br>
              <a:rPr lang="en-US" altLang="zh-CN" sz="2400" b="0" dirty="0"/>
            </a:br>
            <a:br>
              <a:rPr lang="en-US" altLang="zh-CN" sz="2400" b="0" dirty="0"/>
            </a:b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0" dirty="0"/>
              <a:t>if a&lt;b:</a:t>
            </a:r>
            <a:br>
              <a:rPr lang="en-US" altLang="zh-CN" sz="2400" b="0" dirty="0"/>
            </a:br>
            <a:r>
              <a:rPr lang="en-US" altLang="zh-CN" sz="2400" b="0" dirty="0"/>
              <a:t>    print("%d/%d"%(</a:t>
            </a:r>
            <a:r>
              <a:rPr lang="en-US" altLang="zh-CN" sz="2400" b="0" dirty="0" err="1"/>
              <a:t>a,b</a:t>
            </a:r>
            <a:r>
              <a:rPr lang="en-US" altLang="zh-CN" sz="2400" b="0" dirty="0"/>
              <a:t>))</a:t>
            </a:r>
            <a:br>
              <a:rPr lang="en-US" altLang="zh-CN" sz="2400" b="0" dirty="0"/>
            </a:br>
            <a:r>
              <a:rPr lang="en-US" altLang="zh-CN" sz="2400" b="0" dirty="0"/>
              <a:t>else:</a:t>
            </a:r>
            <a:br>
              <a:rPr lang="en-US" altLang="zh-CN" sz="2400" b="0" dirty="0"/>
            </a:br>
            <a:r>
              <a:rPr lang="en-US" altLang="zh-CN" sz="2400" b="0" dirty="0"/>
              <a:t>    if </a:t>
            </a:r>
            <a:r>
              <a:rPr lang="en-US" altLang="zh-CN" sz="2400" b="0" dirty="0" err="1"/>
              <a:t>a%b</a:t>
            </a:r>
            <a:r>
              <a:rPr lang="en-US" altLang="zh-CN" sz="2400" b="0" dirty="0"/>
              <a:t>==0:</a:t>
            </a:r>
            <a:br>
              <a:rPr lang="en-US" altLang="zh-CN" sz="2400" b="0" dirty="0"/>
            </a:br>
            <a:r>
              <a:rPr lang="en-US" altLang="zh-CN" sz="2400" b="0" dirty="0"/>
              <a:t>        print("%d"%(a//b))</a:t>
            </a:r>
            <a:br>
              <a:rPr lang="en-US" altLang="zh-CN" sz="2400" b="0" dirty="0"/>
            </a:br>
            <a:r>
              <a:rPr lang="en-US" altLang="zh-CN" sz="2400" b="0" dirty="0"/>
              <a:t>    else:</a:t>
            </a:r>
            <a:br>
              <a:rPr lang="en-US" altLang="zh-CN" sz="2400" b="0" dirty="0"/>
            </a:br>
            <a:r>
              <a:rPr lang="en-US" altLang="zh-CN" sz="2400" b="0" dirty="0"/>
              <a:t>        print("%d+%d/%d"%(a//</a:t>
            </a:r>
            <a:r>
              <a:rPr lang="en-US" altLang="zh-CN" sz="2400" b="0" dirty="0" err="1"/>
              <a:t>b,a%b,b</a:t>
            </a:r>
            <a:r>
              <a:rPr lang="en-US" altLang="zh-CN" sz="2400" b="0" dirty="0"/>
              <a:t>))</a:t>
            </a:r>
            <a:r>
              <a:rPr lang="en-US" altLang="zh-CN" sz="2400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altLang="zh-CN" sz="3600" dirty="0"/>
          </a:p>
          <a:p>
            <a:pPr marL="0" indent="0" algn="ctr">
              <a:buNone/>
            </a:pPr>
            <a:endParaRPr lang="en-US" altLang="zh-CN" sz="3600" dirty="0"/>
          </a:p>
          <a:p>
            <a:pPr marL="0" indent="0" algn="ctr">
              <a:buNone/>
            </a:pPr>
            <a:r>
              <a:rPr lang="en-US" altLang="zh-CN" sz="3600" dirty="0"/>
              <a:t>Week5 </a:t>
            </a:r>
            <a:r>
              <a:rPr lang="en-US" altLang="zh-CN" sz="3600" dirty="0" err="1"/>
              <a:t>CyExam</a:t>
            </a:r>
            <a:br>
              <a:rPr lang="en-US" altLang="zh-CN" sz="3600" dirty="0"/>
            </a:br>
            <a:r>
              <a:rPr lang="zh-CN" altLang="en-US" sz="3600" dirty="0"/>
              <a:t>列表元组</a:t>
            </a:r>
            <a:endParaRPr lang="en-US" altLang="zh-CN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0" dirty="0"/>
              <a:t>填空</a:t>
            </a:r>
          </a:p>
          <a:p>
            <a:pPr marL="0" indent="0">
              <a:buNone/>
            </a:pPr>
            <a:r>
              <a:rPr lang="en-US" altLang="zh-CN" sz="2400" b="0" dirty="0"/>
              <a:t>1.已知 x = [3, 7, 5]，那么执行语句 x.sort(reverse=True)之后，x的值为( )</a:t>
            </a:r>
          </a:p>
          <a:p>
            <a:pPr marL="0" indent="0">
              <a:buNone/>
            </a:pPr>
            <a:r>
              <a:rPr lang="en-US" altLang="zh-CN" sz="2400" b="0" dirty="0"/>
              <a:t>  [</a:t>
            </a:r>
            <a:r>
              <a:rPr lang="zh-CN" altLang="en-US" sz="2400" b="0" dirty="0"/>
              <a:t>比</a:t>
            </a:r>
            <a:r>
              <a:rPr lang="en-US" altLang="zh-CN" sz="2400" b="0" dirty="0"/>
              <a:t>] </a:t>
            </a:r>
            <a:r>
              <a:rPr lang="zh-CN" altLang="en-US" sz="2400" b="0" dirty="0"/>
              <a:t>执行</a:t>
            </a:r>
            <a:r>
              <a:rPr lang="en-US" altLang="zh-CN" sz="2400" b="0" dirty="0"/>
              <a:t> y=sorted(x)</a:t>
            </a:r>
            <a:r>
              <a:rPr lang="zh-CN" altLang="en-US" sz="2400" b="0" dirty="0"/>
              <a:t>后</a:t>
            </a:r>
            <a:r>
              <a:rPr lang="en-US" altLang="zh-CN" sz="2400" b="0" dirty="0"/>
              <a:t>,x= ( )</a:t>
            </a:r>
          </a:p>
          <a:p>
            <a:pPr marL="0" indent="0">
              <a:buNone/>
            </a:pPr>
            <a:endParaRPr lang="en-US" altLang="zh-CN" sz="2400" b="0" dirty="0"/>
          </a:p>
          <a:p>
            <a:pPr marL="0" indent="0">
              <a:buNone/>
            </a:pPr>
            <a:r>
              <a:rPr lang="en-US" altLang="zh-CN" sz="2400" b="0" dirty="0"/>
              <a:t>2.执行:</a:t>
            </a:r>
          </a:p>
          <a:p>
            <a:pPr marL="0" indent="0">
              <a:buNone/>
            </a:pPr>
            <a:r>
              <a:rPr lang="en-US" altLang="zh-CN" sz="2400" b="0" dirty="0"/>
              <a:t>#1  s=[1, 2, 3,4];</a:t>
            </a:r>
          </a:p>
          <a:p>
            <a:pPr marL="0" indent="0">
              <a:buNone/>
            </a:pPr>
            <a:r>
              <a:rPr lang="en-US" altLang="zh-CN" sz="2400" b="0" dirty="0"/>
              <a:t>#2  s.extend([5,6,7]);</a:t>
            </a:r>
          </a:p>
          <a:p>
            <a:pPr marL="0" indent="0">
              <a:buNone/>
            </a:pPr>
            <a:r>
              <a:rPr lang="en-US" altLang="zh-CN" sz="2400" b="0" dirty="0"/>
              <a:t>#3  print(len(s))</a:t>
            </a:r>
          </a:p>
          <a:p>
            <a:pPr marL="0" indent="0">
              <a:buNone/>
            </a:pPr>
            <a:r>
              <a:rPr lang="zh-CN" altLang="en-US" sz="2400" b="0" dirty="0"/>
              <a:t>【比】将</a:t>
            </a:r>
            <a:r>
              <a:rPr lang="en-US" altLang="zh-CN" sz="2400" b="0" dirty="0"/>
              <a:t>#2</a:t>
            </a:r>
            <a:r>
              <a:rPr lang="zh-CN" altLang="en-US" sz="2400" b="0" dirty="0"/>
              <a:t>改成</a:t>
            </a:r>
            <a:r>
              <a:rPr lang="en-US" altLang="zh-CN" sz="2400" b="0" dirty="0"/>
              <a:t>  s.append([5,6,7]),</a:t>
            </a:r>
            <a:r>
              <a:rPr lang="zh-CN" altLang="en-US" sz="2400" b="0" dirty="0"/>
              <a:t>结果是</a:t>
            </a:r>
            <a:r>
              <a:rPr lang="en-US" altLang="zh-CN" sz="2400" b="0" dirty="0"/>
              <a:t>( 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33303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0" dirty="0"/>
              <a:t>3. </a:t>
            </a:r>
            <a:r>
              <a:rPr lang="zh-CN" altLang="en-US" b="0" dirty="0"/>
              <a:t>执行</a:t>
            </a:r>
            <a:r>
              <a:rPr lang="en-US" altLang="zh-CN" b="0" dirty="0"/>
              <a:t>:</a:t>
            </a:r>
          </a:p>
          <a:p>
            <a:pPr marL="0" indent="0">
              <a:buNone/>
            </a:pPr>
            <a:r>
              <a:rPr lang="en-US" altLang="zh-CN" b="0" dirty="0"/>
              <a:t>#1 a = [ ]</a:t>
            </a:r>
          </a:p>
          <a:p>
            <a:pPr marL="0" indent="0">
              <a:buNone/>
            </a:pPr>
            <a:r>
              <a:rPr lang="en-US" altLang="zh-CN" b="0" dirty="0"/>
              <a:t>#2 for i in range(2,10):</a:t>
            </a:r>
          </a:p>
          <a:p>
            <a:pPr marL="0" indent="0">
              <a:buNone/>
            </a:pPr>
            <a:r>
              <a:rPr lang="en-US" altLang="zh-CN" b="0" dirty="0"/>
              <a:t>#3     count = 0</a:t>
            </a:r>
          </a:p>
          <a:p>
            <a:pPr marL="0" indent="0">
              <a:buNone/>
            </a:pPr>
            <a:r>
              <a:rPr lang="en-US" altLang="zh-CN" b="0" dirty="0"/>
              <a:t>#4     for x in range(2,i-1):</a:t>
            </a:r>
          </a:p>
          <a:p>
            <a:pPr marL="0" indent="0">
              <a:buNone/>
            </a:pPr>
            <a:r>
              <a:rPr lang="en-US" altLang="zh-CN" b="0" dirty="0"/>
              <a:t>#5          if i % x == 0:</a:t>
            </a:r>
          </a:p>
          <a:p>
            <a:pPr marL="0" indent="0">
              <a:buNone/>
            </a:pPr>
            <a:r>
              <a:rPr lang="en-US" altLang="zh-CN" b="0" dirty="0"/>
              <a:t>#6             count += 1</a:t>
            </a:r>
          </a:p>
          <a:p>
            <a:pPr marL="0" indent="0">
              <a:buNone/>
            </a:pPr>
            <a:r>
              <a:rPr lang="en-US" altLang="zh-CN" b="0" dirty="0"/>
              <a:t>#7     if count != 0:</a:t>
            </a:r>
          </a:p>
          <a:p>
            <a:pPr marL="0" indent="0">
              <a:buNone/>
            </a:pPr>
            <a:r>
              <a:rPr lang="en-US" altLang="zh-CN" b="0" dirty="0"/>
              <a:t>#8         a.append(i)</a:t>
            </a:r>
          </a:p>
          <a:p>
            <a:pPr marL="0" indent="0">
              <a:buNone/>
            </a:pPr>
            <a:r>
              <a:rPr lang="en-US" altLang="zh-CN" b="0" dirty="0"/>
              <a:t>#9  print(a)</a:t>
            </a:r>
          </a:p>
          <a:p>
            <a:pPr marL="0" indent="0">
              <a:buNone/>
            </a:pPr>
            <a:r>
              <a:rPr lang="zh-CN" altLang="en-US" b="0" dirty="0"/>
              <a:t>【答案】</a:t>
            </a:r>
            <a:r>
              <a:rPr lang="en-US" altLang="zh-CN" b="0" dirty="0"/>
              <a:t> [4,6,8,9]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0" dirty="0"/>
              <a:t>编程</a:t>
            </a:r>
            <a:r>
              <a:rPr lang="en-US" altLang="zh-CN" sz="2400" b="0" dirty="0"/>
              <a:t>01 【</a:t>
            </a:r>
            <a:r>
              <a:rPr lang="zh-CN" altLang="en-US" sz="2400" b="0" dirty="0"/>
              <a:t>值和下表匹配吗？</a:t>
            </a:r>
            <a:r>
              <a:rPr lang="en-US" altLang="zh-CN" sz="2400" b="0" dirty="0"/>
              <a:t>】</a:t>
            </a:r>
            <a:endParaRPr lang="zh-CN" altLang="en-US" sz="2400" b="0" dirty="0"/>
          </a:p>
          <a:p>
            <a:pPr marL="0" indent="0">
              <a:buNone/>
            </a:pPr>
            <a:r>
              <a:rPr lang="zh-CN" altLang="en-US" sz="2400" b="0" dirty="0"/>
              <a:t>第一行代码</a:t>
            </a:r>
          </a:p>
          <a:p>
            <a:pPr marL="0" indent="0">
              <a:buNone/>
            </a:pPr>
            <a:r>
              <a:rPr lang="zh-CN" altLang="en-US" sz="2400" b="0" dirty="0"/>
              <a:t>x=[11,22,33,44,55,66,77,88,11,22,33,44,11,22,33,11,22,11]</a:t>
            </a:r>
          </a:p>
          <a:p>
            <a:pPr marL="0" indent="0">
              <a:buNone/>
            </a:pPr>
            <a:r>
              <a:rPr lang="zh-CN" altLang="en-US" sz="2400" b="0" dirty="0"/>
              <a:t>输入</a:t>
            </a:r>
            <a:r>
              <a:rPr lang="en-US" altLang="zh-CN" sz="2400" b="0" dirty="0"/>
              <a:t>2</a:t>
            </a:r>
            <a:r>
              <a:rPr lang="zh-CN" altLang="en-US" sz="2400" b="0" dirty="0"/>
              <a:t>个数，值和下标，判断是否正确。</a:t>
            </a:r>
          </a:p>
          <a:p>
            <a:pPr marL="0" indent="0">
              <a:buNone/>
            </a:pPr>
            <a:r>
              <a:rPr lang="zh-CN" altLang="en-US" sz="2400" b="0" dirty="0"/>
              <a:t>【运行效果1】</a:t>
            </a:r>
          </a:p>
          <a:p>
            <a:pPr marL="0" indent="0">
              <a:buNone/>
            </a:pPr>
            <a:r>
              <a:rPr lang="zh-CN" altLang="en-US" sz="2400" b="0" dirty="0"/>
              <a:t>44,3</a:t>
            </a:r>
          </a:p>
          <a:p>
            <a:pPr marL="0" indent="0">
              <a:buNone/>
            </a:pPr>
            <a:r>
              <a:rPr lang="zh-CN" altLang="en-US" sz="2400" b="0" dirty="0"/>
              <a:t>Right</a:t>
            </a:r>
          </a:p>
          <a:p>
            <a:pPr marL="0" indent="0">
              <a:buNone/>
            </a:pPr>
            <a:r>
              <a:rPr lang="zh-CN" altLang="en-US" sz="2400" b="0" dirty="0"/>
              <a:t>【运行效果2】</a:t>
            </a:r>
            <a:r>
              <a:rPr lang="en-US" altLang="zh-CN" sz="2400" b="0" dirty="0"/>
              <a:t>33</a:t>
            </a:r>
            <a:r>
              <a:rPr lang="zh-CN" altLang="en-US" sz="2400" b="0" dirty="0"/>
              <a:t>的下标不是</a:t>
            </a:r>
            <a:r>
              <a:rPr lang="en-US" altLang="zh-CN" sz="2400" b="0" dirty="0"/>
              <a:t>5</a:t>
            </a:r>
            <a:endParaRPr lang="zh-CN" altLang="en-US" sz="2400" b="0" dirty="0"/>
          </a:p>
          <a:p>
            <a:pPr marL="0" indent="0">
              <a:buNone/>
            </a:pPr>
            <a:r>
              <a:rPr lang="zh-CN" altLang="en-US" sz="2400" b="0" dirty="0"/>
              <a:t>33,5</a:t>
            </a:r>
            <a:r>
              <a:rPr lang="en-US" altLang="zh-CN" sz="2400" b="0" dirty="0"/>
              <a:t> </a:t>
            </a:r>
            <a:endParaRPr lang="zh-CN" altLang="en-US" sz="2400" b="0" dirty="0"/>
          </a:p>
          <a:p>
            <a:pPr marL="0" indent="0">
              <a:buNone/>
            </a:pPr>
            <a:r>
              <a:rPr lang="zh-CN" altLang="en-US" sz="2400" b="0" dirty="0"/>
              <a:t>ErrorIndex</a:t>
            </a:r>
          </a:p>
          <a:p>
            <a:pPr marL="0" indent="0">
              <a:buNone/>
            </a:pPr>
            <a:r>
              <a:rPr lang="zh-CN" altLang="en-US" sz="2400" b="0" dirty="0"/>
              <a:t>【运行效果3】不存在</a:t>
            </a:r>
            <a:r>
              <a:rPr lang="en-US" altLang="zh-CN" sz="2400" b="0" dirty="0"/>
              <a:t>59</a:t>
            </a:r>
            <a:endParaRPr lang="zh-CN" altLang="en-US" sz="2400" b="0" dirty="0"/>
          </a:p>
          <a:p>
            <a:pPr marL="0" indent="0">
              <a:buNone/>
            </a:pPr>
            <a:r>
              <a:rPr lang="zh-CN" altLang="en-US" sz="2400" b="0" dirty="0"/>
              <a:t>59,30</a:t>
            </a:r>
          </a:p>
          <a:p>
            <a:pPr marL="0" indent="0">
              <a:buNone/>
            </a:pPr>
            <a:r>
              <a:rPr lang="zh-CN" altLang="en-US" sz="2400" b="0" dirty="0"/>
              <a:t>Notfound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x=[11,22,33,44,55,66,77,88,11,22,33,44,11,22,33,11,22,11]</a:t>
            </a:r>
          </a:p>
          <a:p>
            <a:pPr marL="0" indent="0">
              <a:buNone/>
            </a:pPr>
            <a:r>
              <a:rPr lang="en-US" altLang="zh-CN" dirty="0"/>
              <a:t>n,w=eval(input())</a:t>
            </a:r>
          </a:p>
          <a:p>
            <a:pPr marL="0" indent="0">
              <a:buNone/>
            </a:pPr>
            <a:r>
              <a:rPr lang="en-US" altLang="zh-CN" dirty="0"/>
              <a:t>if n in x:</a:t>
            </a:r>
          </a:p>
          <a:p>
            <a:pPr marL="0" indent="0">
              <a:buNone/>
            </a:pPr>
            <a:r>
              <a:rPr lang="en-US" altLang="zh-CN" dirty="0"/>
              <a:t>    if w&lt;len(x) and x[w]==n:</a:t>
            </a:r>
          </a:p>
          <a:p>
            <a:pPr marL="0" indent="0">
              <a:buNone/>
            </a:pPr>
            <a:r>
              <a:rPr lang="en-US" altLang="zh-CN" dirty="0"/>
              <a:t>        print('Right')</a:t>
            </a:r>
          </a:p>
          <a:p>
            <a:pPr marL="0" indent="0">
              <a:buNone/>
            </a:pPr>
            <a:r>
              <a:rPr lang="en-US" altLang="zh-CN" dirty="0"/>
              <a:t>    else:</a:t>
            </a:r>
          </a:p>
          <a:p>
            <a:pPr marL="0" indent="0">
              <a:buNone/>
            </a:pPr>
            <a:r>
              <a:rPr lang="en-US" altLang="zh-CN" dirty="0"/>
              <a:t>        print('ErrorIndex')</a:t>
            </a:r>
          </a:p>
          <a:p>
            <a:pPr marL="0" indent="0">
              <a:buNone/>
            </a:pPr>
            <a:r>
              <a:rPr lang="en-US" altLang="zh-CN" dirty="0"/>
              <a:t>else:</a:t>
            </a:r>
          </a:p>
          <a:p>
            <a:pPr marL="0" indent="0">
              <a:buNone/>
            </a:pPr>
            <a:r>
              <a:rPr lang="en-US" altLang="zh-CN" dirty="0"/>
              <a:t>    print('Notfound')"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0" dirty="0"/>
              <a:t>编程</a:t>
            </a:r>
            <a:r>
              <a:rPr lang="en-US" altLang="zh-CN" sz="2400" b="0" dirty="0"/>
              <a:t>02 【</a:t>
            </a:r>
            <a:r>
              <a:rPr lang="zh-CN" altLang="en-US" sz="2400" b="0" dirty="0"/>
              <a:t>第几个最大</a:t>
            </a:r>
            <a:r>
              <a:rPr lang="en-US" altLang="zh-CN" sz="2400" b="0" dirty="0"/>
              <a:t>】</a:t>
            </a:r>
          </a:p>
          <a:p>
            <a:pPr marL="0" indent="0">
              <a:buNone/>
            </a:pPr>
            <a:r>
              <a:rPr lang="zh-CN" altLang="en-US" sz="2400" dirty="0"/>
              <a:t>输入整数的列表。将最大值是第几个的序号存入列表。</a:t>
            </a:r>
          </a:p>
          <a:p>
            <a:pPr marL="0" indent="0">
              <a:buNone/>
            </a:pPr>
            <a:r>
              <a:rPr lang="zh-CN" altLang="en-US" sz="2400" dirty="0"/>
              <a:t>（第几个从</a:t>
            </a:r>
            <a:r>
              <a:rPr lang="en-US" altLang="zh-CN" sz="2400" dirty="0"/>
              <a:t>1</a:t>
            </a:r>
            <a:r>
              <a:rPr lang="zh-CN" altLang="en-US" sz="2400" dirty="0"/>
              <a:t>开始）</a:t>
            </a:r>
          </a:p>
          <a:p>
            <a:pPr marL="0" indent="0"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运行效果</a:t>
            </a:r>
            <a:r>
              <a:rPr lang="en-US" altLang="zh-CN" sz="2400" dirty="0"/>
              <a:t>1】</a:t>
            </a:r>
          </a:p>
          <a:p>
            <a:pPr marL="0" indent="0">
              <a:buNone/>
            </a:pPr>
            <a:r>
              <a:rPr lang="en-US" altLang="zh-CN" sz="2400" dirty="0"/>
              <a:t>[1,2,-3,4,4,4]</a:t>
            </a:r>
          </a:p>
          <a:p>
            <a:pPr marL="0" indent="0">
              <a:buNone/>
            </a:pPr>
            <a:r>
              <a:rPr lang="en-US" altLang="zh-CN" sz="2400" dirty="0"/>
              <a:t>[4, 5, 6]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0" dirty="0">
                <a:latin typeface="Calibri" panose="020F0502020204030204" pitchFamily="34" charset="0"/>
              </a:rPr>
              <a:t>list1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=eval(input())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max_=max(list1)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result=[]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for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in range(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len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(list1)):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if list1[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]==max_: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result.append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(i+1)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print(result)</a:t>
            </a:r>
            <a:r>
              <a:rPr lang="en-US" altLang="zh-CN" sz="2400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03 [</a:t>
            </a:r>
            <a:r>
              <a:rPr lang="zh-CN" altLang="en-US" sz="2400" dirty="0"/>
              <a:t>列表去重</a:t>
            </a:r>
            <a:r>
              <a:rPr lang="en-US" altLang="zh-CN" sz="2400" dirty="0"/>
              <a:t>]</a:t>
            </a:r>
          </a:p>
          <a:p>
            <a:pPr marL="0" indent="0">
              <a:buNone/>
            </a:pPr>
            <a:r>
              <a:rPr lang="zh-CN" altLang="en-US" sz="2400" dirty="0"/>
              <a:t>输入整数列表</a:t>
            </a:r>
            <a:r>
              <a:rPr lang="en-US" altLang="zh-CN" sz="2400" dirty="0"/>
              <a:t>,</a:t>
            </a:r>
            <a:r>
              <a:rPr lang="zh-CN" altLang="en-US" sz="2400" dirty="0"/>
              <a:t>去除重复元素并按原顺序输出。</a:t>
            </a:r>
          </a:p>
          <a:p>
            <a:pPr marL="0" indent="0"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运行效果</a:t>
            </a:r>
            <a:r>
              <a:rPr lang="en-US" altLang="zh-CN" sz="2400" dirty="0"/>
              <a:t>1】</a:t>
            </a:r>
          </a:p>
          <a:p>
            <a:pPr marL="0" indent="0">
              <a:buNone/>
            </a:pPr>
            <a:r>
              <a:rPr lang="en-US" altLang="zh-CN" sz="2400" dirty="0"/>
              <a:t>[1,2,3,1,5,3,7]</a:t>
            </a:r>
          </a:p>
          <a:p>
            <a:pPr marL="0" indent="0">
              <a:buNone/>
            </a:pPr>
            <a:r>
              <a:rPr lang="en-US" altLang="zh-CN" sz="2400" dirty="0"/>
              <a:t>[1, 2, 3, 5, 7] </a:t>
            </a:r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a = eval(input())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s=[]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for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in a: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if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not in s: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s.append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(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print(s)</a:t>
            </a:r>
            <a:r>
              <a:rPr lang="en-US" altLang="zh-CN" sz="2400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0" dirty="0"/>
              <a:t>04 [</a:t>
            </a:r>
            <a:r>
              <a:rPr lang="zh-CN" altLang="en-US" sz="2400" b="0" dirty="0"/>
              <a:t>奇数升序在前，偶数降序灾后</a:t>
            </a:r>
            <a:r>
              <a:rPr lang="en-US" altLang="zh-CN" sz="2400" b="0" dirty="0"/>
              <a:t>】</a:t>
            </a:r>
          </a:p>
          <a:p>
            <a:pPr marL="0" indent="0">
              <a:buNone/>
            </a:pPr>
            <a:r>
              <a:rPr lang="zh-CN" altLang="en-US" sz="2400" dirty="0"/>
              <a:t>输入整数列表，所有偶数按升序排列在列标前面，所有奇数按降序排在列表后面。</a:t>
            </a:r>
          </a:p>
          <a:p>
            <a:pPr marL="0" indent="0"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运行效果</a:t>
            </a:r>
            <a:r>
              <a:rPr lang="en-US" altLang="zh-CN" sz="2400" dirty="0"/>
              <a:t>1】</a:t>
            </a:r>
          </a:p>
          <a:p>
            <a:pPr marL="0" indent="0">
              <a:buNone/>
            </a:pPr>
            <a:r>
              <a:rPr lang="en-US" altLang="zh-CN" sz="2400" dirty="0"/>
              <a:t>[1,2,3,4,5,6,7,8,9]</a:t>
            </a:r>
          </a:p>
          <a:p>
            <a:pPr marL="0" indent="0">
              <a:buNone/>
            </a:pPr>
            <a:r>
              <a:rPr lang="en-US" altLang="zh-CN" sz="2400" dirty="0"/>
              <a:t>[2,4,6,8,9,7,5,3,1]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思路：构造</a:t>
            </a:r>
            <a:r>
              <a:rPr lang="en-US" altLang="zh-CN" sz="2400" dirty="0"/>
              <a:t>2</a:t>
            </a:r>
            <a:r>
              <a:rPr lang="zh-CN" altLang="en-US" sz="2400" dirty="0"/>
              <a:t>个列表，存放奇数</a:t>
            </a:r>
            <a:r>
              <a:rPr lang="en-US" altLang="zh-CN" sz="2400" dirty="0"/>
              <a:t>/</a:t>
            </a:r>
            <a:r>
              <a:rPr lang="zh-CN" altLang="en-US" sz="2400" dirty="0"/>
              <a:t>偶数，排序，合起来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0" dirty="0">
                <a:latin typeface="Calibri" panose="020F0502020204030204" pitchFamily="34" charset="0"/>
              </a:rPr>
              <a:t>list1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= eval(input())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a=[]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b=[]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for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in list1: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if i%2==0: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a.append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(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else: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b.append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(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a.sort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()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b.sort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(reverse=True)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list2=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a+b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print(list2)</a:t>
            </a:r>
            <a:r>
              <a:rPr lang="en-US" altLang="zh-CN" sz="2400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0" dirty="0"/>
              <a:t>06 【</a:t>
            </a:r>
            <a:r>
              <a:rPr lang="zh-CN" altLang="en-US" sz="2400" b="0" dirty="0"/>
              <a:t>前</a:t>
            </a:r>
            <a:r>
              <a:rPr lang="en-US" altLang="zh-CN" sz="2400" b="0" dirty="0"/>
              <a:t>n</a:t>
            </a:r>
            <a:r>
              <a:rPr lang="zh-CN" altLang="en-US" sz="2400" b="0" dirty="0"/>
              <a:t>项之和</a:t>
            </a:r>
            <a:r>
              <a:rPr lang="en-US" altLang="zh-CN" sz="2400" b="0" dirty="0"/>
              <a:t>】</a:t>
            </a:r>
          </a:p>
          <a:p>
            <a:pPr marL="0" indent="0">
              <a:buNone/>
            </a:pPr>
            <a:r>
              <a:rPr lang="zh-CN" altLang="en-US" sz="2400" dirty="0"/>
              <a:t>输入整数列表</a:t>
            </a:r>
            <a:r>
              <a:rPr lang="en-US" altLang="zh-CN" sz="2400" dirty="0"/>
              <a:t>,</a:t>
            </a:r>
            <a:r>
              <a:rPr lang="zh-CN" altLang="en-US" sz="2400" dirty="0"/>
              <a:t>计算前</a:t>
            </a:r>
            <a:r>
              <a:rPr lang="en-US" altLang="zh-CN" sz="2400" dirty="0"/>
              <a:t>n</a:t>
            </a:r>
            <a:r>
              <a:rPr lang="zh-CN" altLang="en-US" sz="2400" dirty="0"/>
              <a:t>个元素之和，存入新列表。</a:t>
            </a:r>
          </a:p>
          <a:p>
            <a:pPr marL="0" indent="0"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运行效果</a:t>
            </a:r>
            <a:r>
              <a:rPr lang="en-US" altLang="zh-CN" sz="2400" dirty="0"/>
              <a:t>1】</a:t>
            </a:r>
          </a:p>
          <a:p>
            <a:pPr marL="0" indent="0">
              <a:buNone/>
            </a:pPr>
            <a:r>
              <a:rPr lang="en-US" altLang="zh-CN" sz="2400" dirty="0"/>
              <a:t>[1,2,3,4,5]</a:t>
            </a:r>
          </a:p>
          <a:p>
            <a:pPr marL="0" indent="0">
              <a:buNone/>
            </a:pPr>
            <a:r>
              <a:rPr lang="en-US" altLang="zh-CN" sz="2400" dirty="0"/>
              <a:t>[1, 3, 6, 10, 15]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ls= eval(input())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b=[ls[0]]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for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in range(1,len(ls)):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s=0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for j in range(i+1):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s+=ls[j]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b.append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(s)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print(b)</a:t>
            </a:r>
            <a:r>
              <a:rPr lang="en-US" altLang="zh-CN" sz="2400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0" dirty="0"/>
              <a:t>08【</a:t>
            </a:r>
            <a:r>
              <a:rPr lang="zh-CN" altLang="en-US" sz="2400" b="0" dirty="0"/>
              <a:t>最大素数下标</a:t>
            </a:r>
            <a:r>
              <a:rPr lang="en-US" altLang="zh-CN" sz="2400" b="0" dirty="0"/>
              <a:t>】</a:t>
            </a:r>
          </a:p>
          <a:p>
            <a:pPr marL="0" indent="0">
              <a:buNone/>
            </a:pPr>
            <a:r>
              <a:rPr lang="zh-CN" altLang="en-US" sz="2400" dirty="0"/>
              <a:t>输入整数列表，输出最大素数下标，如果有多个输出第一个，如果没有素数输出</a:t>
            </a:r>
            <a:r>
              <a:rPr lang="en-US" altLang="zh-CN" sz="2400" dirty="0"/>
              <a:t>Error.</a:t>
            </a:r>
          </a:p>
          <a:p>
            <a:pPr marL="0" indent="0"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运行效果</a:t>
            </a:r>
            <a:r>
              <a:rPr lang="en-US" altLang="zh-CN" sz="2400" dirty="0"/>
              <a:t>1】</a:t>
            </a:r>
          </a:p>
          <a:p>
            <a:pPr marL="0" indent="0">
              <a:buNone/>
            </a:pPr>
            <a:r>
              <a:rPr lang="en-US" altLang="zh-CN" sz="2400" dirty="0"/>
              <a:t>[2,3,4,6,7,8,7]</a:t>
            </a:r>
          </a:p>
          <a:p>
            <a:pPr marL="0" indent="0">
              <a:buNone/>
            </a:pPr>
            <a:r>
              <a:rPr lang="en-US" altLang="zh-CN" sz="2400" dirty="0"/>
              <a:t>4</a:t>
            </a:r>
          </a:p>
          <a:p>
            <a:pPr marL="0" indent="0"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运行效果</a:t>
            </a:r>
            <a:r>
              <a:rPr lang="en-US" altLang="zh-CN" sz="2400" dirty="0"/>
              <a:t>3】</a:t>
            </a:r>
          </a:p>
          <a:p>
            <a:pPr marL="0" indent="0">
              <a:buNone/>
            </a:pPr>
            <a:r>
              <a:rPr lang="en-US" altLang="zh-CN" sz="2400" dirty="0"/>
              <a:t>[4,6,8,10,12]</a:t>
            </a:r>
          </a:p>
          <a:p>
            <a:pPr marL="0" indent="0">
              <a:buNone/>
            </a:pPr>
            <a:r>
              <a:rPr lang="en-US" altLang="zh-CN" sz="2400" dirty="0"/>
              <a:t>Error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思路：找出所有素数，</a:t>
            </a:r>
            <a:r>
              <a:rPr lang="en-US" altLang="zh-CN" sz="2400" dirty="0"/>
              <a:t>append</a:t>
            </a:r>
            <a:r>
              <a:rPr lang="zh-CN" altLang="en-US" sz="2400"/>
              <a:t>到新列表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dirty="0"/>
              <a:t>ls=eval(input())</a:t>
            </a:r>
          </a:p>
          <a:p>
            <a:pPr marL="0" indent="0">
              <a:buNone/>
            </a:pPr>
            <a:r>
              <a:rPr lang="en-US" altLang="zh-CN" sz="2400" dirty="0"/>
              <a:t>prime=[]</a:t>
            </a:r>
          </a:p>
          <a:p>
            <a:pPr marL="0" indent="0">
              <a:buNone/>
            </a:pPr>
            <a:r>
              <a:rPr lang="en-US" altLang="zh-CN" sz="2400" dirty="0"/>
              <a:t>for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in ls:</a:t>
            </a:r>
          </a:p>
          <a:p>
            <a:pPr marL="0" indent="0">
              <a:buNone/>
            </a:pPr>
            <a:r>
              <a:rPr lang="en-US" altLang="zh-CN" sz="2400" dirty="0"/>
              <a:t>    for j in range(2,i):</a:t>
            </a:r>
          </a:p>
          <a:p>
            <a:pPr marL="0" indent="0">
              <a:buNone/>
            </a:pPr>
            <a:r>
              <a:rPr lang="en-US" altLang="zh-CN" sz="2400" dirty="0"/>
              <a:t>        if </a:t>
            </a:r>
            <a:r>
              <a:rPr lang="en-US" altLang="zh-CN" sz="2400" dirty="0" err="1"/>
              <a:t>i%j</a:t>
            </a:r>
            <a:r>
              <a:rPr lang="en-US" altLang="zh-CN" sz="2400" dirty="0"/>
              <a:t>==0:</a:t>
            </a:r>
          </a:p>
          <a:p>
            <a:pPr marL="0" indent="0">
              <a:buNone/>
            </a:pPr>
            <a:r>
              <a:rPr lang="en-US" altLang="zh-CN" sz="2400" dirty="0"/>
              <a:t>            break</a:t>
            </a:r>
          </a:p>
          <a:p>
            <a:pPr marL="0" indent="0">
              <a:buNone/>
            </a:pPr>
            <a:r>
              <a:rPr lang="en-US" altLang="zh-CN" sz="2400" dirty="0"/>
              <a:t>    else:</a:t>
            </a:r>
          </a:p>
          <a:p>
            <a:pPr marL="0" indent="0">
              <a:buNone/>
            </a:pPr>
            <a:r>
              <a:rPr lang="en-US" altLang="zh-CN" sz="2400" dirty="0"/>
              <a:t>       </a:t>
            </a:r>
            <a:r>
              <a:rPr lang="en-US" altLang="zh-CN" sz="2400" dirty="0" err="1"/>
              <a:t>prime.append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</a:t>
            </a:r>
          </a:p>
          <a:p>
            <a:pPr marL="0" indent="0">
              <a:buNone/>
            </a:pPr>
            <a:r>
              <a:rPr lang="en-US" altLang="zh-CN" sz="2400" dirty="0"/>
              <a:t>if 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(prime)==0:</a:t>
            </a:r>
          </a:p>
          <a:p>
            <a:pPr marL="0" indent="0">
              <a:buNone/>
            </a:pPr>
            <a:r>
              <a:rPr lang="en-US" altLang="zh-CN" sz="2400" dirty="0"/>
              <a:t>    print('Error')</a:t>
            </a:r>
          </a:p>
          <a:p>
            <a:pPr marL="0" indent="0">
              <a:buNone/>
            </a:pPr>
            <a:r>
              <a:rPr lang="en-US" altLang="zh-CN" sz="2400" dirty="0"/>
              <a:t>else:</a:t>
            </a:r>
          </a:p>
          <a:p>
            <a:pPr marL="0" indent="0">
              <a:buNone/>
            </a:pPr>
            <a:r>
              <a:rPr lang="en-US" altLang="zh-CN" sz="2400" dirty="0"/>
              <a:t>    </a:t>
            </a:r>
            <a:r>
              <a:rPr lang="en-US" altLang="zh-CN" sz="2400" dirty="0" err="1"/>
              <a:t>prime_max</a:t>
            </a:r>
            <a:r>
              <a:rPr lang="en-US" altLang="zh-CN" sz="2400" dirty="0"/>
              <a:t> = max(prime)</a:t>
            </a:r>
          </a:p>
          <a:p>
            <a:pPr marL="0" indent="0">
              <a:buNone/>
            </a:pPr>
            <a:r>
              <a:rPr lang="en-US" altLang="zh-CN" sz="2400" dirty="0"/>
              <a:t>    print(</a:t>
            </a:r>
            <a:r>
              <a:rPr lang="en-US" altLang="zh-CN" sz="2400" dirty="0" err="1"/>
              <a:t>ls.index</a:t>
            </a:r>
            <a:r>
              <a:rPr lang="en-US" altLang="zh-CN" sz="2400" dirty="0"/>
              <a:t>(</a:t>
            </a:r>
            <a:r>
              <a:rPr lang="en-US" altLang="zh-CN" sz="2400" dirty="0" err="1"/>
              <a:t>prime_max</a:t>
            </a:r>
            <a:r>
              <a:rPr lang="en-US" altLang="zh-CN" sz="2400" dirty="0"/>
              <a:t>))</a:t>
            </a:r>
          </a:p>
          <a:p>
            <a:pPr marL="0" indent="0">
              <a:buNone/>
            </a:pPr>
            <a:r>
              <a:rPr lang="en-US" altLang="zh-CN" sz="2400" dirty="0"/>
              <a:t>    </a:t>
            </a:r>
          </a:p>
          <a:p>
            <a:pPr marL="0" indent="0">
              <a:buNone/>
            </a:pPr>
            <a:r>
              <a:rPr lang="en-US" altLang="zh-CN" sz="2400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0" dirty="0"/>
              <a:t>10 【3</a:t>
            </a:r>
            <a:r>
              <a:rPr lang="zh-CN" altLang="en-US" sz="2400" b="0" dirty="0"/>
              <a:t>个元素最大和</a:t>
            </a:r>
            <a:r>
              <a:rPr lang="en-US" altLang="zh-CN" sz="2400" b="0" dirty="0"/>
              <a:t>】</a:t>
            </a:r>
          </a:p>
          <a:p>
            <a:pPr marL="0" indent="0">
              <a:buNone/>
            </a:pPr>
            <a:r>
              <a:rPr lang="zh-CN" altLang="en-US" sz="2400" dirty="0"/>
              <a:t>输入整数列表，输出其中和最大的连续</a:t>
            </a:r>
            <a:r>
              <a:rPr lang="en-US" altLang="zh-CN" sz="2400" dirty="0"/>
              <a:t>3</a:t>
            </a:r>
            <a:r>
              <a:rPr lang="zh-CN" altLang="en-US" sz="2400" dirty="0"/>
              <a:t>个元素构成的列表。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（假设只存在一组最大和）</a:t>
            </a: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  <a:p>
            <a:pPr marL="0" indent="0"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运行效果</a:t>
            </a:r>
            <a:r>
              <a:rPr lang="en-US" altLang="zh-CN" sz="2400" dirty="0"/>
              <a:t>1】</a:t>
            </a:r>
          </a:p>
          <a:p>
            <a:pPr marL="0" indent="0">
              <a:buNone/>
            </a:pPr>
            <a:r>
              <a:rPr lang="en-US" altLang="zh-CN" sz="2400" dirty="0"/>
              <a:t>[1,2,3,2,3,1,0]</a:t>
            </a:r>
          </a:p>
          <a:p>
            <a:pPr marL="0" indent="0">
              <a:buNone/>
            </a:pPr>
            <a:r>
              <a:rPr lang="en-US" altLang="zh-CN" sz="2400" dirty="0"/>
              <a:t>[3, 2, 3]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ls= eval(input())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max_three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=ls[0:3]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sum_three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=sum(ls[0:3])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for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in range(1,len(ls)-2):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s=ls[i:i+3]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m=sum(s)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if m&gt;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sum_three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sum_three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=m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max_three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=s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print(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max_three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)</a:t>
            </a:r>
            <a:r>
              <a:rPr lang="en-US" altLang="zh-CN" sz="2400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216785" y="2292350"/>
            <a:ext cx="7759065" cy="1276350"/>
          </a:xfrm>
        </p:spPr>
        <p:txBody>
          <a:bodyPr/>
          <a:lstStyle/>
          <a:p>
            <a:r>
              <a:rPr lang="en-US" altLang="zh-CN" dirty="0">
                <a:latin typeface="+mj-lt"/>
                <a:ea typeface="+mj-ea"/>
                <a:sym typeface="+mn-ea"/>
              </a:rPr>
              <a:t>Week6 </a:t>
            </a:r>
            <a:r>
              <a:rPr lang="en-US" altLang="zh-CN" dirty="0" err="1">
                <a:latin typeface="+mj-lt"/>
                <a:ea typeface="+mj-ea"/>
                <a:sym typeface="+mn-ea"/>
              </a:rPr>
              <a:t>CyExam</a:t>
            </a:r>
            <a:br>
              <a:rPr lang="en-US" altLang="zh-CN" dirty="0">
                <a:latin typeface="+mj-lt"/>
                <a:ea typeface="+mj-ea"/>
                <a:sym typeface="+mn-ea"/>
              </a:rPr>
            </a:br>
            <a:br>
              <a:rPr lang="en-US" altLang="zh-CN" dirty="0">
                <a:latin typeface="+mj-lt"/>
                <a:ea typeface="+mj-ea"/>
                <a:sym typeface="+mn-ea"/>
              </a:rPr>
            </a:br>
            <a:r>
              <a:rPr lang="zh-CN" altLang="en-US" dirty="0">
                <a:latin typeface="+mj-lt"/>
                <a:ea typeface="+mj-ea"/>
                <a:sym typeface="+mn-ea"/>
              </a:rPr>
              <a:t>字典集合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8250118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600" b="0" dirty="0"/>
              <a:t>09.</a:t>
            </a:r>
            <a:r>
              <a:rPr lang="zh-CN" altLang="en-US" sz="2600" b="0" dirty="0"/>
              <a:t>表达式 </a:t>
            </a:r>
            <a:r>
              <a:rPr lang="en-US" altLang="zh-CN" sz="2600" b="0" dirty="0"/>
              <a:t>{1, 2, 3, 4} .difference ({3, 4, 5, 6})</a:t>
            </a:r>
            <a:r>
              <a:rPr lang="zh-CN" altLang="en-US" sz="2600" b="0" dirty="0"/>
              <a:t>的值为</a:t>
            </a:r>
            <a:r>
              <a:rPr lang="en-US" altLang="zh-CN" sz="2600" b="0" dirty="0"/>
              <a:t>__________________</a:t>
            </a:r>
            <a:r>
              <a:rPr lang="zh-CN" altLang="en-US" sz="2600" b="0" dirty="0"/>
              <a:t>。</a:t>
            </a:r>
          </a:p>
          <a:p>
            <a:pPr marL="0" indent="0">
              <a:buNone/>
            </a:pPr>
            <a:r>
              <a:rPr lang="en-US" altLang="zh-CN" sz="2600" b="0" dirty="0"/>
              <a:t>A. {1,2}</a:t>
            </a:r>
          </a:p>
          <a:p>
            <a:pPr marL="0" indent="0">
              <a:buNone/>
            </a:pPr>
            <a:r>
              <a:rPr lang="en-US" altLang="zh-CN" sz="2600" b="0" dirty="0"/>
              <a:t>B. {5,6}</a:t>
            </a:r>
          </a:p>
          <a:p>
            <a:pPr marL="0" indent="0">
              <a:buNone/>
            </a:pPr>
            <a:r>
              <a:rPr lang="en-US" altLang="zh-CN" sz="2600" b="0" dirty="0"/>
              <a:t>C. {1,2,5,6}</a:t>
            </a:r>
          </a:p>
          <a:p>
            <a:pPr marL="0" indent="0">
              <a:buNone/>
            </a:pPr>
            <a:r>
              <a:rPr lang="en-US" altLang="zh-CN" sz="2600" b="0" dirty="0"/>
              <a:t>D. {3,4}</a:t>
            </a:r>
          </a:p>
          <a:p>
            <a:pPr marL="0" indent="0">
              <a:buNone/>
            </a:pPr>
            <a:endParaRPr lang="en-US" altLang="zh-CN" sz="2600" b="0" dirty="0"/>
          </a:p>
          <a:p>
            <a:pPr marL="0" indent="0">
              <a:buNone/>
            </a:pPr>
            <a:endParaRPr lang="en-US" altLang="zh-CN" sz="2600" b="0" dirty="0"/>
          </a:p>
          <a:p>
            <a:pPr marL="0" indent="0">
              <a:buNone/>
            </a:pPr>
            <a:r>
              <a:rPr lang="en-US" altLang="zh-CN" sz="2600" b="0" dirty="0"/>
              <a:t>【A】</a:t>
            </a:r>
            <a:endParaRPr lang="en-US" altLang="zh-CN" sz="2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84</a:t>
            </a:fld>
            <a:endParaRPr lang="zh-CN" alt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***13.</a:t>
            </a:r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代码的运行结果是</a:t>
            </a: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( )</a:t>
            </a:r>
          </a:p>
          <a:p>
            <a:pPr marL="0" indent="0">
              <a:buNone/>
            </a:pP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Ord(‘a’) </a:t>
            </a:r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字符</a:t>
            </a: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的</a:t>
            </a: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ASCII</a:t>
            </a:r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码</a:t>
            </a: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等于</a:t>
            </a: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97</a:t>
            </a:r>
          </a:p>
          <a:p>
            <a:pPr marL="0" indent="0">
              <a:buNone/>
            </a:pP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Chr(97) </a:t>
            </a:r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为</a:t>
            </a: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97</a:t>
            </a:r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对应的字母，等于‘</a:t>
            </a: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a’</a:t>
            </a:r>
          </a:p>
          <a:p>
            <a:pPr marL="0" indent="0">
              <a:buNone/>
            </a:pP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#3</a:t>
            </a:r>
            <a:r>
              <a:rPr lang="zh-CN" altLang="en-US" b="0" dirty="0">
                <a:latin typeface="Arial" panose="020B0604020202020204" pitchFamily="34" charset="0"/>
                <a:cs typeface="Arial" panose="020B0604020202020204" pitchFamily="34" charset="0"/>
              </a:rPr>
              <a:t>： </a:t>
            </a: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d[‘a’]=‘n’, ‘</a:t>
            </a:r>
            <a:r>
              <a:rPr lang="en-US" altLang="zh-CN" b="0" dirty="0" err="1">
                <a:latin typeface="Arial" panose="020B0604020202020204" pitchFamily="34" charset="0"/>
                <a:cs typeface="Arial" panose="020B0604020202020204" pitchFamily="34" charset="0"/>
              </a:rPr>
              <a:t>b’‘o</a:t>
            </a: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’,…’</a:t>
            </a:r>
            <a:r>
              <a:rPr lang="en-US" altLang="zh-CN" b="0" dirty="0" err="1">
                <a:latin typeface="Arial" panose="020B0604020202020204" pitchFamily="34" charset="0"/>
                <a:cs typeface="Arial" panose="020B0604020202020204" pitchFamily="34" charset="0"/>
              </a:rPr>
              <a:t>h’:’u</a:t>
            </a: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’,…,’</a:t>
            </a:r>
            <a:r>
              <a:rPr lang="en-US" altLang="zh-CN" b="0" dirty="0" err="1">
                <a:latin typeface="Arial" panose="020B0604020202020204" pitchFamily="34" charset="0"/>
                <a:cs typeface="Arial" panose="020B0604020202020204" pitchFamily="34" charset="0"/>
              </a:rPr>
              <a:t>m’:’z’,’n’:’a’,’o’:’b’,’t’:g</a:t>
            </a: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’, ’</a:t>
            </a:r>
            <a:r>
              <a:rPr lang="en-US" altLang="zh-CN" b="0" dirty="0" err="1">
                <a:latin typeface="Arial" panose="020B0604020202020204" pitchFamily="34" charset="0"/>
                <a:cs typeface="Arial" panose="020B0604020202020204" pitchFamily="34" charset="0"/>
              </a:rPr>
              <a:t>y’:’I</a:t>
            </a: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’}</a:t>
            </a:r>
          </a:p>
          <a:p>
            <a:pPr marL="0" indent="0">
              <a:buNone/>
            </a:pP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    d={‘</a:t>
            </a:r>
            <a:r>
              <a:rPr lang="en-US" altLang="zh-CN" b="0" dirty="0" err="1">
                <a:latin typeface="Arial" panose="020B0604020202020204" pitchFamily="34" charset="0"/>
                <a:cs typeface="Arial" panose="020B0604020202020204" pitchFamily="34" charset="0"/>
              </a:rPr>
              <a:t>a’:’n</a:t>
            </a: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’,</a:t>
            </a:r>
            <a:endParaRPr lang="zh-CN" alt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【 </a:t>
            </a:r>
            <a:r>
              <a:rPr lang="en-US" altLang="zh-CN" b="0" dirty="0" err="1">
                <a:latin typeface="Arial" panose="020B0604020202020204" pitchFamily="34" charset="0"/>
                <a:cs typeface="Arial" panose="020B0604020202020204" pitchFamily="34" charset="0"/>
              </a:rPr>
              <a:t>Plguba</a:t>
            </a:r>
            <a:r>
              <a:rPr lang="en-US" altLang="zh-CN" b="0" dirty="0">
                <a:latin typeface="Arial" panose="020B0604020202020204" pitchFamily="34" charset="0"/>
                <a:cs typeface="Arial" panose="020B0604020202020204" pitchFamily="34" charset="0"/>
              </a:rPr>
              <a:t> 】</a:t>
            </a:r>
          </a:p>
          <a:p>
            <a:pPr marL="0" indent="0">
              <a:buNone/>
            </a:pPr>
            <a:endParaRPr lang="en-US" altLang="zh-CN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2997BE7-8AB9-7419-9EC4-4EA5C8B3A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2" y="802649"/>
            <a:ext cx="9965436" cy="252028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0" dirty="0"/>
              <a:t>***15.</a:t>
            </a:r>
            <a:r>
              <a:rPr lang="zh-CN" altLang="en-US" b="0" dirty="0"/>
              <a:t>程序填空，要输出</a:t>
            </a:r>
            <a:r>
              <a:rPr lang="en-US" altLang="zh-CN" b="0" dirty="0"/>
              <a:t>{0: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[90,’Aele’], 1:[87,’Bob’], 2:[93,’lala’]}</a:t>
            </a:r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r>
              <a:rPr lang="en-US" altLang="zh-CN" b="0" dirty="0"/>
              <a:t>【z[</a:t>
            </a:r>
            <a:r>
              <a:rPr lang="en-US" altLang="zh-CN" b="0" dirty="0" err="1"/>
              <a:t>i</a:t>
            </a:r>
            <a:r>
              <a:rPr lang="en-US" altLang="zh-CN" b="0" dirty="0"/>
              <a:t>]=[x[</a:t>
            </a:r>
            <a:r>
              <a:rPr lang="en-US" altLang="zh-CN" b="0" dirty="0" err="1"/>
              <a:t>i</a:t>
            </a:r>
            <a:r>
              <a:rPr lang="en-US" altLang="zh-CN" b="0" dirty="0"/>
              <a:t>], y[</a:t>
            </a:r>
            <a:r>
              <a:rPr lang="en-US" altLang="zh-CN" b="0" dirty="0" err="1"/>
              <a:t>i</a:t>
            </a:r>
            <a:r>
              <a:rPr lang="en-US" altLang="zh-CN" b="0" dirty="0"/>
              <a:t>]] 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096032-48CA-2DF5-FDA0-3E1190A47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23" y="872852"/>
            <a:ext cx="5935863" cy="327622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600" b="0" dirty="0"/>
              <a:t>19.</a:t>
            </a:r>
            <a:r>
              <a:rPr lang="zh-CN" altLang="en-US" sz="2600" b="0" dirty="0"/>
              <a:t>以下代码结果是</a:t>
            </a:r>
            <a:r>
              <a:rPr lang="en-US" altLang="zh-CN" sz="2600" b="0" dirty="0"/>
              <a:t>________</a:t>
            </a:r>
            <a:r>
              <a:rPr lang="zh-CN" altLang="en-US" sz="2600" b="0" dirty="0"/>
              <a:t>。</a:t>
            </a:r>
          </a:p>
          <a:p>
            <a:pPr marL="0" indent="0">
              <a:buNone/>
            </a:pPr>
            <a:r>
              <a:rPr lang="en-US" altLang="zh-CN" sz="2600" b="0" dirty="0"/>
              <a:t>#1.str1="k:1|k1:2|k2:3|k3:4"</a:t>
            </a:r>
          </a:p>
          <a:p>
            <a:pPr marL="0" indent="0">
              <a:buNone/>
            </a:pPr>
            <a:r>
              <a:rPr lang="en-US" altLang="zh-CN" sz="2600" b="0" dirty="0"/>
              <a:t>#2.str_list=str1.split('|')</a:t>
            </a:r>
          </a:p>
          <a:p>
            <a:pPr marL="0" indent="0">
              <a:buNone/>
            </a:pPr>
            <a:r>
              <a:rPr lang="en-US" altLang="zh-CN" sz="2600" b="0" dirty="0"/>
              <a:t>#3.d={}</a:t>
            </a:r>
          </a:p>
          <a:p>
            <a:pPr marL="0" indent="0">
              <a:buNone/>
            </a:pPr>
            <a:r>
              <a:rPr lang="en-US" altLang="zh-CN" sz="2600" b="0" dirty="0"/>
              <a:t>#4.for l in </a:t>
            </a:r>
            <a:r>
              <a:rPr lang="en-US" altLang="zh-CN" sz="2600" b="0" dirty="0" err="1"/>
              <a:t>str_list</a:t>
            </a:r>
            <a:r>
              <a:rPr lang="en-US" altLang="zh-CN" sz="2600" b="0" dirty="0"/>
              <a:t>:  #i=‘k1:2’</a:t>
            </a:r>
          </a:p>
          <a:p>
            <a:pPr marL="0" indent="0">
              <a:buNone/>
            </a:pPr>
            <a:r>
              <a:rPr lang="en-US" altLang="zh-CN" sz="2600" b="0" dirty="0"/>
              <a:t>#5.  </a:t>
            </a:r>
            <a:r>
              <a:rPr lang="en-US" altLang="zh-CN" sz="2600" b="0" dirty="0" err="1"/>
              <a:t>key,value</a:t>
            </a:r>
            <a:r>
              <a:rPr lang="en-US" altLang="zh-CN" sz="2600" b="0" dirty="0"/>
              <a:t>=</a:t>
            </a:r>
            <a:r>
              <a:rPr lang="en-US" altLang="zh-CN" sz="2600" b="0" dirty="0" err="1"/>
              <a:t>l.split</a:t>
            </a:r>
            <a:r>
              <a:rPr lang="en-US" altLang="zh-CN" sz="2600" b="0" dirty="0"/>
              <a:t>(':')</a:t>
            </a:r>
          </a:p>
          <a:p>
            <a:pPr marL="0" indent="0">
              <a:buNone/>
            </a:pPr>
            <a:r>
              <a:rPr lang="en-US" altLang="zh-CN" sz="2600" b="0" dirty="0"/>
              <a:t>#6.  d[key]=value</a:t>
            </a:r>
          </a:p>
          <a:p>
            <a:pPr marL="0" indent="0">
              <a:buNone/>
            </a:pPr>
            <a:r>
              <a:rPr lang="en-US" altLang="zh-CN" sz="2600" b="0" dirty="0"/>
              <a:t>#7.print(d)</a:t>
            </a:r>
          </a:p>
          <a:p>
            <a:pPr marL="0" indent="0">
              <a:buNone/>
            </a:pPr>
            <a:r>
              <a:rPr lang="en-US" altLang="zh-CN" sz="2600" b="0" dirty="0"/>
              <a:t>A. ['k':'1', 'k1':'2','k2':'3','k3':'4']</a:t>
            </a:r>
          </a:p>
          <a:p>
            <a:pPr marL="0" indent="0">
              <a:buNone/>
            </a:pPr>
            <a:r>
              <a:rPr lang="en-US" altLang="zh-CN" sz="2600" b="0" dirty="0"/>
              <a:t>B. {'k':'1', 'k1':'2', 'k2': '3', 'k3': '4'}</a:t>
            </a:r>
          </a:p>
          <a:p>
            <a:pPr marL="0" indent="0">
              <a:buNone/>
            </a:pPr>
            <a:r>
              <a:rPr lang="en-US" altLang="zh-CN" sz="2600" b="0" dirty="0"/>
              <a:t>C. {k:1,k1:2,k2:3,k3:4}</a:t>
            </a:r>
          </a:p>
          <a:p>
            <a:pPr marL="0" indent="0">
              <a:buNone/>
            </a:pPr>
            <a:r>
              <a:rPr lang="en-US" altLang="zh-CN" sz="2600" b="0" dirty="0"/>
              <a:t>D. [k:1,k1:2,k2:3,k3:4]</a:t>
            </a:r>
          </a:p>
          <a:p>
            <a:pPr marL="0" indent="0">
              <a:buNone/>
            </a:pPr>
            <a:r>
              <a:rPr lang="en-US" altLang="zh-CN" sz="2600" b="0" dirty="0"/>
              <a:t>【B】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 algn="just">
              <a:buNone/>
              <a:tabLst>
                <a:tab pos="4052570" algn="l"/>
              </a:tabLst>
            </a:pPr>
            <a:r>
              <a:rPr lang="zh-CN" altLang="en-US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填空</a:t>
            </a:r>
            <a:endParaRPr lang="en-US" altLang="zh-CN" sz="2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9.</a:t>
            </a:r>
            <a:r>
              <a:rPr lang="zh-CN" altLang="en-US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下列语句执</a:t>
            </a: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en-US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后，</a:t>
            </a: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di['fruit'][-1]</a:t>
            </a:r>
            <a:r>
              <a:rPr lang="zh-CN" altLang="en-US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的值是</a:t>
            </a: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#1.di={'fruit':[1,2,3]}</a:t>
            </a: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#2.di['fruit'].append(4)</a:t>
            </a:r>
          </a:p>
          <a:p>
            <a:pPr marL="0" indent="0" algn="just">
              <a:buNone/>
              <a:tabLst>
                <a:tab pos="4052570" algn="l"/>
              </a:tabLst>
            </a:pPr>
            <a:endParaRPr lang="en-US" altLang="zh-CN" sz="2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10.</a:t>
            </a:r>
            <a:r>
              <a:rPr lang="zh-CN" altLang="en-US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sz="26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dict</a:t>
            </a: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(zip([1, 2], [3, 4])),</a:t>
            </a:r>
            <a:r>
              <a:rPr lang="zh-CN" altLang="en-US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那么表达式</a:t>
            </a: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sum(x)</a:t>
            </a:r>
            <a:r>
              <a:rPr lang="zh-CN" altLang="en-US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的值是</a:t>
            </a: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).</a:t>
            </a:r>
          </a:p>
          <a:p>
            <a:pPr marL="0" indent="0" algn="just">
              <a:buNone/>
              <a:tabLst>
                <a:tab pos="4052570" algn="l"/>
              </a:tabLst>
            </a:pPr>
            <a:endParaRPr lang="en-US" altLang="zh-CN" sz="2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4052570" algn="l"/>
              </a:tabLst>
            </a:pPr>
            <a:endParaRPr lang="en-US" altLang="zh-CN" sz="2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sz="2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9.【4】 di[‘fruit’]=[1,2,3]</a:t>
            </a:r>
            <a:endParaRPr lang="en-US" altLang="zh-CN" sz="2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10.【3】dict(zip([1, 2], [3, 4])) = {1:3, 2:4}</a:t>
            </a:r>
            <a:endParaRPr lang="zh-CN" altLang="zh-CN" sz="2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52855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 algn="just">
              <a:buNone/>
              <a:tabLst>
                <a:tab pos="4052570" algn="l"/>
              </a:tabLst>
            </a:pPr>
            <a:r>
              <a:rPr lang="zh-CN" altLang="en-US" sz="2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编程</a:t>
            </a:r>
            <a:r>
              <a:rPr lang="en-US" altLang="zh-CN" sz="2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01 </a:t>
            </a:r>
            <a:r>
              <a:rPr lang="zh-CN" altLang="en-US" sz="2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游戏装备</a:t>
            </a:r>
            <a:endParaRPr lang="en-US" altLang="zh-CN" sz="2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4052570" algn="l"/>
              </a:tabLst>
            </a:pPr>
            <a:r>
              <a:rPr lang="zh-CN" altLang="en-US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游戏中共有</a:t>
            </a: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A,B,C,D</a:t>
            </a:r>
            <a:r>
              <a:rPr lang="zh-CN" altLang="en-US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四种商品，每种商品的金币价格存在字典</a:t>
            </a: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price={'A':20,'B':30,'C':40,'D':50}</a:t>
            </a:r>
          </a:p>
          <a:p>
            <a:pPr marL="0" indent="0" algn="just">
              <a:buNone/>
              <a:tabLst>
                <a:tab pos="4052570" algn="l"/>
              </a:tabLst>
            </a:pPr>
            <a:r>
              <a:rPr lang="zh-CN" altLang="en-US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输入金币值，以及商品名称，判断若能购买这些商品。</a:t>
            </a:r>
            <a:endParaRPr lang="en-US" altLang="zh-CN" sz="2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行输入</a:t>
            </a:r>
            <a:endParaRPr lang="en-US" altLang="zh-CN" sz="2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运行效果</a:t>
            </a: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1】</a:t>
            </a: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40</a:t>
            </a: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 B</a:t>
            </a: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NO</a:t>
            </a: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运行效果</a:t>
            </a: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2】</a:t>
            </a: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100</a:t>
            </a: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 A B</a:t>
            </a: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sz="2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YES</a:t>
            </a:r>
          </a:p>
          <a:p>
            <a:pPr marL="0" indent="0" algn="just">
              <a:buNone/>
              <a:tabLst>
                <a:tab pos="4052570" algn="l"/>
              </a:tabLst>
            </a:pPr>
            <a:endParaRPr lang="zh-CN" altLang="zh-CN" sz="2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67058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4052570" algn="l"/>
              </a:tabLst>
            </a:pP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num=eval(input())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goods=input().split()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price={'A':20,'B':30,'C':40,'D':50}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total=0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for g in goods: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total+=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price.get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(g,0)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if total&lt;=num: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print("YES")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else: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print("NO")</a:t>
            </a:r>
            <a:r>
              <a:rPr lang="en-US" altLang="zh-CN" sz="2600" dirty="0"/>
              <a:t> </a:t>
            </a:r>
            <a:endParaRPr lang="zh-CN" altLang="zh-CN" sz="2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59449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02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合并字典</a:t>
            </a: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输入两个键值都是整数的字典，合并为一个字典（相同的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key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value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相加。输出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value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最大的键（若不唯一，则输出最大的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key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marL="0" indent="0" algn="just">
              <a:buNone/>
              <a:tabLst>
                <a:tab pos="4052570" algn="l"/>
              </a:tabLst>
            </a:pPr>
            <a:endParaRPr lang="en-US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运行效果</a:t>
            </a: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1】</a:t>
            </a: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{1:2,2:3,3:5}</a:t>
            </a:r>
          </a:p>
          <a:p>
            <a:pPr marL="0" indent="0" algn="just">
              <a:buNone/>
              <a:tabLst>
                <a:tab pos="4052570" algn="l"/>
              </a:tabLst>
            </a:pPr>
            <a:r>
              <a:rPr lang="en-US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{1:4,3:6,4:3}</a:t>
            </a:r>
          </a:p>
          <a:p>
            <a:pPr marL="0" indent="0" algn="just">
              <a:buNone/>
              <a:tabLst>
                <a:tab pos="4052570" algn="l"/>
              </a:tabLst>
            </a:pP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8337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4052570" algn="l"/>
              </a:tabLst>
            </a:pP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x = eval(input())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y = eval(input())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for k in 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x.keys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():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y[k] = x[k] + 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y.get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(k, 0)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max_value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=max(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y.values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())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for k in sorted(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y.keys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(),reverse=True):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if y[k]==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max_value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    print(k)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    break</a:t>
            </a:r>
            <a:r>
              <a:rPr lang="en-US" altLang="zh-CN" sz="2600" dirty="0"/>
              <a:t> </a:t>
            </a:r>
            <a:endParaRPr lang="zh-CN" altLang="zh-CN" sz="2600" b="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15795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05. </a:t>
            </a:r>
            <a:r>
              <a:rPr lang="zh-CN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统计单词出现次数</a:t>
            </a:r>
          </a:p>
          <a:p>
            <a:pPr indent="0" algn="just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输入一个英文句子</a:t>
            </a: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单词</a:t>
            </a: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空格</a:t>
            </a: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按字母序输出每个单词及其重复次数。</a:t>
            </a:r>
          </a:p>
          <a:p>
            <a:pPr marL="0" indent="0" algn="just">
              <a:buNone/>
            </a:pPr>
            <a:r>
              <a:rPr lang="zh-CN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【运行效果</a:t>
            </a: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】</a:t>
            </a:r>
          </a:p>
          <a:p>
            <a:pPr marL="0" indent="0" algn="just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hello John hello Mike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John:1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Mike:1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hello:2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4052570" algn="l"/>
              </a:tabLst>
            </a:pP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25656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4052570" algn="l"/>
              </a:tabLst>
            </a:pP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sen_split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=input().split()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sen_split.sort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()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dic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={}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for 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ch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in 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sen_split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dic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[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ch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]=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dic.get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(ch,0)+1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for 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k,v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in sorted(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dic.items</a:t>
            </a:r>
            <a:r>
              <a:rPr lang="en-US" altLang="zh-CN" sz="2600" b="0" i="0" u="none" strike="noStrike">
                <a:effectLst/>
                <a:latin typeface="Calibri" panose="020F0502020204030204" pitchFamily="34" charset="0"/>
              </a:rPr>
              <a:t>()):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print("%s:%d"%(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k,v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))</a:t>
            </a:r>
            <a:r>
              <a:rPr lang="en-US" altLang="zh-CN" sz="2600" dirty="0"/>
              <a:t> </a:t>
            </a:r>
            <a:endParaRPr lang="zh-CN" altLang="zh-CN" sz="2600" b="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27493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06.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构建字典</a:t>
            </a:r>
            <a:r>
              <a:rPr lang="en-US" altLang="zh-CN" sz="2600" kern="10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dic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={"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奇数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":[],"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偶数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":[],"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素数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":[],"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非素数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":[]}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0" indent="0" algn="just">
              <a:buNone/>
            </a:pP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输入一组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&gt;=2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的整数，</a:t>
            </a:r>
            <a:r>
              <a:rPr lang="zh-CN" altLang="en-US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按类别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存入字典中，最后根据输入的分类输出对应列表的数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从小到大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没有输出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"Not exist"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 algn="just">
              <a:buNone/>
            </a:pP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前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行为输入</a:t>
            </a:r>
          </a:p>
          <a:p>
            <a:pPr marL="0" indent="0" algn="just">
              <a:buNone/>
            </a:pP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【运行效果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】</a:t>
            </a: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11 12 13 14 15 16 17 18 19 20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素数</a:t>
            </a: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11 13 15 17 19 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【运行效果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】</a:t>
            </a: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2 4 6 8 10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奇数</a:t>
            </a: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Not exist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  <a:tabLst>
                <a:tab pos="4052570" algn="l"/>
              </a:tabLst>
            </a:pPr>
            <a:endParaRPr lang="zh-CN" altLang="zh-CN" sz="2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57009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4052570" algn="l"/>
              </a:tabLst>
            </a:pP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nums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=map(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int,input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().split())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std=input()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dic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={“</a:t>
            </a:r>
            <a:r>
              <a:rPr lang="zh-CN" altLang="en-US" sz="2400" b="0" i="0" u="none" strike="noStrike" dirty="0">
                <a:effectLst/>
                <a:latin typeface="Calibri" panose="020F0502020204030204" pitchFamily="34" charset="0"/>
              </a:rPr>
              <a:t>奇数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”:[],“</a:t>
            </a:r>
            <a:r>
              <a:rPr lang="zh-CN" altLang="en-US" sz="2400" b="0" i="0" u="none" strike="noStrike" dirty="0">
                <a:effectLst/>
                <a:latin typeface="Calibri" panose="020F0502020204030204" pitchFamily="34" charset="0"/>
              </a:rPr>
              <a:t>偶数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”:[],“</a:t>
            </a:r>
            <a:r>
              <a:rPr lang="zh-CN" altLang="en-US" sz="2400" b="0" i="0" u="none" strike="noStrike" dirty="0">
                <a:effectLst/>
                <a:latin typeface="Calibri" panose="020F0502020204030204" pitchFamily="34" charset="0"/>
              </a:rPr>
              <a:t>素数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”:[],“</a:t>
            </a:r>
            <a:r>
              <a:rPr lang="zh-CN" altLang="en-US" sz="2400" b="0" i="0" u="none" strike="noStrike" dirty="0">
                <a:effectLst/>
                <a:latin typeface="Calibri" panose="020F0502020204030204" pitchFamily="34" charset="0"/>
              </a:rPr>
              <a:t>非素数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”:[]}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for n in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nums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#</a:t>
            </a:r>
            <a:r>
              <a:rPr lang="zh-CN" altLang="en-US" sz="2400" b="0" i="0" u="none" strike="noStrike" dirty="0">
                <a:effectLst/>
                <a:latin typeface="Calibri" panose="020F0502020204030204" pitchFamily="34" charset="0"/>
              </a:rPr>
              <a:t>奇数偶数</a:t>
            </a:r>
            <a:endParaRPr lang="en-US" altLang="zh-CN" sz="2400" b="0" i="0" u="none" strike="noStrike" dirty="0">
              <a:effectLst/>
              <a:latin typeface="Calibri" panose="020F0502020204030204" pitchFamily="34" charset="0"/>
            </a:endParaRPr>
          </a:p>
          <a:p>
            <a:pPr marL="0" indent="0">
              <a:buNone/>
              <a:tabLst>
                <a:tab pos="4052570" algn="l"/>
              </a:tabLst>
            </a:pP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if n%2==0: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dic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["</a:t>
            </a:r>
            <a:r>
              <a:rPr lang="zh-CN" altLang="en-US" sz="2400" b="0" i="0" u="none" strike="noStrike" dirty="0">
                <a:effectLst/>
                <a:latin typeface="Calibri" panose="020F0502020204030204" pitchFamily="34" charset="0"/>
              </a:rPr>
              <a:t>偶数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"].append(n)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else: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dic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["</a:t>
            </a:r>
            <a:r>
              <a:rPr lang="zh-CN" altLang="en-US" sz="2400" b="0" i="0" u="none" strike="noStrike" dirty="0">
                <a:effectLst/>
                <a:latin typeface="Calibri" panose="020F0502020204030204" pitchFamily="34" charset="0"/>
              </a:rPr>
              <a:t>奇数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"].append(n)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endParaRPr lang="en-US" altLang="zh-CN" sz="2400" b="0" i="0" u="none" strike="noStrike" dirty="0">
              <a:effectLst/>
              <a:latin typeface="Calibri" panose="020F0502020204030204" pitchFamily="34" charset="0"/>
            </a:endParaRPr>
          </a:p>
          <a:p>
            <a:pPr marL="0" indent="0">
              <a:buNone/>
              <a:tabLst>
                <a:tab pos="4052570" algn="l"/>
              </a:tabLst>
            </a:pPr>
            <a:r>
              <a:rPr lang="en-US" altLang="zh-CN" sz="2400" b="0" dirty="0">
                <a:latin typeface="Calibri" panose="020F0502020204030204" pitchFamily="34" charset="0"/>
              </a:rPr>
              <a:t>    #</a:t>
            </a:r>
            <a:r>
              <a:rPr lang="zh-CN" altLang="en-US" sz="2400" b="0" dirty="0">
                <a:latin typeface="Calibri" panose="020F0502020204030204" pitchFamily="34" charset="0"/>
              </a:rPr>
              <a:t>素数非素数</a:t>
            </a:r>
            <a:endParaRPr lang="en-US" altLang="zh-CN" sz="2400" b="0" i="0" u="none" strike="noStrike" dirty="0">
              <a:effectLst/>
              <a:latin typeface="Calibri" panose="020F0502020204030204" pitchFamily="34" charset="0"/>
            </a:endParaRPr>
          </a:p>
          <a:p>
            <a:pPr marL="0" indent="0">
              <a:buNone/>
              <a:tabLst>
                <a:tab pos="4052570" algn="l"/>
              </a:tabLst>
            </a:pP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for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in range(2,n):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if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n%i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==0: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   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dic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["</a:t>
            </a:r>
            <a:r>
              <a:rPr lang="zh-CN" altLang="en-US" sz="2400" b="0" i="0" u="none" strike="noStrike" dirty="0">
                <a:effectLst/>
                <a:latin typeface="Calibri" panose="020F0502020204030204" pitchFamily="34" charset="0"/>
              </a:rPr>
              <a:t>非素数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"].append(n)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    break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else:</a:t>
            </a:r>
            <a:b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        </a:t>
            </a:r>
            <a:r>
              <a:rPr lang="en-US" altLang="zh-CN" sz="2400" b="0" i="0" u="none" strike="noStrike" dirty="0" err="1">
                <a:effectLst/>
                <a:latin typeface="Calibri" panose="020F0502020204030204" pitchFamily="34" charset="0"/>
              </a:rPr>
              <a:t>dic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["</a:t>
            </a:r>
            <a:r>
              <a:rPr lang="zh-CN" altLang="en-US" sz="2400" b="0" i="0" u="none" strike="noStrike" dirty="0">
                <a:effectLst/>
                <a:latin typeface="Calibri" panose="020F0502020204030204" pitchFamily="34" charset="0"/>
              </a:rPr>
              <a:t>素数</a:t>
            </a:r>
            <a:r>
              <a:rPr lang="en-US" altLang="zh-CN" sz="2400" b="0" i="0" u="none" strike="noStrike" dirty="0">
                <a:effectLst/>
                <a:latin typeface="Calibri" panose="020F0502020204030204" pitchFamily="34" charset="0"/>
              </a:rPr>
              <a:t>"].append(n)</a:t>
            </a:r>
            <a:endParaRPr lang="zh-CN" altLang="zh-CN" sz="2400" b="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4949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4052570" algn="l"/>
              </a:tabLst>
            </a:pP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#</a:t>
            </a:r>
            <a:r>
              <a:rPr lang="zh-CN" altLang="en-US" sz="2600" b="0" i="0" u="none" strike="noStrike" dirty="0">
                <a:effectLst/>
                <a:latin typeface="Calibri" panose="020F0502020204030204" pitchFamily="34" charset="0"/>
              </a:rPr>
              <a:t>最外层，输出</a:t>
            </a:r>
            <a:endParaRPr lang="en-US" altLang="zh-CN" sz="2600" b="0" i="0" u="none" strike="noStrike" dirty="0">
              <a:effectLst/>
              <a:latin typeface="Calibri" panose="020F0502020204030204" pitchFamily="34" charset="0"/>
            </a:endParaRPr>
          </a:p>
          <a:p>
            <a:pPr marL="0" indent="0">
              <a:buNone/>
              <a:tabLst>
                <a:tab pos="4052570" algn="l"/>
              </a:tabLst>
            </a:pP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if 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dic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[std]: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dic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[std].sort()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for 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i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in 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dic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[std]: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    print(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i,end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=" ")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else: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print("Not exist")</a:t>
            </a:r>
            <a:r>
              <a:rPr lang="en-US" altLang="zh-CN" sz="2600" dirty="0"/>
              <a:t> </a:t>
            </a:r>
            <a:endParaRPr lang="zh-CN" altLang="zh-CN" sz="2600" b="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32252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08.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不重复数字的个数</a:t>
            </a:r>
          </a:p>
          <a:p>
            <a:pPr marL="0" indent="0" algn="just">
              <a:buNone/>
            </a:pP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输入整数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B(A&lt;=B)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，输出区间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[A,B]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内各位数字不重复的数字个数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【运行效果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】</a:t>
            </a: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1000,2000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504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85432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4052570" algn="l"/>
              </a:tabLst>
            </a:pP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a,b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=eval(input())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count=0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for n in range(a,b+1):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ls=list(str(n))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ss=set(ls)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if 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len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(ls)==</a:t>
            </a:r>
            <a:r>
              <a:rPr lang="en-US" altLang="zh-CN" sz="2600" b="0" i="0" u="none" strike="noStrike" dirty="0" err="1">
                <a:effectLst/>
                <a:latin typeface="Calibri" panose="020F0502020204030204" pitchFamily="34" charset="0"/>
              </a:rPr>
              <a:t>len</a:t>
            </a: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(ss):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    count+=1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print(count)</a:t>
            </a:r>
            <a:r>
              <a:rPr lang="en-US" altLang="zh-CN" sz="2600" dirty="0"/>
              <a:t> </a:t>
            </a:r>
            <a:endParaRPr lang="zh-CN" altLang="zh-CN" sz="2600" b="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81381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10.[</a:t>
            </a:r>
            <a:r>
              <a:rPr lang="zh-CN" altLang="en-US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循环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升序数</a:t>
            </a: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输入一个正整数（位数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&gt;=2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），判断是否升序数</a:t>
            </a:r>
          </a:p>
          <a:p>
            <a:pPr marL="0" indent="0" algn="just">
              <a:buNone/>
            </a:pP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测试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：（第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行为输入，第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行为输出）</a:t>
            </a: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YES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测试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：（第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行为输入，第</a:t>
            </a: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行为输出）</a:t>
            </a: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354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sz="26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endParaRPr lang="zh-CN" altLang="zh-CN" sz="2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zh-CN" altLang="zh-CN" sz="2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19518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4052570" algn="l"/>
              </a:tabLst>
            </a:pP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num=int(input())    #423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flag=1   #</a:t>
            </a:r>
            <a:r>
              <a:rPr lang="zh-CN" altLang="en-US" sz="2600" b="0" i="0" u="none" strike="noStrike" dirty="0">
                <a:effectLst/>
                <a:latin typeface="Calibri" panose="020F0502020204030204" pitchFamily="34" charset="0"/>
              </a:rPr>
              <a:t>假设是升序数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g=num%10     #g=3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while num: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num//=10    #num=42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s=num%10  #s=2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if s&gt;=g:         #</a:t>
            </a:r>
            <a:r>
              <a:rPr lang="zh-CN" altLang="en-US" sz="2600" b="0" dirty="0">
                <a:latin typeface="Calibri" panose="020F0502020204030204" pitchFamily="34" charset="0"/>
              </a:rPr>
              <a:t>十位</a:t>
            </a:r>
            <a:r>
              <a:rPr lang="en-US" altLang="zh-CN" sz="2600" b="0" dirty="0">
                <a:latin typeface="Calibri" panose="020F0502020204030204" pitchFamily="34" charset="0"/>
              </a:rPr>
              <a:t>&gt;</a:t>
            </a:r>
            <a:r>
              <a:rPr lang="zh-CN" altLang="en-US" sz="2600" b="0" dirty="0">
                <a:latin typeface="Calibri" panose="020F0502020204030204" pitchFamily="34" charset="0"/>
              </a:rPr>
              <a:t>个位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    if flag: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        print(“NO”)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        flag=0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else:            #</a:t>
            </a:r>
            <a:r>
              <a:rPr lang="zh-CN" altLang="en-US" sz="2600" b="0" dirty="0">
                <a:latin typeface="Calibri" panose="020F0502020204030204" pitchFamily="34" charset="0"/>
              </a:rPr>
              <a:t>十位</a:t>
            </a:r>
            <a:r>
              <a:rPr lang="en-US" altLang="zh-CN" sz="2600" b="0" dirty="0">
                <a:latin typeface="Calibri" panose="020F0502020204030204" pitchFamily="34" charset="0"/>
              </a:rPr>
              <a:t>&lt;</a:t>
            </a:r>
            <a:r>
              <a:rPr lang="zh-CN" altLang="en-US" sz="2600" b="0" dirty="0">
                <a:latin typeface="Calibri" panose="020F0502020204030204" pitchFamily="34" charset="0"/>
              </a:rPr>
              <a:t>个位，继续检查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    g=s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if flag:</a:t>
            </a:r>
            <a:b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</a:br>
            <a:r>
              <a:rPr lang="en-US" altLang="zh-CN" sz="2600" b="0" i="0" u="none" strike="noStrike" dirty="0">
                <a:effectLst/>
                <a:latin typeface="Calibri" panose="020F0502020204030204" pitchFamily="34" charset="0"/>
              </a:rPr>
              <a:t>    print("YES")</a:t>
            </a:r>
            <a:r>
              <a:rPr lang="en-US" altLang="zh-CN" sz="2600" dirty="0"/>
              <a:t> </a:t>
            </a:r>
            <a:endParaRPr lang="zh-CN" altLang="zh-CN" sz="2600" b="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31126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0" dirty="0"/>
              <a:t>333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102</a:t>
            </a:fld>
            <a:endParaRPr lang="zh-CN" alt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260648"/>
            <a:ext cx="11784632" cy="67165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0" dirty="0"/>
              <a:t>222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103</a:t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幻灯片 1"/>
  <p:tag name="COMMONDATA" val="eyJoZGlkIjoiOGI4NjI5OTBmMDM1ODFlMDkzNDFlZTFiMWNhZWU5Z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heme/theme1.xml><?xml version="1.0" encoding="utf-8"?>
<a:theme xmlns:a="http://schemas.openxmlformats.org/drawingml/2006/main" name="水汽尾迹">
  <a:themeElements>
    <a:clrScheme name="水汽尾迹">
      <a:dk1>
        <a:sysClr val="windowText" lastClr="FFFFFF"/>
      </a:dk1>
      <a:lt1>
        <a:sysClr val="window" lastClr="000000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水汽尾迹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汽尾迹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水汽尾迹</Template>
  <TotalTime>410</TotalTime>
  <Words>6517</Words>
  <Application>Microsoft Office PowerPoint</Application>
  <PresentationFormat>宽屏</PresentationFormat>
  <Paragraphs>811</Paragraphs>
  <Slides>103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13" baseType="lpstr">
      <vt:lpstr>等线</vt:lpstr>
      <vt:lpstr>黑体</vt:lpstr>
      <vt:lpstr>华文新魏</vt:lpstr>
      <vt:lpstr>微软雅黑</vt:lpstr>
      <vt:lpstr>Arial</vt:lpstr>
      <vt:lpstr>Calibri</vt:lpstr>
      <vt:lpstr>Century Gothic</vt:lpstr>
      <vt:lpstr>Times New Roman</vt:lpstr>
      <vt:lpstr>Viner Hand ITC</vt:lpstr>
      <vt:lpstr>水汽尾迹</vt:lpstr>
      <vt:lpstr>PowerPoint 演示文稿</vt:lpstr>
      <vt:lpstr>目录</vt:lpstr>
      <vt:lpstr>Week1 CyExam  顺序结构</vt:lpstr>
      <vt:lpstr>条件表达式</vt:lpstr>
      <vt:lpstr>Week2 CyExam 选择结构</vt:lpstr>
      <vt:lpstr>编程04 [前一秒]</vt:lpstr>
      <vt:lpstr>PowerPoint 演示文稿</vt:lpstr>
      <vt:lpstr>编程05 [x分y秒后几点]</vt:lpstr>
      <vt:lpstr>PowerPoint 演示文稿</vt:lpstr>
      <vt:lpstr>编程06 [成绩等第]</vt:lpstr>
      <vt:lpstr>PowerPoint 演示文稿</vt:lpstr>
      <vt:lpstr>编程07 [输出最大值]-略</vt:lpstr>
      <vt:lpstr>PowerPoint 演示文稿</vt:lpstr>
      <vt:lpstr>编程08 [运费]-略</vt:lpstr>
      <vt:lpstr>PowerPoint 演示文稿</vt:lpstr>
      <vt:lpstr>编程09 [本月还有几天]</vt:lpstr>
      <vt:lpstr>PowerPoint 演示文稿</vt:lpstr>
      <vt:lpstr>PowerPoint 演示文稿</vt:lpstr>
      <vt:lpstr>编程10 [今年还有多少天]</vt:lpstr>
      <vt:lpstr>PowerPoint 演示文稿</vt:lpstr>
      <vt:lpstr>PowerPoint 演示文稿</vt:lpstr>
      <vt:lpstr>PowerPoint 演示文稿</vt:lpstr>
      <vt:lpstr>Week3 CyExam 循环结构 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Week6 CyExam  字典集合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钱毅湘</dc:creator>
  <cp:lastModifiedBy>葛</cp:lastModifiedBy>
  <cp:revision>432</cp:revision>
  <dcterms:created xsi:type="dcterms:W3CDTF">2018-10-09T06:59:00Z</dcterms:created>
  <dcterms:modified xsi:type="dcterms:W3CDTF">2024-04-13T00:43:03Z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7AAB6B8B887F466E8B7F5762FFB5061F_12</vt:lpwstr>
  </property>
</Properties>
</file>