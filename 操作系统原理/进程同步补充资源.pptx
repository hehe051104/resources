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6" r:id="rId4"/>
  </p:sldMasterIdLst>
  <p:notesMasterIdLst>
    <p:notesMasterId r:id="rId6"/>
  </p:notesMasterIdLst>
  <p:handoutMasterIdLst>
    <p:handoutMasterId r:id="rId76"/>
  </p:handoutMasterIdLst>
  <p:sldIdLst>
    <p:sldId id="256" r:id="rId5"/>
    <p:sldId id="257" r:id="rId7"/>
    <p:sldId id="258" r:id="rId8"/>
    <p:sldId id="259" r:id="rId9"/>
    <p:sldId id="260" r:id="rId10"/>
    <p:sldId id="261" r:id="rId11"/>
    <p:sldId id="263" r:id="rId12"/>
    <p:sldId id="271" r:id="rId13"/>
    <p:sldId id="262" r:id="rId14"/>
    <p:sldId id="264" r:id="rId15"/>
    <p:sldId id="265" r:id="rId16"/>
    <p:sldId id="272" r:id="rId17"/>
    <p:sldId id="268" r:id="rId18"/>
    <p:sldId id="267" r:id="rId19"/>
    <p:sldId id="269" r:id="rId20"/>
    <p:sldId id="270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</p:sldIdLst>
  <p:sldSz cx="9144000" cy="6858000" type="screen4x3"/>
  <p:notesSz cx="6858000" cy="9144000"/>
  <p:custDataLst>
    <p:tags r:id="rId80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3333FF"/>
    <a:srgbClr val="99CC00"/>
    <a:srgbClr val="000000"/>
    <a:srgbClr val="8F6D58"/>
    <a:srgbClr val="FFFF66"/>
    <a:srgbClr val="E3DBD3"/>
    <a:srgbClr val="E6E3D0"/>
    <a:srgbClr val="E1DE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3"/>
    <p:restoredTop sz="99532"/>
  </p:normalViewPr>
  <p:slideViewPr>
    <p:cSldViewPr showGuides="1">
      <p:cViewPr varScale="1">
        <p:scale>
          <a:sx n="58" d="100"/>
          <a:sy n="58" d="100"/>
        </p:scale>
        <p:origin x="-78" y="-7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0" Type="http://schemas.openxmlformats.org/officeDocument/2006/relationships/tags" Target="tags/tag1.xml"/><Relationship Id="rId8" Type="http://schemas.openxmlformats.org/officeDocument/2006/relationships/slide" Target="slides/slide3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handoutMaster" Target="handoutMasters/handoutMaster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FF6333-7874-4CCF-9FE1-4B961B175645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 phldr="1"/>
      <dgm:spPr/>
    </dgm:pt>
    <dgm:pt modelId="{57B0A95C-280C-45E8-851D-B4903E70F83C}">
      <dgm:prSet phldrT="[文本]"/>
      <dgm:spPr/>
      <dgm:t>
        <a:bodyPr/>
        <a:lstStyle/>
        <a:p>
          <a:r>
            <a:rPr lang="zh-CN" altLang="en-US" dirty="0" smtClean="0"/>
            <a:t>进入区</a:t>
          </a:r>
          <a:endParaRPr lang="zh-CN" altLang="en-US" dirty="0"/>
        </a:p>
      </dgm:t>
    </dgm:pt>
    <dgm:pt modelId="{7E3BDE0D-5E05-428D-951F-9488A79830E6}" cxnId="{5423AF66-2E66-46DF-B994-02F030F34A07}" type="parTrans">
      <dgm:prSet/>
      <dgm:spPr/>
      <dgm:t>
        <a:bodyPr/>
        <a:lstStyle/>
        <a:p>
          <a:endParaRPr lang="zh-CN" altLang="en-US"/>
        </a:p>
      </dgm:t>
    </dgm:pt>
    <dgm:pt modelId="{0463B5B9-1950-4AF9-926F-B3026CC24289}" cxnId="{5423AF66-2E66-46DF-B994-02F030F34A07}" type="sibTrans">
      <dgm:prSet/>
      <dgm:spPr/>
      <dgm:t>
        <a:bodyPr/>
        <a:lstStyle/>
        <a:p>
          <a:endParaRPr lang="zh-CN" altLang="en-US"/>
        </a:p>
      </dgm:t>
    </dgm:pt>
    <dgm:pt modelId="{FFEA3EEE-AC36-463A-BE0B-9BF2FB825003}">
      <dgm:prSet phldrT="[文本]"/>
      <dgm:spPr>
        <a:solidFill>
          <a:schemeClr val="tx1"/>
        </a:solidFill>
      </dgm:spPr>
      <dgm:t>
        <a:bodyPr/>
        <a:lstStyle/>
        <a:p>
          <a:r>
            <a:rPr lang="zh-CN" altLang="en-US" dirty="0" smtClean="0">
              <a:solidFill>
                <a:srgbClr val="FFFF00"/>
              </a:solidFill>
              <a:latin typeface="+mj-lt"/>
              <a:ea typeface="+mj-ea"/>
              <a:cs typeface="+mj-cs"/>
            </a:rPr>
            <a:t>临界区</a:t>
          </a:r>
          <a:endParaRPr lang="zh-CN" altLang="en-US" dirty="0">
            <a:solidFill>
              <a:srgbClr val="FFFF00"/>
            </a:solidFill>
          </a:endParaRPr>
        </a:p>
      </dgm:t>
    </dgm:pt>
    <dgm:pt modelId="{4D0764FA-18A6-4C2C-9582-F71D7CF3C995}" cxnId="{A56B5FC5-799E-43FD-BD76-59BB2BE7B828}" type="parTrans">
      <dgm:prSet/>
      <dgm:spPr/>
      <dgm:t>
        <a:bodyPr/>
        <a:lstStyle/>
        <a:p>
          <a:endParaRPr lang="zh-CN" altLang="en-US"/>
        </a:p>
      </dgm:t>
    </dgm:pt>
    <dgm:pt modelId="{2CC2AEB8-7C90-4E6D-A124-A15305E4FF5C}" cxnId="{A56B5FC5-799E-43FD-BD76-59BB2BE7B828}" type="sibTrans">
      <dgm:prSet/>
      <dgm:spPr/>
      <dgm:t>
        <a:bodyPr/>
        <a:lstStyle/>
        <a:p>
          <a:endParaRPr lang="zh-CN" altLang="en-US"/>
        </a:p>
      </dgm:t>
    </dgm:pt>
    <dgm:pt modelId="{39C9FB80-FB7D-48DF-84EF-C982B366B96E}">
      <dgm:prSet phldrT="[文本]"/>
      <dgm:spPr/>
      <dgm:t>
        <a:bodyPr/>
        <a:lstStyle/>
        <a:p>
          <a:r>
            <a:rPr lang="zh-CN" altLang="en-US" dirty="0" smtClean="0"/>
            <a:t>退出区</a:t>
          </a:r>
          <a:endParaRPr lang="zh-CN" altLang="en-US" dirty="0"/>
        </a:p>
      </dgm:t>
    </dgm:pt>
    <dgm:pt modelId="{EF918264-6DE1-44C3-BEAB-E9AB5E452D2B}" cxnId="{4416B3A7-43CB-4E73-B9DE-3D57013F7C28}" type="parTrans">
      <dgm:prSet/>
      <dgm:spPr/>
      <dgm:t>
        <a:bodyPr/>
        <a:lstStyle/>
        <a:p>
          <a:endParaRPr lang="zh-CN" altLang="en-US"/>
        </a:p>
      </dgm:t>
    </dgm:pt>
    <dgm:pt modelId="{18C7F55B-3CFC-4DF8-B3B3-646439EC7901}" cxnId="{4416B3A7-43CB-4E73-B9DE-3D57013F7C28}" type="sibTrans">
      <dgm:prSet/>
      <dgm:spPr/>
      <dgm:t>
        <a:bodyPr/>
        <a:lstStyle/>
        <a:p>
          <a:endParaRPr lang="zh-CN" altLang="en-US"/>
        </a:p>
      </dgm:t>
    </dgm:pt>
    <dgm:pt modelId="{D67AC934-5D2A-4679-8BDC-877BC5ECDAC0}">
      <dgm:prSet phldrT="[文本]"/>
      <dgm:spPr/>
      <dgm:t>
        <a:bodyPr/>
        <a:lstStyle/>
        <a:p>
          <a:r>
            <a:rPr lang="zh-CN" altLang="en-US" dirty="0" smtClean="0"/>
            <a:t>其它区</a:t>
          </a:r>
          <a:endParaRPr lang="zh-CN" altLang="en-US" dirty="0"/>
        </a:p>
      </dgm:t>
    </dgm:pt>
    <dgm:pt modelId="{BD688AAA-34E3-4F11-B69C-04CBDA346F1E}" cxnId="{E7CAC827-CFB2-485B-9E67-F98DC09790EE}" type="parTrans">
      <dgm:prSet/>
      <dgm:spPr/>
      <dgm:t>
        <a:bodyPr/>
        <a:lstStyle/>
        <a:p>
          <a:endParaRPr lang="zh-CN" altLang="en-US"/>
        </a:p>
      </dgm:t>
    </dgm:pt>
    <dgm:pt modelId="{F5EDD636-8C71-4F17-9DDB-0C71AE91E76D}" cxnId="{E7CAC827-CFB2-485B-9E67-F98DC09790EE}" type="sibTrans">
      <dgm:prSet/>
      <dgm:spPr/>
      <dgm:t>
        <a:bodyPr/>
        <a:lstStyle/>
        <a:p>
          <a:endParaRPr lang="zh-CN" altLang="en-US"/>
        </a:p>
      </dgm:t>
    </dgm:pt>
    <dgm:pt modelId="{F3D935E0-3EB3-4F6D-9841-F717C71CA5F1}" type="pres">
      <dgm:prSet presAssocID="{FCFF6333-7874-4CCF-9FE1-4B961B175645}" presName="Name0" presStyleCnt="0">
        <dgm:presLayoutVars>
          <dgm:dir/>
          <dgm:resizeHandles val="exact"/>
        </dgm:presLayoutVars>
      </dgm:prSet>
      <dgm:spPr/>
    </dgm:pt>
    <dgm:pt modelId="{D89BBE9A-ECBE-4DF9-9F66-65C8A59A8941}" type="pres">
      <dgm:prSet presAssocID="{57B0A95C-280C-45E8-851D-B4903E70F83C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E096C1C-D3AF-4FBE-82B5-A03B85C641D9}" type="pres">
      <dgm:prSet presAssocID="{0463B5B9-1950-4AF9-926F-B3026CC24289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7F892B2F-04DC-4A21-96C3-452DB6C304D8}" type="pres">
      <dgm:prSet presAssocID="{0463B5B9-1950-4AF9-926F-B3026CC24289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37409DAE-5976-4205-B42E-7D9E4320AFFD}" type="pres">
      <dgm:prSet presAssocID="{FFEA3EEE-AC36-463A-BE0B-9BF2FB825003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76B8EFB-232C-4DB2-BC03-32319C9045AB}" type="pres">
      <dgm:prSet presAssocID="{2CC2AEB8-7C90-4E6D-A124-A15305E4FF5C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EF480BD4-1D36-4D28-B1B2-10845F9B1665}" type="pres">
      <dgm:prSet presAssocID="{2CC2AEB8-7C90-4E6D-A124-A15305E4FF5C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A7E6A1B0-B79F-4070-AE9A-BDE2CFE3A2DD}" type="pres">
      <dgm:prSet presAssocID="{39C9FB80-FB7D-48DF-84EF-C982B366B96E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D8DA377-FB4A-459C-9B51-8503F986EED7}" type="pres">
      <dgm:prSet presAssocID="{18C7F55B-3CFC-4DF8-B3B3-646439EC7901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FC6A6399-2FF9-40CF-9E8F-9A632EB330F9}" type="pres">
      <dgm:prSet presAssocID="{18C7F55B-3CFC-4DF8-B3B3-646439EC7901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6C9E1C54-E8B5-4FCE-BA6F-9932F0D3283C}" type="pres">
      <dgm:prSet presAssocID="{D67AC934-5D2A-4679-8BDC-877BC5ECDAC0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E364D25-6D92-40A8-ADC5-FA1CB5FCA37A}" type="presOf" srcId="{57B0A95C-280C-45E8-851D-B4903E70F83C}" destId="{D89BBE9A-ECBE-4DF9-9F66-65C8A59A8941}" srcOrd="0" destOrd="0" presId="urn:microsoft.com/office/officeart/2005/8/layout/process1"/>
    <dgm:cxn modelId="{B1E482FA-05CD-4703-A964-6B9E02033F94}" type="presOf" srcId="{2CC2AEB8-7C90-4E6D-A124-A15305E4FF5C}" destId="{EF480BD4-1D36-4D28-B1B2-10845F9B1665}" srcOrd="1" destOrd="0" presId="urn:microsoft.com/office/officeart/2005/8/layout/process1"/>
    <dgm:cxn modelId="{5062A517-B325-4D39-9110-B70B1DB502EC}" type="presOf" srcId="{0463B5B9-1950-4AF9-926F-B3026CC24289}" destId="{7F892B2F-04DC-4A21-96C3-452DB6C304D8}" srcOrd="1" destOrd="0" presId="urn:microsoft.com/office/officeart/2005/8/layout/process1"/>
    <dgm:cxn modelId="{102989C7-1E53-4C7F-81A3-98473125E17B}" type="presOf" srcId="{18C7F55B-3CFC-4DF8-B3B3-646439EC7901}" destId="{2D8DA377-FB4A-459C-9B51-8503F986EED7}" srcOrd="0" destOrd="0" presId="urn:microsoft.com/office/officeart/2005/8/layout/process1"/>
    <dgm:cxn modelId="{E4C3A457-8FD4-4269-816A-2D7C79772288}" type="presOf" srcId="{D67AC934-5D2A-4679-8BDC-877BC5ECDAC0}" destId="{6C9E1C54-E8B5-4FCE-BA6F-9932F0D3283C}" srcOrd="0" destOrd="0" presId="urn:microsoft.com/office/officeart/2005/8/layout/process1"/>
    <dgm:cxn modelId="{CD97FD5B-2CD1-44D0-A83D-E5EEC377D594}" type="presOf" srcId="{0463B5B9-1950-4AF9-926F-B3026CC24289}" destId="{0E096C1C-D3AF-4FBE-82B5-A03B85C641D9}" srcOrd="0" destOrd="0" presId="urn:microsoft.com/office/officeart/2005/8/layout/process1"/>
    <dgm:cxn modelId="{A56B5FC5-799E-43FD-BD76-59BB2BE7B828}" srcId="{FCFF6333-7874-4CCF-9FE1-4B961B175645}" destId="{FFEA3EEE-AC36-463A-BE0B-9BF2FB825003}" srcOrd="1" destOrd="0" parTransId="{4D0764FA-18A6-4C2C-9582-F71D7CF3C995}" sibTransId="{2CC2AEB8-7C90-4E6D-A124-A15305E4FF5C}"/>
    <dgm:cxn modelId="{E7CAC827-CFB2-485B-9E67-F98DC09790EE}" srcId="{FCFF6333-7874-4CCF-9FE1-4B961B175645}" destId="{D67AC934-5D2A-4679-8BDC-877BC5ECDAC0}" srcOrd="3" destOrd="0" parTransId="{BD688AAA-34E3-4F11-B69C-04CBDA346F1E}" sibTransId="{F5EDD636-8C71-4F17-9DDB-0C71AE91E76D}"/>
    <dgm:cxn modelId="{1CE1DA82-D367-4E7D-B774-54BE252F6A0A}" type="presOf" srcId="{FFEA3EEE-AC36-463A-BE0B-9BF2FB825003}" destId="{37409DAE-5976-4205-B42E-7D9E4320AFFD}" srcOrd="0" destOrd="0" presId="urn:microsoft.com/office/officeart/2005/8/layout/process1"/>
    <dgm:cxn modelId="{17B1F3F8-86F9-466B-98D0-48766C8594B6}" type="presOf" srcId="{FCFF6333-7874-4CCF-9FE1-4B961B175645}" destId="{F3D935E0-3EB3-4F6D-9841-F717C71CA5F1}" srcOrd="0" destOrd="0" presId="urn:microsoft.com/office/officeart/2005/8/layout/process1"/>
    <dgm:cxn modelId="{8C2CF32C-CEFA-43B0-9D54-87BD81A9E608}" type="presOf" srcId="{18C7F55B-3CFC-4DF8-B3B3-646439EC7901}" destId="{FC6A6399-2FF9-40CF-9E8F-9A632EB330F9}" srcOrd="1" destOrd="0" presId="urn:microsoft.com/office/officeart/2005/8/layout/process1"/>
    <dgm:cxn modelId="{3C302C42-BABE-4EC5-8AF6-65619EB8A4E8}" type="presOf" srcId="{2CC2AEB8-7C90-4E6D-A124-A15305E4FF5C}" destId="{776B8EFB-232C-4DB2-BC03-32319C9045AB}" srcOrd="0" destOrd="0" presId="urn:microsoft.com/office/officeart/2005/8/layout/process1"/>
    <dgm:cxn modelId="{5423AF66-2E66-46DF-B994-02F030F34A07}" srcId="{FCFF6333-7874-4CCF-9FE1-4B961B175645}" destId="{57B0A95C-280C-45E8-851D-B4903E70F83C}" srcOrd="0" destOrd="0" parTransId="{7E3BDE0D-5E05-428D-951F-9488A79830E6}" sibTransId="{0463B5B9-1950-4AF9-926F-B3026CC24289}"/>
    <dgm:cxn modelId="{B96A44F3-D07C-4B44-9500-8FE66157A8B2}" type="presOf" srcId="{39C9FB80-FB7D-48DF-84EF-C982B366B96E}" destId="{A7E6A1B0-B79F-4070-AE9A-BDE2CFE3A2DD}" srcOrd="0" destOrd="0" presId="urn:microsoft.com/office/officeart/2005/8/layout/process1"/>
    <dgm:cxn modelId="{4416B3A7-43CB-4E73-B9DE-3D57013F7C28}" srcId="{FCFF6333-7874-4CCF-9FE1-4B961B175645}" destId="{39C9FB80-FB7D-48DF-84EF-C982B366B96E}" srcOrd="2" destOrd="0" parTransId="{EF918264-6DE1-44C3-BEAB-E9AB5E452D2B}" sibTransId="{18C7F55B-3CFC-4DF8-B3B3-646439EC7901}"/>
    <dgm:cxn modelId="{90A18A8C-44D8-4E20-8016-21E0B6CFE387}" type="presParOf" srcId="{F3D935E0-3EB3-4F6D-9841-F717C71CA5F1}" destId="{D89BBE9A-ECBE-4DF9-9F66-65C8A59A8941}" srcOrd="0" destOrd="0" presId="urn:microsoft.com/office/officeart/2005/8/layout/process1"/>
    <dgm:cxn modelId="{C5E1844A-EF2B-4866-9A34-FE865ED8106C}" type="presParOf" srcId="{F3D935E0-3EB3-4F6D-9841-F717C71CA5F1}" destId="{0E096C1C-D3AF-4FBE-82B5-A03B85C641D9}" srcOrd="1" destOrd="0" presId="urn:microsoft.com/office/officeart/2005/8/layout/process1"/>
    <dgm:cxn modelId="{37861522-BE2C-42F6-A18B-D33A6A76181D}" type="presParOf" srcId="{0E096C1C-D3AF-4FBE-82B5-A03B85C641D9}" destId="{7F892B2F-04DC-4A21-96C3-452DB6C304D8}" srcOrd="0" destOrd="0" presId="urn:microsoft.com/office/officeart/2005/8/layout/process1"/>
    <dgm:cxn modelId="{548F4121-41B9-4045-A96F-193A7A2E7A7B}" type="presParOf" srcId="{F3D935E0-3EB3-4F6D-9841-F717C71CA5F1}" destId="{37409DAE-5976-4205-B42E-7D9E4320AFFD}" srcOrd="2" destOrd="0" presId="urn:microsoft.com/office/officeart/2005/8/layout/process1"/>
    <dgm:cxn modelId="{FC35DF48-A616-4FD3-9FD9-0E6E785C0C5F}" type="presParOf" srcId="{F3D935E0-3EB3-4F6D-9841-F717C71CA5F1}" destId="{776B8EFB-232C-4DB2-BC03-32319C9045AB}" srcOrd="3" destOrd="0" presId="urn:microsoft.com/office/officeart/2005/8/layout/process1"/>
    <dgm:cxn modelId="{07DD1B56-31C7-46F9-AB6E-5CC5A5C594F2}" type="presParOf" srcId="{776B8EFB-232C-4DB2-BC03-32319C9045AB}" destId="{EF480BD4-1D36-4D28-B1B2-10845F9B1665}" srcOrd="0" destOrd="0" presId="urn:microsoft.com/office/officeart/2005/8/layout/process1"/>
    <dgm:cxn modelId="{AC0BF7ED-F544-4E4F-8E9C-E201F4EC22F1}" type="presParOf" srcId="{F3D935E0-3EB3-4F6D-9841-F717C71CA5F1}" destId="{A7E6A1B0-B79F-4070-AE9A-BDE2CFE3A2DD}" srcOrd="4" destOrd="0" presId="urn:microsoft.com/office/officeart/2005/8/layout/process1"/>
    <dgm:cxn modelId="{1B4F84DD-5B5E-4371-824D-B21AEDE8614E}" type="presParOf" srcId="{F3D935E0-3EB3-4F6D-9841-F717C71CA5F1}" destId="{2D8DA377-FB4A-459C-9B51-8503F986EED7}" srcOrd="5" destOrd="0" presId="urn:microsoft.com/office/officeart/2005/8/layout/process1"/>
    <dgm:cxn modelId="{BDBDC977-E8BC-44B3-BD16-370B949B0F8C}" type="presParOf" srcId="{2D8DA377-FB4A-459C-9B51-8503F986EED7}" destId="{FC6A6399-2FF9-40CF-9E8F-9A632EB330F9}" srcOrd="0" destOrd="0" presId="urn:microsoft.com/office/officeart/2005/8/layout/process1"/>
    <dgm:cxn modelId="{0EBCC3B1-2983-44F1-AE18-34455915F296}" type="presParOf" srcId="{F3D935E0-3EB3-4F6D-9841-F717C71CA5F1}" destId="{6C9E1C54-E8B5-4FCE-BA6F-9932F0D3283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ED37D3-209A-4DBF-B73B-D2925F11FD21}" type="doc">
      <dgm:prSet loTypeId="urn:microsoft.com/office/officeart/2005/8/layout/process2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9ADF7725-7292-4909-B30C-16E28192FBF7}">
      <dgm:prSet phldrT="[文本]" custT="1"/>
      <dgm:spPr/>
      <dgm:t>
        <a:bodyPr/>
        <a:lstStyle/>
        <a:p>
          <a:r>
            <a:rPr lang="zh-CN" altLang="en-US" sz="2400" b="1" dirty="0" smtClean="0"/>
            <a:t>查找临界资源</a:t>
          </a:r>
          <a:endParaRPr lang="zh-CN" altLang="en-US" sz="2400" b="1" dirty="0"/>
        </a:p>
      </dgm:t>
    </dgm:pt>
    <dgm:pt modelId="{89105C34-C812-4D9F-BBC4-C05739162F9F}" cxnId="{221D0548-FCD0-49A3-9A02-ADF9CEBDA09A}" type="parTrans">
      <dgm:prSet/>
      <dgm:spPr/>
      <dgm:t>
        <a:bodyPr/>
        <a:lstStyle/>
        <a:p>
          <a:endParaRPr lang="zh-CN" altLang="en-US"/>
        </a:p>
      </dgm:t>
    </dgm:pt>
    <dgm:pt modelId="{95A95127-D7D5-44D2-A140-95F8D4BAA81D}" cxnId="{221D0548-FCD0-49A3-9A02-ADF9CEBDA09A}" type="sibTrans">
      <dgm:prSet/>
      <dgm:spPr/>
      <dgm:t>
        <a:bodyPr/>
        <a:lstStyle/>
        <a:p>
          <a:endParaRPr lang="zh-CN" altLang="en-US"/>
        </a:p>
      </dgm:t>
    </dgm:pt>
    <dgm:pt modelId="{C4579193-82EA-4B01-8CF0-1615E587E8B4}">
      <dgm:prSet custT="1"/>
      <dgm:spPr/>
      <dgm:t>
        <a:bodyPr/>
        <a:lstStyle/>
        <a:p>
          <a:r>
            <a:rPr lang="zh-CN" altLang="en-US" sz="2400" b="1" dirty="0" smtClean="0"/>
            <a:t>划分临界区</a:t>
          </a:r>
          <a:endParaRPr lang="en-US" altLang="zh-CN" sz="2400" b="1" dirty="0" smtClean="0"/>
        </a:p>
      </dgm:t>
    </dgm:pt>
    <dgm:pt modelId="{94684A90-3026-4CB6-AEC7-D7A1F723C8C7}" cxnId="{9A63FA25-BC71-4B82-83AC-7F29FD6C1C11}" type="parTrans">
      <dgm:prSet/>
      <dgm:spPr/>
      <dgm:t>
        <a:bodyPr/>
        <a:lstStyle/>
        <a:p>
          <a:endParaRPr lang="zh-CN" altLang="en-US"/>
        </a:p>
      </dgm:t>
    </dgm:pt>
    <dgm:pt modelId="{74D89255-11C5-4FDF-A02A-55FDF61C39E6}" cxnId="{9A63FA25-BC71-4B82-83AC-7F29FD6C1C11}" type="sibTrans">
      <dgm:prSet/>
      <dgm:spPr/>
      <dgm:t>
        <a:bodyPr/>
        <a:lstStyle/>
        <a:p>
          <a:endParaRPr lang="zh-CN" altLang="en-US"/>
        </a:p>
      </dgm:t>
    </dgm:pt>
    <dgm:pt modelId="{00EB3A86-7A73-46AD-8F14-0B85698831D3}">
      <dgm:prSet custT="1"/>
      <dgm:spPr/>
      <dgm:t>
        <a:bodyPr/>
        <a:lstStyle/>
        <a:p>
          <a:r>
            <a:rPr lang="zh-CN" altLang="en-US" sz="2400" b="1" dirty="0" smtClean="0"/>
            <a:t>定义互斥信号量并赋初值</a:t>
          </a:r>
          <a:endParaRPr lang="en-US" altLang="zh-CN" sz="2400" b="1" dirty="0" smtClean="0"/>
        </a:p>
      </dgm:t>
    </dgm:pt>
    <dgm:pt modelId="{CEC754F1-2437-4448-83C4-C00106294CD3}" cxnId="{907399D9-5470-4A1D-926E-309D96E0CA9A}" type="parTrans">
      <dgm:prSet/>
      <dgm:spPr/>
      <dgm:t>
        <a:bodyPr/>
        <a:lstStyle/>
        <a:p>
          <a:endParaRPr lang="zh-CN" altLang="en-US"/>
        </a:p>
      </dgm:t>
    </dgm:pt>
    <dgm:pt modelId="{0C8B24E9-B4FD-49F7-8D40-79091376A803}" cxnId="{907399D9-5470-4A1D-926E-309D96E0CA9A}" type="sibTrans">
      <dgm:prSet/>
      <dgm:spPr/>
      <dgm:t>
        <a:bodyPr/>
        <a:lstStyle/>
        <a:p>
          <a:endParaRPr lang="zh-CN" altLang="en-US"/>
        </a:p>
      </dgm:t>
    </dgm:pt>
    <dgm:pt modelId="{2B75A17C-12CD-46F5-9BCE-DD8929614652}">
      <dgm:prSet custT="1"/>
      <dgm:spPr/>
      <dgm:t>
        <a:bodyPr/>
        <a:lstStyle/>
        <a:p>
          <a:r>
            <a:rPr lang="zh-CN" altLang="en-US" sz="2400" b="1" dirty="0" smtClean="0"/>
            <a:t>在临界区前的进入区加</a:t>
          </a:r>
          <a:r>
            <a:rPr lang="en-US" altLang="zh-CN" sz="2400" b="1" dirty="0" smtClean="0"/>
            <a:t>wait</a:t>
          </a:r>
          <a:r>
            <a:rPr lang="zh-CN" altLang="en-US" sz="2400" b="1" dirty="0" smtClean="0"/>
            <a:t>操作；退出区加</a:t>
          </a:r>
          <a:r>
            <a:rPr lang="en-US" altLang="zh-CN" sz="2400" b="1" dirty="0" smtClean="0"/>
            <a:t>signal</a:t>
          </a:r>
          <a:r>
            <a:rPr lang="zh-CN" altLang="en-US" sz="2400" b="1" dirty="0" smtClean="0"/>
            <a:t>操作</a:t>
          </a:r>
          <a:endParaRPr lang="en-US" altLang="zh-CN" sz="2400" b="1" dirty="0" smtClean="0"/>
        </a:p>
      </dgm:t>
    </dgm:pt>
    <dgm:pt modelId="{279BB9B0-42E3-4922-8A5C-12D7D04C0291}" cxnId="{D0BE7054-23FD-40D7-B842-C474B2B201C0}" type="parTrans">
      <dgm:prSet/>
      <dgm:spPr/>
      <dgm:t>
        <a:bodyPr/>
        <a:lstStyle/>
        <a:p>
          <a:endParaRPr lang="zh-CN" altLang="en-US"/>
        </a:p>
      </dgm:t>
    </dgm:pt>
    <dgm:pt modelId="{CA570957-806F-4BFE-A9FA-1AA181EE67C7}" cxnId="{D0BE7054-23FD-40D7-B842-C474B2B201C0}" type="sibTrans">
      <dgm:prSet/>
      <dgm:spPr/>
      <dgm:t>
        <a:bodyPr/>
        <a:lstStyle/>
        <a:p>
          <a:endParaRPr lang="zh-CN" altLang="en-US"/>
        </a:p>
      </dgm:t>
    </dgm:pt>
    <dgm:pt modelId="{4A9D83CF-7C1C-4190-8597-49D57ACCFF5B}" type="pres">
      <dgm:prSet presAssocID="{D9ED37D3-209A-4DBF-B73B-D2925F11FD21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AB7B39B-3699-4780-9E0B-910299789857}" type="pres">
      <dgm:prSet presAssocID="{9ADF7725-7292-4909-B30C-16E28192FBF7}" presName="node" presStyleLbl="node1" presStyleIdx="0" presStyleCnt="4" custScaleX="412169" custLinFactNeighborY="-85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B64EC71-C7A8-4BB9-AD87-FD67581A22DB}" type="pres">
      <dgm:prSet presAssocID="{95A95127-D7D5-44D2-A140-95F8D4BAA81D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55743087-0C24-4E5E-BFC2-E20742415BA4}" type="pres">
      <dgm:prSet presAssocID="{95A95127-D7D5-44D2-A140-95F8D4BAA81D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684DB317-25B0-4535-B6D0-A3BE23B6E85B}" type="pres">
      <dgm:prSet presAssocID="{C4579193-82EA-4B01-8CF0-1615E587E8B4}" presName="node" presStyleLbl="node1" presStyleIdx="1" presStyleCnt="4" custScaleX="41216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CA9E3AB-7F0A-47F5-BA53-0DCC301EA8D9}" type="pres">
      <dgm:prSet presAssocID="{74D89255-11C5-4FDF-A02A-55FDF61C39E6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ADD3914A-8B6E-4B52-9812-4A8041D90ED8}" type="pres">
      <dgm:prSet presAssocID="{74D89255-11C5-4FDF-A02A-55FDF61C39E6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6AE31EBA-86A8-47F0-884B-AF2271A09159}" type="pres">
      <dgm:prSet presAssocID="{00EB3A86-7A73-46AD-8F14-0B85698831D3}" presName="node" presStyleLbl="node1" presStyleIdx="2" presStyleCnt="4" custScaleX="41216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5032945-6384-47C6-BA96-20435900180B}" type="pres">
      <dgm:prSet presAssocID="{0C8B24E9-B4FD-49F7-8D40-79091376A803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702A6A95-40F7-4879-AEB5-7D66BFC94805}" type="pres">
      <dgm:prSet presAssocID="{0C8B24E9-B4FD-49F7-8D40-79091376A803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58CF2777-E7FE-4DC7-9F76-F98A0FFEEA1E}" type="pres">
      <dgm:prSet presAssocID="{2B75A17C-12CD-46F5-9BCE-DD8929614652}" presName="node" presStyleLbl="node1" presStyleIdx="3" presStyleCnt="4" custScaleX="41216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3646A8F-8626-478F-9504-187DB1B082F6}" type="presOf" srcId="{00EB3A86-7A73-46AD-8F14-0B85698831D3}" destId="{6AE31EBA-86A8-47F0-884B-AF2271A09159}" srcOrd="0" destOrd="0" presId="urn:microsoft.com/office/officeart/2005/8/layout/process2"/>
    <dgm:cxn modelId="{309BE85E-3D9A-42A2-BCAE-92DB9E1EC16B}" type="presOf" srcId="{74D89255-11C5-4FDF-A02A-55FDF61C39E6}" destId="{DCA9E3AB-7F0A-47F5-BA53-0DCC301EA8D9}" srcOrd="0" destOrd="0" presId="urn:microsoft.com/office/officeart/2005/8/layout/process2"/>
    <dgm:cxn modelId="{221D0548-FCD0-49A3-9A02-ADF9CEBDA09A}" srcId="{D9ED37D3-209A-4DBF-B73B-D2925F11FD21}" destId="{9ADF7725-7292-4909-B30C-16E28192FBF7}" srcOrd="0" destOrd="0" parTransId="{89105C34-C812-4D9F-BBC4-C05739162F9F}" sibTransId="{95A95127-D7D5-44D2-A140-95F8D4BAA81D}"/>
    <dgm:cxn modelId="{907399D9-5470-4A1D-926E-309D96E0CA9A}" srcId="{D9ED37D3-209A-4DBF-B73B-D2925F11FD21}" destId="{00EB3A86-7A73-46AD-8F14-0B85698831D3}" srcOrd="2" destOrd="0" parTransId="{CEC754F1-2437-4448-83C4-C00106294CD3}" sibTransId="{0C8B24E9-B4FD-49F7-8D40-79091376A803}"/>
    <dgm:cxn modelId="{35B3FA39-6FA1-42D1-956A-19DC3A2F768C}" type="presOf" srcId="{C4579193-82EA-4B01-8CF0-1615E587E8B4}" destId="{684DB317-25B0-4535-B6D0-A3BE23B6E85B}" srcOrd="0" destOrd="0" presId="urn:microsoft.com/office/officeart/2005/8/layout/process2"/>
    <dgm:cxn modelId="{9A63FA25-BC71-4B82-83AC-7F29FD6C1C11}" srcId="{D9ED37D3-209A-4DBF-B73B-D2925F11FD21}" destId="{C4579193-82EA-4B01-8CF0-1615E587E8B4}" srcOrd="1" destOrd="0" parTransId="{94684A90-3026-4CB6-AEC7-D7A1F723C8C7}" sibTransId="{74D89255-11C5-4FDF-A02A-55FDF61C39E6}"/>
    <dgm:cxn modelId="{FF37E344-7866-4851-88B7-6349F6E99E44}" type="presOf" srcId="{9ADF7725-7292-4909-B30C-16E28192FBF7}" destId="{3AB7B39B-3699-4780-9E0B-910299789857}" srcOrd="0" destOrd="0" presId="urn:microsoft.com/office/officeart/2005/8/layout/process2"/>
    <dgm:cxn modelId="{8570DA93-B65E-49A7-83B0-A60F507E8A7D}" type="presOf" srcId="{95A95127-D7D5-44D2-A140-95F8D4BAA81D}" destId="{55743087-0C24-4E5E-BFC2-E20742415BA4}" srcOrd="1" destOrd="0" presId="urn:microsoft.com/office/officeart/2005/8/layout/process2"/>
    <dgm:cxn modelId="{B4D408C8-DB86-4466-9330-D72D324E28B6}" type="presOf" srcId="{0C8B24E9-B4FD-49F7-8D40-79091376A803}" destId="{702A6A95-40F7-4879-AEB5-7D66BFC94805}" srcOrd="1" destOrd="0" presId="urn:microsoft.com/office/officeart/2005/8/layout/process2"/>
    <dgm:cxn modelId="{42A954EB-6C03-442A-BE37-59889E356CC5}" type="presOf" srcId="{0C8B24E9-B4FD-49F7-8D40-79091376A803}" destId="{D5032945-6384-47C6-BA96-20435900180B}" srcOrd="0" destOrd="0" presId="urn:microsoft.com/office/officeart/2005/8/layout/process2"/>
    <dgm:cxn modelId="{2DBDE3E8-30BE-4C24-807E-49FC797A4CD2}" type="presOf" srcId="{D9ED37D3-209A-4DBF-B73B-D2925F11FD21}" destId="{4A9D83CF-7C1C-4190-8597-49D57ACCFF5B}" srcOrd="0" destOrd="0" presId="urn:microsoft.com/office/officeart/2005/8/layout/process2"/>
    <dgm:cxn modelId="{F86CA4F8-147F-42C3-B288-BE688B1F860F}" type="presOf" srcId="{95A95127-D7D5-44D2-A140-95F8D4BAA81D}" destId="{DB64EC71-C7A8-4BB9-AD87-FD67581A22DB}" srcOrd="0" destOrd="0" presId="urn:microsoft.com/office/officeart/2005/8/layout/process2"/>
    <dgm:cxn modelId="{6CEED312-AF0F-4EB5-B41D-F4E4CFA571A0}" type="presOf" srcId="{74D89255-11C5-4FDF-A02A-55FDF61C39E6}" destId="{ADD3914A-8B6E-4B52-9812-4A8041D90ED8}" srcOrd="1" destOrd="0" presId="urn:microsoft.com/office/officeart/2005/8/layout/process2"/>
    <dgm:cxn modelId="{76C02E45-9B7D-4C7B-B9AB-3E1F118D8F9D}" type="presOf" srcId="{2B75A17C-12CD-46F5-9BCE-DD8929614652}" destId="{58CF2777-E7FE-4DC7-9F76-F98A0FFEEA1E}" srcOrd="0" destOrd="0" presId="urn:microsoft.com/office/officeart/2005/8/layout/process2"/>
    <dgm:cxn modelId="{D0BE7054-23FD-40D7-B842-C474B2B201C0}" srcId="{D9ED37D3-209A-4DBF-B73B-D2925F11FD21}" destId="{2B75A17C-12CD-46F5-9BCE-DD8929614652}" srcOrd="3" destOrd="0" parTransId="{279BB9B0-42E3-4922-8A5C-12D7D04C0291}" sibTransId="{CA570957-806F-4BFE-A9FA-1AA181EE67C7}"/>
    <dgm:cxn modelId="{6FD04843-34A6-4730-B91F-47C196C69358}" type="presParOf" srcId="{4A9D83CF-7C1C-4190-8597-49D57ACCFF5B}" destId="{3AB7B39B-3699-4780-9E0B-910299789857}" srcOrd="0" destOrd="0" presId="urn:microsoft.com/office/officeart/2005/8/layout/process2"/>
    <dgm:cxn modelId="{2EA5FC6D-14CA-4A11-8F3F-036E0B717E45}" type="presParOf" srcId="{4A9D83CF-7C1C-4190-8597-49D57ACCFF5B}" destId="{DB64EC71-C7A8-4BB9-AD87-FD67581A22DB}" srcOrd="1" destOrd="0" presId="urn:microsoft.com/office/officeart/2005/8/layout/process2"/>
    <dgm:cxn modelId="{3B8DF9DF-EC70-4178-81A3-C578538839B6}" type="presParOf" srcId="{DB64EC71-C7A8-4BB9-AD87-FD67581A22DB}" destId="{55743087-0C24-4E5E-BFC2-E20742415BA4}" srcOrd="0" destOrd="0" presId="urn:microsoft.com/office/officeart/2005/8/layout/process2"/>
    <dgm:cxn modelId="{16CF4606-DC7F-454E-8793-DDD7724ACCEF}" type="presParOf" srcId="{4A9D83CF-7C1C-4190-8597-49D57ACCFF5B}" destId="{684DB317-25B0-4535-B6D0-A3BE23B6E85B}" srcOrd="2" destOrd="0" presId="urn:microsoft.com/office/officeart/2005/8/layout/process2"/>
    <dgm:cxn modelId="{BFAF0F7C-6BCE-4D42-A43C-6EA71DC76C05}" type="presParOf" srcId="{4A9D83CF-7C1C-4190-8597-49D57ACCFF5B}" destId="{DCA9E3AB-7F0A-47F5-BA53-0DCC301EA8D9}" srcOrd="3" destOrd="0" presId="urn:microsoft.com/office/officeart/2005/8/layout/process2"/>
    <dgm:cxn modelId="{903770C0-AE6A-444E-B6D0-37E5FECCC90B}" type="presParOf" srcId="{DCA9E3AB-7F0A-47F5-BA53-0DCC301EA8D9}" destId="{ADD3914A-8B6E-4B52-9812-4A8041D90ED8}" srcOrd="0" destOrd="0" presId="urn:microsoft.com/office/officeart/2005/8/layout/process2"/>
    <dgm:cxn modelId="{42B36DD7-E881-4D20-A954-D4F075C4B218}" type="presParOf" srcId="{4A9D83CF-7C1C-4190-8597-49D57ACCFF5B}" destId="{6AE31EBA-86A8-47F0-884B-AF2271A09159}" srcOrd="4" destOrd="0" presId="urn:microsoft.com/office/officeart/2005/8/layout/process2"/>
    <dgm:cxn modelId="{0818D0C3-1B2A-4BEA-BAAF-34EA9B4986A9}" type="presParOf" srcId="{4A9D83CF-7C1C-4190-8597-49D57ACCFF5B}" destId="{D5032945-6384-47C6-BA96-20435900180B}" srcOrd="5" destOrd="0" presId="urn:microsoft.com/office/officeart/2005/8/layout/process2"/>
    <dgm:cxn modelId="{91D62834-95CA-4256-AA52-FC843A1E68D7}" type="presParOf" srcId="{D5032945-6384-47C6-BA96-20435900180B}" destId="{702A6A95-40F7-4879-AEB5-7D66BFC94805}" srcOrd="0" destOrd="0" presId="urn:microsoft.com/office/officeart/2005/8/layout/process2"/>
    <dgm:cxn modelId="{32A24F23-2BA9-4747-846A-C691CCD9E53D}" type="presParOf" srcId="{4A9D83CF-7C1C-4190-8597-49D57ACCFF5B}" destId="{58CF2777-E7FE-4DC7-9F76-F98A0FFEEA1E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266689-0C52-4E58-96DE-B664C324113D}" type="doc">
      <dgm:prSet loTypeId="urn:microsoft.com/office/officeart/2005/8/layout/list1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B241348-7E3A-417A-8A43-47AE66502BA7}">
      <dgm:prSet phldrT="[文本]"/>
      <dgm:spPr/>
      <dgm:t>
        <a:bodyPr/>
        <a:lstStyle/>
        <a:p>
          <a:r>
            <a:rPr lang="zh-CN" altLang="en-US" b="1" dirty="0" smtClean="0">
              <a:solidFill>
                <a:schemeClr val="tx1"/>
              </a:solidFill>
            </a:rPr>
            <a:t>找出需要同步的代码片段（关键代码）</a:t>
          </a:r>
          <a:endParaRPr lang="zh-CN" altLang="en-US" b="1" dirty="0">
            <a:solidFill>
              <a:schemeClr val="tx1"/>
            </a:solidFill>
          </a:endParaRPr>
        </a:p>
      </dgm:t>
    </dgm:pt>
    <dgm:pt modelId="{54A3EC67-B3AC-479C-8072-024E2FBD73C5}" cxnId="{722848CA-EF1F-4C93-8B2D-E716C7F6D161}" type="parTrans">
      <dgm:prSet/>
      <dgm:spPr/>
      <dgm:t>
        <a:bodyPr/>
        <a:lstStyle/>
        <a:p>
          <a:endParaRPr lang="zh-CN" altLang="en-US"/>
        </a:p>
      </dgm:t>
    </dgm:pt>
    <dgm:pt modelId="{DEE1A24F-454F-4C40-BCDC-74DFCC5E64F8}" cxnId="{722848CA-EF1F-4C93-8B2D-E716C7F6D161}" type="sibTrans">
      <dgm:prSet/>
      <dgm:spPr/>
      <dgm:t>
        <a:bodyPr/>
        <a:lstStyle/>
        <a:p>
          <a:endParaRPr lang="zh-CN" altLang="en-US"/>
        </a:p>
      </dgm:t>
    </dgm:pt>
    <dgm:pt modelId="{1E475865-25E1-4CF4-BF66-832679CDD4EE}">
      <dgm:prSet/>
      <dgm:spPr/>
      <dgm:t>
        <a:bodyPr/>
        <a:lstStyle/>
        <a:p>
          <a:r>
            <a:rPr lang="zh-CN" altLang="en-US" b="1" dirty="0" smtClean="0">
              <a:solidFill>
                <a:schemeClr val="tx1"/>
              </a:solidFill>
            </a:rPr>
            <a:t>分析这些代码片段的执行次序</a:t>
          </a:r>
          <a:endParaRPr lang="en-US" altLang="zh-CN" b="1" dirty="0" smtClean="0">
            <a:solidFill>
              <a:schemeClr val="tx1"/>
            </a:solidFill>
          </a:endParaRPr>
        </a:p>
      </dgm:t>
    </dgm:pt>
    <dgm:pt modelId="{0EDFF5FD-80AB-4064-BB18-4D3EAF369496}" cxnId="{4018E445-0780-45A7-8B1C-368DABEB5F10}" type="parTrans">
      <dgm:prSet/>
      <dgm:spPr/>
      <dgm:t>
        <a:bodyPr/>
        <a:lstStyle/>
        <a:p>
          <a:endParaRPr lang="zh-CN" altLang="en-US"/>
        </a:p>
      </dgm:t>
    </dgm:pt>
    <dgm:pt modelId="{22F13B53-2E6C-4459-9345-C32121B3D77E}" cxnId="{4018E445-0780-45A7-8B1C-368DABEB5F10}" type="sibTrans">
      <dgm:prSet/>
      <dgm:spPr/>
      <dgm:t>
        <a:bodyPr/>
        <a:lstStyle/>
        <a:p>
          <a:endParaRPr lang="zh-CN" altLang="en-US"/>
        </a:p>
      </dgm:t>
    </dgm:pt>
    <dgm:pt modelId="{013491F4-FD5A-4FF3-811B-57545063A976}">
      <dgm:prSet/>
      <dgm:spPr/>
      <dgm:t>
        <a:bodyPr/>
        <a:lstStyle/>
        <a:p>
          <a:r>
            <a:rPr lang="zh-CN" altLang="en-US" b="1" dirty="0" smtClean="0">
              <a:solidFill>
                <a:schemeClr val="tx1"/>
              </a:solidFill>
            </a:rPr>
            <a:t>增加同步信号量并赋初始值</a:t>
          </a:r>
          <a:endParaRPr lang="en-US" altLang="zh-CN" b="1" dirty="0" smtClean="0">
            <a:solidFill>
              <a:schemeClr val="tx1"/>
            </a:solidFill>
          </a:endParaRPr>
        </a:p>
      </dgm:t>
    </dgm:pt>
    <dgm:pt modelId="{55B30BF3-337E-4590-B389-0ED2468505C6}" cxnId="{5D7CEDB7-FFB6-480B-BC22-F6E73C5DD76F}" type="parTrans">
      <dgm:prSet/>
      <dgm:spPr/>
      <dgm:t>
        <a:bodyPr/>
        <a:lstStyle/>
        <a:p>
          <a:endParaRPr lang="zh-CN" altLang="en-US"/>
        </a:p>
      </dgm:t>
    </dgm:pt>
    <dgm:pt modelId="{54064C5E-C798-41DB-B83B-FC1C641BAAD9}" cxnId="{5D7CEDB7-FFB6-480B-BC22-F6E73C5DD76F}" type="sibTrans">
      <dgm:prSet/>
      <dgm:spPr/>
      <dgm:t>
        <a:bodyPr/>
        <a:lstStyle/>
        <a:p>
          <a:endParaRPr lang="zh-CN" altLang="en-US"/>
        </a:p>
      </dgm:t>
    </dgm:pt>
    <dgm:pt modelId="{AA539293-FE58-46BA-86BE-BBB9EE20B499}">
      <dgm:prSet/>
      <dgm:spPr/>
      <dgm:t>
        <a:bodyPr/>
        <a:lstStyle/>
        <a:p>
          <a:r>
            <a:rPr lang="zh-CN" altLang="en-US" b="1" dirty="0" smtClean="0">
              <a:solidFill>
                <a:schemeClr val="tx1"/>
              </a:solidFill>
            </a:rPr>
            <a:t>在关键代码前后加</a:t>
          </a:r>
          <a:r>
            <a:rPr lang="en-US" altLang="zh-CN" b="1" dirty="0" smtClean="0">
              <a:solidFill>
                <a:schemeClr val="tx1"/>
              </a:solidFill>
            </a:rPr>
            <a:t>wait</a:t>
          </a:r>
          <a:r>
            <a:rPr lang="zh-CN" altLang="en-US" b="1" dirty="0" smtClean="0">
              <a:solidFill>
                <a:schemeClr val="tx1"/>
              </a:solidFill>
            </a:rPr>
            <a:t>和</a:t>
          </a:r>
          <a:r>
            <a:rPr lang="en-US" altLang="zh-CN" b="1" dirty="0" smtClean="0">
              <a:solidFill>
                <a:schemeClr val="tx1"/>
              </a:solidFill>
            </a:rPr>
            <a:t>signal</a:t>
          </a:r>
          <a:r>
            <a:rPr lang="zh-CN" altLang="en-US" b="1" dirty="0" smtClean="0">
              <a:solidFill>
                <a:schemeClr val="tx1"/>
              </a:solidFill>
            </a:rPr>
            <a:t>操作</a:t>
          </a:r>
          <a:endParaRPr lang="en-US" altLang="zh-CN" b="1" dirty="0" smtClean="0">
            <a:solidFill>
              <a:schemeClr val="tx1"/>
            </a:solidFill>
          </a:endParaRPr>
        </a:p>
      </dgm:t>
    </dgm:pt>
    <dgm:pt modelId="{8032DBCA-61F4-49F3-8F0B-3CEB8551841F}" cxnId="{F704690A-42A7-4C58-BA3C-73EB1161C112}" type="parTrans">
      <dgm:prSet/>
      <dgm:spPr/>
      <dgm:t>
        <a:bodyPr/>
        <a:lstStyle/>
        <a:p>
          <a:endParaRPr lang="zh-CN" altLang="en-US"/>
        </a:p>
      </dgm:t>
    </dgm:pt>
    <dgm:pt modelId="{FC24DC9F-94B4-43F4-99A3-762EB51B4343}" cxnId="{F704690A-42A7-4C58-BA3C-73EB1161C112}" type="sibTrans">
      <dgm:prSet/>
      <dgm:spPr/>
      <dgm:t>
        <a:bodyPr/>
        <a:lstStyle/>
        <a:p>
          <a:endParaRPr lang="zh-CN" altLang="en-US"/>
        </a:p>
      </dgm:t>
    </dgm:pt>
    <dgm:pt modelId="{9AD1C278-FD9E-4036-ADC2-0D0033191AEF}" type="pres">
      <dgm:prSet presAssocID="{86266689-0C52-4E58-96DE-B664C324113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8172A96-47A4-43C9-A5FB-A07FA5DBECDF}" type="pres">
      <dgm:prSet presAssocID="{EB241348-7E3A-417A-8A43-47AE66502BA7}" presName="parentLin" presStyleCnt="0"/>
      <dgm:spPr/>
    </dgm:pt>
    <dgm:pt modelId="{573587DA-4B45-4C22-B836-979EBFB52F71}" type="pres">
      <dgm:prSet presAssocID="{EB241348-7E3A-417A-8A43-47AE66502BA7}" presName="parentLeftMargin" presStyleLbl="node1" presStyleIdx="0" presStyleCnt="4"/>
      <dgm:spPr/>
      <dgm:t>
        <a:bodyPr/>
        <a:lstStyle/>
        <a:p>
          <a:endParaRPr lang="zh-CN" altLang="en-US"/>
        </a:p>
      </dgm:t>
    </dgm:pt>
    <dgm:pt modelId="{CAA66065-3994-41DD-9D6A-576C9726E710}" type="pres">
      <dgm:prSet presAssocID="{EB241348-7E3A-417A-8A43-47AE66502BA7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1DDEAE-019F-4AE1-AA16-CC76047E0C22}" type="pres">
      <dgm:prSet presAssocID="{EB241348-7E3A-417A-8A43-47AE66502BA7}" presName="negativeSpace" presStyleCnt="0"/>
      <dgm:spPr/>
    </dgm:pt>
    <dgm:pt modelId="{1B0134BA-91A7-4332-BE22-21D2F0E5CFE0}" type="pres">
      <dgm:prSet presAssocID="{EB241348-7E3A-417A-8A43-47AE66502BA7}" presName="childText" presStyleLbl="conFgAcc1" presStyleIdx="0" presStyleCnt="4">
        <dgm:presLayoutVars>
          <dgm:bulletEnabled val="1"/>
        </dgm:presLayoutVars>
      </dgm:prSet>
      <dgm:spPr/>
    </dgm:pt>
    <dgm:pt modelId="{AD0B782B-E80F-4381-BB4D-C1267A46E23A}" type="pres">
      <dgm:prSet presAssocID="{DEE1A24F-454F-4C40-BCDC-74DFCC5E64F8}" presName="spaceBetweenRectangles" presStyleCnt="0"/>
      <dgm:spPr/>
    </dgm:pt>
    <dgm:pt modelId="{9F5EF3D2-0549-4A6A-AED7-8126FB9FADDA}" type="pres">
      <dgm:prSet presAssocID="{1E475865-25E1-4CF4-BF66-832679CDD4EE}" presName="parentLin" presStyleCnt="0"/>
      <dgm:spPr/>
    </dgm:pt>
    <dgm:pt modelId="{BE6B2C4D-A7D7-43EB-8D27-15B72521F982}" type="pres">
      <dgm:prSet presAssocID="{1E475865-25E1-4CF4-BF66-832679CDD4EE}" presName="parentLeftMargin" presStyleLbl="node1" presStyleIdx="0" presStyleCnt="4"/>
      <dgm:spPr/>
      <dgm:t>
        <a:bodyPr/>
        <a:lstStyle/>
        <a:p>
          <a:endParaRPr lang="zh-CN" altLang="en-US"/>
        </a:p>
      </dgm:t>
    </dgm:pt>
    <dgm:pt modelId="{70C7227A-CDF4-450C-9319-39C016995FBB}" type="pres">
      <dgm:prSet presAssocID="{1E475865-25E1-4CF4-BF66-832679CDD4EE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CC1DE61-7D89-443D-82AA-095DE9830130}" type="pres">
      <dgm:prSet presAssocID="{1E475865-25E1-4CF4-BF66-832679CDD4EE}" presName="negativeSpace" presStyleCnt="0"/>
      <dgm:spPr/>
    </dgm:pt>
    <dgm:pt modelId="{A3F1B9CC-669E-49ED-8C31-E1456791DCB9}" type="pres">
      <dgm:prSet presAssocID="{1E475865-25E1-4CF4-BF66-832679CDD4EE}" presName="childText" presStyleLbl="conFgAcc1" presStyleIdx="1" presStyleCnt="4">
        <dgm:presLayoutVars>
          <dgm:bulletEnabled val="1"/>
        </dgm:presLayoutVars>
      </dgm:prSet>
      <dgm:spPr/>
    </dgm:pt>
    <dgm:pt modelId="{582DDE0A-E392-4A3E-80C2-7515A8DAEE57}" type="pres">
      <dgm:prSet presAssocID="{22F13B53-2E6C-4459-9345-C32121B3D77E}" presName="spaceBetweenRectangles" presStyleCnt="0"/>
      <dgm:spPr/>
    </dgm:pt>
    <dgm:pt modelId="{3BBEDA68-6854-4CAC-A49E-0DBFEC4A796C}" type="pres">
      <dgm:prSet presAssocID="{013491F4-FD5A-4FF3-811B-57545063A976}" presName="parentLin" presStyleCnt="0"/>
      <dgm:spPr/>
    </dgm:pt>
    <dgm:pt modelId="{440EACB4-0C95-441B-92F0-A16714161C69}" type="pres">
      <dgm:prSet presAssocID="{013491F4-FD5A-4FF3-811B-57545063A976}" presName="parentLeftMargin" presStyleLbl="node1" presStyleIdx="1" presStyleCnt="4"/>
      <dgm:spPr/>
      <dgm:t>
        <a:bodyPr/>
        <a:lstStyle/>
        <a:p>
          <a:endParaRPr lang="zh-CN" altLang="en-US"/>
        </a:p>
      </dgm:t>
    </dgm:pt>
    <dgm:pt modelId="{C14A5956-A5DB-4D25-B806-5FBC5E391CDB}" type="pres">
      <dgm:prSet presAssocID="{013491F4-FD5A-4FF3-811B-57545063A976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64E8C02-AFA0-4F70-91D0-AF2AC8CF9B02}" type="pres">
      <dgm:prSet presAssocID="{013491F4-FD5A-4FF3-811B-57545063A976}" presName="negativeSpace" presStyleCnt="0"/>
      <dgm:spPr/>
    </dgm:pt>
    <dgm:pt modelId="{B257D953-AECF-4399-AF76-81F14B926192}" type="pres">
      <dgm:prSet presAssocID="{013491F4-FD5A-4FF3-811B-57545063A976}" presName="childText" presStyleLbl="conFgAcc1" presStyleIdx="2" presStyleCnt="4">
        <dgm:presLayoutVars>
          <dgm:bulletEnabled val="1"/>
        </dgm:presLayoutVars>
      </dgm:prSet>
      <dgm:spPr/>
    </dgm:pt>
    <dgm:pt modelId="{639258A0-3BDE-443F-8C78-AD51AC702204}" type="pres">
      <dgm:prSet presAssocID="{54064C5E-C798-41DB-B83B-FC1C641BAAD9}" presName="spaceBetweenRectangles" presStyleCnt="0"/>
      <dgm:spPr/>
    </dgm:pt>
    <dgm:pt modelId="{BAD16F1A-17EF-41AB-8B1F-579C3019A4F8}" type="pres">
      <dgm:prSet presAssocID="{AA539293-FE58-46BA-86BE-BBB9EE20B499}" presName="parentLin" presStyleCnt="0"/>
      <dgm:spPr/>
    </dgm:pt>
    <dgm:pt modelId="{111FBD55-9941-413B-AC76-5134CA149111}" type="pres">
      <dgm:prSet presAssocID="{AA539293-FE58-46BA-86BE-BBB9EE20B499}" presName="parentLeftMargin" presStyleLbl="node1" presStyleIdx="2" presStyleCnt="4"/>
      <dgm:spPr/>
      <dgm:t>
        <a:bodyPr/>
        <a:lstStyle/>
        <a:p>
          <a:endParaRPr lang="zh-CN" altLang="en-US"/>
        </a:p>
      </dgm:t>
    </dgm:pt>
    <dgm:pt modelId="{80CEF40F-8524-4FCD-82FE-656F63E9018F}" type="pres">
      <dgm:prSet presAssocID="{AA539293-FE58-46BA-86BE-BBB9EE20B499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20AD401-98F9-48E4-8FDA-332040B6D7C2}" type="pres">
      <dgm:prSet presAssocID="{AA539293-FE58-46BA-86BE-BBB9EE20B499}" presName="negativeSpace" presStyleCnt="0"/>
      <dgm:spPr/>
    </dgm:pt>
    <dgm:pt modelId="{6D1F781A-2A43-4F70-803F-EB104A878BE2}" type="pres">
      <dgm:prSet presAssocID="{AA539293-FE58-46BA-86BE-BBB9EE20B49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2861E36-B160-49AB-9A07-8D83F5A82298}" type="presOf" srcId="{1E475865-25E1-4CF4-BF66-832679CDD4EE}" destId="{BE6B2C4D-A7D7-43EB-8D27-15B72521F982}" srcOrd="0" destOrd="0" presId="urn:microsoft.com/office/officeart/2005/8/layout/list1"/>
    <dgm:cxn modelId="{0CF5D4E9-3CD1-4680-A501-31C818DDD1D7}" type="presOf" srcId="{86266689-0C52-4E58-96DE-B664C324113D}" destId="{9AD1C278-FD9E-4036-ADC2-0D0033191AEF}" srcOrd="0" destOrd="0" presId="urn:microsoft.com/office/officeart/2005/8/layout/list1"/>
    <dgm:cxn modelId="{34DEB9D2-AFE3-4B0D-BBDA-D947CB98AE33}" type="presOf" srcId="{013491F4-FD5A-4FF3-811B-57545063A976}" destId="{440EACB4-0C95-441B-92F0-A16714161C69}" srcOrd="0" destOrd="0" presId="urn:microsoft.com/office/officeart/2005/8/layout/list1"/>
    <dgm:cxn modelId="{4018E445-0780-45A7-8B1C-368DABEB5F10}" srcId="{86266689-0C52-4E58-96DE-B664C324113D}" destId="{1E475865-25E1-4CF4-BF66-832679CDD4EE}" srcOrd="1" destOrd="0" parTransId="{0EDFF5FD-80AB-4064-BB18-4D3EAF369496}" sibTransId="{22F13B53-2E6C-4459-9345-C32121B3D77E}"/>
    <dgm:cxn modelId="{2FC88E2E-DEB8-4FB5-8573-96C65B75B8B1}" type="presOf" srcId="{AA539293-FE58-46BA-86BE-BBB9EE20B499}" destId="{80CEF40F-8524-4FCD-82FE-656F63E9018F}" srcOrd="1" destOrd="0" presId="urn:microsoft.com/office/officeart/2005/8/layout/list1"/>
    <dgm:cxn modelId="{5D7CEDB7-FFB6-480B-BC22-F6E73C5DD76F}" srcId="{86266689-0C52-4E58-96DE-B664C324113D}" destId="{013491F4-FD5A-4FF3-811B-57545063A976}" srcOrd="2" destOrd="0" parTransId="{55B30BF3-337E-4590-B389-0ED2468505C6}" sibTransId="{54064C5E-C798-41DB-B83B-FC1C641BAAD9}"/>
    <dgm:cxn modelId="{50047312-8313-4B38-9131-A9B0D0D690D0}" type="presOf" srcId="{013491F4-FD5A-4FF3-811B-57545063A976}" destId="{C14A5956-A5DB-4D25-B806-5FBC5E391CDB}" srcOrd="1" destOrd="0" presId="urn:microsoft.com/office/officeart/2005/8/layout/list1"/>
    <dgm:cxn modelId="{0E01580E-5A15-40E0-8212-1AC93F10EE4C}" type="presOf" srcId="{EB241348-7E3A-417A-8A43-47AE66502BA7}" destId="{CAA66065-3994-41DD-9D6A-576C9726E710}" srcOrd="1" destOrd="0" presId="urn:microsoft.com/office/officeart/2005/8/layout/list1"/>
    <dgm:cxn modelId="{2DF120DE-547A-4021-B013-90C304E13B53}" type="presOf" srcId="{1E475865-25E1-4CF4-BF66-832679CDD4EE}" destId="{70C7227A-CDF4-450C-9319-39C016995FBB}" srcOrd="1" destOrd="0" presId="urn:microsoft.com/office/officeart/2005/8/layout/list1"/>
    <dgm:cxn modelId="{8F9C1F8D-2FD1-4E45-A192-C5B28C5BE8CD}" type="presOf" srcId="{AA539293-FE58-46BA-86BE-BBB9EE20B499}" destId="{111FBD55-9941-413B-AC76-5134CA149111}" srcOrd="0" destOrd="0" presId="urn:microsoft.com/office/officeart/2005/8/layout/list1"/>
    <dgm:cxn modelId="{F704690A-42A7-4C58-BA3C-73EB1161C112}" srcId="{86266689-0C52-4E58-96DE-B664C324113D}" destId="{AA539293-FE58-46BA-86BE-BBB9EE20B499}" srcOrd="3" destOrd="0" parTransId="{8032DBCA-61F4-49F3-8F0B-3CEB8551841F}" sibTransId="{FC24DC9F-94B4-43F4-99A3-762EB51B4343}"/>
    <dgm:cxn modelId="{722848CA-EF1F-4C93-8B2D-E716C7F6D161}" srcId="{86266689-0C52-4E58-96DE-B664C324113D}" destId="{EB241348-7E3A-417A-8A43-47AE66502BA7}" srcOrd="0" destOrd="0" parTransId="{54A3EC67-B3AC-479C-8072-024E2FBD73C5}" sibTransId="{DEE1A24F-454F-4C40-BCDC-74DFCC5E64F8}"/>
    <dgm:cxn modelId="{534B6787-85B2-4EC6-946B-7F9A11DD05A2}" type="presOf" srcId="{EB241348-7E3A-417A-8A43-47AE66502BA7}" destId="{573587DA-4B45-4C22-B836-979EBFB52F71}" srcOrd="0" destOrd="0" presId="urn:microsoft.com/office/officeart/2005/8/layout/list1"/>
    <dgm:cxn modelId="{9E566E1B-8275-47AB-856A-4B968B2237BE}" type="presParOf" srcId="{9AD1C278-FD9E-4036-ADC2-0D0033191AEF}" destId="{48172A96-47A4-43C9-A5FB-A07FA5DBECDF}" srcOrd="0" destOrd="0" presId="urn:microsoft.com/office/officeart/2005/8/layout/list1"/>
    <dgm:cxn modelId="{8F2C3B10-5513-4AD6-8627-35326C63820A}" type="presParOf" srcId="{48172A96-47A4-43C9-A5FB-A07FA5DBECDF}" destId="{573587DA-4B45-4C22-B836-979EBFB52F71}" srcOrd="0" destOrd="0" presId="urn:microsoft.com/office/officeart/2005/8/layout/list1"/>
    <dgm:cxn modelId="{6D06DFE3-7B34-40B3-8D6E-880B753F4715}" type="presParOf" srcId="{48172A96-47A4-43C9-A5FB-A07FA5DBECDF}" destId="{CAA66065-3994-41DD-9D6A-576C9726E710}" srcOrd="1" destOrd="0" presId="urn:microsoft.com/office/officeart/2005/8/layout/list1"/>
    <dgm:cxn modelId="{2BB149D2-C677-449A-B7B9-208EF65D0406}" type="presParOf" srcId="{9AD1C278-FD9E-4036-ADC2-0D0033191AEF}" destId="{6D1DDEAE-019F-4AE1-AA16-CC76047E0C22}" srcOrd="1" destOrd="0" presId="urn:microsoft.com/office/officeart/2005/8/layout/list1"/>
    <dgm:cxn modelId="{43F3B116-44C8-479A-882F-42313612AAEF}" type="presParOf" srcId="{9AD1C278-FD9E-4036-ADC2-0D0033191AEF}" destId="{1B0134BA-91A7-4332-BE22-21D2F0E5CFE0}" srcOrd="2" destOrd="0" presId="urn:microsoft.com/office/officeart/2005/8/layout/list1"/>
    <dgm:cxn modelId="{CDCCCF23-E591-4266-84CB-2A877BA1018B}" type="presParOf" srcId="{9AD1C278-FD9E-4036-ADC2-0D0033191AEF}" destId="{AD0B782B-E80F-4381-BB4D-C1267A46E23A}" srcOrd="3" destOrd="0" presId="urn:microsoft.com/office/officeart/2005/8/layout/list1"/>
    <dgm:cxn modelId="{6BA79C2B-16FE-47B8-ADE8-5BF2A947DF9C}" type="presParOf" srcId="{9AD1C278-FD9E-4036-ADC2-0D0033191AEF}" destId="{9F5EF3D2-0549-4A6A-AED7-8126FB9FADDA}" srcOrd="4" destOrd="0" presId="urn:microsoft.com/office/officeart/2005/8/layout/list1"/>
    <dgm:cxn modelId="{5BB31B44-EFBE-4BE7-B6AA-152095979E79}" type="presParOf" srcId="{9F5EF3D2-0549-4A6A-AED7-8126FB9FADDA}" destId="{BE6B2C4D-A7D7-43EB-8D27-15B72521F982}" srcOrd="0" destOrd="0" presId="urn:microsoft.com/office/officeart/2005/8/layout/list1"/>
    <dgm:cxn modelId="{78EFBB09-889A-494A-9CC5-81767E61F5F6}" type="presParOf" srcId="{9F5EF3D2-0549-4A6A-AED7-8126FB9FADDA}" destId="{70C7227A-CDF4-450C-9319-39C016995FBB}" srcOrd="1" destOrd="0" presId="urn:microsoft.com/office/officeart/2005/8/layout/list1"/>
    <dgm:cxn modelId="{B43F093A-B48D-461B-B63B-E4DCBF50A2D2}" type="presParOf" srcId="{9AD1C278-FD9E-4036-ADC2-0D0033191AEF}" destId="{9CC1DE61-7D89-443D-82AA-095DE9830130}" srcOrd="5" destOrd="0" presId="urn:microsoft.com/office/officeart/2005/8/layout/list1"/>
    <dgm:cxn modelId="{35DE83DF-0B84-4417-AF35-0BF48E5B6AAC}" type="presParOf" srcId="{9AD1C278-FD9E-4036-ADC2-0D0033191AEF}" destId="{A3F1B9CC-669E-49ED-8C31-E1456791DCB9}" srcOrd="6" destOrd="0" presId="urn:microsoft.com/office/officeart/2005/8/layout/list1"/>
    <dgm:cxn modelId="{63023D76-3A22-4313-9D37-27D26C9B51FA}" type="presParOf" srcId="{9AD1C278-FD9E-4036-ADC2-0D0033191AEF}" destId="{582DDE0A-E392-4A3E-80C2-7515A8DAEE57}" srcOrd="7" destOrd="0" presId="urn:microsoft.com/office/officeart/2005/8/layout/list1"/>
    <dgm:cxn modelId="{88A9E006-1334-4AFB-9DFD-FCC0DDAE4918}" type="presParOf" srcId="{9AD1C278-FD9E-4036-ADC2-0D0033191AEF}" destId="{3BBEDA68-6854-4CAC-A49E-0DBFEC4A796C}" srcOrd="8" destOrd="0" presId="urn:microsoft.com/office/officeart/2005/8/layout/list1"/>
    <dgm:cxn modelId="{F4E0B6E5-DBD5-46B8-AA59-B595C58A98EF}" type="presParOf" srcId="{3BBEDA68-6854-4CAC-A49E-0DBFEC4A796C}" destId="{440EACB4-0C95-441B-92F0-A16714161C69}" srcOrd="0" destOrd="0" presId="urn:microsoft.com/office/officeart/2005/8/layout/list1"/>
    <dgm:cxn modelId="{9E887B02-6824-4450-B2E4-0B47105EB6D1}" type="presParOf" srcId="{3BBEDA68-6854-4CAC-A49E-0DBFEC4A796C}" destId="{C14A5956-A5DB-4D25-B806-5FBC5E391CDB}" srcOrd="1" destOrd="0" presId="urn:microsoft.com/office/officeart/2005/8/layout/list1"/>
    <dgm:cxn modelId="{E8389918-BAE6-4C01-87F5-7EFC833FD703}" type="presParOf" srcId="{9AD1C278-FD9E-4036-ADC2-0D0033191AEF}" destId="{164E8C02-AFA0-4F70-91D0-AF2AC8CF9B02}" srcOrd="9" destOrd="0" presId="urn:microsoft.com/office/officeart/2005/8/layout/list1"/>
    <dgm:cxn modelId="{F27073AE-353D-4C69-BF91-B0D7C2AFC3C7}" type="presParOf" srcId="{9AD1C278-FD9E-4036-ADC2-0D0033191AEF}" destId="{B257D953-AECF-4399-AF76-81F14B926192}" srcOrd="10" destOrd="0" presId="urn:microsoft.com/office/officeart/2005/8/layout/list1"/>
    <dgm:cxn modelId="{DB90B092-5176-4AD3-AACB-AAD7972464CA}" type="presParOf" srcId="{9AD1C278-FD9E-4036-ADC2-0D0033191AEF}" destId="{639258A0-3BDE-443F-8C78-AD51AC702204}" srcOrd="11" destOrd="0" presId="urn:microsoft.com/office/officeart/2005/8/layout/list1"/>
    <dgm:cxn modelId="{4ADD60D9-3C84-465D-AF25-D1ECB35003E9}" type="presParOf" srcId="{9AD1C278-FD9E-4036-ADC2-0D0033191AEF}" destId="{BAD16F1A-17EF-41AB-8B1F-579C3019A4F8}" srcOrd="12" destOrd="0" presId="urn:microsoft.com/office/officeart/2005/8/layout/list1"/>
    <dgm:cxn modelId="{5536C7A2-0AA8-4AAF-9E70-894488DBD04D}" type="presParOf" srcId="{BAD16F1A-17EF-41AB-8B1F-579C3019A4F8}" destId="{111FBD55-9941-413B-AC76-5134CA149111}" srcOrd="0" destOrd="0" presId="urn:microsoft.com/office/officeart/2005/8/layout/list1"/>
    <dgm:cxn modelId="{A82A327E-0E1C-47AF-9D90-35CDB601ACDB}" type="presParOf" srcId="{BAD16F1A-17EF-41AB-8B1F-579C3019A4F8}" destId="{80CEF40F-8524-4FCD-82FE-656F63E9018F}" srcOrd="1" destOrd="0" presId="urn:microsoft.com/office/officeart/2005/8/layout/list1"/>
    <dgm:cxn modelId="{0699CB98-99DF-4D92-9070-071B0B628F39}" type="presParOf" srcId="{9AD1C278-FD9E-4036-ADC2-0D0033191AEF}" destId="{820AD401-98F9-48E4-8FDA-332040B6D7C2}" srcOrd="13" destOrd="0" presId="urn:microsoft.com/office/officeart/2005/8/layout/list1"/>
    <dgm:cxn modelId="{A86D020B-08F5-435C-8DC3-7737BB3A2514}" type="presParOf" srcId="{9AD1C278-FD9E-4036-ADC2-0D0033191AEF}" destId="{6D1F781A-2A43-4F70-803F-EB104A878BE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567700-7BAA-4243-B2D5-2E5ABD526E68}" type="doc">
      <dgm:prSet loTypeId="urn:microsoft.com/office/officeart/2005/8/layout/chevron1" loCatId="process" qsTypeId="urn:microsoft.com/office/officeart/2005/8/quickstyle/3d1" qsCatId="3D" csTypeId="urn:microsoft.com/office/officeart/2005/8/colors/colorful1" csCatId="colorful" phldr="1"/>
      <dgm:spPr/>
    </dgm:pt>
    <dgm:pt modelId="{037B003B-9F1F-4D29-8301-F2FCD8258D42}">
      <dgm:prSet phldrT="[文本]"/>
      <dgm:spPr/>
      <dgm:t>
        <a:bodyPr/>
        <a:lstStyle/>
        <a:p>
          <a:r>
            <a:rPr lang="en-US" altLang="zh-CN" dirty="0" smtClean="0"/>
            <a:t>C1</a:t>
          </a:r>
          <a:endParaRPr lang="zh-CN" altLang="en-US" dirty="0"/>
        </a:p>
      </dgm:t>
    </dgm:pt>
    <dgm:pt modelId="{384C8977-0EAE-437C-9265-F7181ADE47D3}" cxnId="{3EA1A820-884F-40F3-8F7D-56B97A0AAA32}" type="parTrans">
      <dgm:prSet/>
      <dgm:spPr/>
      <dgm:t>
        <a:bodyPr/>
        <a:lstStyle/>
        <a:p>
          <a:endParaRPr lang="zh-CN" altLang="en-US"/>
        </a:p>
      </dgm:t>
    </dgm:pt>
    <dgm:pt modelId="{3BD43B0A-4C00-48F9-98B9-DE00B33B217C}" cxnId="{3EA1A820-884F-40F3-8F7D-56B97A0AAA32}" type="sibTrans">
      <dgm:prSet/>
      <dgm:spPr/>
      <dgm:t>
        <a:bodyPr/>
        <a:lstStyle/>
        <a:p>
          <a:endParaRPr lang="zh-CN" altLang="en-US"/>
        </a:p>
      </dgm:t>
    </dgm:pt>
    <dgm:pt modelId="{9FD77EAE-5086-4310-990D-252DED7A92DE}">
      <dgm:prSet phldrT="[文本]"/>
      <dgm:spPr/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C2</a:t>
          </a:r>
          <a:endParaRPr lang="zh-CN" altLang="en-US" dirty="0">
            <a:solidFill>
              <a:schemeClr val="tx1"/>
            </a:solidFill>
          </a:endParaRPr>
        </a:p>
      </dgm:t>
    </dgm:pt>
    <dgm:pt modelId="{9868997A-A60A-4675-BC34-51F021098394}" cxnId="{F184A5DB-7960-49CD-AB62-D80DB270E998}" type="parTrans">
      <dgm:prSet/>
      <dgm:spPr/>
      <dgm:t>
        <a:bodyPr/>
        <a:lstStyle/>
        <a:p>
          <a:endParaRPr lang="zh-CN" altLang="en-US"/>
        </a:p>
      </dgm:t>
    </dgm:pt>
    <dgm:pt modelId="{9E52E34F-1BD9-4242-8B72-469CF95CE121}" cxnId="{F184A5DB-7960-49CD-AB62-D80DB270E998}" type="sibTrans">
      <dgm:prSet/>
      <dgm:spPr/>
      <dgm:t>
        <a:bodyPr/>
        <a:lstStyle/>
        <a:p>
          <a:endParaRPr lang="zh-CN" altLang="en-US"/>
        </a:p>
      </dgm:t>
    </dgm:pt>
    <dgm:pt modelId="{DF0B13BC-11FB-44D5-99A7-72B3BDE43D65}" type="pres">
      <dgm:prSet presAssocID="{82567700-7BAA-4243-B2D5-2E5ABD526E68}" presName="Name0" presStyleCnt="0">
        <dgm:presLayoutVars>
          <dgm:dir/>
          <dgm:animLvl val="lvl"/>
          <dgm:resizeHandles val="exact"/>
        </dgm:presLayoutVars>
      </dgm:prSet>
      <dgm:spPr/>
    </dgm:pt>
    <dgm:pt modelId="{EB50FEFB-E85E-42E1-B033-631C49EC1C78}" type="pres">
      <dgm:prSet presAssocID="{037B003B-9F1F-4D29-8301-F2FCD8258D42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33B002B-189B-4A42-9175-59444121E08F}" type="pres">
      <dgm:prSet presAssocID="{3BD43B0A-4C00-48F9-98B9-DE00B33B217C}" presName="parTxOnlySpace" presStyleCnt="0"/>
      <dgm:spPr/>
    </dgm:pt>
    <dgm:pt modelId="{AB380A3E-4EE9-4850-878E-8B01D3091338}" type="pres">
      <dgm:prSet presAssocID="{9FD77EAE-5086-4310-990D-252DED7A92DE}" presName="parTxOnly" presStyleLbl="node1" presStyleIdx="1" presStyleCnt="2" custLinFactNeighborX="5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BDCEA59-C029-4503-B826-64F9437656B0}" type="presOf" srcId="{82567700-7BAA-4243-B2D5-2E5ABD526E68}" destId="{DF0B13BC-11FB-44D5-99A7-72B3BDE43D65}" srcOrd="0" destOrd="0" presId="urn:microsoft.com/office/officeart/2005/8/layout/chevron1"/>
    <dgm:cxn modelId="{3EA1A820-884F-40F3-8F7D-56B97A0AAA32}" srcId="{82567700-7BAA-4243-B2D5-2E5ABD526E68}" destId="{037B003B-9F1F-4D29-8301-F2FCD8258D42}" srcOrd="0" destOrd="0" parTransId="{384C8977-0EAE-437C-9265-F7181ADE47D3}" sibTransId="{3BD43B0A-4C00-48F9-98B9-DE00B33B217C}"/>
    <dgm:cxn modelId="{F184A5DB-7960-49CD-AB62-D80DB270E998}" srcId="{82567700-7BAA-4243-B2D5-2E5ABD526E68}" destId="{9FD77EAE-5086-4310-990D-252DED7A92DE}" srcOrd="1" destOrd="0" parTransId="{9868997A-A60A-4675-BC34-51F021098394}" sibTransId="{9E52E34F-1BD9-4242-8B72-469CF95CE121}"/>
    <dgm:cxn modelId="{F47FD32A-FD9D-42D8-B857-9DE59A17FC66}" type="presOf" srcId="{037B003B-9F1F-4D29-8301-F2FCD8258D42}" destId="{EB50FEFB-E85E-42E1-B033-631C49EC1C78}" srcOrd="0" destOrd="0" presId="urn:microsoft.com/office/officeart/2005/8/layout/chevron1"/>
    <dgm:cxn modelId="{7003C939-0AA0-4856-930A-D7B3C97CB84C}" type="presOf" srcId="{9FD77EAE-5086-4310-990D-252DED7A92DE}" destId="{AB380A3E-4EE9-4850-878E-8B01D3091338}" srcOrd="0" destOrd="0" presId="urn:microsoft.com/office/officeart/2005/8/layout/chevron1"/>
    <dgm:cxn modelId="{EF85DFED-45CC-493D-98C2-94BBDC36FBAC}" type="presParOf" srcId="{DF0B13BC-11FB-44D5-99A7-72B3BDE43D65}" destId="{EB50FEFB-E85E-42E1-B033-631C49EC1C78}" srcOrd="0" destOrd="0" presId="urn:microsoft.com/office/officeart/2005/8/layout/chevron1"/>
    <dgm:cxn modelId="{3C1EAAF9-7A2B-414B-BAC2-68D800D46362}" type="presParOf" srcId="{DF0B13BC-11FB-44D5-99A7-72B3BDE43D65}" destId="{533B002B-189B-4A42-9175-59444121E08F}" srcOrd="1" destOrd="0" presId="urn:microsoft.com/office/officeart/2005/8/layout/chevron1"/>
    <dgm:cxn modelId="{668702FE-8D4C-4B63-8809-057EB72D2490}" type="presParOf" srcId="{DF0B13BC-11FB-44D5-99A7-72B3BDE43D65}" destId="{AB380A3E-4EE9-4850-878E-8B01D3091338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567700-7BAA-4243-B2D5-2E5ABD526E68}" type="doc">
      <dgm:prSet loTypeId="urn:microsoft.com/office/officeart/2005/8/layout/chevron1" loCatId="process" qsTypeId="urn:microsoft.com/office/officeart/2005/8/quickstyle/3d1" qsCatId="3D" csTypeId="urn:microsoft.com/office/officeart/2005/8/colors/colorful1" csCatId="colorful" phldr="1"/>
      <dgm:spPr/>
    </dgm:pt>
    <dgm:pt modelId="{037B003B-9F1F-4D29-8301-F2FCD8258D42}">
      <dgm:prSet phldrT="[文本]"/>
      <dgm:spPr/>
      <dgm:t>
        <a:bodyPr/>
        <a:lstStyle/>
        <a:p>
          <a:r>
            <a:rPr lang="en-US" altLang="zh-CN" dirty="0" smtClean="0"/>
            <a:t>C2</a:t>
          </a:r>
          <a:endParaRPr lang="zh-CN" altLang="en-US" dirty="0"/>
        </a:p>
      </dgm:t>
    </dgm:pt>
    <dgm:pt modelId="{384C8977-0EAE-437C-9265-F7181ADE47D3}" cxnId="{3EA1A820-884F-40F3-8F7D-56B97A0AAA32}" type="parTrans">
      <dgm:prSet/>
      <dgm:spPr/>
      <dgm:t>
        <a:bodyPr/>
        <a:lstStyle/>
        <a:p>
          <a:endParaRPr lang="zh-CN" altLang="en-US"/>
        </a:p>
      </dgm:t>
    </dgm:pt>
    <dgm:pt modelId="{3BD43B0A-4C00-48F9-98B9-DE00B33B217C}" cxnId="{3EA1A820-884F-40F3-8F7D-56B97A0AAA32}" type="sibTrans">
      <dgm:prSet/>
      <dgm:spPr/>
      <dgm:t>
        <a:bodyPr/>
        <a:lstStyle/>
        <a:p>
          <a:endParaRPr lang="zh-CN" altLang="en-US"/>
        </a:p>
      </dgm:t>
    </dgm:pt>
    <dgm:pt modelId="{9FD77EAE-5086-4310-990D-252DED7A92DE}">
      <dgm:prSet phldrT="[文本]"/>
      <dgm:spPr/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C1</a:t>
          </a:r>
          <a:endParaRPr lang="zh-CN" altLang="en-US" dirty="0">
            <a:solidFill>
              <a:schemeClr val="tx1"/>
            </a:solidFill>
          </a:endParaRPr>
        </a:p>
      </dgm:t>
    </dgm:pt>
    <dgm:pt modelId="{9868997A-A60A-4675-BC34-51F021098394}" cxnId="{F184A5DB-7960-49CD-AB62-D80DB270E998}" type="parTrans">
      <dgm:prSet/>
      <dgm:spPr/>
      <dgm:t>
        <a:bodyPr/>
        <a:lstStyle/>
        <a:p>
          <a:endParaRPr lang="zh-CN" altLang="en-US"/>
        </a:p>
      </dgm:t>
    </dgm:pt>
    <dgm:pt modelId="{9E52E34F-1BD9-4242-8B72-469CF95CE121}" cxnId="{F184A5DB-7960-49CD-AB62-D80DB270E998}" type="sibTrans">
      <dgm:prSet/>
      <dgm:spPr/>
      <dgm:t>
        <a:bodyPr/>
        <a:lstStyle/>
        <a:p>
          <a:endParaRPr lang="zh-CN" altLang="en-US"/>
        </a:p>
      </dgm:t>
    </dgm:pt>
    <dgm:pt modelId="{DF0B13BC-11FB-44D5-99A7-72B3BDE43D65}" type="pres">
      <dgm:prSet presAssocID="{82567700-7BAA-4243-B2D5-2E5ABD526E68}" presName="Name0" presStyleCnt="0">
        <dgm:presLayoutVars>
          <dgm:dir/>
          <dgm:animLvl val="lvl"/>
          <dgm:resizeHandles val="exact"/>
        </dgm:presLayoutVars>
      </dgm:prSet>
      <dgm:spPr/>
    </dgm:pt>
    <dgm:pt modelId="{EB50FEFB-E85E-42E1-B033-631C49EC1C78}" type="pres">
      <dgm:prSet presAssocID="{037B003B-9F1F-4D29-8301-F2FCD8258D42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33B002B-189B-4A42-9175-59444121E08F}" type="pres">
      <dgm:prSet presAssocID="{3BD43B0A-4C00-48F9-98B9-DE00B33B217C}" presName="parTxOnlySpace" presStyleCnt="0"/>
      <dgm:spPr/>
    </dgm:pt>
    <dgm:pt modelId="{AB380A3E-4EE9-4850-878E-8B01D3091338}" type="pres">
      <dgm:prSet presAssocID="{9FD77EAE-5086-4310-990D-252DED7A92DE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EA1A820-884F-40F3-8F7D-56B97A0AAA32}" srcId="{82567700-7BAA-4243-B2D5-2E5ABD526E68}" destId="{037B003B-9F1F-4D29-8301-F2FCD8258D42}" srcOrd="0" destOrd="0" parTransId="{384C8977-0EAE-437C-9265-F7181ADE47D3}" sibTransId="{3BD43B0A-4C00-48F9-98B9-DE00B33B217C}"/>
    <dgm:cxn modelId="{938A0D91-ACCD-4B9C-BE56-CBEBFD02B5BC}" type="presOf" srcId="{9FD77EAE-5086-4310-990D-252DED7A92DE}" destId="{AB380A3E-4EE9-4850-878E-8B01D3091338}" srcOrd="0" destOrd="0" presId="urn:microsoft.com/office/officeart/2005/8/layout/chevron1"/>
    <dgm:cxn modelId="{F184A5DB-7960-49CD-AB62-D80DB270E998}" srcId="{82567700-7BAA-4243-B2D5-2E5ABD526E68}" destId="{9FD77EAE-5086-4310-990D-252DED7A92DE}" srcOrd="1" destOrd="0" parTransId="{9868997A-A60A-4675-BC34-51F021098394}" sibTransId="{9E52E34F-1BD9-4242-8B72-469CF95CE121}"/>
    <dgm:cxn modelId="{5787061E-01CF-4AB1-BB8C-65A071C2EBC0}" type="presOf" srcId="{82567700-7BAA-4243-B2D5-2E5ABD526E68}" destId="{DF0B13BC-11FB-44D5-99A7-72B3BDE43D65}" srcOrd="0" destOrd="0" presId="urn:microsoft.com/office/officeart/2005/8/layout/chevron1"/>
    <dgm:cxn modelId="{E1D9A53B-9C78-4381-A753-C4E2AC0292E7}" type="presOf" srcId="{037B003B-9F1F-4D29-8301-F2FCD8258D42}" destId="{EB50FEFB-E85E-42E1-B033-631C49EC1C78}" srcOrd="0" destOrd="0" presId="urn:microsoft.com/office/officeart/2005/8/layout/chevron1"/>
    <dgm:cxn modelId="{0D4EA9D9-2E9E-47D4-8412-D8E831FA0069}" type="presParOf" srcId="{DF0B13BC-11FB-44D5-99A7-72B3BDE43D65}" destId="{EB50FEFB-E85E-42E1-B033-631C49EC1C78}" srcOrd="0" destOrd="0" presId="urn:microsoft.com/office/officeart/2005/8/layout/chevron1"/>
    <dgm:cxn modelId="{E2BADE4F-D86D-4003-B335-6F13B28DDF03}" type="presParOf" srcId="{DF0B13BC-11FB-44D5-99A7-72B3BDE43D65}" destId="{533B002B-189B-4A42-9175-59444121E08F}" srcOrd="1" destOrd="0" presId="urn:microsoft.com/office/officeart/2005/8/layout/chevron1"/>
    <dgm:cxn modelId="{E2FDD229-42D9-442E-BF44-2416B5088E8A}" type="presParOf" srcId="{DF0B13BC-11FB-44D5-99A7-72B3BDE43D65}" destId="{AB380A3E-4EE9-4850-878E-8B01D3091338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2567700-7BAA-4243-B2D5-2E5ABD526E68}" type="doc">
      <dgm:prSet loTypeId="urn:microsoft.com/office/officeart/2005/8/layout/chevron1" loCatId="process" qsTypeId="urn:microsoft.com/office/officeart/2005/8/quickstyle/3d1" qsCatId="3D" csTypeId="urn:microsoft.com/office/officeart/2005/8/colors/colorful1" csCatId="colorful" phldr="1"/>
      <dgm:spPr/>
    </dgm:pt>
    <dgm:pt modelId="{037B003B-9F1F-4D29-8301-F2FCD8258D42}">
      <dgm:prSet phldrT="[文本]"/>
      <dgm:spPr/>
      <dgm:t>
        <a:bodyPr/>
        <a:lstStyle/>
        <a:p>
          <a:r>
            <a:rPr lang="en-US" altLang="zh-CN" dirty="0" smtClean="0"/>
            <a:t>C1</a:t>
          </a:r>
          <a:endParaRPr lang="zh-CN" altLang="en-US" dirty="0"/>
        </a:p>
      </dgm:t>
    </dgm:pt>
    <dgm:pt modelId="{384C8977-0EAE-437C-9265-F7181ADE47D3}" cxnId="{3EA1A820-884F-40F3-8F7D-56B97A0AAA32}" type="parTrans">
      <dgm:prSet/>
      <dgm:spPr/>
      <dgm:t>
        <a:bodyPr/>
        <a:lstStyle/>
        <a:p>
          <a:endParaRPr lang="zh-CN" altLang="en-US"/>
        </a:p>
      </dgm:t>
    </dgm:pt>
    <dgm:pt modelId="{3BD43B0A-4C00-48F9-98B9-DE00B33B217C}" cxnId="{3EA1A820-884F-40F3-8F7D-56B97A0AAA32}" type="sibTrans">
      <dgm:prSet/>
      <dgm:spPr/>
      <dgm:t>
        <a:bodyPr/>
        <a:lstStyle/>
        <a:p>
          <a:endParaRPr lang="zh-CN" altLang="en-US"/>
        </a:p>
      </dgm:t>
    </dgm:pt>
    <dgm:pt modelId="{9FD77EAE-5086-4310-990D-252DED7A92DE}">
      <dgm:prSet phldrT="[文本]"/>
      <dgm:spPr/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C2</a:t>
          </a:r>
          <a:endParaRPr lang="zh-CN" altLang="en-US" dirty="0">
            <a:solidFill>
              <a:schemeClr val="tx1"/>
            </a:solidFill>
          </a:endParaRPr>
        </a:p>
      </dgm:t>
    </dgm:pt>
    <dgm:pt modelId="{9868997A-A60A-4675-BC34-51F021098394}" cxnId="{F184A5DB-7960-49CD-AB62-D80DB270E998}" type="parTrans">
      <dgm:prSet/>
      <dgm:spPr/>
      <dgm:t>
        <a:bodyPr/>
        <a:lstStyle/>
        <a:p>
          <a:endParaRPr lang="zh-CN" altLang="en-US"/>
        </a:p>
      </dgm:t>
    </dgm:pt>
    <dgm:pt modelId="{9E52E34F-1BD9-4242-8B72-469CF95CE121}" cxnId="{F184A5DB-7960-49CD-AB62-D80DB270E998}" type="sibTrans">
      <dgm:prSet/>
      <dgm:spPr/>
      <dgm:t>
        <a:bodyPr/>
        <a:lstStyle/>
        <a:p>
          <a:endParaRPr lang="zh-CN" altLang="en-US"/>
        </a:p>
      </dgm:t>
    </dgm:pt>
    <dgm:pt modelId="{DF0B13BC-11FB-44D5-99A7-72B3BDE43D65}" type="pres">
      <dgm:prSet presAssocID="{82567700-7BAA-4243-B2D5-2E5ABD526E68}" presName="Name0" presStyleCnt="0">
        <dgm:presLayoutVars>
          <dgm:dir/>
          <dgm:animLvl val="lvl"/>
          <dgm:resizeHandles val="exact"/>
        </dgm:presLayoutVars>
      </dgm:prSet>
      <dgm:spPr/>
    </dgm:pt>
    <dgm:pt modelId="{EB50FEFB-E85E-42E1-B033-631C49EC1C78}" type="pres">
      <dgm:prSet presAssocID="{037B003B-9F1F-4D29-8301-F2FCD8258D42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33B002B-189B-4A42-9175-59444121E08F}" type="pres">
      <dgm:prSet presAssocID="{3BD43B0A-4C00-48F9-98B9-DE00B33B217C}" presName="parTxOnlySpace" presStyleCnt="0"/>
      <dgm:spPr/>
    </dgm:pt>
    <dgm:pt modelId="{AB380A3E-4EE9-4850-878E-8B01D3091338}" type="pres">
      <dgm:prSet presAssocID="{9FD77EAE-5086-4310-990D-252DED7A92DE}" presName="parTxOnly" presStyleLbl="node1" presStyleIdx="1" presStyleCnt="2" custLinFactX="-75328" custLinFactY="-25435" custLinFactNeighborX="-100000" custLinFactNeighborY="-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4B9605D-5582-4513-86B7-F04D974C08F7}" type="presOf" srcId="{82567700-7BAA-4243-B2D5-2E5ABD526E68}" destId="{DF0B13BC-11FB-44D5-99A7-72B3BDE43D65}" srcOrd="0" destOrd="0" presId="urn:microsoft.com/office/officeart/2005/8/layout/chevron1"/>
    <dgm:cxn modelId="{3EA1A820-884F-40F3-8F7D-56B97A0AAA32}" srcId="{82567700-7BAA-4243-B2D5-2E5ABD526E68}" destId="{037B003B-9F1F-4D29-8301-F2FCD8258D42}" srcOrd="0" destOrd="0" parTransId="{384C8977-0EAE-437C-9265-F7181ADE47D3}" sibTransId="{3BD43B0A-4C00-48F9-98B9-DE00B33B217C}"/>
    <dgm:cxn modelId="{34E44526-9A81-4385-A6CE-7661D81036B9}" type="presOf" srcId="{037B003B-9F1F-4D29-8301-F2FCD8258D42}" destId="{EB50FEFB-E85E-42E1-B033-631C49EC1C78}" srcOrd="0" destOrd="0" presId="urn:microsoft.com/office/officeart/2005/8/layout/chevron1"/>
    <dgm:cxn modelId="{B97415E0-4E5F-49F5-B210-2DD4B3A90740}" type="presOf" srcId="{9FD77EAE-5086-4310-990D-252DED7A92DE}" destId="{AB380A3E-4EE9-4850-878E-8B01D3091338}" srcOrd="0" destOrd="0" presId="urn:microsoft.com/office/officeart/2005/8/layout/chevron1"/>
    <dgm:cxn modelId="{F184A5DB-7960-49CD-AB62-D80DB270E998}" srcId="{82567700-7BAA-4243-B2D5-2E5ABD526E68}" destId="{9FD77EAE-5086-4310-990D-252DED7A92DE}" srcOrd="1" destOrd="0" parTransId="{9868997A-A60A-4675-BC34-51F021098394}" sibTransId="{9E52E34F-1BD9-4242-8B72-469CF95CE121}"/>
    <dgm:cxn modelId="{F203E8C8-352E-48B3-BB43-BC93C871CBC2}" type="presParOf" srcId="{DF0B13BC-11FB-44D5-99A7-72B3BDE43D65}" destId="{EB50FEFB-E85E-42E1-B033-631C49EC1C78}" srcOrd="0" destOrd="0" presId="urn:microsoft.com/office/officeart/2005/8/layout/chevron1"/>
    <dgm:cxn modelId="{DF54ACC3-57FF-48D0-9C3B-28C5825406B5}" type="presParOf" srcId="{DF0B13BC-11FB-44D5-99A7-72B3BDE43D65}" destId="{533B002B-189B-4A42-9175-59444121E08F}" srcOrd="1" destOrd="0" presId="urn:microsoft.com/office/officeart/2005/8/layout/chevron1"/>
    <dgm:cxn modelId="{5019EDB3-3381-4B71-81DD-D7B095174B99}" type="presParOf" srcId="{DF0B13BC-11FB-44D5-99A7-72B3BDE43D65}" destId="{AB380A3E-4EE9-4850-878E-8B01D3091338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096000" cy="1599952"/>
        <a:chOff x="0" y="0"/>
        <a:chExt cx="6096000" cy="1599952"/>
      </a:xfrm>
    </dsp:grpSpPr>
    <dsp:sp modelId="{D89BBE9A-ECBE-4DF9-9F66-65C8A59A8941}">
      <dsp:nvSpPr>
        <dsp:cNvPr id="3" name="圆角矩形 2"/>
        <dsp:cNvSpPr/>
      </dsp:nvSpPr>
      <dsp:spPr bwMode="white">
        <a:xfrm>
          <a:off x="0" y="448284"/>
          <a:ext cx="1172308" cy="70338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91439" tIns="91439" rIns="91439" bIns="91439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进入区</a:t>
          </a:r>
          <a:endParaRPr lang="zh-CN" altLang="en-US" dirty="0"/>
        </a:p>
      </dsp:txBody>
      <dsp:txXfrm>
        <a:off x="0" y="448284"/>
        <a:ext cx="1172308" cy="703385"/>
      </dsp:txXfrm>
    </dsp:sp>
    <dsp:sp modelId="{0E096C1C-D3AF-4FBE-82B5-A03B85C641D9}">
      <dsp:nvSpPr>
        <dsp:cNvPr id="4" name="右箭头 3"/>
        <dsp:cNvSpPr/>
      </dsp:nvSpPr>
      <dsp:spPr bwMode="white">
        <a:xfrm>
          <a:off x="1282505" y="654610"/>
          <a:ext cx="248529" cy="29073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2">
            <a:tint val="60000"/>
          </a:schemeClr>
        </a:lnRef>
        <a:fillRef idx="1">
          <a:schemeClr val="accent2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1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282505" y="654610"/>
        <a:ext cx="248529" cy="290732"/>
      </dsp:txXfrm>
    </dsp:sp>
    <dsp:sp modelId="{37409DAE-5976-4205-B42E-7D9E4320AFFD}">
      <dsp:nvSpPr>
        <dsp:cNvPr id="5" name="圆角矩形 4"/>
        <dsp:cNvSpPr/>
      </dsp:nvSpPr>
      <dsp:spPr bwMode="white">
        <a:xfrm>
          <a:off x="1641231" y="448284"/>
          <a:ext cx="1172308" cy="703385"/>
        </a:xfrm>
        <a:prstGeom prst="roundRect">
          <a:avLst>
            <a:gd name="adj" fmla="val 10000"/>
          </a:avLst>
        </a:prstGeom>
        <a:solidFill>
          <a:schemeClr val="tx1"/>
        </a:solidFill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91439" tIns="91439" rIns="91439" bIns="91439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rgbClr val="FFFF00"/>
              </a:solidFill>
              <a:latin typeface="+mj-lt"/>
              <a:ea typeface="+mj-ea"/>
              <a:cs typeface="+mj-cs"/>
            </a:rPr>
            <a:t>临界区</a:t>
          </a:r>
          <a:endParaRPr lang="zh-CN" altLang="en-US" dirty="0">
            <a:solidFill>
              <a:srgbClr val="FFFF00"/>
            </a:solidFill>
          </a:endParaRPr>
        </a:p>
      </dsp:txBody>
      <dsp:txXfrm>
        <a:off x="1641231" y="448284"/>
        <a:ext cx="1172308" cy="703385"/>
      </dsp:txXfrm>
    </dsp:sp>
    <dsp:sp modelId="{776B8EFB-232C-4DB2-BC03-32319C9045AB}">
      <dsp:nvSpPr>
        <dsp:cNvPr id="6" name="右箭头 5"/>
        <dsp:cNvSpPr/>
      </dsp:nvSpPr>
      <dsp:spPr bwMode="white">
        <a:xfrm>
          <a:off x="2923735" y="654610"/>
          <a:ext cx="248529" cy="29073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2">
            <a:tint val="60000"/>
          </a:schemeClr>
        </a:lnRef>
        <a:fillRef idx="1">
          <a:schemeClr val="accent2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1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923735" y="654610"/>
        <a:ext cx="248529" cy="290732"/>
      </dsp:txXfrm>
    </dsp:sp>
    <dsp:sp modelId="{A7E6A1B0-B79F-4070-AE9A-BDE2CFE3A2DD}">
      <dsp:nvSpPr>
        <dsp:cNvPr id="7" name="圆角矩形 6"/>
        <dsp:cNvSpPr/>
      </dsp:nvSpPr>
      <dsp:spPr bwMode="white">
        <a:xfrm>
          <a:off x="3282462" y="448284"/>
          <a:ext cx="1172308" cy="70338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91439" tIns="91439" rIns="91439" bIns="91439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退出区</a:t>
          </a:r>
          <a:endParaRPr lang="zh-CN" altLang="en-US" dirty="0"/>
        </a:p>
      </dsp:txBody>
      <dsp:txXfrm>
        <a:off x="3282462" y="448284"/>
        <a:ext cx="1172308" cy="703385"/>
      </dsp:txXfrm>
    </dsp:sp>
    <dsp:sp modelId="{2D8DA377-FB4A-459C-9B51-8503F986EED7}">
      <dsp:nvSpPr>
        <dsp:cNvPr id="8" name="右箭头 7"/>
        <dsp:cNvSpPr/>
      </dsp:nvSpPr>
      <dsp:spPr bwMode="white">
        <a:xfrm>
          <a:off x="4564966" y="654610"/>
          <a:ext cx="248529" cy="29073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2">
            <a:tint val="60000"/>
          </a:schemeClr>
        </a:lnRef>
        <a:fillRef idx="1">
          <a:schemeClr val="accent2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1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4564966" y="654610"/>
        <a:ext cx="248529" cy="290732"/>
      </dsp:txXfrm>
    </dsp:sp>
    <dsp:sp modelId="{6C9E1C54-E8B5-4FCE-BA6F-9932F0D3283C}">
      <dsp:nvSpPr>
        <dsp:cNvPr id="9" name="圆角矩形 8"/>
        <dsp:cNvSpPr/>
      </dsp:nvSpPr>
      <dsp:spPr bwMode="white">
        <a:xfrm>
          <a:off x="4923692" y="448284"/>
          <a:ext cx="1172308" cy="70338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91439" tIns="91439" rIns="91439" bIns="91439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其它区</a:t>
          </a:r>
          <a:endParaRPr lang="zh-CN" altLang="en-US" dirty="0"/>
        </a:p>
      </dsp:txBody>
      <dsp:txXfrm>
        <a:off x="4923692" y="448284"/>
        <a:ext cx="1172308" cy="7033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904656" cy="4824536"/>
        <a:chOff x="0" y="0"/>
        <a:chExt cx="5904656" cy="4824536"/>
      </a:xfrm>
    </dsp:grpSpPr>
    <dsp:sp modelId="{3AB7B39B-3699-4780-9E0B-910299789857}">
      <dsp:nvSpPr>
        <dsp:cNvPr id="3" name="圆角矩形 2"/>
        <dsp:cNvSpPr/>
      </dsp:nvSpPr>
      <dsp:spPr bwMode="white">
        <a:xfrm>
          <a:off x="0" y="0"/>
          <a:ext cx="5904656" cy="87718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91439" tIns="91439" rIns="91439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 smtClean="0"/>
            <a:t>查找临界资源</a:t>
          </a:r>
          <a:endParaRPr lang="zh-CN" altLang="en-US" sz="2400" b="1" dirty="0"/>
        </a:p>
      </dsp:txBody>
      <dsp:txXfrm>
        <a:off x="0" y="0"/>
        <a:ext cx="5904656" cy="877188"/>
      </dsp:txXfrm>
    </dsp:sp>
    <dsp:sp modelId="{DB64EC71-C7A8-4BB9-AD87-FD67581A22DB}">
      <dsp:nvSpPr>
        <dsp:cNvPr id="4" name="右箭头 3"/>
        <dsp:cNvSpPr/>
      </dsp:nvSpPr>
      <dsp:spPr bwMode="white">
        <a:xfrm rot="5399999">
          <a:off x="2787855" y="899118"/>
          <a:ext cx="328946" cy="394735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2">
            <a:tint val="60000"/>
          </a:schemeClr>
        </a:lnRef>
        <a:fillRef idx="1">
          <a:schemeClr val="accent2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5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2787855" y="899118"/>
        <a:ext cx="328946" cy="394735"/>
      </dsp:txXfrm>
    </dsp:sp>
    <dsp:sp modelId="{684DB317-25B0-4535-B6D0-A3BE23B6E85B}">
      <dsp:nvSpPr>
        <dsp:cNvPr id="5" name="圆角矩形 4"/>
        <dsp:cNvSpPr/>
      </dsp:nvSpPr>
      <dsp:spPr bwMode="white">
        <a:xfrm>
          <a:off x="0" y="1315783"/>
          <a:ext cx="5904656" cy="87718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91439" tIns="91439" rIns="91439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 smtClean="0"/>
            <a:t>划分临界区</a:t>
          </a:r>
          <a:endParaRPr lang="en-US" altLang="zh-CN" sz="2400" b="1" dirty="0" smtClean="0"/>
        </a:p>
      </dsp:txBody>
      <dsp:txXfrm>
        <a:off x="0" y="1315783"/>
        <a:ext cx="5904656" cy="877188"/>
      </dsp:txXfrm>
    </dsp:sp>
    <dsp:sp modelId="{DCA9E3AB-7F0A-47F5-BA53-0DCC301EA8D9}">
      <dsp:nvSpPr>
        <dsp:cNvPr id="6" name="右箭头 5"/>
        <dsp:cNvSpPr/>
      </dsp:nvSpPr>
      <dsp:spPr bwMode="white">
        <a:xfrm rot="5399999">
          <a:off x="2787855" y="2214901"/>
          <a:ext cx="328946" cy="394735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2">
            <a:tint val="60000"/>
          </a:schemeClr>
        </a:lnRef>
        <a:fillRef idx="1">
          <a:schemeClr val="accent2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5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2787855" y="2214901"/>
        <a:ext cx="328946" cy="394735"/>
      </dsp:txXfrm>
    </dsp:sp>
    <dsp:sp modelId="{6AE31EBA-86A8-47F0-884B-AF2271A09159}">
      <dsp:nvSpPr>
        <dsp:cNvPr id="7" name="圆角矩形 6"/>
        <dsp:cNvSpPr/>
      </dsp:nvSpPr>
      <dsp:spPr bwMode="white">
        <a:xfrm>
          <a:off x="0" y="2631565"/>
          <a:ext cx="5904656" cy="87718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91439" tIns="91439" rIns="91439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 smtClean="0"/>
            <a:t>定义互斥信号量并赋初值</a:t>
          </a:r>
          <a:endParaRPr lang="en-US" altLang="zh-CN" sz="2400" b="1" dirty="0" smtClean="0"/>
        </a:p>
      </dsp:txBody>
      <dsp:txXfrm>
        <a:off x="0" y="2631565"/>
        <a:ext cx="5904656" cy="877188"/>
      </dsp:txXfrm>
    </dsp:sp>
    <dsp:sp modelId="{D5032945-6384-47C6-BA96-20435900180B}">
      <dsp:nvSpPr>
        <dsp:cNvPr id="8" name="右箭头 7"/>
        <dsp:cNvSpPr/>
      </dsp:nvSpPr>
      <dsp:spPr bwMode="white">
        <a:xfrm rot="5399999">
          <a:off x="2787855" y="3530683"/>
          <a:ext cx="328946" cy="394735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2">
            <a:tint val="60000"/>
          </a:schemeClr>
        </a:lnRef>
        <a:fillRef idx="1">
          <a:schemeClr val="accent2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5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2787855" y="3530683"/>
        <a:ext cx="328946" cy="394735"/>
      </dsp:txXfrm>
    </dsp:sp>
    <dsp:sp modelId="{58CF2777-E7FE-4DC7-9F76-F98A0FFEEA1E}">
      <dsp:nvSpPr>
        <dsp:cNvPr id="9" name="圆角矩形 8"/>
        <dsp:cNvSpPr/>
      </dsp:nvSpPr>
      <dsp:spPr bwMode="white">
        <a:xfrm>
          <a:off x="0" y="3947348"/>
          <a:ext cx="5904656" cy="87718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91439" tIns="91439" rIns="91439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 smtClean="0"/>
            <a:t>在临界区前的进入区加</a:t>
          </a:r>
          <a:r>
            <a:rPr lang="en-US" altLang="zh-CN" sz="2400" b="1" dirty="0" smtClean="0"/>
            <a:t>wait</a:t>
          </a:r>
          <a:r>
            <a:rPr lang="zh-CN" altLang="en-US" sz="2400" b="1" dirty="0" smtClean="0"/>
            <a:t>操作；退出区加</a:t>
          </a:r>
          <a:r>
            <a:rPr lang="en-US" altLang="zh-CN" sz="2400" b="1" dirty="0" smtClean="0"/>
            <a:t>signal</a:t>
          </a:r>
          <a:r>
            <a:rPr lang="zh-CN" altLang="en-US" sz="2400" b="1" dirty="0" smtClean="0"/>
            <a:t>操作</a:t>
          </a:r>
          <a:endParaRPr lang="en-US" altLang="zh-CN" sz="2400" b="1" dirty="0" smtClean="0"/>
        </a:p>
      </dsp:txBody>
      <dsp:txXfrm>
        <a:off x="0" y="3947348"/>
        <a:ext cx="5904656" cy="8771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096000" cy="4064000"/>
        <a:chOff x="0" y="0"/>
        <a:chExt cx="6096000" cy="4064000"/>
      </a:xfrm>
    </dsp:grpSpPr>
    <dsp:sp modelId="{1B0134BA-91A7-4332-BE22-21D2F0E5CFE0}">
      <dsp:nvSpPr>
        <dsp:cNvPr id="5" name="矩形 4"/>
        <dsp:cNvSpPr/>
      </dsp:nvSpPr>
      <dsp:spPr bwMode="white">
        <a:xfrm>
          <a:off x="0" y="640060"/>
          <a:ext cx="6096000" cy="4788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473117" tIns="354076" rIns="473117" bIns="120904" anchor="t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640060"/>
        <a:ext cx="6096000" cy="478800"/>
      </dsp:txXfrm>
    </dsp:sp>
    <dsp:sp modelId="{CAA66065-3994-41DD-9D6A-576C9726E710}">
      <dsp:nvSpPr>
        <dsp:cNvPr id="4" name="圆角矩形 3"/>
        <dsp:cNvSpPr/>
      </dsp:nvSpPr>
      <dsp:spPr bwMode="white">
        <a:xfrm>
          <a:off x="304800" y="359620"/>
          <a:ext cx="4267200" cy="560880"/>
        </a:xfrm>
        <a:prstGeom prst="roundRect">
          <a:avLst/>
        </a:prstGeom>
      </dsp:spPr>
      <dsp:style>
        <a:lnRef idx="3">
          <a:schemeClr val="accent1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Body>
        <a:bodyPr lIns="161290" tIns="0" rIns="161290" bIns="0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solidFill>
                <a:schemeClr val="tx1"/>
              </a:solidFill>
            </a:rPr>
            <a:t>找出需要同步的代码片段（关键代码）</a:t>
          </a:r>
          <a:endParaRPr lang="zh-CN" altLang="en-US" b="1" dirty="0">
            <a:solidFill>
              <a:schemeClr val="tx1"/>
            </a:solidFill>
          </a:endParaRPr>
        </a:p>
      </dsp:txBody>
      <dsp:txXfrm>
        <a:off x="304800" y="359620"/>
        <a:ext cx="4267200" cy="560880"/>
      </dsp:txXfrm>
    </dsp:sp>
    <dsp:sp modelId="{A3F1B9CC-669E-49ED-8C31-E1456791DCB9}">
      <dsp:nvSpPr>
        <dsp:cNvPr id="8" name="矩形 7"/>
        <dsp:cNvSpPr/>
      </dsp:nvSpPr>
      <dsp:spPr bwMode="white">
        <a:xfrm>
          <a:off x="0" y="1501900"/>
          <a:ext cx="6096000" cy="4788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473117" tIns="354076" rIns="473117" bIns="120904" anchor="t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1501900"/>
        <a:ext cx="6096000" cy="478800"/>
      </dsp:txXfrm>
    </dsp:sp>
    <dsp:sp modelId="{70C7227A-CDF4-450C-9319-39C016995FBB}">
      <dsp:nvSpPr>
        <dsp:cNvPr id="7" name="圆角矩形 6"/>
        <dsp:cNvSpPr/>
      </dsp:nvSpPr>
      <dsp:spPr bwMode="white">
        <a:xfrm>
          <a:off x="304800" y="1221460"/>
          <a:ext cx="4267200" cy="560880"/>
        </a:xfrm>
        <a:prstGeom prst="roundRect">
          <a:avLst/>
        </a:prstGeom>
      </dsp:spPr>
      <dsp:style>
        <a:lnRef idx="3">
          <a:schemeClr val="accent1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Body>
        <a:bodyPr lIns="161290" tIns="0" rIns="161290" bIns="0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solidFill>
                <a:schemeClr val="tx1"/>
              </a:solidFill>
            </a:rPr>
            <a:t>分析这些代码片段的执行次序</a:t>
          </a:r>
          <a:endParaRPr lang="en-US" altLang="zh-CN" b="1" dirty="0" smtClean="0">
            <a:solidFill>
              <a:schemeClr val="tx1"/>
            </a:solidFill>
          </a:endParaRPr>
        </a:p>
      </dsp:txBody>
      <dsp:txXfrm>
        <a:off x="304800" y="1221460"/>
        <a:ext cx="4267200" cy="560880"/>
      </dsp:txXfrm>
    </dsp:sp>
    <dsp:sp modelId="{B257D953-AECF-4399-AF76-81F14B926192}">
      <dsp:nvSpPr>
        <dsp:cNvPr id="11" name="矩形 10"/>
        <dsp:cNvSpPr/>
      </dsp:nvSpPr>
      <dsp:spPr bwMode="white">
        <a:xfrm>
          <a:off x="0" y="2363740"/>
          <a:ext cx="6096000" cy="4788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473117" tIns="354076" rIns="473117" bIns="120904" anchor="t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363740"/>
        <a:ext cx="6096000" cy="478800"/>
      </dsp:txXfrm>
    </dsp:sp>
    <dsp:sp modelId="{C14A5956-A5DB-4D25-B806-5FBC5E391CDB}">
      <dsp:nvSpPr>
        <dsp:cNvPr id="10" name="圆角矩形 9"/>
        <dsp:cNvSpPr/>
      </dsp:nvSpPr>
      <dsp:spPr bwMode="white">
        <a:xfrm>
          <a:off x="304800" y="2083300"/>
          <a:ext cx="4267200" cy="560880"/>
        </a:xfrm>
        <a:prstGeom prst="roundRect">
          <a:avLst/>
        </a:prstGeom>
      </dsp:spPr>
      <dsp:style>
        <a:lnRef idx="3">
          <a:schemeClr val="accent1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Body>
        <a:bodyPr lIns="161290" tIns="0" rIns="161290" bIns="0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solidFill>
                <a:schemeClr val="tx1"/>
              </a:solidFill>
            </a:rPr>
            <a:t>增加同步信号量并赋初始值</a:t>
          </a:r>
          <a:endParaRPr lang="en-US" altLang="zh-CN" b="1" dirty="0" smtClean="0">
            <a:solidFill>
              <a:schemeClr val="tx1"/>
            </a:solidFill>
          </a:endParaRPr>
        </a:p>
      </dsp:txBody>
      <dsp:txXfrm>
        <a:off x="304800" y="2083300"/>
        <a:ext cx="4267200" cy="560880"/>
      </dsp:txXfrm>
    </dsp:sp>
    <dsp:sp modelId="{6D1F781A-2A43-4F70-803F-EB104A878BE2}">
      <dsp:nvSpPr>
        <dsp:cNvPr id="14" name="矩形 13"/>
        <dsp:cNvSpPr/>
      </dsp:nvSpPr>
      <dsp:spPr bwMode="white">
        <a:xfrm>
          <a:off x="0" y="3225580"/>
          <a:ext cx="6096000" cy="4788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473117" tIns="354076" rIns="473117" bIns="120904" anchor="t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225580"/>
        <a:ext cx="6096000" cy="478800"/>
      </dsp:txXfrm>
    </dsp:sp>
    <dsp:sp modelId="{80CEF40F-8524-4FCD-82FE-656F63E9018F}">
      <dsp:nvSpPr>
        <dsp:cNvPr id="13" name="圆角矩形 12"/>
        <dsp:cNvSpPr/>
      </dsp:nvSpPr>
      <dsp:spPr bwMode="white">
        <a:xfrm>
          <a:off x="304800" y="2945140"/>
          <a:ext cx="4267200" cy="560880"/>
        </a:xfrm>
        <a:prstGeom prst="roundRect">
          <a:avLst/>
        </a:prstGeom>
      </dsp:spPr>
      <dsp:style>
        <a:lnRef idx="3">
          <a:schemeClr val="accent1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Body>
        <a:bodyPr lIns="161290" tIns="0" rIns="161290" bIns="0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solidFill>
                <a:schemeClr val="tx1"/>
              </a:solidFill>
            </a:rPr>
            <a:t>在关键代码前后加</a:t>
          </a:r>
          <a:r>
            <a:rPr lang="en-US" altLang="zh-CN" b="1" dirty="0" smtClean="0">
              <a:solidFill>
                <a:schemeClr val="tx1"/>
              </a:solidFill>
            </a:rPr>
            <a:t>wait</a:t>
          </a:r>
          <a:r>
            <a:rPr lang="zh-CN" altLang="en-US" b="1" dirty="0" smtClean="0">
              <a:solidFill>
                <a:schemeClr val="tx1"/>
              </a:solidFill>
            </a:rPr>
            <a:t>和</a:t>
          </a:r>
          <a:r>
            <a:rPr lang="en-US" altLang="zh-CN" b="1" dirty="0" smtClean="0">
              <a:solidFill>
                <a:schemeClr val="tx1"/>
              </a:solidFill>
            </a:rPr>
            <a:t>signal</a:t>
          </a:r>
          <a:r>
            <a:rPr lang="zh-CN" altLang="en-US" b="1" dirty="0" smtClean="0">
              <a:solidFill>
                <a:schemeClr val="tx1"/>
              </a:solidFill>
            </a:rPr>
            <a:t>操作</a:t>
          </a:r>
          <a:endParaRPr lang="en-US" altLang="zh-CN" b="1" dirty="0" smtClean="0">
            <a:solidFill>
              <a:schemeClr val="tx1"/>
            </a:solidFill>
          </a:endParaRPr>
        </a:p>
      </dsp:txBody>
      <dsp:txXfrm>
        <a:off x="304800" y="2945140"/>
        <a:ext cx="4267200" cy="560880"/>
      </dsp:txXfrm>
    </dsp:sp>
    <dsp:sp modelId="{573587DA-4B45-4C22-B836-979EBFB52F71}">
      <dsp:nvSpPr>
        <dsp:cNvPr id="3" name="矩形 2" hidden="1"/>
        <dsp:cNvSpPr/>
      </dsp:nvSpPr>
      <dsp:spPr>
        <a:xfrm>
          <a:off x="0" y="359620"/>
          <a:ext cx="304800" cy="560880"/>
        </a:xfrm>
        <a:prstGeom prst="rect">
          <a:avLst/>
        </a:prstGeom>
      </dsp:spPr>
      <dsp:txXfrm>
        <a:off x="0" y="359620"/>
        <a:ext cx="304800" cy="560880"/>
      </dsp:txXfrm>
    </dsp:sp>
    <dsp:sp modelId="{BE6B2C4D-A7D7-43EB-8D27-15B72521F982}">
      <dsp:nvSpPr>
        <dsp:cNvPr id="6" name="矩形 5" hidden="1"/>
        <dsp:cNvSpPr/>
      </dsp:nvSpPr>
      <dsp:spPr>
        <a:xfrm>
          <a:off x="0" y="1221460"/>
          <a:ext cx="304800" cy="560880"/>
        </a:xfrm>
        <a:prstGeom prst="rect">
          <a:avLst/>
        </a:prstGeom>
      </dsp:spPr>
      <dsp:txXfrm>
        <a:off x="0" y="1221460"/>
        <a:ext cx="304800" cy="560880"/>
      </dsp:txXfrm>
    </dsp:sp>
    <dsp:sp modelId="{440EACB4-0C95-441B-92F0-A16714161C69}">
      <dsp:nvSpPr>
        <dsp:cNvPr id="9" name="矩形 8" hidden="1"/>
        <dsp:cNvSpPr/>
      </dsp:nvSpPr>
      <dsp:spPr>
        <a:xfrm>
          <a:off x="0" y="2083300"/>
          <a:ext cx="304800" cy="560880"/>
        </a:xfrm>
        <a:prstGeom prst="rect">
          <a:avLst/>
        </a:prstGeom>
      </dsp:spPr>
      <dsp:txXfrm>
        <a:off x="0" y="2083300"/>
        <a:ext cx="304800" cy="560880"/>
      </dsp:txXfrm>
    </dsp:sp>
    <dsp:sp modelId="{111FBD55-9941-413B-AC76-5134CA149111}">
      <dsp:nvSpPr>
        <dsp:cNvPr id="12" name="矩形 11" hidden="1"/>
        <dsp:cNvSpPr/>
      </dsp:nvSpPr>
      <dsp:spPr>
        <a:xfrm>
          <a:off x="0" y="2945140"/>
          <a:ext cx="304800" cy="560880"/>
        </a:xfrm>
        <a:prstGeom prst="rect">
          <a:avLst/>
        </a:prstGeom>
      </dsp:spPr>
      <dsp:txXfrm>
        <a:off x="0" y="2945140"/>
        <a:ext cx="304800" cy="560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592288" cy="432048"/>
        <a:chOff x="0" y="0"/>
        <a:chExt cx="2592288" cy="432048"/>
      </a:xfrm>
    </dsp:grpSpPr>
    <dsp:sp modelId="{EB50FEFB-E85E-42E1-B033-631C49EC1C78}">
      <dsp:nvSpPr>
        <dsp:cNvPr id="3" name="燕尾形 2"/>
        <dsp:cNvSpPr/>
      </dsp:nvSpPr>
      <dsp:spPr bwMode="white">
        <a:xfrm>
          <a:off x="0" y="0"/>
          <a:ext cx="1364362" cy="432048"/>
        </a:xfrm>
        <a:prstGeom prst="chevron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2"/>
        </a:fillRef>
        <a:effectRef idx="2">
          <a:scrgbClr r="0" g="0" b="0"/>
        </a:effectRef>
        <a:fontRef idx="minor">
          <a:schemeClr val="lt1"/>
        </a:fontRef>
      </dsp:style>
      <dsp:txBody>
        <a:bodyPr lIns="96012" tIns="32004" rIns="32004" bIns="32004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C1</a:t>
          </a:r>
          <a:endParaRPr lang="zh-CN" altLang="en-US" dirty="0"/>
        </a:p>
      </dsp:txBody>
      <dsp:txXfrm>
        <a:off x="0" y="0"/>
        <a:ext cx="1364362" cy="432048"/>
      </dsp:txXfrm>
    </dsp:sp>
    <dsp:sp modelId="{AB380A3E-4EE9-4850-878E-8B01D3091338}">
      <dsp:nvSpPr>
        <dsp:cNvPr id="4" name="燕尾形 3"/>
        <dsp:cNvSpPr/>
      </dsp:nvSpPr>
      <dsp:spPr bwMode="white">
        <a:xfrm>
          <a:off x="1159708" y="0"/>
          <a:ext cx="1364362" cy="432048"/>
        </a:xfrm>
        <a:prstGeom prst="chevron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3"/>
        </a:fillRef>
        <a:effectRef idx="2">
          <a:scrgbClr r="0" g="0" b="0"/>
        </a:effectRef>
        <a:fontRef idx="minor">
          <a:schemeClr val="lt1"/>
        </a:fontRef>
      </dsp:style>
      <dsp:txBody>
        <a:bodyPr lIns="96012" tIns="32004" rIns="32004" bIns="32004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tx1"/>
              </a:solidFill>
            </a:rPr>
            <a:t>C2</a:t>
          </a:r>
          <a:endParaRPr lang="zh-CN" altLang="en-US" dirty="0">
            <a:solidFill>
              <a:schemeClr val="tx1"/>
            </a:solidFill>
          </a:endParaRPr>
        </a:p>
      </dsp:txBody>
      <dsp:txXfrm>
        <a:off x="1159708" y="0"/>
        <a:ext cx="1364362" cy="4320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664296" cy="432048"/>
        <a:chOff x="0" y="0"/>
        <a:chExt cx="2664296" cy="432048"/>
      </a:xfrm>
    </dsp:grpSpPr>
    <dsp:sp modelId="{EB50FEFB-E85E-42E1-B033-631C49EC1C78}">
      <dsp:nvSpPr>
        <dsp:cNvPr id="3" name="燕尾形 2"/>
        <dsp:cNvSpPr/>
      </dsp:nvSpPr>
      <dsp:spPr bwMode="white">
        <a:xfrm>
          <a:off x="0" y="0"/>
          <a:ext cx="1402261" cy="432048"/>
        </a:xfrm>
        <a:prstGeom prst="chevron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2"/>
        </a:fillRef>
        <a:effectRef idx="2">
          <a:scrgbClr r="0" g="0" b="0"/>
        </a:effectRef>
        <a:fontRef idx="minor">
          <a:schemeClr val="lt1"/>
        </a:fontRef>
      </dsp:style>
      <dsp:txBody>
        <a:bodyPr lIns="96012" tIns="32004" rIns="32004" bIns="32004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C2</a:t>
          </a:r>
          <a:endParaRPr lang="zh-CN" altLang="en-US" dirty="0"/>
        </a:p>
      </dsp:txBody>
      <dsp:txXfrm>
        <a:off x="0" y="0"/>
        <a:ext cx="1402261" cy="432048"/>
      </dsp:txXfrm>
    </dsp:sp>
    <dsp:sp modelId="{AB380A3E-4EE9-4850-878E-8B01D3091338}">
      <dsp:nvSpPr>
        <dsp:cNvPr id="4" name="燕尾形 3"/>
        <dsp:cNvSpPr/>
      </dsp:nvSpPr>
      <dsp:spPr bwMode="white">
        <a:xfrm>
          <a:off x="1262035" y="0"/>
          <a:ext cx="1402261" cy="432048"/>
        </a:xfrm>
        <a:prstGeom prst="chevron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3"/>
        </a:fillRef>
        <a:effectRef idx="2">
          <a:scrgbClr r="0" g="0" b="0"/>
        </a:effectRef>
        <a:fontRef idx="minor">
          <a:schemeClr val="lt1"/>
        </a:fontRef>
      </dsp:style>
      <dsp:txBody>
        <a:bodyPr lIns="96012" tIns="32004" rIns="32004" bIns="32004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tx1"/>
              </a:solidFill>
            </a:rPr>
            <a:t>C1</a:t>
          </a:r>
          <a:endParaRPr lang="zh-CN" altLang="en-US" dirty="0">
            <a:solidFill>
              <a:schemeClr val="tx1"/>
            </a:solidFill>
          </a:endParaRPr>
        </a:p>
      </dsp:txBody>
      <dsp:txXfrm>
        <a:off x="1262035" y="0"/>
        <a:ext cx="1402261" cy="4320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088232" cy="1872208"/>
        <a:chOff x="0" y="0"/>
        <a:chExt cx="2088232" cy="1872208"/>
      </a:xfrm>
    </dsp:grpSpPr>
    <dsp:sp modelId="{EB50FEFB-E85E-42E1-B033-631C49EC1C78}">
      <dsp:nvSpPr>
        <dsp:cNvPr id="3" name="燕尾形 2"/>
        <dsp:cNvSpPr/>
      </dsp:nvSpPr>
      <dsp:spPr bwMode="white">
        <a:xfrm>
          <a:off x="0" y="716290"/>
          <a:ext cx="1099069" cy="439628"/>
        </a:xfrm>
        <a:prstGeom prst="chevron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2"/>
        </a:fillRef>
        <a:effectRef idx="2">
          <a:scrgbClr r="0" g="0" b="0"/>
        </a:effectRef>
        <a:fontRef idx="minor">
          <a:schemeClr val="lt1"/>
        </a:fontRef>
      </dsp:style>
      <dsp:txBody>
        <a:bodyPr lIns="96012" tIns="32004" rIns="32004" bIns="32004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C1</a:t>
          </a:r>
          <a:endParaRPr lang="zh-CN" altLang="en-US" dirty="0"/>
        </a:p>
      </dsp:txBody>
      <dsp:txXfrm>
        <a:off x="0" y="716290"/>
        <a:ext cx="1099069" cy="439628"/>
      </dsp:txXfrm>
    </dsp:sp>
    <dsp:sp modelId="{AB380A3E-4EE9-4850-878E-8B01D3091338}">
      <dsp:nvSpPr>
        <dsp:cNvPr id="4" name="燕尾形 3"/>
        <dsp:cNvSpPr/>
      </dsp:nvSpPr>
      <dsp:spPr bwMode="white">
        <a:xfrm>
          <a:off x="271162" y="164843"/>
          <a:ext cx="1099069" cy="439628"/>
        </a:xfrm>
        <a:prstGeom prst="chevron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3"/>
        </a:fillRef>
        <a:effectRef idx="2">
          <a:scrgbClr r="0" g="0" b="0"/>
        </a:effectRef>
        <a:fontRef idx="minor">
          <a:schemeClr val="lt1"/>
        </a:fontRef>
      </dsp:style>
      <dsp:txBody>
        <a:bodyPr lIns="96012" tIns="32004" rIns="32004" bIns="32004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tx1"/>
              </a:solidFill>
            </a:rPr>
            <a:t>C2</a:t>
          </a:r>
          <a:endParaRPr lang="zh-CN" altLang="en-US" dirty="0">
            <a:solidFill>
              <a:schemeClr val="tx1"/>
            </a:solidFill>
          </a:endParaRPr>
        </a:p>
      </dsp:txBody>
      <dsp:txXfrm>
        <a:off x="271162" y="164843"/>
        <a:ext cx="1099069" cy="439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type="chevron" r:blip="" rot="180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type="chevron" r:blip="" rot="180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type="chevron" r:blip="" rot="180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type="chevron" r:blip="" rot="180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type="chevron" r:blip="" rot="180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type="chevron" r:blip="" rot="180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解决临界区问题的方法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Good afternoon. I’m </a:t>
            </a:r>
            <a:r>
              <a:rPr kumimoji="1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Peifeng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Li, from Soochow university, China.</a:t>
            </a:r>
            <a:endParaRPr kumimoji="1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I’m glad to be here to present our </a:t>
            </a:r>
            <a:r>
              <a:rPr kumimoji="1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paper“</a:t>
            </a:r>
            <a:r>
              <a:rPr kumimoji="1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Argument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Inference from Relevant Event Mentions in Chinese Argument Extraction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”, which focuses on how to use the relationship among relevant event mentions to extract the arguments for Chinese events.</a:t>
            </a:r>
            <a:endParaRPr kumimoji="1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信号量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两类信号量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信号量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两类信号量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9699" name="Rectangle 1026"/>
          <p:cNvSpPr>
            <a:spLocks noTextEdit="1"/>
          </p:cNvSpPr>
          <p:nvPr>
            <p:ph type="sldImg"/>
          </p:nvPr>
        </p:nvSpPr>
        <p:spPr/>
      </p:sp>
      <p:sp>
        <p:nvSpPr>
          <p:cNvPr id="29700" name="Rectangle 1027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经典同步问题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死锁和饥饿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373188" y="1066800"/>
            <a:ext cx="7237412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8243" name="Rectangle 3"/>
          <p:cNvSpPr>
            <a:spLocks noGrp="1" noRot="1" noChangeArrowheads="1"/>
          </p:cNvSpPr>
          <p:nvPr>
            <p:ph type="subTitle" idx="1"/>
          </p:nvPr>
        </p:nvSpPr>
        <p:spPr bwMode="auto">
          <a:xfrm>
            <a:off x="2173288" y="3494088"/>
            <a:ext cx="5535612" cy="2284412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8975"/>
            <a:ext cx="2057400" cy="54371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8975"/>
            <a:ext cx="6019800" cy="54371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688975"/>
            <a:ext cx="8229600" cy="5437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7013" y="688975"/>
            <a:ext cx="6642100" cy="5873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373188" y="1066800"/>
            <a:ext cx="7237412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8243" name="Rectangle 3"/>
          <p:cNvSpPr>
            <a:spLocks noGrp="1" noRot="1" noChangeArrowheads="1"/>
          </p:cNvSpPr>
          <p:nvPr>
            <p:ph type="subTitle" idx="1"/>
          </p:nvPr>
        </p:nvSpPr>
        <p:spPr bwMode="auto">
          <a:xfrm>
            <a:off x="2173288" y="3494088"/>
            <a:ext cx="5535612" cy="2284412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8975"/>
            <a:ext cx="2057400" cy="54371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8975"/>
            <a:ext cx="6019800" cy="54371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688975"/>
            <a:ext cx="8229600" cy="5437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7013" y="688975"/>
            <a:ext cx="6642100" cy="5873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373188" y="1066800"/>
            <a:ext cx="7237412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8243" name="Rectangle 3"/>
          <p:cNvSpPr>
            <a:spLocks noGrp="1" noRot="1" noChangeArrowheads="1"/>
          </p:cNvSpPr>
          <p:nvPr>
            <p:ph type="subTitle" idx="1"/>
          </p:nvPr>
        </p:nvSpPr>
        <p:spPr bwMode="auto">
          <a:xfrm>
            <a:off x="2173288" y="3494088"/>
            <a:ext cx="5535612" cy="2284412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8975"/>
            <a:ext cx="2057400" cy="54371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8975"/>
            <a:ext cx="6019800" cy="54371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688975"/>
            <a:ext cx="8229600" cy="5437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7013" y="688975"/>
            <a:ext cx="6642100" cy="5873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5" Type="http://schemas.openxmlformats.org/officeDocument/2006/relationships/theme" Target="../theme/theme3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1497013" y="688975"/>
            <a:ext cx="6642100" cy="587375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ctr" anchorCtr="0"/>
          <a:p>
            <a:pPr lvl="0"/>
            <a:r>
              <a:rPr lang="zh-CN" altLang="en-US" dirty="0"/>
              <a:t>单击编辑母版标题样式</a:t>
            </a:r>
            <a:endParaRPr lang="zh-CN" altLang="en-US" dirty="0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8" name="Line 6"/>
          <p:cNvSpPr/>
          <p:nvPr/>
        </p:nvSpPr>
        <p:spPr>
          <a:xfrm>
            <a:off x="450850" y="1406525"/>
            <a:ext cx="8302625" cy="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1497013" y="688975"/>
            <a:ext cx="6642100" cy="587375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ctr" anchorCtr="0"/>
          <a:p>
            <a:pPr lvl="0"/>
            <a:r>
              <a:rPr lang="zh-CN" altLang="en-US" dirty="0"/>
              <a:t>单击编辑母版标题样式</a:t>
            </a:r>
            <a:endParaRPr lang="zh-CN" altLang="en-US" dirty="0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8" name="Line 6"/>
          <p:cNvSpPr/>
          <p:nvPr/>
        </p:nvSpPr>
        <p:spPr>
          <a:xfrm>
            <a:off x="450850" y="1406525"/>
            <a:ext cx="8302625" cy="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1497013" y="688975"/>
            <a:ext cx="6642100" cy="587375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ctr" anchorCtr="0"/>
          <a:p>
            <a:pPr lvl="0"/>
            <a:r>
              <a:rPr lang="zh-CN" altLang="en-US" dirty="0"/>
              <a:t>单击编辑母版标题样式</a:t>
            </a:r>
            <a:endParaRPr lang="zh-CN" altLang="en-US" dirty="0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8" name="Line 6"/>
          <p:cNvSpPr/>
          <p:nvPr/>
        </p:nvSpPr>
        <p:spPr>
          <a:xfrm>
            <a:off x="450850" y="1406525"/>
            <a:ext cx="8302625" cy="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8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8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5.xml"/><Relationship Id="rId8" Type="http://schemas.openxmlformats.org/officeDocument/2006/relationships/diagramQuickStyle" Target="../diagrams/quickStyle5.xml"/><Relationship Id="rId7" Type="http://schemas.openxmlformats.org/officeDocument/2006/relationships/diagramLayout" Target="../diagrams/layout5.xml"/><Relationship Id="rId6" Type="http://schemas.openxmlformats.org/officeDocument/2006/relationships/diagramData" Target="../diagrams/data5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28.xml"/><Relationship Id="rId15" Type="http://schemas.microsoft.com/office/2007/relationships/diagramDrawing" Target="../diagrams/drawing6.xml"/><Relationship Id="rId14" Type="http://schemas.openxmlformats.org/officeDocument/2006/relationships/diagramColors" Target="../diagrams/colors6.xml"/><Relationship Id="rId13" Type="http://schemas.openxmlformats.org/officeDocument/2006/relationships/diagramQuickStyle" Target="../diagrams/quickStyle6.xml"/><Relationship Id="rId12" Type="http://schemas.openxmlformats.org/officeDocument/2006/relationships/diagramLayout" Target="../diagrams/layout6.xml"/><Relationship Id="rId11" Type="http://schemas.openxmlformats.org/officeDocument/2006/relationships/diagramData" Target="../diagrams/data6.xml"/><Relationship Id="rId10" Type="http://schemas.microsoft.com/office/2007/relationships/diagramDrawing" Target="../diagrams/drawing5.xml"/><Relationship Id="rId1" Type="http://schemas.openxmlformats.org/officeDocument/2006/relationships/diagramData" Target="../diagrams/data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1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1.wmf"/><Relationship Id="rId1" Type="http://schemas.openxmlformats.org/officeDocument/2006/relationships/image" Target="../media/image12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image" Target="../media/image12.w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79388" y="1989138"/>
            <a:ext cx="8497888" cy="1981200"/>
          </a:xfrm>
        </p:spPr>
        <p:txBody>
          <a:bodyPr vert="horz" wrap="square" lIns="91422" tIns="45711" rIns="91422" bIns="45711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 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第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六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章 进程同步</a:t>
            </a:r>
            <a:br>
              <a:rPr kumimoji="0" lang="zh-CN" alt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zh-CN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竞争条件和临界区</a:t>
            </a:r>
            <a:endParaRPr kumimoji="0" lang="zh-CN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 advTm="9139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sz="2800" dirty="0"/>
              <a:t>数据不一致性</a:t>
            </a:r>
            <a:endParaRPr lang="en-US" altLang="zh-CN" sz="2800" dirty="0"/>
          </a:p>
          <a:p>
            <a:r>
              <a:rPr lang="zh-CN" altLang="en-US" sz="2800" dirty="0"/>
              <a:t>有界缓冲问题</a:t>
            </a:r>
            <a:endParaRPr lang="en-US" altLang="zh-CN" sz="2800" dirty="0"/>
          </a:p>
          <a:p>
            <a:r>
              <a:rPr lang="zh-CN" altLang="zh-CN" sz="2800" dirty="0"/>
              <a:t>竞争</a:t>
            </a:r>
            <a:r>
              <a:rPr lang="zh-CN" altLang="en-US" sz="2800" dirty="0"/>
              <a:t>条件</a:t>
            </a:r>
            <a:endParaRPr lang="en-US" altLang="zh-CN" sz="2800" dirty="0"/>
          </a:p>
          <a:p>
            <a:r>
              <a:rPr lang="zh-CN" altLang="en-US" sz="2800" dirty="0"/>
              <a:t>同步和互斥</a:t>
            </a:r>
            <a:endParaRPr lang="en-US" altLang="zh-CN" sz="2800" dirty="0"/>
          </a:p>
          <a:p>
            <a:r>
              <a:rPr lang="zh-CN" altLang="en-US" sz="2800" dirty="0"/>
              <a:t>临界</a:t>
            </a:r>
            <a:r>
              <a:rPr lang="zh-CN" altLang="zh-CN" sz="2800" dirty="0"/>
              <a:t>资源</a:t>
            </a:r>
            <a:endParaRPr lang="zh-CN" altLang="zh-CN" sz="2800" dirty="0"/>
          </a:p>
          <a:p>
            <a:r>
              <a:rPr lang="zh-CN" altLang="zh-CN" sz="2800" dirty="0"/>
              <a:t>临界区</a:t>
            </a:r>
            <a:endParaRPr lang="zh-CN" altLang="zh-CN" sz="2800" dirty="0"/>
          </a:p>
          <a:p>
            <a:r>
              <a:rPr lang="zh-CN" altLang="zh-CN" sz="2800" dirty="0"/>
              <a:t>临界区</a:t>
            </a:r>
            <a:r>
              <a:rPr lang="zh-CN" altLang="en-US" sz="2800" dirty="0"/>
              <a:t>使用</a:t>
            </a:r>
            <a:r>
              <a:rPr lang="zh-CN" altLang="zh-CN" sz="2800" dirty="0"/>
              <a:t>准则</a:t>
            </a:r>
            <a:endParaRPr lang="zh-CN" altLang="en-US" sz="2800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4"/>
          <p:cNvSpPr>
            <a:spLocks noGrp="1"/>
          </p:cNvSpPr>
          <p:nvPr>
            <p:ph type="title"/>
          </p:nvPr>
        </p:nvSpPr>
        <p:spPr>
          <a:xfrm>
            <a:off x="1233488" y="620713"/>
            <a:ext cx="6794500" cy="6985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数据不一致性</a:t>
            </a:r>
            <a:endParaRPr lang="zh-CN" altLang="en-US" dirty="0"/>
          </a:p>
        </p:txBody>
      </p:sp>
      <p:sp>
        <p:nvSpPr>
          <p:cNvPr id="17411" name="Rectangle 5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27088" y="1484313"/>
            <a:ext cx="7334250" cy="45291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多个进程并发或并行执行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每个进程可在任何时候被中断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仅仅进程的部分代码片段可连续执行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共享数据并发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并行访问：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数据不一致性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又称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不可再现性：同一进程在同一批数据上多次运行的结果不一样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解决方法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-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同步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互斥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机制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pic>
        <p:nvPicPr>
          <p:cNvPr id="14340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713" y="3213100"/>
            <a:ext cx="4826000" cy="14303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68313" y="1557338"/>
            <a:ext cx="8064500" cy="49672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例子：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个缓冲区的有界缓冲问题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增加变量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counter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初始化为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0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向缓冲区增加一项时，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counter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加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1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从缓冲区移去一项时，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counter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减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1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数据结构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Shared data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Monotype Sorts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#define BUFFER_SIZE 10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Monotype Sorts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typedef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struct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{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Monotype Sorts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	. . .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Monotype Sorts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} item;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Monotype Sorts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item buffer[BUFFER_SIZE];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Monotype Sorts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in = 0;   </a:t>
            </a:r>
            <a:r>
              <a:rPr kumimoji="0" lang="en-US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out = 0;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Monotype Sorts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counter 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= 0;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5363" name="Rectangle 4"/>
          <p:cNvSpPr>
            <a:spLocks noGrp="1"/>
          </p:cNvSpPr>
          <p:nvPr>
            <p:ph type="title"/>
          </p:nvPr>
        </p:nvSpPr>
        <p:spPr>
          <a:xfrm>
            <a:off x="1331913" y="765175"/>
            <a:ext cx="8077200" cy="319088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数据不一致性例子：有界缓冲</a:t>
            </a:r>
            <a:endParaRPr lang="en-US" altLang="zh-CN" dirty="0"/>
          </a:p>
        </p:txBody>
      </p:sp>
      <p:pic>
        <p:nvPicPr>
          <p:cNvPr id="15364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9113" y="3860800"/>
            <a:ext cx="4419600" cy="1733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1546225"/>
            <a:ext cx="7588250" cy="46609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生产者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进程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enter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（）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item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nextProduced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b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while (1) {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while (counter == BUFFER_SIZE)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; /* do nothing */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buffer[in] =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nextProduced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in = (in + 1) % BUFFER_SIZE;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counter++;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7" name="Rectangle 4"/>
          <p:cNvSpPr>
            <a:spLocks noGrp="1"/>
          </p:cNvSpPr>
          <p:nvPr>
            <p:ph type="title"/>
          </p:nvPr>
        </p:nvSpPr>
        <p:spPr>
          <a:xfrm>
            <a:off x="1187450" y="765175"/>
            <a:ext cx="8077200" cy="41275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生产者：</a:t>
            </a:r>
            <a:r>
              <a:rPr lang="en-US" altLang="zh-CN" dirty="0"/>
              <a:t>enter</a:t>
            </a:r>
            <a:r>
              <a:rPr lang="zh-CN" altLang="en-US" dirty="0"/>
              <a:t>（）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47750" y="1520825"/>
            <a:ext cx="7029450" cy="4445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消费者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进程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remove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（）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item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nextConsumed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b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while (1) {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while (counter == 0)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; /* do nothing */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nextConsumed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buffer[out];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out = (out + 1) % BUFFER_SIZE;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counter--;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057400" marR="0" lvl="4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Monotype Sorts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7411" name="Rectangle 4"/>
          <p:cNvSpPr>
            <a:spLocks noGrp="1"/>
          </p:cNvSpPr>
          <p:nvPr>
            <p:ph type="title"/>
          </p:nvPr>
        </p:nvSpPr>
        <p:spPr>
          <a:xfrm>
            <a:off x="1258888" y="692150"/>
            <a:ext cx="8077200" cy="609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消费者：</a:t>
            </a:r>
            <a:r>
              <a:rPr lang="en-US" altLang="zh-CN" dirty="0"/>
              <a:t>remove</a:t>
            </a:r>
            <a:r>
              <a:rPr lang="zh-CN" altLang="en-US" dirty="0"/>
              <a:t>（）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39750" y="1557338"/>
            <a:ext cx="8189913" cy="48799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counter++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的伪</a:t>
            </a: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机器语言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S0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register1 = counter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S1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register1 = register1 + 1</a:t>
            </a:r>
            <a:b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counter = 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register1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counter—</a:t>
            </a: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的伪</a:t>
            </a: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机器语言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b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S3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register2 = counter</a:t>
            </a:r>
            <a:b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S4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register2 = register2 – 1</a:t>
            </a:r>
            <a:b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S5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counter = register2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机器语言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运行错误例子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593850"/>
            <a:ext cx="8229600" cy="4525963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初时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counter = 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5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: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S0: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register1=counter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 	  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{register1 = 5}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S1: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register1=register1+1 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{register1 = 6}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S3: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register2=counter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     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{register2 = 5}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S4: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register2=register2–1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 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{register2 = 4}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S2: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counter=register1     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{counter = 6}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S5: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counter=register2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     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{counter = 4}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en-US" altLang="zh-CN" sz="1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</a:t>
            </a:r>
            <a:r>
              <a: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0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grpSp>
        <p:nvGrpSpPr>
          <p:cNvPr id="19461" name="组合 15"/>
          <p:cNvGrpSpPr/>
          <p:nvPr/>
        </p:nvGrpSpPr>
        <p:grpSpPr>
          <a:xfrm>
            <a:off x="2627313" y="4935538"/>
            <a:ext cx="3892550" cy="639762"/>
            <a:chOff x="1115616" y="4935564"/>
            <a:chExt cx="3892823" cy="640519"/>
          </a:xfrm>
        </p:grpSpPr>
        <p:sp>
          <p:nvSpPr>
            <p:cNvPr id="19464" name="矩形 8"/>
            <p:cNvSpPr/>
            <p:nvPr/>
          </p:nvSpPr>
          <p:spPr>
            <a:xfrm>
              <a:off x="3064223" y="4935565"/>
              <a:ext cx="648072" cy="640515"/>
            </a:xfrm>
            <a:prstGeom prst="rect">
              <a:avLst/>
            </a:prstGeom>
            <a:solidFill>
              <a:srgbClr val="FFC000"/>
            </a:solidFill>
            <a:ln w="63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80000" tIns="180000" rIns="180000" bIns="180000">
              <a:spAutoFit/>
            </a:bodyPr>
            <a:p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S4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9465" name="组合 14"/>
            <p:cNvGrpSpPr/>
            <p:nvPr/>
          </p:nvGrpSpPr>
          <p:grpSpPr>
            <a:xfrm>
              <a:off x="1115616" y="4935564"/>
              <a:ext cx="3892823" cy="640519"/>
              <a:chOff x="1115616" y="4935564"/>
              <a:chExt cx="3892823" cy="640519"/>
            </a:xfrm>
          </p:grpSpPr>
          <p:sp>
            <p:nvSpPr>
              <p:cNvPr id="19466" name="矩形 5"/>
              <p:cNvSpPr/>
              <p:nvPr/>
            </p:nvSpPr>
            <p:spPr>
              <a:xfrm>
                <a:off x="1115616" y="4935568"/>
                <a:ext cx="648072" cy="640515"/>
              </a:xfrm>
              <a:prstGeom prst="rect">
                <a:avLst/>
              </a:prstGeom>
              <a:solidFill>
                <a:schemeClr val="accent1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S0</a:t>
                </a:r>
                <a:endParaRPr lang="zh-CN" altLang="en-US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67" name="矩形 9"/>
              <p:cNvSpPr/>
              <p:nvPr/>
            </p:nvSpPr>
            <p:spPr>
              <a:xfrm>
                <a:off x="3712295" y="4935564"/>
                <a:ext cx="648072" cy="640515"/>
              </a:xfrm>
              <a:prstGeom prst="rect">
                <a:avLst/>
              </a:prstGeom>
              <a:solidFill>
                <a:schemeClr val="accent1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S2</a:t>
                </a:r>
                <a:endParaRPr lang="zh-CN" altLang="en-US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68" name="矩形 10"/>
              <p:cNvSpPr/>
              <p:nvPr/>
            </p:nvSpPr>
            <p:spPr>
              <a:xfrm>
                <a:off x="4360367" y="4935564"/>
                <a:ext cx="648072" cy="640515"/>
              </a:xfrm>
              <a:prstGeom prst="rect">
                <a:avLst/>
              </a:prstGeom>
              <a:solidFill>
                <a:srgbClr val="FFC000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S5</a:t>
                </a:r>
                <a:endParaRPr lang="zh-CN" altLang="en-US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69" name="矩形 11"/>
              <p:cNvSpPr/>
              <p:nvPr/>
            </p:nvSpPr>
            <p:spPr>
              <a:xfrm>
                <a:off x="1768079" y="4935567"/>
                <a:ext cx="648072" cy="640515"/>
              </a:xfrm>
              <a:prstGeom prst="rect">
                <a:avLst/>
              </a:prstGeom>
              <a:solidFill>
                <a:schemeClr val="accent1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S1</a:t>
                </a:r>
                <a:endParaRPr lang="zh-CN" altLang="en-US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70" name="矩形 12"/>
              <p:cNvSpPr/>
              <p:nvPr/>
            </p:nvSpPr>
            <p:spPr>
              <a:xfrm>
                <a:off x="2416151" y="4935566"/>
                <a:ext cx="648072" cy="640515"/>
              </a:xfrm>
              <a:prstGeom prst="rect">
                <a:avLst/>
              </a:prstGeom>
              <a:solidFill>
                <a:srgbClr val="FFC000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S3</a:t>
                </a:r>
                <a:endParaRPr lang="zh-CN" altLang="en-US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cxnSp>
        <p:nvCxnSpPr>
          <p:cNvPr id="19462" name="直接箭头连接符 13"/>
          <p:cNvCxnSpPr/>
          <p:nvPr/>
        </p:nvCxnSpPr>
        <p:spPr>
          <a:xfrm>
            <a:off x="2627313" y="5734050"/>
            <a:ext cx="3892550" cy="0"/>
          </a:xfrm>
          <a:prstGeom prst="straightConnector1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乘号 1"/>
          <p:cNvSpPr/>
          <p:nvPr/>
        </p:nvSpPr>
        <p:spPr bwMode="auto">
          <a:xfrm>
            <a:off x="8027988" y="4005263"/>
            <a:ext cx="647700" cy="647700"/>
          </a:xfrm>
          <a:prstGeom prst="mathMultiply">
            <a:avLst/>
          </a:prstGeom>
          <a:solidFill>
            <a:srgbClr val="FF0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3"/>
          <p:cNvSpPr>
            <a:spLocks noGrp="1"/>
          </p:cNvSpPr>
          <p:nvPr>
            <p:ph type="body"/>
          </p:nvPr>
        </p:nvSpPr>
        <p:spPr>
          <a:xfrm>
            <a:off x="684213" y="1628775"/>
            <a:ext cx="8135937" cy="46085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sz="2800" dirty="0"/>
              <a:t>下列语句必须被原子性地执行</a:t>
            </a:r>
            <a:br>
              <a:rPr lang="en-US" altLang="zh-CN" sz="2800" dirty="0"/>
            </a:br>
            <a:r>
              <a:rPr lang="en-US" altLang="zh-CN" sz="2800" b="1" dirty="0"/>
              <a:t>counter++;</a:t>
            </a:r>
            <a:br>
              <a:rPr lang="en-US" altLang="zh-CN" sz="2800" b="1" dirty="0"/>
            </a:br>
            <a:r>
              <a:rPr lang="en-US" altLang="zh-CN" sz="2800" b="1" dirty="0"/>
              <a:t>counter--;</a:t>
            </a:r>
            <a:endParaRPr lang="en-US" altLang="zh-CN" sz="2800" b="1" dirty="0"/>
          </a:p>
          <a:p>
            <a:r>
              <a:rPr lang="zh-CN" altLang="en-US" sz="2800" dirty="0"/>
              <a:t>例如：</a:t>
            </a:r>
            <a:endParaRPr lang="en-US" altLang="zh-CN" sz="28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r>
              <a:rPr lang="zh-CN" altLang="en-US" sz="2800" dirty="0"/>
              <a:t>原子操作：一个操作在整个执行期间不能中断</a:t>
            </a:r>
            <a:endParaRPr lang="en-US" altLang="zh-CN" sz="2800" dirty="0"/>
          </a:p>
        </p:txBody>
      </p:sp>
      <p:sp>
        <p:nvSpPr>
          <p:cNvPr id="20483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解决方法</a:t>
            </a:r>
            <a:endParaRPr lang="zh-CN" altLang="en-US" dirty="0"/>
          </a:p>
        </p:txBody>
      </p:sp>
      <p:grpSp>
        <p:nvGrpSpPr>
          <p:cNvPr id="20484" name="组合 3"/>
          <p:cNvGrpSpPr/>
          <p:nvPr/>
        </p:nvGrpSpPr>
        <p:grpSpPr>
          <a:xfrm>
            <a:off x="1547813" y="3644900"/>
            <a:ext cx="3892550" cy="641350"/>
            <a:chOff x="1115616" y="4935564"/>
            <a:chExt cx="3892823" cy="640519"/>
          </a:xfrm>
        </p:grpSpPr>
        <p:sp>
          <p:nvSpPr>
            <p:cNvPr id="20493" name="矩形 4"/>
            <p:cNvSpPr/>
            <p:nvPr/>
          </p:nvSpPr>
          <p:spPr>
            <a:xfrm>
              <a:off x="3064223" y="4935565"/>
              <a:ext cx="648072" cy="640515"/>
            </a:xfrm>
            <a:prstGeom prst="rect">
              <a:avLst/>
            </a:prstGeom>
            <a:solidFill>
              <a:srgbClr val="FFC000"/>
            </a:solidFill>
            <a:ln w="63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80000" tIns="180000" rIns="180000" bIns="180000">
              <a:spAutoFit/>
            </a:bodyPr>
            <a:p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S3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0494" name="组合 5"/>
            <p:cNvGrpSpPr/>
            <p:nvPr/>
          </p:nvGrpSpPr>
          <p:grpSpPr>
            <a:xfrm>
              <a:off x="1115616" y="4935564"/>
              <a:ext cx="3892823" cy="640519"/>
              <a:chOff x="1115616" y="4935564"/>
              <a:chExt cx="3892823" cy="640519"/>
            </a:xfrm>
          </p:grpSpPr>
          <p:sp>
            <p:nvSpPr>
              <p:cNvPr id="20495" name="矩形 6"/>
              <p:cNvSpPr/>
              <p:nvPr/>
            </p:nvSpPr>
            <p:spPr>
              <a:xfrm>
                <a:off x="1115616" y="4935568"/>
                <a:ext cx="648072" cy="640515"/>
              </a:xfrm>
              <a:prstGeom prst="rect">
                <a:avLst/>
              </a:prstGeom>
              <a:solidFill>
                <a:schemeClr val="accent1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S0</a:t>
                </a:r>
                <a:endParaRPr lang="zh-CN" altLang="en-US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496" name="矩形 7"/>
              <p:cNvSpPr/>
              <p:nvPr/>
            </p:nvSpPr>
            <p:spPr>
              <a:xfrm>
                <a:off x="3712295" y="4935564"/>
                <a:ext cx="648072" cy="640515"/>
              </a:xfrm>
              <a:prstGeom prst="rect">
                <a:avLst/>
              </a:prstGeom>
              <a:solidFill>
                <a:srgbClr val="FFC000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S4</a:t>
                </a:r>
                <a:endParaRPr lang="zh-CN" altLang="en-US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497" name="矩形 8"/>
              <p:cNvSpPr/>
              <p:nvPr/>
            </p:nvSpPr>
            <p:spPr>
              <a:xfrm>
                <a:off x="4360367" y="4935564"/>
                <a:ext cx="648072" cy="640515"/>
              </a:xfrm>
              <a:prstGeom prst="rect">
                <a:avLst/>
              </a:prstGeom>
              <a:solidFill>
                <a:srgbClr val="FFC000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S5</a:t>
                </a:r>
                <a:endParaRPr lang="zh-CN" altLang="en-US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498" name="矩形 9"/>
              <p:cNvSpPr/>
              <p:nvPr/>
            </p:nvSpPr>
            <p:spPr>
              <a:xfrm>
                <a:off x="1768079" y="4935567"/>
                <a:ext cx="648072" cy="640515"/>
              </a:xfrm>
              <a:prstGeom prst="rect">
                <a:avLst/>
              </a:prstGeom>
              <a:solidFill>
                <a:schemeClr val="accent1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S1</a:t>
                </a:r>
                <a:endParaRPr lang="zh-CN" altLang="en-US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499" name="矩形 10"/>
              <p:cNvSpPr/>
              <p:nvPr/>
            </p:nvSpPr>
            <p:spPr>
              <a:xfrm>
                <a:off x="2416151" y="4935566"/>
                <a:ext cx="648072" cy="640515"/>
              </a:xfrm>
              <a:prstGeom prst="rect">
                <a:avLst/>
              </a:prstGeom>
              <a:solidFill>
                <a:schemeClr val="accent1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S2</a:t>
                </a:r>
                <a:endParaRPr lang="zh-CN" altLang="en-US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0485" name="组合 2"/>
          <p:cNvGrpSpPr/>
          <p:nvPr/>
        </p:nvGrpSpPr>
        <p:grpSpPr>
          <a:xfrm>
            <a:off x="1560513" y="4438650"/>
            <a:ext cx="3881437" cy="639763"/>
            <a:chOff x="3498466" y="4437941"/>
            <a:chExt cx="3881846" cy="640518"/>
          </a:xfrm>
        </p:grpSpPr>
        <p:sp>
          <p:nvSpPr>
            <p:cNvPr id="20486" name="矩形 12"/>
            <p:cNvSpPr/>
            <p:nvPr/>
          </p:nvSpPr>
          <p:spPr>
            <a:xfrm>
              <a:off x="3498466" y="4437944"/>
              <a:ext cx="648072" cy="640515"/>
            </a:xfrm>
            <a:prstGeom prst="rect">
              <a:avLst/>
            </a:prstGeom>
            <a:solidFill>
              <a:srgbClr val="FFC000"/>
            </a:solidFill>
            <a:ln w="63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80000" tIns="180000" rIns="180000" bIns="180000">
              <a:spAutoFit/>
            </a:bodyPr>
            <a:p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S3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0487" name="组合 1"/>
            <p:cNvGrpSpPr/>
            <p:nvPr/>
          </p:nvGrpSpPr>
          <p:grpSpPr>
            <a:xfrm>
              <a:off x="4146538" y="4437941"/>
              <a:ext cx="3233774" cy="640517"/>
              <a:chOff x="4146538" y="4437941"/>
              <a:chExt cx="3233774" cy="640517"/>
            </a:xfrm>
          </p:grpSpPr>
          <p:sp>
            <p:nvSpPr>
              <p:cNvPr id="20488" name="矩形 14"/>
              <p:cNvSpPr/>
              <p:nvPr/>
            </p:nvSpPr>
            <p:spPr>
              <a:xfrm>
                <a:off x="5431705" y="4437943"/>
                <a:ext cx="648072" cy="640515"/>
              </a:xfrm>
              <a:prstGeom prst="rect">
                <a:avLst/>
              </a:prstGeom>
              <a:solidFill>
                <a:schemeClr val="accent1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S0</a:t>
                </a:r>
                <a:endParaRPr lang="zh-CN" altLang="en-US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489" name="矩形 15"/>
              <p:cNvSpPr/>
              <p:nvPr/>
            </p:nvSpPr>
            <p:spPr>
              <a:xfrm>
                <a:off x="4146538" y="4437943"/>
                <a:ext cx="648072" cy="640515"/>
              </a:xfrm>
              <a:prstGeom prst="rect">
                <a:avLst/>
              </a:prstGeom>
              <a:solidFill>
                <a:srgbClr val="FFC000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S4</a:t>
                </a:r>
                <a:endParaRPr lang="zh-CN" altLang="en-US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490" name="矩形 16"/>
              <p:cNvSpPr/>
              <p:nvPr/>
            </p:nvSpPr>
            <p:spPr>
              <a:xfrm>
                <a:off x="4794610" y="4437943"/>
                <a:ext cx="648072" cy="640515"/>
              </a:xfrm>
              <a:prstGeom prst="rect">
                <a:avLst/>
              </a:prstGeom>
              <a:solidFill>
                <a:srgbClr val="FFC000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S5</a:t>
                </a:r>
                <a:endParaRPr lang="zh-CN" altLang="en-US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491" name="矩形 17"/>
              <p:cNvSpPr/>
              <p:nvPr/>
            </p:nvSpPr>
            <p:spPr>
              <a:xfrm>
                <a:off x="6084168" y="4437942"/>
                <a:ext cx="648072" cy="640515"/>
              </a:xfrm>
              <a:prstGeom prst="rect">
                <a:avLst/>
              </a:prstGeom>
              <a:solidFill>
                <a:schemeClr val="accent1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S1</a:t>
                </a:r>
                <a:endParaRPr lang="zh-CN" altLang="en-US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492" name="矩形 18"/>
              <p:cNvSpPr/>
              <p:nvPr/>
            </p:nvSpPr>
            <p:spPr>
              <a:xfrm>
                <a:off x="6732240" y="4437941"/>
                <a:ext cx="648072" cy="640515"/>
              </a:xfrm>
              <a:prstGeom prst="rect">
                <a:avLst/>
              </a:prstGeom>
              <a:solidFill>
                <a:schemeClr val="accent1"/>
              </a:solidFill>
              <a:ln w="63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180000" tIns="180000" rIns="180000" bIns="180000">
                <a:spAutoFit/>
              </a:bodyPr>
              <a:p>
                <a:r>
                  <a:rPr lang="en-US" altLang="zh-CN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S2</a:t>
                </a:r>
                <a:endParaRPr lang="zh-CN" altLang="en-US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竞争条件（</a:t>
            </a:r>
            <a:r>
              <a:rPr lang="en-US" altLang="zh-CN" dirty="0"/>
              <a:t>Race Condition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21507" name="内容占位符 1"/>
          <p:cNvSpPr>
            <a:spLocks noGrp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竞争条件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多个进程并发访问同一共享数据的情况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共享数据的最终结果取决于：最后操作的进程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防止竞争条件方法：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并发进程同步或互斥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8" name="AutoShape 9" descr="http://img4.imgtn.bdimg.com/it/u=261092759,3211350575&amp;fm=15&amp;gp=0.jpg"/>
          <p:cNvSpPr>
            <a:spLocks noChangeAspect="1"/>
          </p:cNvSpPr>
          <p:nvPr/>
        </p:nvSpPr>
        <p:spPr>
          <a:xfrm>
            <a:off x="215900" y="15875"/>
            <a:ext cx="10934700" cy="60769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buFont typeface="Monotype Sorts" pitchFamily="2" charset="2"/>
            </a:pPr>
            <a:endParaRPr lang="zh-CN" altLang="zh-CN" dirty="0">
              <a:latin typeface="Helvetica" pitchFamily="2" charset="0"/>
            </a:endParaRPr>
          </a:p>
        </p:txBody>
      </p:sp>
      <p:sp>
        <p:nvSpPr>
          <p:cNvPr id="21509" name="AutoShape 11" descr="http://img4.imgtn.bdimg.com/it/u=261092759,3211350575&amp;fm=15&amp;gp=0.jpg"/>
          <p:cNvSpPr>
            <a:spLocks noChangeAspect="1"/>
          </p:cNvSpPr>
          <p:nvPr/>
        </p:nvSpPr>
        <p:spPr>
          <a:xfrm>
            <a:off x="368300" y="1484313"/>
            <a:ext cx="10934700" cy="47609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buFont typeface="Monotype Sorts" pitchFamily="2" charset="2"/>
            </a:pPr>
            <a:endParaRPr lang="zh-CN" altLang="zh-CN" dirty="0">
              <a:latin typeface="Helvetica" pitchFamily="2" charset="0"/>
            </a:endParaRPr>
          </a:p>
        </p:txBody>
      </p:sp>
      <p:pic>
        <p:nvPicPr>
          <p:cNvPr id="21510" name="Picture 8" descr="http://easyread.ph.126.net/nPbQwIzcy-Xgtxr7APP1ng==/780658313474461354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875" y="3365500"/>
            <a:ext cx="4025900" cy="2727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1116013" y="628650"/>
            <a:ext cx="8077200" cy="609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同步和互斥</a:t>
            </a:r>
            <a:endParaRPr lang="zh-CN" altLang="en-US" dirty="0"/>
          </a:p>
        </p:txBody>
      </p:sp>
      <p:sp>
        <p:nvSpPr>
          <p:cNvPr id="24579" name="内容占位符 2"/>
          <p:cNvSpPr>
            <a:spLocks noGrp="1"/>
          </p:cNvSpPr>
          <p:nvPr>
            <p:ph idx="4294967295"/>
          </p:nvPr>
        </p:nvSpPr>
        <p:spPr bwMode="auto">
          <a:xfrm>
            <a:off x="827088" y="1506538"/>
            <a:ext cx="4414838" cy="4705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同步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协调进程的执行次序，使并发进程间能有效地共享资源和相互合作，保证数据一致性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协调执行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次序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互斥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进程排他性地运行某段代码，任何时候只有一个进程能够运行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互斥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访问独占资源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2532" name="椭圆 3"/>
          <p:cNvSpPr/>
          <p:nvPr/>
        </p:nvSpPr>
        <p:spPr>
          <a:xfrm>
            <a:off x="5972175" y="4170363"/>
            <a:ext cx="765175" cy="5540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/>
          <a:p>
            <a:pPr>
              <a:buFont typeface="Monotype Sorts" pitchFamily="2" charset="2"/>
            </a:pPr>
            <a:r>
              <a:rPr lang="en-US" altLang="zh-CN" dirty="0">
                <a:latin typeface="Helvetica" pitchFamily="2" charset="0"/>
              </a:rPr>
              <a:t>P1</a:t>
            </a:r>
            <a:endParaRPr lang="zh-CN" altLang="en-US" dirty="0">
              <a:latin typeface="Helvetica" pitchFamily="2" charset="0"/>
            </a:endParaRPr>
          </a:p>
        </p:txBody>
      </p:sp>
      <p:sp>
        <p:nvSpPr>
          <p:cNvPr id="22533" name="椭圆 4"/>
          <p:cNvSpPr/>
          <p:nvPr/>
        </p:nvSpPr>
        <p:spPr>
          <a:xfrm>
            <a:off x="7370763" y="4170363"/>
            <a:ext cx="765175" cy="5540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/>
          <a:p>
            <a:pPr>
              <a:buFont typeface="Monotype Sorts" pitchFamily="2" charset="2"/>
            </a:pPr>
            <a:r>
              <a:rPr lang="en-US" altLang="zh-CN" dirty="0">
                <a:latin typeface="Helvetica" pitchFamily="2" charset="0"/>
              </a:rPr>
              <a:t>P2</a:t>
            </a:r>
            <a:endParaRPr lang="zh-CN" altLang="en-US" dirty="0">
              <a:latin typeface="Helvetica" pitchFamily="2" charset="0"/>
            </a:endParaRPr>
          </a:p>
        </p:txBody>
      </p:sp>
      <p:sp>
        <p:nvSpPr>
          <p:cNvPr id="22534" name="圆角矩形 5"/>
          <p:cNvSpPr/>
          <p:nvPr/>
        </p:nvSpPr>
        <p:spPr>
          <a:xfrm>
            <a:off x="6357938" y="5427663"/>
            <a:ext cx="1239837" cy="431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/>
          <a:p>
            <a:pPr algn="ctr">
              <a:buFont typeface="Monotype Sorts" pitchFamily="2" charset="2"/>
            </a:pPr>
            <a:r>
              <a:rPr lang="en-US" altLang="zh-CN" dirty="0">
                <a:latin typeface="Helvetica" pitchFamily="2" charset="0"/>
              </a:rPr>
              <a:t>Printer1</a:t>
            </a:r>
            <a:endParaRPr lang="zh-CN" altLang="en-US" dirty="0">
              <a:latin typeface="Helvetica" pitchFamily="2" charset="0"/>
            </a:endParaRPr>
          </a:p>
        </p:txBody>
      </p:sp>
      <p:cxnSp>
        <p:nvCxnSpPr>
          <p:cNvPr id="22535" name="直接箭头连接符 7"/>
          <p:cNvCxnSpPr/>
          <p:nvPr/>
        </p:nvCxnSpPr>
        <p:spPr>
          <a:xfrm>
            <a:off x="6357938" y="4724400"/>
            <a:ext cx="404812" cy="703263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2536" name="直接箭头连接符 9"/>
          <p:cNvCxnSpPr/>
          <p:nvPr/>
        </p:nvCxnSpPr>
        <p:spPr>
          <a:xfrm flipH="1">
            <a:off x="7105650" y="4724400"/>
            <a:ext cx="579438" cy="703263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graphicFrame>
        <p:nvGraphicFramePr>
          <p:cNvPr id="14345" name="Group 9"/>
          <p:cNvGraphicFramePr>
            <a:graphicFrameLocks noGrp="1"/>
          </p:cNvGraphicFramePr>
          <p:nvPr/>
        </p:nvGraphicFramePr>
        <p:xfrm>
          <a:off x="5995988" y="1728788"/>
          <a:ext cx="673100" cy="1854201"/>
        </p:xfrm>
        <a:graphic>
          <a:graphicData uri="http://schemas.openxmlformats.org/drawingml/2006/table">
            <a:tbl>
              <a:tblPr/>
              <a:tblGrid>
                <a:gridCol w="6731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2pPr>
                      <a:lvl3pPr marL="114300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3pPr>
                      <a:lvl4pPr marL="1600200" indent="-4000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4pPr>
                      <a:lvl5pPr marL="2057400" indent="-5143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5pPr>
                      <a:lvl6pPr marL="25146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6pPr>
                      <a:lvl7pPr marL="29718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7pPr>
                      <a:lvl8pPr marL="34290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8pPr>
                      <a:lvl9pPr marL="38862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C1</a:t>
                      </a:r>
                      <a:endParaRPr kumimoji="0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1307" marR="913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2pPr>
                      <a:lvl3pPr marL="114300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3pPr>
                      <a:lvl4pPr marL="1600200" indent="-4000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4pPr>
                      <a:lvl5pPr marL="2057400" indent="-5143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5pPr>
                      <a:lvl6pPr marL="25146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6pPr>
                      <a:lvl7pPr marL="29718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7pPr>
                      <a:lvl8pPr marL="34290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8pPr>
                      <a:lvl9pPr marL="38862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1307" marR="91307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39300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2pPr>
                      <a:lvl3pPr marL="114300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3pPr>
                      <a:lvl4pPr marL="1600200" indent="-4000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4pPr>
                      <a:lvl5pPr marL="2057400" indent="-5143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5pPr>
                      <a:lvl6pPr marL="25146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6pPr>
                      <a:lvl7pPr marL="29718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7pPr>
                      <a:lvl8pPr marL="34290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8pPr>
                      <a:lvl9pPr marL="38862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C3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1307" marR="913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B900"/>
                    </a:solidFill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2pPr>
                      <a:lvl3pPr marL="114300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3pPr>
                      <a:lvl4pPr marL="1600200" indent="-4000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4pPr>
                      <a:lvl5pPr marL="2057400" indent="-5143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5pPr>
                      <a:lvl6pPr marL="25146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6pPr>
                      <a:lvl7pPr marL="29718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7pPr>
                      <a:lvl8pPr marL="34290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8pPr>
                      <a:lvl9pPr marL="38862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1307" marR="913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39300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2pPr>
                      <a:lvl3pPr marL="114300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3pPr>
                      <a:lvl4pPr marL="1600200" indent="-4000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4pPr>
                      <a:lvl5pPr marL="2057400" indent="-5143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5pPr>
                      <a:lvl6pPr marL="25146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6pPr>
                      <a:lvl7pPr marL="29718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7pPr>
                      <a:lvl8pPr marL="34290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8pPr>
                      <a:lvl9pPr marL="38862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1307" marR="913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B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352" name="Group 16"/>
          <p:cNvGraphicFramePr>
            <a:graphicFrameLocks noGrp="1"/>
          </p:cNvGraphicFramePr>
          <p:nvPr/>
        </p:nvGraphicFramePr>
        <p:xfrm>
          <a:off x="7423150" y="1728788"/>
          <a:ext cx="673100" cy="1854201"/>
        </p:xfrm>
        <a:graphic>
          <a:graphicData uri="http://schemas.openxmlformats.org/drawingml/2006/table">
            <a:tbl>
              <a:tblPr/>
              <a:tblGrid>
                <a:gridCol w="6731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2pPr>
                      <a:lvl3pPr marL="114300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3pPr>
                      <a:lvl4pPr marL="1600200" indent="-4000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4pPr>
                      <a:lvl5pPr marL="2057400" indent="-5143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5pPr>
                      <a:lvl6pPr marL="25146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6pPr>
                      <a:lvl7pPr marL="29718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7pPr>
                      <a:lvl8pPr marL="34290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8pPr>
                      <a:lvl9pPr marL="38862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1307" marR="913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2pPr>
                      <a:lvl3pPr marL="114300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3pPr>
                      <a:lvl4pPr marL="1600200" indent="-4000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4pPr>
                      <a:lvl5pPr marL="2057400" indent="-5143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5pPr>
                      <a:lvl6pPr marL="25146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6pPr>
                      <a:lvl7pPr marL="29718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7pPr>
                      <a:lvl8pPr marL="34290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8pPr>
                      <a:lvl9pPr marL="38862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C2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1307" marR="91307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39300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2pPr>
                      <a:lvl3pPr marL="114300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3pPr>
                      <a:lvl4pPr marL="1600200" indent="-4000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4pPr>
                      <a:lvl5pPr marL="2057400" indent="-5143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5pPr>
                      <a:lvl6pPr marL="25146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6pPr>
                      <a:lvl7pPr marL="29718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7pPr>
                      <a:lvl8pPr marL="34290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8pPr>
                      <a:lvl9pPr marL="38862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1307" marR="913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B900"/>
                    </a:solidFill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2pPr>
                      <a:lvl3pPr marL="114300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3pPr>
                      <a:lvl4pPr marL="1600200" indent="-4000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4pPr>
                      <a:lvl5pPr marL="2057400" indent="-5143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5pPr>
                      <a:lvl6pPr marL="25146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6pPr>
                      <a:lvl7pPr marL="29718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7pPr>
                      <a:lvl8pPr marL="34290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8pPr>
                      <a:lvl9pPr marL="38862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1307" marR="913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39300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2pPr>
                      <a:lvl3pPr marL="1143000" indent="-285750">
                        <a:spcBef>
                          <a:spcPct val="35000"/>
                        </a:spcBef>
                        <a:buClr>
                          <a:srgbClr val="993300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3pPr>
                      <a:lvl4pPr marL="1600200" indent="-4000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4pPr>
                      <a:lvl5pPr marL="2057400" indent="-514350"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5pPr>
                      <a:lvl6pPr marL="25146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6pPr>
                      <a:lvl7pPr marL="29718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7pPr>
                      <a:lvl8pPr marL="34290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8pPr>
                      <a:lvl9pPr marL="3886200" indent="-5143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itchFamily="2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C4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1307" marR="913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B900"/>
                    </a:solidFill>
                  </a:tcPr>
                </a:tc>
              </a:tr>
            </a:tbl>
          </a:graphicData>
        </a:graphic>
      </p:graphicFrame>
      <p:cxnSp>
        <p:nvCxnSpPr>
          <p:cNvPr id="22551" name="直接箭头连接符 13"/>
          <p:cNvCxnSpPr/>
          <p:nvPr/>
        </p:nvCxnSpPr>
        <p:spPr>
          <a:xfrm>
            <a:off x="6616700" y="1890713"/>
            <a:ext cx="817563" cy="4127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2552" name="直接箭头连接符 15"/>
          <p:cNvCxnSpPr/>
          <p:nvPr/>
        </p:nvCxnSpPr>
        <p:spPr>
          <a:xfrm flipH="1">
            <a:off x="6669088" y="2303463"/>
            <a:ext cx="765175" cy="3524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2553" name="直接箭头连接符 17"/>
          <p:cNvCxnSpPr/>
          <p:nvPr/>
        </p:nvCxnSpPr>
        <p:spPr>
          <a:xfrm>
            <a:off x="6669088" y="2655888"/>
            <a:ext cx="765175" cy="78263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2554" name="文本框 1"/>
          <p:cNvSpPr txBox="1"/>
          <p:nvPr/>
        </p:nvSpPr>
        <p:spPr>
          <a:xfrm>
            <a:off x="6165850" y="3644900"/>
            <a:ext cx="187642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宋体" panose="02010600030101010101" pitchFamily="2" charset="-122"/>
              </a:rPr>
              <a:t>P1         P2</a:t>
            </a:r>
            <a:endParaRPr lang="en-US" altLang="zh-CN" dirty="0">
              <a:latin typeface="宋体" panose="02010600030101010101" pitchFamily="2" charset="-122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临界资源</a:t>
            </a:r>
            <a:endParaRPr lang="zh-CN" altLang="en-US" dirty="0"/>
          </a:p>
        </p:txBody>
      </p:sp>
      <p:sp>
        <p:nvSpPr>
          <p:cNvPr id="23555" name="内容占位符 3"/>
          <p:cNvSpPr>
            <a:spLocks noGrp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Critical resource(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临界资源)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</a:rPr>
              <a:t>一次只允许一个进程使用的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资源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</a:rPr>
              <a:t>又称互斥资源、独占资源或共享变量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1" charset="-122"/>
              <a:ea typeface="楷体_GB2312" pitchFamily="1" charset="-122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共享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资源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一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</a:rPr>
              <a:t>次允许多个进程使用的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资源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临界资源例子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许多物理设备都属于临界资源，如输入机、打印机、磁带机等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</a:rPr>
              <a:t>上例中的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</a:rPr>
              <a:t>counter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</a:rPr>
              <a:t>属于临界资源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1" charset="-122"/>
              <a:ea typeface="楷体_GB2312" pitchFamily="1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_GB2312" pitchFamily="1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95288" y="1628775"/>
            <a:ext cx="8497888" cy="46085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临界区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涉及临界资源的代码段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几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点说明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临界区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是代码片段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sym typeface="Wingdings" panose="05000000000000000000" pitchFamily="2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临界区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是进程内的代码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sym typeface="Wingdings" panose="05000000000000000000" pitchFamily="2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每个进程有一个或多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个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临界区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sym typeface="Wingdings" panose="05000000000000000000" pitchFamily="2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临界区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的设置方法由程序员确定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sym typeface="Wingdings" panose="05000000000000000000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若能保证诸进程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互斥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进入关联的临界区，可实现对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临界资源的互斥访问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1258888" y="690563"/>
            <a:ext cx="73564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临界区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(critical section)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圆角矩形 1"/>
          <p:cNvSpPr/>
          <p:nvPr/>
        </p:nvSpPr>
        <p:spPr>
          <a:xfrm>
            <a:off x="1693863" y="4149725"/>
            <a:ext cx="2268537" cy="7477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/>
          <a:p>
            <a:pPr>
              <a:buFont typeface="Monotype Sorts" pitchFamily="2" charset="2"/>
            </a:pPr>
            <a:endParaRPr lang="zh-CN" altLang="zh-CN" dirty="0">
              <a:latin typeface="Helvetica" pitchFamily="2" charset="0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1187450" y="620713"/>
            <a:ext cx="7251700" cy="6477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临界区例子</a:t>
            </a:r>
            <a:endParaRPr lang="en-US" altLang="zh-CN" dirty="0"/>
          </a:p>
        </p:txBody>
      </p:sp>
      <p:sp>
        <p:nvSpPr>
          <p:cNvPr id="25604" name="椭圆形标注 2"/>
          <p:cNvSpPr/>
          <p:nvPr/>
        </p:nvSpPr>
        <p:spPr>
          <a:xfrm>
            <a:off x="4500563" y="4103688"/>
            <a:ext cx="1539875" cy="484187"/>
          </a:xfrm>
          <a:prstGeom prst="wedgeEllipseCallout">
            <a:avLst>
              <a:gd name="adj1" fmla="val -85907"/>
              <a:gd name="adj2" fmla="val 2517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none"/>
          <a:p>
            <a:pPr>
              <a:buFont typeface="Monotype Sorts" pitchFamily="2" charset="2"/>
            </a:pPr>
            <a:r>
              <a:rPr lang="zh-CN" altLang="en-US" dirty="0">
                <a:latin typeface="Helvetica" pitchFamily="2" charset="0"/>
              </a:rPr>
              <a:t>临界区</a:t>
            </a:r>
            <a:endParaRPr lang="zh-CN" altLang="en-US" dirty="0">
              <a:latin typeface="Helvetica" pitchFamily="2" charset="0"/>
            </a:endParaRPr>
          </a:p>
        </p:txBody>
      </p:sp>
      <p:sp>
        <p:nvSpPr>
          <p:cNvPr id="25605" name="圆角矩形标注 4"/>
          <p:cNvSpPr/>
          <p:nvPr/>
        </p:nvSpPr>
        <p:spPr>
          <a:xfrm>
            <a:off x="468313" y="3860800"/>
            <a:ext cx="1098550" cy="400050"/>
          </a:xfrm>
          <a:prstGeom prst="wedgeRoundRectCallout">
            <a:avLst>
              <a:gd name="adj1" fmla="val 132333"/>
              <a:gd name="adj2" fmla="val 91069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none"/>
          <a:p>
            <a:pPr>
              <a:buFont typeface="Monotype Sorts" pitchFamily="2" charset="2"/>
            </a:pPr>
            <a:r>
              <a:rPr lang="zh-CN" altLang="en-US" dirty="0">
                <a:latin typeface="Helvetica" pitchFamily="2" charset="0"/>
              </a:rPr>
              <a:t>临界资源</a:t>
            </a:r>
            <a:endParaRPr lang="zh-CN" altLang="en-US" dirty="0">
              <a:latin typeface="Helvetica" pitchFamily="2" charset="0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00113" y="1700213"/>
            <a:ext cx="7473950" cy="39751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item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nextConsumed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b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while (1) {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while (counter == 0)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; /* do nothing */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nextConsumed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buffer[out];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out = (out + 1) % BUFFER_SIZE;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counter--;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22" tIns="45711" rIns="91422" bIns="45711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临界区使用准则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内容占位符 1"/>
          <p:cNvSpPr>
            <a:spLocks noGrp="1"/>
          </p:cNvSpPr>
          <p:nvPr>
            <p:ph idx="1"/>
          </p:nvPr>
        </p:nvSpPr>
        <p:spPr>
          <a:xfrm>
            <a:off x="468313" y="1484313"/>
            <a:ext cx="8229600" cy="4525962"/>
          </a:xfrm>
          <a:noFill/>
          <a:ln>
            <a:noFill/>
          </a:ln>
        </p:spPr>
        <p:txBody>
          <a:bodyPr/>
          <a:p>
            <a:r>
              <a:rPr lang="zh-CN" altLang="en-US" sz="2800" dirty="0"/>
              <a:t>互斥</a:t>
            </a:r>
            <a:r>
              <a:rPr lang="en-US" altLang="zh-CN" sz="2800" dirty="0"/>
              <a:t>(Mutual Exclusion )</a:t>
            </a:r>
            <a:endParaRPr lang="en-US" altLang="zh-CN" sz="2800" dirty="0"/>
          </a:p>
          <a:p>
            <a:pPr lvl="1"/>
            <a:r>
              <a:rPr lang="zh-CN" altLang="en-US" sz="2400" dirty="0"/>
              <a:t>假定进程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在某个临界区执行，其他进程将被排斥在该临界区外</a:t>
            </a:r>
            <a:endParaRPr lang="zh-CN" altLang="en-US" sz="2400" dirty="0"/>
          </a:p>
          <a:p>
            <a:pPr lvl="1"/>
            <a:r>
              <a:rPr lang="zh-CN" altLang="en-US" sz="2400" dirty="0"/>
              <a:t>有相同临界资源的临界区都需互斥</a:t>
            </a:r>
            <a:endParaRPr lang="en-US" altLang="zh-CN" sz="2400" dirty="0"/>
          </a:p>
          <a:p>
            <a:pPr lvl="1"/>
            <a:r>
              <a:rPr lang="zh-CN" altLang="en-US" sz="2400" dirty="0"/>
              <a:t>无相同临界资源的临界区不需互斥</a:t>
            </a:r>
            <a:endParaRPr lang="zh-CN" altLang="en-US" sz="2400" dirty="0"/>
          </a:p>
          <a:p>
            <a:r>
              <a:rPr lang="zh-CN" altLang="en-US" sz="2800" dirty="0"/>
              <a:t>有空让进</a:t>
            </a:r>
            <a:r>
              <a:rPr lang="en-US" altLang="zh-CN" sz="2800" dirty="0"/>
              <a:t>(Progress )</a:t>
            </a:r>
            <a:endParaRPr lang="en-US" altLang="zh-CN" sz="2800" dirty="0"/>
          </a:p>
          <a:p>
            <a:pPr lvl="1"/>
            <a:r>
              <a:rPr lang="zh-CN" altLang="en-US" sz="2400" dirty="0"/>
              <a:t>临界区内无进程执行，不能无限期地延长下一个要进临界区进程的等待时间</a:t>
            </a:r>
            <a:endParaRPr lang="zh-CN" altLang="en-US" sz="2400" dirty="0"/>
          </a:p>
          <a:p>
            <a:r>
              <a:rPr lang="zh-CN" altLang="en-US" sz="2800" dirty="0"/>
              <a:t>有限等待</a:t>
            </a:r>
            <a:r>
              <a:rPr lang="en-US" altLang="zh-CN" sz="2800" dirty="0"/>
              <a:t>(Bounded Waiting)</a:t>
            </a:r>
            <a:endParaRPr lang="en-US" altLang="zh-CN" sz="2800" dirty="0"/>
          </a:p>
          <a:p>
            <a:pPr lvl="1"/>
            <a:r>
              <a:rPr lang="zh-CN" altLang="en-US" sz="2400" dirty="0"/>
              <a:t>每个进程进入临界区前的等待时间必须有限</a:t>
            </a:r>
            <a:endParaRPr lang="en-US" altLang="zh-CN" sz="2400" dirty="0"/>
          </a:p>
          <a:p>
            <a:pPr lvl="1"/>
            <a:r>
              <a:rPr lang="zh-CN" altLang="en-US" sz="2400" dirty="0"/>
              <a:t>不能无限等待</a:t>
            </a:r>
            <a:endParaRPr lang="zh-CN" altLang="en-US" sz="2400" dirty="0"/>
          </a:p>
          <a:p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95288" y="1557338"/>
            <a:ext cx="8497888" cy="46799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2686050" algn="l"/>
              </a:tabLst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访问临界区过程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tabLst>
                <a:tab pos="2686050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在</a:t>
            </a:r>
            <a:r>
              <a:rPr kumimoji="0" lang="zh-CN" alt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进入区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实现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互斥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准则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sym typeface="Wingdings" panose="05000000000000000000" pitchFamily="2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tabLst>
                <a:tab pos="2686050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在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退出区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实现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有空让进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准则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sym typeface="Wingdings" panose="05000000000000000000" pitchFamily="2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tabLst>
                <a:tab pos="2686050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每个</a:t>
            </a:r>
            <a:r>
              <a:rPr kumimoji="0" lang="zh-CN" alt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临界区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不能过大，从而实现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有限等待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 pitchFamily="2" charset="2"/>
              </a:rPr>
              <a:t>准则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sym typeface="Wingdings" panose="05000000000000000000" pitchFamily="2" charset="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tabLst>
                <a:tab pos="2686050" algn="l"/>
              </a:tabLst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1258888" y="692150"/>
            <a:ext cx="7356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Helvetica" pitchFamily="2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访问临界区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1245604" y="3861048"/>
          <a:ext cx="6096000" cy="1599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79388" y="1773238"/>
            <a:ext cx="8497888" cy="1981200"/>
          </a:xfrm>
        </p:spPr>
        <p:txBody>
          <a:bodyPr vert="horz" wrap="square" lIns="91422" tIns="45711" rIns="91422" bIns="45711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 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第六章 进程同步</a:t>
            </a:r>
            <a:br>
              <a:rPr kumimoji="0" lang="zh-CN" alt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zh-CN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信号量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9139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zh-CN" dirty="0"/>
              <a:t>信号量概念</a:t>
            </a:r>
            <a:endParaRPr lang="zh-CN" altLang="zh-CN" dirty="0"/>
          </a:p>
          <a:p>
            <a:r>
              <a:rPr lang="zh-CN" altLang="zh-CN" dirty="0"/>
              <a:t>整型信号量</a:t>
            </a:r>
            <a:endParaRPr lang="zh-CN" altLang="zh-CN" dirty="0"/>
          </a:p>
          <a:p>
            <a:r>
              <a:rPr lang="zh-CN" altLang="zh-CN" dirty="0"/>
              <a:t>记录型信号量</a:t>
            </a:r>
            <a:endParaRPr lang="zh-CN" altLang="zh-CN" dirty="0"/>
          </a:p>
          <a:p>
            <a:r>
              <a:rPr lang="zh-CN" altLang="zh-CN" dirty="0"/>
              <a:t>同步信号量和互斥信号量</a:t>
            </a:r>
            <a:endParaRPr lang="zh-CN" altLang="zh-CN" dirty="0"/>
          </a:p>
          <a:p>
            <a:r>
              <a:rPr lang="zh-CN" altLang="zh-CN" dirty="0"/>
              <a:t>信号量使用</a:t>
            </a:r>
            <a:endParaRPr lang="zh-CN" altLang="zh-CN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信号量（</a:t>
            </a:r>
            <a:r>
              <a:rPr lang="en-US" altLang="zh-CN" dirty="0"/>
              <a:t>Semaphore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6491288" cy="4525963"/>
          </a:xfrm>
          <a:noFill/>
          <a:ln>
            <a:noFill/>
          </a:ln>
        </p:spPr>
        <p:txBody>
          <a:bodyPr/>
          <a:p>
            <a:r>
              <a:rPr lang="zh-CN" altLang="en-US" sz="2800" dirty="0"/>
              <a:t>早期采用硬件解决方法，对程序设计人员而言太复杂</a:t>
            </a:r>
            <a:endParaRPr lang="en-US" altLang="zh-CN" sz="2800" dirty="0"/>
          </a:p>
          <a:p>
            <a:r>
              <a:rPr lang="zh-CN" altLang="en-US" sz="2800" dirty="0"/>
              <a:t>信号量</a:t>
            </a:r>
            <a:r>
              <a:rPr lang="en-US" altLang="zh-CN" sz="2800" dirty="0"/>
              <a:t>-</a:t>
            </a:r>
            <a:r>
              <a:rPr lang="zh-CN" altLang="en-US" sz="2800" dirty="0"/>
              <a:t>软件解决方案</a:t>
            </a:r>
            <a:endParaRPr lang="en-US" altLang="zh-CN" sz="2800" dirty="0"/>
          </a:p>
          <a:p>
            <a:pPr lvl="1"/>
            <a:r>
              <a:rPr lang="zh-CN" altLang="en-US" sz="2400" dirty="0"/>
              <a:t>保证两个或多个代码段不被并发调用</a:t>
            </a:r>
            <a:endParaRPr lang="en-US" altLang="zh-CN" sz="2400" dirty="0"/>
          </a:p>
          <a:p>
            <a:pPr lvl="1"/>
            <a:r>
              <a:rPr lang="zh-CN" altLang="en-US" sz="2400" dirty="0"/>
              <a:t>在进入关键代码段前，进程必须获取一个信号量，否则不能运行</a:t>
            </a:r>
            <a:endParaRPr lang="en-US" altLang="zh-CN" sz="2400" dirty="0"/>
          </a:p>
          <a:p>
            <a:pPr lvl="1"/>
            <a:r>
              <a:rPr lang="zh-CN" altLang="en-US" sz="2400" dirty="0"/>
              <a:t>执行完该关键代码段，必须释放信号量</a:t>
            </a:r>
            <a:endParaRPr lang="en-US" altLang="zh-CN" sz="2400" dirty="0"/>
          </a:p>
          <a:p>
            <a:pPr lvl="1"/>
            <a:r>
              <a:rPr lang="zh-CN" altLang="en-US" sz="2400" dirty="0"/>
              <a:t>信号量有值，为正说明它空闲，为负说明其忙碌</a:t>
            </a:r>
            <a:endParaRPr lang="en-US" altLang="zh-CN" sz="2400" dirty="0"/>
          </a:p>
          <a:p>
            <a:endParaRPr lang="en-US" altLang="zh-CN" sz="2800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14341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950" y="1844675"/>
            <a:ext cx="1544638" cy="3189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迪科斯彻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(1930-2002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)</a:t>
            </a:r>
            <a:endParaRPr kumimoji="0" lang="zh-CN" altLang="en-US" sz="3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6130925" cy="4525963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艾兹格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·W·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迪科斯彻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Edsger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Wybe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Dijkstra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信号量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PV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原语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发明者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解决了“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哲学家就餐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”问题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最短路径算法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(SPF)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银行家算法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的创造者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结构程序设计之父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THE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操作系统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设计者和开发者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D. E. Knuth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并称为这个时代最伟大的计算机科学家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364" name="Picture 2" descr="http://a0.att.hudong.com/80/32/01300000939397131132321237253_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9563" y="2852738"/>
            <a:ext cx="2160587" cy="22875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 idx="4294967295"/>
          </p:nvPr>
        </p:nvSpPr>
        <p:spPr>
          <a:xfrm>
            <a:off x="1187450" y="549275"/>
            <a:ext cx="6743700" cy="736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整型信号量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042988" y="1557338"/>
            <a:ext cx="7029450" cy="4660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1597025" algn="l"/>
                <a:tab pos="2576195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信号量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整型变量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1597025" algn="l"/>
                <a:tab pos="2576195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提供两个不可分割的[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原子操作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]访问信号量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1597025" algn="l"/>
                <a:tab pos="2576195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wait (S): 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1597025" algn="l"/>
                <a:tab pos="25761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while 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 0 do 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no-op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;</a:t>
            </a:r>
            <a:b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	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S--;</a:t>
            </a:r>
            <a:b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</a:b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tabLst>
                <a:tab pos="1597025" algn="l"/>
                <a:tab pos="25761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</a:t>
            </a:r>
            <a:r>
              <a:rPr kumimoji="0" lang="en-US" altLang="zh-CN" sz="24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signal(S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): 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1597025" algn="l"/>
                <a:tab pos="2576195" algn="l"/>
              </a:tabLst>
              <a:defRPr/>
            </a:pP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	S++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1597025" algn="l"/>
                <a:tab pos="25761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wait (S)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又称为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P(S)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1597025" algn="l"/>
                <a:tab pos="25761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signal(S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又称为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V(S)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1597025" algn="l"/>
                <a:tab pos="2576195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整型信号量的问题：忙等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1187450" y="549275"/>
            <a:ext cx="7561263" cy="736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记录型信号量：去除忙等的信号量</a:t>
            </a:r>
            <a:endParaRPr lang="zh-CN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1188" y="1562100"/>
            <a:ext cx="5205413" cy="49720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Wait(semaphore *S)</a:t>
            </a: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S-&gt;value--;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if (S-&gt;value &lt; 0) {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add this process to list S-&gt;list;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block();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Signal(semaphore *S) </a:t>
            </a: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S-&gt;value++;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if (S-&gt;value &lt;= 0) {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remove a process P from list S-&gt;list;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wakeup(P);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2" name="文本框 1"/>
          <p:cNvSpPr txBox="1"/>
          <p:nvPr/>
        </p:nvSpPr>
        <p:spPr>
          <a:xfrm>
            <a:off x="5465763" y="1562100"/>
            <a:ext cx="3313112" cy="175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记录型信号量定义：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typedef struct {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	int value;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	struct process *list;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} semaphore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1330325" y="765175"/>
            <a:ext cx="7229475" cy="4572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信号量类型</a:t>
            </a:r>
            <a:endParaRPr lang="zh-CN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755650" y="1484313"/>
            <a:ext cx="7921625" cy="40655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计数信号量 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变化范围：没有限制的整型值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计数信号量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同步信号量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二值信号量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变化范围仅限于0和1的信号量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二值信号量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互斥信号量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信号量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S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的使用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S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必须置一次且只能置一次初值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S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初值不能为负数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除了初始化，只能通过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执行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P、V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操作来访问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S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1116013" y="836613"/>
            <a:ext cx="7416800" cy="4572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互斥信号量使用</a:t>
            </a:r>
            <a:endParaRPr lang="zh-CN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116013" y="1557338"/>
            <a:ext cx="7451725" cy="4292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4695" algn="ctr"/>
                <a:tab pos="4518025" algn="ctr"/>
              </a:tabLst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Semaphore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*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S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; 	//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初始化为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1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4695" algn="ctr"/>
                <a:tab pos="4518025" algn="ctr"/>
              </a:tabLst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4695" algn="ctr"/>
                <a:tab pos="4518025" algn="ctr"/>
              </a:tabLst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wait(S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4695" algn="ctr"/>
                <a:tab pos="4518025" algn="ctr"/>
              </a:tabLst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CriticalSection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()	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临界区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tabLst>
                <a:tab pos="2004695" algn="ctr"/>
                <a:tab pos="4518025" algn="ctr"/>
              </a:tabLst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signal(S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4695" algn="ctr"/>
                <a:tab pos="4518025" algn="ctr"/>
              </a:tabLst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4695" algn="ctr"/>
                <a:tab pos="4518025" algn="ctr"/>
              </a:tabLst>
              <a:defRPr/>
            </a:pP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"/>
          <p:cNvSpPr>
            <a:spLocks noGrp="1"/>
          </p:cNvSpPr>
          <p:nvPr>
            <p:ph type="title" idx="4294967295"/>
          </p:nvPr>
        </p:nvSpPr>
        <p:spPr>
          <a:xfrm>
            <a:off x="1258888" y="692150"/>
            <a:ext cx="6642100" cy="58737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同步信号量使用</a:t>
            </a:r>
            <a:endParaRPr lang="zh-CN" altLang="en-US" dirty="0"/>
          </a:p>
        </p:txBody>
      </p:sp>
      <p:sp>
        <p:nvSpPr>
          <p:cNvPr id="25603" name="内容占位符 2"/>
          <p:cNvSpPr>
            <a:spLocks noGrp="1"/>
          </p:cNvSpPr>
          <p:nvPr>
            <p:ph idx="4294967295"/>
          </p:nvPr>
        </p:nvSpPr>
        <p:spPr bwMode="auto">
          <a:xfrm>
            <a:off x="611188" y="1557338"/>
            <a:ext cx="7956550" cy="43640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2001520" algn="ctr"/>
                <a:tab pos="4512945" algn="ctr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实现各种同步问题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2001520" algn="ctr"/>
                <a:tab pos="4512945" algn="ctr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例子：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P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P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需要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C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比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C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2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先运行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      semaphore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  <a:sym typeface="MT Extra" panose="05050102010205020202" pitchFamily="18" charset="2"/>
              </a:rPr>
              <a:t>s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  <a:sym typeface="MT Extra" panose="05050102010205020202" pitchFamily="18" charset="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  <a:sym typeface="MT Extra" panose="05050102010205020202" pitchFamily="18" charset="2"/>
              </a:rPr>
              <a:t>0 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P1: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   C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;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signal(s)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;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P2: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wait(s)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sym typeface="MT Extra" panose="05050102010205020202" pitchFamily="18" charset="2"/>
              </a:rPr>
              <a:t>;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   C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;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6356350" y="1916113"/>
            <a:ext cx="1944688" cy="6477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6356350" y="3716338"/>
            <a:ext cx="1944688" cy="6477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0486" name="直接箭头连接符 3"/>
          <p:cNvCxnSpPr>
            <a:stCxn id="2" idx="2"/>
            <a:endCxn id="5" idx="0"/>
          </p:cNvCxnSpPr>
          <p:nvPr/>
        </p:nvCxnSpPr>
        <p:spPr>
          <a:xfrm>
            <a:off x="7327900" y="2563813"/>
            <a:ext cx="0" cy="11525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zh-CN" dirty="0"/>
              <a:t>信号量概念</a:t>
            </a:r>
            <a:endParaRPr lang="zh-CN" altLang="zh-CN" dirty="0"/>
          </a:p>
          <a:p>
            <a:r>
              <a:rPr lang="zh-CN" altLang="zh-CN" dirty="0"/>
              <a:t>整型信号量</a:t>
            </a:r>
            <a:endParaRPr lang="zh-CN" altLang="zh-CN" dirty="0"/>
          </a:p>
          <a:p>
            <a:r>
              <a:rPr lang="zh-CN" altLang="zh-CN" dirty="0"/>
              <a:t>记录型信号量</a:t>
            </a:r>
            <a:endParaRPr lang="zh-CN" altLang="zh-CN" dirty="0"/>
          </a:p>
          <a:p>
            <a:r>
              <a:rPr lang="zh-CN" altLang="zh-CN" dirty="0"/>
              <a:t>同步信号量和互斥信号量</a:t>
            </a:r>
            <a:endParaRPr lang="zh-CN" altLang="zh-CN" dirty="0"/>
          </a:p>
          <a:p>
            <a:r>
              <a:rPr lang="zh-CN" altLang="zh-CN" dirty="0"/>
              <a:t>信号量使用</a:t>
            </a:r>
            <a:endParaRPr lang="zh-CN" altLang="zh-CN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信号量（</a:t>
            </a:r>
            <a:r>
              <a:rPr lang="en-US" altLang="zh-CN" dirty="0"/>
              <a:t>Semaphore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6491288" cy="4525963"/>
          </a:xfrm>
          <a:noFill/>
          <a:ln>
            <a:noFill/>
          </a:ln>
        </p:spPr>
        <p:txBody>
          <a:bodyPr/>
          <a:p>
            <a:r>
              <a:rPr lang="zh-CN" altLang="en-US" sz="2800" dirty="0"/>
              <a:t>早期采用硬件解决方法，对程序设计人员而言太复杂</a:t>
            </a:r>
            <a:endParaRPr lang="en-US" altLang="zh-CN" sz="2800" dirty="0"/>
          </a:p>
          <a:p>
            <a:r>
              <a:rPr lang="zh-CN" altLang="en-US" sz="2800" dirty="0"/>
              <a:t>信号量</a:t>
            </a:r>
            <a:r>
              <a:rPr lang="en-US" altLang="zh-CN" sz="2800" dirty="0"/>
              <a:t>-</a:t>
            </a:r>
            <a:r>
              <a:rPr lang="zh-CN" altLang="en-US" sz="2800" dirty="0"/>
              <a:t>软件解决方案</a:t>
            </a:r>
            <a:endParaRPr lang="en-US" altLang="zh-CN" sz="2800" dirty="0"/>
          </a:p>
          <a:p>
            <a:pPr lvl="1"/>
            <a:r>
              <a:rPr lang="zh-CN" altLang="en-US" sz="2400" dirty="0"/>
              <a:t>保证两个或多个代码段不被并发调用</a:t>
            </a:r>
            <a:endParaRPr lang="en-US" altLang="zh-CN" sz="2400" dirty="0"/>
          </a:p>
          <a:p>
            <a:pPr lvl="1"/>
            <a:r>
              <a:rPr lang="zh-CN" altLang="en-US" sz="2400" dirty="0"/>
              <a:t>在进入关键代码段前，进程必须获取一个信号量，否则不能运行</a:t>
            </a:r>
            <a:endParaRPr lang="en-US" altLang="zh-CN" sz="2400" dirty="0"/>
          </a:p>
          <a:p>
            <a:pPr lvl="1"/>
            <a:r>
              <a:rPr lang="zh-CN" altLang="en-US" sz="2400" dirty="0"/>
              <a:t>执行完该关键代码段，必须释放信号量</a:t>
            </a:r>
            <a:endParaRPr lang="en-US" altLang="zh-CN" sz="2400" dirty="0"/>
          </a:p>
          <a:p>
            <a:pPr lvl="1"/>
            <a:r>
              <a:rPr lang="zh-CN" altLang="en-US" sz="2400" dirty="0"/>
              <a:t>信号量有值，为正说明它空闲，为负说明其忙碌</a:t>
            </a:r>
            <a:endParaRPr lang="en-US" altLang="zh-CN" sz="2400" dirty="0"/>
          </a:p>
          <a:p>
            <a:endParaRPr lang="en-US" altLang="zh-CN" sz="2800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14341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950" y="1844675"/>
            <a:ext cx="1544638" cy="3189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迪科斯彻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(1930-2002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)</a:t>
            </a:r>
            <a:endParaRPr kumimoji="0" lang="zh-CN" altLang="en-US" sz="3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6130925" cy="4525963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艾兹格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·W·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迪科斯彻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Edsger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Wybe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Dijkstra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信号量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PV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原语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发明者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解决了“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哲学家就餐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”问题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最短路径算法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(SPF)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银行家算法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的创造者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结构程序设计之父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THE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操作系统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设计者和开发者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D. E. Knuth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并称为这个时代最伟大的计算机科学家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364" name="Picture 2" descr="http://a0.att.hudong.com/80/32/01300000939397131132321237253_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9563" y="2852738"/>
            <a:ext cx="2160587" cy="22875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 idx="4294967295"/>
          </p:nvPr>
        </p:nvSpPr>
        <p:spPr>
          <a:xfrm>
            <a:off x="1187450" y="549275"/>
            <a:ext cx="6743700" cy="736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整型信号量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042988" y="1557338"/>
            <a:ext cx="7029450" cy="4660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1597025" algn="l"/>
                <a:tab pos="2576195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信号量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整型变量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1597025" algn="l"/>
                <a:tab pos="2576195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提供两个不可分割的[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原子操作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]访问信号量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1597025" algn="l"/>
                <a:tab pos="2576195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wait (S): 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1597025" algn="l"/>
                <a:tab pos="25761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while 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 0 do 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no-op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;</a:t>
            </a:r>
            <a:b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	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S--;</a:t>
            </a:r>
            <a:b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</a:b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tabLst>
                <a:tab pos="1597025" algn="l"/>
                <a:tab pos="25761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</a:t>
            </a:r>
            <a:r>
              <a:rPr kumimoji="0" lang="en-US" altLang="zh-CN" sz="24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signal(S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): 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1597025" algn="l"/>
                <a:tab pos="2576195" algn="l"/>
              </a:tabLst>
              <a:defRPr/>
            </a:pP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	S++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1597025" algn="l"/>
                <a:tab pos="25761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wait (S)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又称为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P(S)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1597025" algn="l"/>
                <a:tab pos="25761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signal(S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又称为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V(S)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1597025" algn="l"/>
                <a:tab pos="2576195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整型信号量的问题：忙等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1187450" y="549275"/>
            <a:ext cx="7561263" cy="736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记录型信号量：去除忙等的信号量</a:t>
            </a:r>
            <a:endParaRPr lang="zh-CN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1188" y="1562100"/>
            <a:ext cx="5205413" cy="49720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Wait(semaphore *S)</a:t>
            </a: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S-&gt;value--;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if (S-&gt;value &lt; 0) {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add this process to list S-&gt;list;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block();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Signal(semaphore *S) </a:t>
            </a: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S-&gt;value++;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if (S-&gt;value &lt;= 0) {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remove a process P from list S-&gt;list;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wakeup(P);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2" name="文本框 1"/>
          <p:cNvSpPr txBox="1"/>
          <p:nvPr/>
        </p:nvSpPr>
        <p:spPr>
          <a:xfrm>
            <a:off x="5465763" y="1562100"/>
            <a:ext cx="3313112" cy="175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记录型信号量定义：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typedef struct {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	int value;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	struct process *list;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} semaphore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1330325" y="765175"/>
            <a:ext cx="7229475" cy="4572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信号量类型</a:t>
            </a:r>
            <a:endParaRPr lang="zh-CN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755650" y="1484313"/>
            <a:ext cx="7921625" cy="40655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计数信号量 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变化范围：没有限制的整型值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计数信号量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同步信号量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二值信号量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变化范围仅限于0和1的信号量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二值信号量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互斥信号量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信号量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S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的使用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S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必须置一次且只能置一次初值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S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初值不能为负数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</a:rPr>
              <a:t>除了初始化，只能通过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执行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P、V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操作来访问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S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1116013" y="836613"/>
            <a:ext cx="7416800" cy="4572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互斥信号量使用</a:t>
            </a:r>
            <a:endParaRPr lang="zh-CN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116013" y="1557338"/>
            <a:ext cx="7451725" cy="4292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4695" algn="ctr"/>
                <a:tab pos="4518025" algn="ctr"/>
              </a:tabLst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Semaphore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*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S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; 	//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初始化为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1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4695" algn="ctr"/>
                <a:tab pos="4518025" algn="ctr"/>
              </a:tabLst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4695" algn="ctr"/>
                <a:tab pos="4518025" algn="ctr"/>
              </a:tabLst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wait(S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4695" algn="ctr"/>
                <a:tab pos="4518025" algn="ctr"/>
              </a:tabLst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CriticalSection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()	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临界区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tabLst>
                <a:tab pos="2004695" algn="ctr"/>
                <a:tab pos="4518025" algn="ctr"/>
              </a:tabLst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signal(S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4695" algn="ctr"/>
                <a:tab pos="4518025" algn="ctr"/>
              </a:tabLst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4695" algn="ctr"/>
                <a:tab pos="4518025" algn="ctr"/>
              </a:tabLst>
              <a:defRPr/>
            </a:pP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"/>
          <p:cNvSpPr>
            <a:spLocks noGrp="1"/>
          </p:cNvSpPr>
          <p:nvPr>
            <p:ph type="title" idx="4294967295"/>
          </p:nvPr>
        </p:nvSpPr>
        <p:spPr>
          <a:xfrm>
            <a:off x="1258888" y="692150"/>
            <a:ext cx="6642100" cy="58737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同步信号量使用</a:t>
            </a:r>
            <a:endParaRPr lang="zh-CN" altLang="en-US" dirty="0"/>
          </a:p>
        </p:txBody>
      </p:sp>
      <p:sp>
        <p:nvSpPr>
          <p:cNvPr id="25603" name="内容占位符 2"/>
          <p:cNvSpPr>
            <a:spLocks noGrp="1"/>
          </p:cNvSpPr>
          <p:nvPr>
            <p:ph idx="4294967295"/>
          </p:nvPr>
        </p:nvSpPr>
        <p:spPr bwMode="auto">
          <a:xfrm>
            <a:off x="611188" y="1557338"/>
            <a:ext cx="7956550" cy="43640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2001520" algn="ctr"/>
                <a:tab pos="4512945" algn="ctr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实现各种同步问题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2001520" algn="ctr"/>
                <a:tab pos="4512945" algn="ctr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例子：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P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P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需要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C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比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C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2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先运行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T Extra" panose="05050102010205020202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anose="05050102010205020202" pitchFamily="18" charset="2"/>
              </a:rPr>
              <a:t>       semaphore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  <a:sym typeface="MT Extra" panose="05050102010205020202" pitchFamily="18" charset="2"/>
              </a:rPr>
              <a:t>s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  <a:sym typeface="MT Extra" panose="05050102010205020202" pitchFamily="18" charset="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  <a:sym typeface="MT Extra" panose="05050102010205020202" pitchFamily="18" charset="2"/>
              </a:rPr>
              <a:t>0 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P1: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   C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;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signal(s)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;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P2: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wait(s)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sym typeface="MT Extra" panose="05050102010205020202" pitchFamily="18" charset="2"/>
              </a:rPr>
              <a:t>;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sym typeface="MT Extra" panose="05050102010205020202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1520" algn="ctr"/>
                <a:tab pos="4512945" algn="ctr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   C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sym typeface="MT Extra" panose="05050102010205020202" pitchFamily="18" charset="2"/>
              </a:rPr>
              <a:t>;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6356350" y="1916113"/>
            <a:ext cx="1944688" cy="6477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6356350" y="3716338"/>
            <a:ext cx="1944688" cy="6477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0486" name="直接箭头连接符 3"/>
          <p:cNvCxnSpPr>
            <a:stCxn id="2" idx="2"/>
            <a:endCxn id="5" idx="0"/>
          </p:cNvCxnSpPr>
          <p:nvPr/>
        </p:nvCxnSpPr>
        <p:spPr>
          <a:xfrm>
            <a:off x="7327900" y="2563813"/>
            <a:ext cx="0" cy="11525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250825" y="1844675"/>
            <a:ext cx="8497888" cy="1981200"/>
          </a:xfrm>
        </p:spPr>
        <p:txBody>
          <a:bodyPr vert="horz" wrap="square" lIns="91422" tIns="45711" rIns="91422" bIns="45711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第六章 进程同步</a:t>
            </a:r>
            <a:br>
              <a:rPr kumimoji="0" lang="zh-CN" alt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zh-CN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zh-CN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生产者</a:t>
            </a:r>
            <a:r>
              <a:rPr kumimoji="0" lang="zh-CN" altLang="zh-CN" sz="5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消费者问题</a:t>
            </a:r>
            <a:endParaRPr kumimoji="0" lang="zh-CN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 advTm="9139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dirty="0"/>
              <a:t>问题描述</a:t>
            </a:r>
            <a:endParaRPr lang="en-US" altLang="zh-CN" dirty="0"/>
          </a:p>
          <a:p>
            <a:r>
              <a:rPr lang="zh-CN" altLang="en-US" dirty="0"/>
              <a:t>互斥分析</a:t>
            </a:r>
            <a:endParaRPr lang="en-US" altLang="zh-CN" dirty="0"/>
          </a:p>
          <a:p>
            <a:r>
              <a:rPr lang="zh-CN" altLang="en-US" dirty="0"/>
              <a:t>同步分析</a:t>
            </a:r>
            <a:endParaRPr lang="en-US" altLang="zh-CN" dirty="0"/>
          </a:p>
          <a:p>
            <a:r>
              <a:rPr lang="zh-CN" altLang="en-US" dirty="0"/>
              <a:t>同步算法</a:t>
            </a:r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1042988" y="765175"/>
            <a:ext cx="7493000" cy="4953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经典同步问题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/>
          </p:cNvSpPr>
          <p:nvPr>
            <p:ph type="body" idx="4294967295"/>
          </p:nvPr>
        </p:nvSpPr>
        <p:spPr>
          <a:xfrm>
            <a:off x="827088" y="1628775"/>
            <a:ext cx="7993062" cy="23526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sz="2800" dirty="0"/>
              <a:t>生产者</a:t>
            </a:r>
            <a:r>
              <a:rPr lang="en-US" altLang="zh-CN" sz="2800" dirty="0"/>
              <a:t>-</a:t>
            </a:r>
            <a:r>
              <a:rPr lang="zh-CN" altLang="en-US" sz="2800" dirty="0"/>
              <a:t>消费者问题</a:t>
            </a:r>
            <a:endParaRPr lang="en-US" altLang="zh-CN" sz="2800" dirty="0"/>
          </a:p>
          <a:p>
            <a:pPr lvl="1"/>
            <a:r>
              <a:rPr lang="zh-CN" altLang="en-US" sz="2400" dirty="0"/>
              <a:t>共享有限缓冲区</a:t>
            </a:r>
            <a:endParaRPr lang="en-US" altLang="zh-CN" sz="2400" dirty="0"/>
          </a:p>
          <a:p>
            <a:r>
              <a:rPr lang="zh-CN" altLang="en-US" sz="2800" dirty="0"/>
              <a:t>读者写者问题</a:t>
            </a:r>
            <a:endParaRPr lang="en-US" altLang="zh-CN" sz="2800" dirty="0"/>
          </a:p>
          <a:p>
            <a:pPr lvl="1"/>
            <a:r>
              <a:rPr lang="zh-CN" altLang="en-US" sz="2400" dirty="0"/>
              <a:t>数据读写操作</a:t>
            </a:r>
            <a:endParaRPr lang="en-US" altLang="zh-CN" sz="2400" dirty="0"/>
          </a:p>
          <a:p>
            <a:r>
              <a:rPr lang="zh-CN" altLang="en-US" sz="2800" dirty="0"/>
              <a:t>哲学家就餐问题</a:t>
            </a:r>
            <a:endParaRPr lang="en-US" altLang="zh-CN" sz="2800" dirty="0"/>
          </a:p>
          <a:p>
            <a:pPr lvl="1"/>
            <a:r>
              <a:rPr lang="zh-CN" altLang="en-US" sz="2400" dirty="0"/>
              <a:t>资源竞争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问题描述</a:t>
            </a:r>
            <a:endParaRPr lang="zh-CN" altLang="en-US" dirty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088"/>
          </a:xfrm>
          <a:noFill/>
          <a:ln>
            <a:noFill/>
          </a:ln>
        </p:spPr>
        <p:txBody>
          <a:bodyPr/>
          <a:p>
            <a:r>
              <a:rPr lang="zh-CN" altLang="en-US" sz="2800" dirty="0"/>
              <a:t>生产者（</a:t>
            </a:r>
            <a:r>
              <a:rPr lang="en-US" altLang="zh-CN" sz="2800" dirty="0"/>
              <a:t>M</a:t>
            </a:r>
            <a:r>
              <a:rPr lang="zh-CN" altLang="en-US" sz="2800" dirty="0"/>
              <a:t>个）：生产产品，并放入缓冲区</a:t>
            </a:r>
            <a:endParaRPr lang="en-US" altLang="zh-CN" sz="2800" dirty="0"/>
          </a:p>
          <a:p>
            <a:r>
              <a:rPr lang="zh-CN" altLang="en-US" sz="2800" dirty="0"/>
              <a:t>消费者（</a:t>
            </a:r>
            <a:r>
              <a:rPr lang="en-US" altLang="zh-CN" sz="2800" dirty="0"/>
              <a:t>N</a:t>
            </a:r>
            <a:r>
              <a:rPr lang="zh-CN" altLang="en-US" sz="2800" dirty="0"/>
              <a:t>个）：从缓冲区取产品消费</a:t>
            </a:r>
            <a:endParaRPr lang="en-US" altLang="zh-CN" sz="2800" dirty="0"/>
          </a:p>
          <a:p>
            <a:r>
              <a:rPr lang="zh-CN" altLang="en-US" sz="2800" dirty="0"/>
              <a:t>问题：如何实现生产者和消费者之间的同步和互斥</a:t>
            </a:r>
            <a:endParaRPr lang="en-US" altLang="zh-CN" sz="28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M                                     N</a:t>
            </a:r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1536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3860800"/>
            <a:ext cx="5670550" cy="2224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3"/>
          <p:cNvSpPr>
            <a:spLocks noGrp="1"/>
          </p:cNvSpPr>
          <p:nvPr>
            <p:ph type="body" idx="4294967295"/>
          </p:nvPr>
        </p:nvSpPr>
        <p:spPr>
          <a:xfrm>
            <a:off x="827088" y="1628775"/>
            <a:ext cx="3613150" cy="44831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zh-CN" altLang="en-US" sz="2000" dirty="0"/>
              <a:t>生产者：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 { 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…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</a:t>
            </a:r>
            <a:r>
              <a:rPr lang="zh-CN" altLang="en-US" sz="2000" dirty="0"/>
              <a:t>生产一个产品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…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 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 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 …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</a:t>
            </a:r>
            <a:r>
              <a:rPr lang="zh-CN" altLang="en-US" sz="2000" dirty="0"/>
              <a:t>把产品放入指定缓冲区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 …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 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 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} </a:t>
            </a:r>
            <a:r>
              <a:rPr lang="en-US" altLang="zh-CN" b="1" dirty="0"/>
              <a:t>	</a:t>
            </a:r>
            <a:endParaRPr lang="en-US" altLang="zh-CN" b="1" dirty="0"/>
          </a:p>
        </p:txBody>
      </p:sp>
      <p:sp>
        <p:nvSpPr>
          <p:cNvPr id="16387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生产者消费者流程</a:t>
            </a:r>
            <a:endParaRPr lang="en-US" altLang="zh-CN" dirty="0"/>
          </a:p>
        </p:txBody>
      </p:sp>
      <p:sp>
        <p:nvSpPr>
          <p:cNvPr id="16388" name="Rectangle 3"/>
          <p:cNvSpPr txBox="1"/>
          <p:nvPr/>
        </p:nvSpPr>
        <p:spPr>
          <a:xfrm>
            <a:off x="4660900" y="1628775"/>
            <a:ext cx="4483100" cy="3937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zh-CN" altLang="en-US" sz="2000" dirty="0">
                <a:latin typeface="Helvetica" pitchFamily="2" charset="0"/>
              </a:rPr>
              <a:t>消费者：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 { 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…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…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</a:t>
            </a:r>
            <a:r>
              <a:rPr lang="zh-CN" altLang="en-US" sz="2000" dirty="0">
                <a:latin typeface="Helvetica" pitchFamily="2" charset="0"/>
              </a:rPr>
              <a:t>从指定缓冲区取出产品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…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…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</a:t>
            </a:r>
            <a:r>
              <a:rPr lang="zh-CN" altLang="en-US" sz="2000" dirty="0">
                <a:latin typeface="Helvetica" pitchFamily="2" charset="0"/>
              </a:rPr>
              <a:t>消费取出的产品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…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}</a:t>
            </a:r>
            <a:endParaRPr lang="en-US" altLang="zh-CN" sz="2000" dirty="0">
              <a:latin typeface="Helvetica" pitchFamily="2" charset="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互斥分析基本方法</a:t>
            </a:r>
            <a:endParaRPr lang="zh-CN" altLang="en-US" dirty="0"/>
          </a:p>
        </p:txBody>
      </p:sp>
      <p:sp>
        <p:nvSpPr>
          <p:cNvPr id="17411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graphicFrame>
        <p:nvGraphicFramePr>
          <p:cNvPr id="5" name="图示 4"/>
          <p:cNvGraphicFramePr/>
          <p:nvPr/>
        </p:nvGraphicFramePr>
        <p:xfrm>
          <a:off x="1403648" y="1484784"/>
          <a:ext cx="5904656" cy="4824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生产者消费者的互斥分析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484313"/>
            <a:ext cx="8229600" cy="4525963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临界资源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生产者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把产品放入指定缓冲区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: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所有的生产者对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in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指针需要互斥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counter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：所有生产者消费者进程对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counter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互斥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消费者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从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指定缓冲区取出产品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out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: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所有的消费者对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out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指针需要互斥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counter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：所有生产者消费者进程对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counter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互斥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2" name="圆角矩形 1"/>
          <p:cNvSpPr/>
          <p:nvPr/>
        </p:nvSpPr>
        <p:spPr bwMode="auto">
          <a:xfrm>
            <a:off x="5095875" y="1700213"/>
            <a:ext cx="3489325" cy="102235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buffer[</a:t>
            </a:r>
            <a:r>
              <a:rPr kumimoji="0" lang="en-US" altLang="zh-CN" sz="1800" b="1" i="0" u="none" strike="noStrike" kern="1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</a:t>
            </a:r>
            <a:r>
              <a:rPr kumimoji="0" lang="en-US" altLang="zh-CN" sz="1800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</a:t>
            </a:r>
            <a:r>
              <a:rPr kumimoji="0" lang="en-US" altLang="zh-CN" sz="1800" b="1" i="0" u="none" strike="noStrike" kern="1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nextProduced</a:t>
            </a:r>
            <a:r>
              <a:rPr kumimoji="0" lang="en-US" altLang="zh-CN" sz="1800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zh-CN" altLang="zh-CN" sz="1400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</a:t>
            </a:r>
            <a:r>
              <a:rPr kumimoji="0" lang="en-US" altLang="zh-CN" sz="1800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(</a:t>
            </a:r>
            <a:r>
              <a:rPr kumimoji="0" lang="en-US" altLang="zh-CN" sz="1800" b="1" i="0" u="none" strike="noStrike" kern="1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</a:t>
            </a:r>
            <a:r>
              <a:rPr kumimoji="0" lang="en-US" altLang="zh-CN" sz="1800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+ 1) % BUFFER_SIZE;</a:t>
            </a:r>
            <a:endParaRPr kumimoji="0" lang="zh-CN" altLang="zh-CN" sz="1400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counter</a:t>
            </a:r>
            <a:r>
              <a:rPr kumimoji="0" lang="en-US" altLang="zh-CN" sz="1800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++;</a:t>
            </a:r>
            <a:endParaRPr kumimoji="0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4954588" y="5589588"/>
            <a:ext cx="3770313" cy="92868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nextConsumed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buffer[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out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out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(o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ut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+ 1) % BUFFER_SIZE;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counter-</a:t>
            </a:r>
            <a:r>
              <a:rPr kumimoji="0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圆角矩形 2"/>
          <p:cNvSpPr/>
          <p:nvPr/>
        </p:nvSpPr>
        <p:spPr bwMode="auto">
          <a:xfrm>
            <a:off x="5020826" y="3566518"/>
            <a:ext cx="2736304" cy="43204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1187624" y="4149080"/>
            <a:ext cx="2808312" cy="43204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4" name="Rectangle 3"/>
          <p:cNvSpPr>
            <a:spLocks noGrp="1"/>
          </p:cNvSpPr>
          <p:nvPr>
            <p:ph type="body" idx="4294967295"/>
          </p:nvPr>
        </p:nvSpPr>
        <p:spPr>
          <a:xfrm>
            <a:off x="827088" y="1628775"/>
            <a:ext cx="3613150" cy="44831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zh-CN" altLang="en-US" sz="2000" dirty="0"/>
              <a:t>生产者：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 { 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…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</a:t>
            </a:r>
            <a:r>
              <a:rPr lang="zh-CN" altLang="en-US" sz="2000" dirty="0"/>
              <a:t>生产一个产品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…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 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 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 …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</a:t>
            </a:r>
            <a:r>
              <a:rPr lang="zh-CN" altLang="en-US" sz="2000" dirty="0"/>
              <a:t>把产品放入指定缓冲区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 …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 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 </a:t>
            </a:r>
            <a:endParaRPr lang="en-US" altLang="zh-CN" sz="2000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459355" algn="l"/>
                <a:tab pos="2740025" algn="l"/>
                <a:tab pos="3084830" algn="l"/>
              </a:tabLst>
            </a:pPr>
            <a:r>
              <a:rPr lang="en-US" altLang="zh-CN" sz="2000" dirty="0"/>
              <a:t>	} </a:t>
            </a:r>
            <a:r>
              <a:rPr lang="en-US" altLang="zh-CN" b="1" dirty="0"/>
              <a:t>	</a:t>
            </a:r>
            <a:endParaRPr lang="en-US" altLang="zh-CN" b="1" dirty="0"/>
          </a:p>
        </p:txBody>
      </p:sp>
      <p:sp>
        <p:nvSpPr>
          <p:cNvPr id="19465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划分临界区</a:t>
            </a:r>
            <a:endParaRPr lang="en-US" altLang="zh-CN" dirty="0"/>
          </a:p>
        </p:txBody>
      </p:sp>
      <p:sp>
        <p:nvSpPr>
          <p:cNvPr id="19466" name="Rectangle 3"/>
          <p:cNvSpPr txBox="1"/>
          <p:nvPr/>
        </p:nvSpPr>
        <p:spPr>
          <a:xfrm>
            <a:off x="4660900" y="1628775"/>
            <a:ext cx="4483100" cy="3937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zh-CN" altLang="en-US" sz="2000" dirty="0">
                <a:latin typeface="Helvetica" pitchFamily="2" charset="0"/>
              </a:rPr>
              <a:t>消费者：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 { 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…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…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</a:t>
            </a:r>
            <a:r>
              <a:rPr lang="zh-CN" altLang="en-US" sz="2000" dirty="0">
                <a:latin typeface="Helvetica" pitchFamily="2" charset="0"/>
              </a:rPr>
              <a:t>从指定缓冲区取出产品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…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…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</a:t>
            </a:r>
            <a:r>
              <a:rPr lang="zh-CN" altLang="en-US" sz="2000" dirty="0">
                <a:latin typeface="Helvetica" pitchFamily="2" charset="0"/>
              </a:rPr>
              <a:t>消费取出的产品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 …</a:t>
            </a:r>
            <a:endParaRPr lang="en-US" altLang="zh-CN" sz="2000" dirty="0">
              <a:latin typeface="Helvetica" pitchFamily="2" charset="0"/>
            </a:endParaRPr>
          </a:p>
          <a:p>
            <a:pPr marL="342900" indent="-342900" defTabSz="914400">
              <a:lnSpc>
                <a:spcPct val="90000"/>
              </a:lnSpc>
              <a:spcBef>
                <a:spcPct val="15000"/>
              </a:spcBef>
              <a:buClr>
                <a:srgbClr val="993300"/>
              </a:buClr>
              <a:buSzPct val="90000"/>
              <a:buFont typeface="Monotype Sorts" pitchFamily="2" charset="2"/>
              <a:tabLst>
                <a:tab pos="1597025" algn="l"/>
                <a:tab pos="1941830" algn="l"/>
                <a:tab pos="2286000" algn="l"/>
              </a:tabLst>
            </a:pPr>
            <a:r>
              <a:rPr lang="en-US" altLang="zh-CN" sz="2000" dirty="0">
                <a:latin typeface="Helvetica" pitchFamily="2" charset="0"/>
              </a:rPr>
              <a:t>	}</a:t>
            </a:r>
            <a:endParaRPr lang="en-US" altLang="zh-CN" sz="2000" dirty="0">
              <a:latin typeface="Helvetica" pitchFamily="2" charset="0"/>
            </a:endParaRPr>
          </a:p>
        </p:txBody>
      </p:sp>
      <p:sp>
        <p:nvSpPr>
          <p:cNvPr id="4" name="椭圆形标注 3"/>
          <p:cNvSpPr/>
          <p:nvPr/>
        </p:nvSpPr>
        <p:spPr bwMode="auto">
          <a:xfrm>
            <a:off x="0" y="3251200"/>
            <a:ext cx="1233488" cy="519113"/>
          </a:xfrm>
          <a:prstGeom prst="wedgeEllipseCallout">
            <a:avLst>
              <a:gd name="adj1" fmla="val 50828"/>
              <a:gd name="adj2" fmla="val 126316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临界区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椭圆形标注 7"/>
          <p:cNvSpPr/>
          <p:nvPr/>
        </p:nvSpPr>
        <p:spPr bwMode="auto">
          <a:xfrm>
            <a:off x="7451725" y="2776538"/>
            <a:ext cx="1233488" cy="519113"/>
          </a:xfrm>
          <a:prstGeom prst="wedgeEllipseCallout">
            <a:avLst>
              <a:gd name="adj1" fmla="val -52550"/>
              <a:gd name="adj2" fmla="val 10531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临界区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 bwMode="auto">
          <a:xfrm>
            <a:off x="5148064" y="3957340"/>
            <a:ext cx="2520280" cy="26374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圆角矩形 2"/>
          <p:cNvSpPr/>
          <p:nvPr/>
        </p:nvSpPr>
        <p:spPr bwMode="auto">
          <a:xfrm>
            <a:off x="1259632" y="4581128"/>
            <a:ext cx="3024336" cy="28803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077913" y="1960563"/>
            <a:ext cx="3613150" cy="44831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生产者：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…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生产一个产品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…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wait(m);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…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把产品放入指定缓冲区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…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signal(m);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} 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489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增加互斥机制</a:t>
            </a:r>
            <a:endParaRPr lang="en-US" altLang="zh-CN" dirty="0"/>
          </a:p>
        </p:txBody>
      </p:sp>
      <p:sp>
        <p:nvSpPr>
          <p:cNvPr id="26628" name="Rectangle 3"/>
          <p:cNvSpPr txBox="1">
            <a:spLocks noChangeArrowheads="1"/>
          </p:cNvSpPr>
          <p:nvPr/>
        </p:nvSpPr>
        <p:spPr bwMode="auto">
          <a:xfrm>
            <a:off x="4691063" y="1989138"/>
            <a:ext cx="448310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消费者：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 { 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…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 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wait(m);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 …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从指定缓冲区取出产品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 …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signal(m);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 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 …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消费取出的产品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 …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}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5650" y="1557338"/>
            <a:ext cx="3744913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semaphore </a:t>
            </a:r>
            <a:r>
              <a:rPr kumimoji="0" lang="zh-CN" altLang="en-US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m; 	m-&gt;</a:t>
            </a:r>
            <a:r>
              <a:rPr kumimoji="0" lang="en-US" altLang="zh-CN" b="1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vaule</a:t>
            </a:r>
            <a:r>
              <a:rPr kumimoji="0" lang="en-US" altLang="zh-CN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= 1</a:t>
            </a:r>
            <a:r>
              <a:rPr kumimoji="0" lang="zh-CN" altLang="en-US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endParaRPr kumimoji="0" lang="en-US" altLang="zh-CN" b="1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br>
              <a:rPr kumimoji="0" lang="en-US" altLang="zh-CN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endParaRPr kumimoji="0" lang="zh-CN" altLang="en-US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椭圆形标注 7"/>
          <p:cNvSpPr/>
          <p:nvPr/>
        </p:nvSpPr>
        <p:spPr bwMode="auto">
          <a:xfrm>
            <a:off x="125413" y="3965575"/>
            <a:ext cx="1260475" cy="519113"/>
          </a:xfrm>
          <a:prstGeom prst="wedgeEllipseCallout">
            <a:avLst>
              <a:gd name="adj1" fmla="val 40387"/>
              <a:gd name="adj2" fmla="val 80165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临界区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椭圆形标注 8"/>
          <p:cNvSpPr/>
          <p:nvPr/>
        </p:nvSpPr>
        <p:spPr bwMode="auto">
          <a:xfrm>
            <a:off x="7235825" y="3168650"/>
            <a:ext cx="1260475" cy="520700"/>
          </a:xfrm>
          <a:prstGeom prst="wedgeEllipseCallout">
            <a:avLst>
              <a:gd name="adj1" fmla="val -35536"/>
              <a:gd name="adj2" fmla="val 99549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临界区</a:t>
            </a:r>
            <a:endParaRPr kumimoji="0" lang="zh-CN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同步分析</a:t>
            </a:r>
            <a:endParaRPr lang="zh-CN" altLang="en-US" dirty="0"/>
          </a:p>
        </p:txBody>
      </p:sp>
      <p:sp>
        <p:nvSpPr>
          <p:cNvPr id="21507" name="内容占位符 3"/>
          <p:cNvSpPr>
            <a:spLocks noGrp="1"/>
          </p:cNvSpPr>
          <p:nvPr>
            <p:ph idx="1"/>
          </p:nvPr>
        </p:nvSpPr>
        <p:spPr>
          <a:xfrm>
            <a:off x="2627313" y="5589588"/>
            <a:ext cx="3529012" cy="676275"/>
          </a:xfrm>
          <a:noFill/>
          <a:ln>
            <a:noFill/>
          </a:ln>
        </p:spPr>
        <p:txBody>
          <a:bodyPr/>
          <a:p>
            <a:pPr marL="0" indent="0">
              <a:buNone/>
            </a:pPr>
            <a:r>
              <a:rPr lang="zh-CN" altLang="en-US" sz="2400" dirty="0"/>
              <a:t>同步分析较为困难</a:t>
            </a:r>
            <a:endParaRPr lang="en-US" altLang="zh-CN" sz="2400" dirty="0"/>
          </a:p>
        </p:txBody>
      </p:sp>
      <p:sp>
        <p:nvSpPr>
          <p:cNvPr id="2150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graphicFrame>
        <p:nvGraphicFramePr>
          <p:cNvPr id="5" name="图示 4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生产者消费者的同步分析</a:t>
            </a:r>
            <a:endParaRPr lang="zh-CN" altLang="en-US" dirty="0"/>
          </a:p>
        </p:txBody>
      </p:sp>
      <p:sp>
        <p:nvSpPr>
          <p:cNvPr id="22531" name="内容占位符 4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sz="2800" dirty="0"/>
              <a:t>两者需要协同的部分</a:t>
            </a:r>
            <a:endParaRPr lang="en-US" altLang="zh-CN" sz="2800" dirty="0"/>
          </a:p>
          <a:p>
            <a:pPr lvl="1"/>
            <a:r>
              <a:rPr lang="zh-CN" altLang="en-US" sz="2400" dirty="0"/>
              <a:t>生产者：把产品放入指定缓冲区（关键代码</a:t>
            </a:r>
            <a:r>
              <a:rPr lang="en-US" altLang="zh-CN" sz="2400" dirty="0"/>
              <a:t>C1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/>
            <a:r>
              <a:rPr lang="zh-CN" altLang="en-US" sz="2400" dirty="0"/>
              <a:t>消费者：从满缓冲区取出一个产品（关键代码</a:t>
            </a:r>
            <a:r>
              <a:rPr lang="en-US" altLang="zh-CN" sz="2400" dirty="0"/>
              <a:t>C2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800" dirty="0"/>
              <a:t>三种运行次序（不同条件下不同运行次序）</a:t>
            </a:r>
            <a:endParaRPr lang="en-US" altLang="zh-CN" sz="2800" dirty="0"/>
          </a:p>
          <a:p>
            <a:pPr lvl="1"/>
            <a:r>
              <a:rPr lang="zh-CN" altLang="en-US" sz="2400" dirty="0"/>
              <a:t>所有缓冲区空时：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所有缓冲区满时：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缓冲区有空也有满时：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graphicFrame>
        <p:nvGraphicFramePr>
          <p:cNvPr id="6" name="图示 5"/>
          <p:cNvGraphicFramePr/>
          <p:nvPr/>
        </p:nvGraphicFramePr>
        <p:xfrm>
          <a:off x="5076056" y="3501008"/>
          <a:ext cx="2592288" cy="432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7" name="图示 6"/>
          <p:cNvGraphicFramePr/>
          <p:nvPr/>
        </p:nvGraphicFramePr>
        <p:xfrm>
          <a:off x="5004048" y="4437112"/>
          <a:ext cx="2664296" cy="432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8" name="图示 7"/>
          <p:cNvGraphicFramePr/>
          <p:nvPr/>
        </p:nvGraphicFramePr>
        <p:xfrm>
          <a:off x="5580112" y="5085184"/>
          <a:ext cx="2088232" cy="1872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 bwMode="auto">
          <a:xfrm>
            <a:off x="623352" y="3478289"/>
            <a:ext cx="3300576" cy="50405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0825" y="1452563"/>
            <a:ext cx="8569325" cy="4527550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生产者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…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生产一个产品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）判断是否能获得一个空缓冲区，如果不能则阻塞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C1: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把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产品放入指定缓冲区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2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）满缓冲区数量加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，如果有消费者由于等消费产品而被阻塞，则唤醒该消费者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8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算法描述：生产者</a:t>
            </a:r>
            <a:endParaRPr lang="zh-CN" altLang="en-US" dirty="0"/>
          </a:p>
        </p:txBody>
      </p:sp>
      <p:sp>
        <p:nvSpPr>
          <p:cNvPr id="23559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24582" name="椭圆形标注 7"/>
          <p:cNvSpPr>
            <a:spLocks noChangeArrowheads="1"/>
          </p:cNvSpPr>
          <p:nvPr/>
        </p:nvSpPr>
        <p:spPr bwMode="auto">
          <a:xfrm>
            <a:off x="4427538" y="3357563"/>
            <a:ext cx="1233488" cy="519113"/>
          </a:xfrm>
          <a:prstGeom prst="wedgeEllipseCallout">
            <a:avLst>
              <a:gd name="adj1" fmla="val -136347"/>
              <a:gd name="adj2" fmla="val 1782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临界区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86" name="椭圆形标注 12"/>
          <p:cNvSpPr>
            <a:spLocks noChangeArrowheads="1"/>
          </p:cNvSpPr>
          <p:nvPr/>
        </p:nvSpPr>
        <p:spPr bwMode="auto">
          <a:xfrm>
            <a:off x="3779838" y="1752600"/>
            <a:ext cx="2016125" cy="520700"/>
          </a:xfrm>
          <a:prstGeom prst="wedgeEllipseCallout">
            <a:avLst>
              <a:gd name="adj1" fmla="val -52924"/>
              <a:gd name="adj2" fmla="val 17760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同步：判断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87" name="椭圆形标注 13"/>
          <p:cNvSpPr>
            <a:spLocks noChangeArrowheads="1"/>
          </p:cNvSpPr>
          <p:nvPr/>
        </p:nvSpPr>
        <p:spPr bwMode="auto">
          <a:xfrm>
            <a:off x="3340100" y="5084763"/>
            <a:ext cx="1882775" cy="519113"/>
          </a:xfrm>
          <a:prstGeom prst="wedgeEllipseCallout">
            <a:avLst>
              <a:gd name="adj1" fmla="val -43120"/>
              <a:gd name="adj2" fmla="val -16492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同步：通知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 bwMode="auto">
          <a:xfrm>
            <a:off x="683568" y="3356992"/>
            <a:ext cx="2520280" cy="36004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0825" y="1600200"/>
            <a:ext cx="8569325" cy="4525963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消费者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）判断是否能获得一个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满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缓冲区，如果不能则阻塞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从满缓冲取出一个产品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）空缓冲区数量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如果有生产者由于等空缓冲区而阻塞，则唤醒该生产者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82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算法描述：消费者</a:t>
            </a:r>
            <a:endParaRPr lang="zh-CN" altLang="en-US" dirty="0"/>
          </a:p>
        </p:txBody>
      </p:sp>
      <p:sp>
        <p:nvSpPr>
          <p:cNvPr id="24583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25606" name="椭圆形标注 7"/>
          <p:cNvSpPr>
            <a:spLocks noChangeArrowheads="1"/>
          </p:cNvSpPr>
          <p:nvPr/>
        </p:nvSpPr>
        <p:spPr bwMode="auto">
          <a:xfrm>
            <a:off x="4033838" y="3155950"/>
            <a:ext cx="1233488" cy="519113"/>
          </a:xfrm>
          <a:prstGeom prst="wedgeEllipseCallout">
            <a:avLst>
              <a:gd name="adj1" fmla="val -129544"/>
              <a:gd name="adj2" fmla="val 2592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临界区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10" name="椭圆形标注 12"/>
          <p:cNvSpPr>
            <a:spLocks noChangeArrowheads="1"/>
          </p:cNvSpPr>
          <p:nvPr/>
        </p:nvSpPr>
        <p:spPr bwMode="auto">
          <a:xfrm>
            <a:off x="4044950" y="1655763"/>
            <a:ext cx="2017713" cy="517525"/>
          </a:xfrm>
          <a:prstGeom prst="wedgeEllipseCallout">
            <a:avLst>
              <a:gd name="adj1" fmla="val -57083"/>
              <a:gd name="adj2" fmla="val 17589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同步：判断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11" name="椭圆形标注 13"/>
          <p:cNvSpPr>
            <a:spLocks noChangeArrowheads="1"/>
          </p:cNvSpPr>
          <p:nvPr/>
        </p:nvSpPr>
        <p:spPr bwMode="auto">
          <a:xfrm>
            <a:off x="4033838" y="4851400"/>
            <a:ext cx="1882775" cy="519113"/>
          </a:xfrm>
          <a:prstGeom prst="wedgeEllipseCallout">
            <a:avLst>
              <a:gd name="adj1" fmla="val -43120"/>
              <a:gd name="adj2" fmla="val -16492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同步：通知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0" y="1484313"/>
            <a:ext cx="9396413" cy="41052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2058670" algn="l"/>
                <a:tab pos="2458720" algn="l"/>
              </a:tabLst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共享数据</a:t>
            </a:r>
            <a:b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semaphore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full,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empty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m;  //full: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满缓冲区数量  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empty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：空缓冲区数量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b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full-&gt;value = 0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	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empty-&gt;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vaule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N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	m-&gt;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vaule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1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2058670" algn="l"/>
                <a:tab pos="2458720" algn="l"/>
              </a:tabLst>
              <a:defRPr/>
            </a:pP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3" name="Rectangle 4"/>
          <p:cNvSpPr>
            <a:spLocks noGrp="1"/>
          </p:cNvSpPr>
          <p:nvPr>
            <p:ph type="title" idx="4294967295"/>
          </p:nvPr>
        </p:nvSpPr>
        <p:spPr>
          <a:xfrm>
            <a:off x="971550" y="723900"/>
            <a:ext cx="8077200" cy="609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同步信号量定义</a:t>
            </a:r>
            <a:endParaRPr lang="zh-CN" altLang="en-US" dirty="0"/>
          </a:p>
        </p:txBody>
      </p:sp>
      <p:graphicFrame>
        <p:nvGraphicFramePr>
          <p:cNvPr id="25604" name="对象 1"/>
          <p:cNvGraphicFramePr>
            <a:graphicFrameLocks noChangeAspect="1"/>
          </p:cNvGraphicFramePr>
          <p:nvPr/>
        </p:nvGraphicFramePr>
        <p:xfrm>
          <a:off x="179388" y="3789363"/>
          <a:ext cx="8534400" cy="244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585970" imgH="1311910" progId="Visio.Drawing.11">
                  <p:embed/>
                </p:oleObj>
              </mc:Choice>
              <mc:Fallback>
                <p:oleObj name="" r:id="rId1" imgW="4585970" imgH="131191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9388" y="3789363"/>
                        <a:ext cx="8534400" cy="2441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1188" y="1628775"/>
            <a:ext cx="3829050" cy="44831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生产者：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…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生产一个产品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…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wait(empty);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wait(m);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…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：把产品放入指定缓冲区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…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signal(m);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signal(full);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tabLst>
                <a:tab pos="2458720" algn="l"/>
                <a:tab pos="2740025" algn="l"/>
                <a:tab pos="308419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} 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627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解决方法</a:t>
            </a:r>
            <a:endParaRPr lang="en-US" altLang="zh-CN" dirty="0"/>
          </a:p>
        </p:txBody>
      </p:sp>
      <p:sp>
        <p:nvSpPr>
          <p:cNvPr id="26628" name="Rectangle 3"/>
          <p:cNvSpPr txBox="1">
            <a:spLocks noChangeArrowheads="1"/>
          </p:cNvSpPr>
          <p:nvPr/>
        </p:nvSpPr>
        <p:spPr bwMode="auto">
          <a:xfrm>
            <a:off x="4660900" y="1628775"/>
            <a:ext cx="448310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97025" algn="l"/>
                <a:tab pos="1941195" algn="l"/>
                <a:tab pos="2286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消费者：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 { 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…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wait(full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wait(m);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 …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C2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：从指定缓冲区取出产品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 …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signal(m);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signal(empty);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 …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消费取出的产品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 …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None/>
              <a:tabLst>
                <a:tab pos="1597025" algn="l"/>
                <a:tab pos="1941195" algn="l"/>
                <a:tab pos="228600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宋体" panose="02010600030101010101" pitchFamily="2" charset="-122"/>
                <a:cs typeface="+mn-cs"/>
              </a:rPr>
              <a:t>	}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2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圆角矩形标注 1"/>
          <p:cNvSpPr/>
          <p:nvPr/>
        </p:nvSpPr>
        <p:spPr bwMode="auto">
          <a:xfrm>
            <a:off x="2916238" y="2181225"/>
            <a:ext cx="1871663" cy="1414463"/>
          </a:xfrm>
          <a:prstGeom prst="wedgeRoundRectCallout">
            <a:avLst>
              <a:gd name="adj1" fmla="val -70475"/>
              <a:gd name="adj2" fmla="val 3590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empty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时，表示有空缓冲区，继续执行；否则，表示无空缓冲区，当前生产者阻塞。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6732588" y="1627188"/>
            <a:ext cx="1871663" cy="1414463"/>
          </a:xfrm>
          <a:prstGeom prst="wedgeRoundRectCallout">
            <a:avLst>
              <a:gd name="adj1" fmla="val -73612"/>
              <a:gd name="adj2" fmla="val 32341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full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时，表示有满缓冲区，继续执行；否则，表示无满缓冲区，当前消费者阻塞。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2916238" y="4711700"/>
            <a:ext cx="1871663" cy="1412875"/>
          </a:xfrm>
          <a:prstGeom prst="wedgeRoundRectCallout">
            <a:avLst>
              <a:gd name="adj1" fmla="val -77645"/>
              <a:gd name="adj2" fmla="val -3277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把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full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，如果有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消费者等在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full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队列上，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则唤醒该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消费者。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圆角矩形标注 7"/>
          <p:cNvSpPr/>
          <p:nvPr/>
        </p:nvSpPr>
        <p:spPr bwMode="auto">
          <a:xfrm>
            <a:off x="6973888" y="4797425"/>
            <a:ext cx="1873250" cy="1412875"/>
          </a:xfrm>
          <a:prstGeom prst="wedgeRoundRectCallout">
            <a:avLst>
              <a:gd name="adj1" fmla="val -66442"/>
              <a:gd name="adj2" fmla="val -46612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把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empty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，如果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有生产者等在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empty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的队列上，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则唤醒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该生产者。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6" grpId="0" bldLvl="0" animBg="1"/>
      <p:bldP spid="7" grpId="0" bldLvl="0" animBg="1"/>
      <p:bldP spid="8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250825" y="1916113"/>
            <a:ext cx="8497888" cy="1981200"/>
          </a:xfrm>
        </p:spPr>
        <p:txBody>
          <a:bodyPr vert="horz" wrap="square" lIns="91422" tIns="45711" rIns="91422" bIns="45711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第六章 进程同步</a:t>
            </a:r>
            <a:br>
              <a:rPr kumimoji="0" lang="zh-CN" alt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zh-CN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zh-CN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读者</a:t>
            </a:r>
            <a:r>
              <a:rPr kumimoji="0" lang="en-US" altLang="zh-CN" sz="5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/</a:t>
            </a:r>
            <a:r>
              <a:rPr kumimoji="0" lang="zh-CN" altLang="zh-CN" sz="5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写者问题</a:t>
            </a:r>
            <a:endParaRPr kumimoji="0" lang="zh-CN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 advTm="9139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读者写者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描述</a:t>
            </a: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同步互斥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分析</a:t>
            </a: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解决方法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1258888" y="692150"/>
            <a:ext cx="6057900" cy="44767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读者写者问题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/>
          </p:cNvSpPr>
          <p:nvPr>
            <p:ph type="body" idx="4294967295"/>
          </p:nvPr>
        </p:nvSpPr>
        <p:spPr>
          <a:xfrm>
            <a:off x="698500" y="14478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sz="2800" dirty="0">
                <a:latin typeface="宋体" panose="02010600030101010101" pitchFamily="2" charset="-122"/>
              </a:rPr>
              <a:t>两组并发进程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</a:rPr>
              <a:t>读者和写者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</a:rPr>
              <a:t>共享一组数据区进行读写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</a:rPr>
              <a:t>要求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</a:rPr>
              <a:t>允许多个读者同时读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</a:rPr>
              <a:t>不允许读者、写者同时读写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</a:rPr>
              <a:t>不允许多个写者同时写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</a:rPr>
              <a:t>例子：对文件的读写操作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pic>
        <p:nvPicPr>
          <p:cNvPr id="1434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663" y="1412875"/>
            <a:ext cx="2319337" cy="1511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1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563" y="2852738"/>
            <a:ext cx="2343150" cy="14779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2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663" y="4330700"/>
            <a:ext cx="2381250" cy="1536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4339">
                                            <p:txEl>
                                              <p:charRg st="2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" dur="20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14339">
                                            <p:txEl>
                                              <p:charRg st="3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14339">
                                            <p:txEl>
                                              <p:charRg st="51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 idx="4294967295"/>
          </p:nvPr>
        </p:nvSpPr>
        <p:spPr>
          <a:xfrm>
            <a:off x="1331913" y="765175"/>
            <a:ext cx="6886575" cy="4572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第一类读者写者问题</a:t>
            </a:r>
            <a:r>
              <a:rPr lang="en-US" altLang="zh-CN" dirty="0"/>
              <a:t>-</a:t>
            </a:r>
            <a:r>
              <a:rPr lang="zh-CN" altLang="en-US" dirty="0"/>
              <a:t>读者优先</a:t>
            </a:r>
            <a:endParaRPr lang="zh-CN" altLang="en-US" dirty="0"/>
          </a:p>
        </p:txBody>
      </p:sp>
      <p:sp>
        <p:nvSpPr>
          <p:cNvPr id="15363" name="Rectangle 3"/>
          <p:cNvSpPr>
            <a:spLocks noGrp="1"/>
          </p:cNvSpPr>
          <p:nvPr>
            <p:ph type="body" idx="4294967295"/>
          </p:nvPr>
        </p:nvSpPr>
        <p:spPr>
          <a:xfrm>
            <a:off x="755650" y="1628775"/>
            <a:ext cx="7488238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lnSpc>
                <a:spcPct val="80000"/>
              </a:lnSpc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读者：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无读者、写者，新读者可读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有写者等，但有其它读者在读，则新读者也可读</a:t>
            </a:r>
            <a:endParaRPr lang="zh-CN" altLang="en-US" b="1" dirty="0"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有写者写，新读者等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80000"/>
              </a:lnSpc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写者：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）无读者和写者，新写者可写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）有读者，新写者等待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3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）有其它写者，新写者等待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解决方法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1042988" y="2262188"/>
            <a:ext cx="3024188" cy="4176713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Readers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V(W);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…...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5219700" y="2259013"/>
            <a:ext cx="2881313" cy="4065588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Writers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P(W);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写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V(W);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…...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9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211513" y="1554163"/>
            <a:ext cx="230505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Semephore</a:t>
            </a:r>
            <a:r>
              <a:rPr kumimoji="0" lang="en-US" altLang="zh-CN" sz="2000" kern="1200" cap="none" spc="0" normalizeH="0" baseline="0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*W;</a:t>
            </a:r>
            <a:endParaRPr kumimoji="0" lang="en-US" altLang="zh-CN" sz="2000" kern="1200" cap="none" spc="0" normalizeH="0" baseline="0" noProof="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W-&gt;value=1;</a:t>
            </a:r>
            <a:endParaRPr kumimoji="0" lang="zh-CN" altLang="en-US" sz="2000" kern="1200" cap="none" spc="0" normalizeH="0" baseline="0" noProof="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存在问题</a:t>
            </a:r>
            <a:endParaRPr lang="zh-CN" altLang="en-US" dirty="0"/>
          </a:p>
        </p:txBody>
      </p:sp>
      <p:sp>
        <p:nvSpPr>
          <p:cNvPr id="17411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6" name="内容占位符 4"/>
          <p:cNvSpPr txBox="1"/>
          <p:nvPr/>
        </p:nvSpPr>
        <p:spPr>
          <a:xfrm>
            <a:off x="1042988" y="2384425"/>
            <a:ext cx="3024188" cy="40544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800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Readers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…...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内容占位符 5"/>
          <p:cNvSpPr txBox="1"/>
          <p:nvPr/>
        </p:nvSpPr>
        <p:spPr>
          <a:xfrm>
            <a:off x="5219700" y="2384425"/>
            <a:ext cx="2881313" cy="39401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800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Writers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写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…...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8163" y="1554163"/>
            <a:ext cx="8137525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问题：</a:t>
            </a: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读者不能同时读！</a:t>
            </a:r>
            <a:endParaRPr kumimoji="0" lang="en-US" altLang="zh-CN" sz="24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违背：</a:t>
            </a:r>
            <a:r>
              <a:rPr kumimoji="0" lang="zh-CN" altLang="en-US" sz="2400" b="1" kern="1200" cap="none" spc="0" normalizeH="0" baseline="0" noProof="0" dirty="0">
                <a:latin typeface="楷体_GB2312" pitchFamily="1" charset="-122"/>
                <a:ea typeface="楷体_GB2312" pitchFamily="1" charset="-122"/>
                <a:cs typeface="+mn-cs"/>
              </a:rPr>
              <a:t>有写者等，但有其它读者在读，则新读者也可读</a:t>
            </a:r>
            <a:endParaRPr kumimoji="0" lang="zh-CN" altLang="en-US" sz="2400" b="1" kern="1200" cap="none" spc="0" normalizeH="0" baseline="0" noProof="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修改思路</a:t>
            </a:r>
            <a:endParaRPr lang="zh-CN" altLang="en-US" dirty="0"/>
          </a:p>
        </p:txBody>
      </p:sp>
      <p:sp>
        <p:nvSpPr>
          <p:cNvPr id="1843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6" name="内容占位符 4"/>
          <p:cNvSpPr txBox="1"/>
          <p:nvPr/>
        </p:nvSpPr>
        <p:spPr>
          <a:xfrm>
            <a:off x="1042988" y="1700213"/>
            <a:ext cx="3024188" cy="47386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800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Readers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…...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内容占位符 5"/>
          <p:cNvSpPr txBox="1"/>
          <p:nvPr/>
        </p:nvSpPr>
        <p:spPr>
          <a:xfrm>
            <a:off x="5219700" y="1700213"/>
            <a:ext cx="2881313" cy="46243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800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Writers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写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…...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8" name="椭圆形标注 2"/>
          <p:cNvSpPr/>
          <p:nvPr/>
        </p:nvSpPr>
        <p:spPr>
          <a:xfrm>
            <a:off x="2484438" y="2205038"/>
            <a:ext cx="1943100" cy="519112"/>
          </a:xfrm>
          <a:prstGeom prst="wedgeEllipseCallout">
            <a:avLst>
              <a:gd name="adj1" fmla="val -70000"/>
              <a:gd name="adj2" fmla="val 101269"/>
            </a:avLst>
          </a:prstGeom>
          <a:solidFill>
            <a:schemeClr val="accent1"/>
          </a:solidFill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第一个读者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439" name="椭圆形标注 8"/>
          <p:cNvSpPr/>
          <p:nvPr/>
        </p:nvSpPr>
        <p:spPr>
          <a:xfrm>
            <a:off x="2454275" y="4365625"/>
            <a:ext cx="2549525" cy="519113"/>
          </a:xfrm>
          <a:prstGeom prst="wedgeEllipseCallout">
            <a:avLst>
              <a:gd name="adj1" fmla="val -66667"/>
              <a:gd name="adj2" fmla="val 94111"/>
            </a:avLst>
          </a:prstGeom>
          <a:solidFill>
            <a:schemeClr val="accent1"/>
          </a:solidFill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最后离开的读者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修改方法</a:t>
            </a:r>
            <a:endParaRPr lang="zh-CN" altLang="en-US" dirty="0"/>
          </a:p>
        </p:txBody>
      </p:sp>
      <p:sp>
        <p:nvSpPr>
          <p:cNvPr id="19459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6" name="内容占位符 4"/>
          <p:cNvSpPr txBox="1"/>
          <p:nvPr/>
        </p:nvSpPr>
        <p:spPr>
          <a:xfrm>
            <a:off x="827088" y="1965325"/>
            <a:ext cx="3024188" cy="445611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800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Readers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==1)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P(W);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--;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rc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==0)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V(W);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…...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内容占位符 5"/>
          <p:cNvSpPr txBox="1"/>
          <p:nvPr/>
        </p:nvSpPr>
        <p:spPr>
          <a:xfrm>
            <a:off x="5580063" y="1981200"/>
            <a:ext cx="2879725" cy="417671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800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Writers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写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…...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2" name="椭圆形标注 2"/>
          <p:cNvSpPr/>
          <p:nvPr/>
        </p:nvSpPr>
        <p:spPr>
          <a:xfrm>
            <a:off x="3203575" y="2565400"/>
            <a:ext cx="1944688" cy="519113"/>
          </a:xfrm>
          <a:prstGeom prst="wedgeEllipseCallout">
            <a:avLst>
              <a:gd name="adj1" fmla="val -72157"/>
              <a:gd name="adj2" fmla="val 119037"/>
            </a:avLst>
          </a:prstGeom>
          <a:solidFill>
            <a:schemeClr val="accent1"/>
          </a:solidFill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第一个读者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63" name="椭圆形标注 8"/>
          <p:cNvSpPr/>
          <p:nvPr/>
        </p:nvSpPr>
        <p:spPr>
          <a:xfrm>
            <a:off x="2900363" y="4624388"/>
            <a:ext cx="2551112" cy="519112"/>
          </a:xfrm>
          <a:prstGeom prst="wedgeEllipseCallout">
            <a:avLst>
              <a:gd name="adj1" fmla="val -60745"/>
              <a:gd name="adj2" fmla="val 149032"/>
            </a:avLst>
          </a:prstGeom>
          <a:solidFill>
            <a:schemeClr val="accent1"/>
          </a:solidFill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最后离开的读者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64" name="TextBox 3"/>
          <p:cNvSpPr txBox="1"/>
          <p:nvPr/>
        </p:nvSpPr>
        <p:spPr>
          <a:xfrm>
            <a:off x="611188" y="1557338"/>
            <a:ext cx="496887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增加一个读者计数器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</a:rPr>
              <a:t>rc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，设置初始值为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</a:rPr>
              <a:t>0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；</a:t>
            </a:r>
            <a:endParaRPr lang="zh-CN" altLang="en-US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圆角矩形 9"/>
          <p:cNvSpPr/>
          <p:nvPr/>
        </p:nvSpPr>
        <p:spPr>
          <a:xfrm>
            <a:off x="684213" y="5013325"/>
            <a:ext cx="2159000" cy="79216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483" name="圆角矩形 7"/>
          <p:cNvSpPr/>
          <p:nvPr/>
        </p:nvSpPr>
        <p:spPr>
          <a:xfrm>
            <a:off x="684213" y="3213100"/>
            <a:ext cx="2159000" cy="7207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48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修改方法</a:t>
            </a:r>
            <a:endParaRPr lang="zh-CN" altLang="en-US" dirty="0"/>
          </a:p>
        </p:txBody>
      </p:sp>
      <p:sp>
        <p:nvSpPr>
          <p:cNvPr id="2048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6" name="内容占位符 4"/>
          <p:cNvSpPr txBox="1"/>
          <p:nvPr/>
        </p:nvSpPr>
        <p:spPr>
          <a:xfrm>
            <a:off x="827088" y="1965325"/>
            <a:ext cx="3024188" cy="445611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800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Readers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P(M);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==1)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P(W);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V(M);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P(M);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==0) V(W);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V(M);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…...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内容占位符 5"/>
          <p:cNvSpPr txBox="1"/>
          <p:nvPr/>
        </p:nvSpPr>
        <p:spPr>
          <a:xfrm>
            <a:off x="5580063" y="1981200"/>
            <a:ext cx="2879725" cy="417671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800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8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Writers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写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V(W);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…...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488" name="椭圆形标注 2"/>
          <p:cNvSpPr/>
          <p:nvPr/>
        </p:nvSpPr>
        <p:spPr>
          <a:xfrm>
            <a:off x="3203575" y="2349500"/>
            <a:ext cx="1512888" cy="519113"/>
          </a:xfrm>
          <a:prstGeom prst="wedgeEllipseCallout">
            <a:avLst>
              <a:gd name="adj1" fmla="val -75486"/>
              <a:gd name="adj2" fmla="val 125495"/>
            </a:avLst>
          </a:prstGeom>
          <a:solidFill>
            <a:schemeClr val="accent1"/>
          </a:solidFill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临界区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489" name="椭圆形标注 8"/>
          <p:cNvSpPr/>
          <p:nvPr/>
        </p:nvSpPr>
        <p:spPr>
          <a:xfrm>
            <a:off x="3276600" y="4068763"/>
            <a:ext cx="1525588" cy="520700"/>
          </a:xfrm>
          <a:prstGeom prst="wedgeEllipseCallout">
            <a:avLst>
              <a:gd name="adj1" fmla="val -78875"/>
              <a:gd name="adj2" fmla="val 144185"/>
            </a:avLst>
          </a:prstGeom>
          <a:solidFill>
            <a:schemeClr val="accent1"/>
          </a:solidFill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临界区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490" name="TextBox 3"/>
          <p:cNvSpPr txBox="1"/>
          <p:nvPr/>
        </p:nvSpPr>
        <p:spPr>
          <a:xfrm>
            <a:off x="611188" y="1557338"/>
            <a:ext cx="496887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再增加一个互斥信号量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</a:rPr>
              <a:t>M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，设置初始值为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；</a:t>
            </a:r>
            <a:endParaRPr lang="zh-CN" altLang="en-US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23850" y="1773238"/>
            <a:ext cx="8497888" cy="1981200"/>
          </a:xfrm>
        </p:spPr>
        <p:txBody>
          <a:bodyPr vert="horz" wrap="square" lIns="91422" tIns="45711" rIns="91422" bIns="45711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第六章 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进程同步</a:t>
            </a:r>
            <a:br>
              <a:rPr kumimoji="0" lang="zh-CN" alt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zh-CN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zh-CN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哲学家</a:t>
            </a:r>
            <a:r>
              <a:rPr kumimoji="0" lang="zh-CN" altLang="zh-CN" sz="5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就餐问题</a:t>
            </a:r>
            <a:endParaRPr kumimoji="0" lang="zh-CN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 advTm="9139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 anchor="t" anchorCtr="0"/>
          <a:p>
            <a:r>
              <a:rPr lang="zh-CN" altLang="en-US" dirty="0"/>
              <a:t>哲学家就餐</a:t>
            </a:r>
            <a:r>
              <a:rPr lang="zh-CN" altLang="zh-CN" dirty="0"/>
              <a:t>问题描述</a:t>
            </a:r>
            <a:endParaRPr lang="zh-CN" altLang="zh-CN" dirty="0"/>
          </a:p>
          <a:p>
            <a:r>
              <a:rPr lang="zh-CN" altLang="en-US" dirty="0"/>
              <a:t>存在死锁的解决方法</a:t>
            </a:r>
            <a:endParaRPr lang="en-US" altLang="zh-CN" dirty="0"/>
          </a:p>
          <a:p>
            <a:r>
              <a:rPr lang="zh-CN" altLang="en-US" dirty="0"/>
              <a:t>无死锁的解决方法</a:t>
            </a:r>
            <a:endParaRPr lang="zh-CN" altLang="zh-CN" dirty="0"/>
          </a:p>
          <a:p>
            <a:r>
              <a:rPr lang="zh-CN" altLang="en-US" dirty="0"/>
              <a:t>信号量总结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22" tIns="45711" rIns="91422" bIns="45711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673" name="Picture 5"/>
          <p:cNvPicPr>
            <a:picLocks noChangeAspect="1"/>
          </p:cNvPicPr>
          <p:nvPr/>
        </p:nvPicPr>
        <p:blipFill>
          <a:blip r:embed="rId1">
            <a:lum bright="70001" contrast="-70000"/>
          </a:blip>
          <a:stretch>
            <a:fillRect/>
          </a:stretch>
        </p:blipFill>
        <p:spPr>
          <a:xfrm>
            <a:off x="4787900" y="5427663"/>
            <a:ext cx="3365500" cy="1055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4" name="Picture 6"/>
          <p:cNvPicPr>
            <a:picLocks noChangeAspect="1"/>
          </p:cNvPicPr>
          <p:nvPr/>
        </p:nvPicPr>
        <p:blipFill>
          <a:blip r:embed="rId2">
            <a:lum bright="70001" contrast="-70000"/>
          </a:blip>
          <a:stretch>
            <a:fillRect/>
          </a:stretch>
        </p:blipFill>
        <p:spPr>
          <a:xfrm>
            <a:off x="3851275" y="5589588"/>
            <a:ext cx="1092200" cy="973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5" name="Rectangle 7"/>
          <p:cNvSpPr>
            <a:spLocks noGrp="1" noRot="1"/>
          </p:cNvSpPr>
          <p:nvPr>
            <p:ph type="title"/>
          </p:nvPr>
        </p:nvSpPr>
        <p:spPr>
          <a:xfrm>
            <a:off x="1331913" y="692150"/>
            <a:ext cx="6642100" cy="58737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哲学家就餐问题</a:t>
            </a:r>
            <a:endParaRPr lang="zh-CN" altLang="en-US" dirty="0"/>
          </a:p>
        </p:txBody>
      </p:sp>
      <p:sp>
        <p:nvSpPr>
          <p:cNvPr id="28676" name="内容占位符 1"/>
          <p:cNvSpPr>
            <a:spLocks noGrp="1"/>
          </p:cNvSpPr>
          <p:nvPr>
            <p:ph idx="1"/>
          </p:nvPr>
        </p:nvSpPr>
        <p:spPr>
          <a:xfrm>
            <a:off x="457200" y="1600200"/>
            <a:ext cx="4691063" cy="4060825"/>
          </a:xfrm>
          <a:noFill/>
          <a:ln>
            <a:noFill/>
          </a:ln>
        </p:spPr>
        <p:txBody>
          <a:bodyPr anchor="t" anchorCtr="0"/>
          <a:p>
            <a:r>
              <a:rPr lang="zh-CN" altLang="en-US" dirty="0"/>
              <a:t>问题描述</a:t>
            </a:r>
            <a:endParaRPr lang="en-US" altLang="zh-CN" dirty="0"/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个哲学家、</a:t>
            </a:r>
            <a:endParaRPr lang="en-US" altLang="zh-CN" dirty="0"/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根筷子</a:t>
            </a:r>
            <a:endParaRPr lang="en-US" altLang="zh-CN" dirty="0"/>
          </a:p>
          <a:p>
            <a:pPr lvl="1"/>
            <a:r>
              <a:rPr lang="zh-CN" altLang="en-US" dirty="0"/>
              <a:t>每个哲学家左右各有一根筷子</a:t>
            </a:r>
            <a:endParaRPr lang="en-US" altLang="zh-CN" dirty="0"/>
          </a:p>
          <a:p>
            <a:pPr lvl="1"/>
            <a:r>
              <a:rPr lang="zh-CN" altLang="en-US" dirty="0"/>
              <a:t>每个哲学家只有拿起左右两个筷子才能吃饭</a:t>
            </a:r>
            <a:endParaRPr lang="en-US" altLang="zh-CN" dirty="0"/>
          </a:p>
          <a:p>
            <a:r>
              <a:rPr lang="zh-CN" altLang="en-US" dirty="0"/>
              <a:t>共享资源竞争的例子</a:t>
            </a:r>
            <a:endParaRPr lang="zh-CN" altLang="en-US" dirty="0"/>
          </a:p>
        </p:txBody>
      </p:sp>
      <p:pic>
        <p:nvPicPr>
          <p:cNvPr id="2867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163" y="1484313"/>
            <a:ext cx="3333750" cy="3286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 noRot="1"/>
          </p:cNvSpPr>
          <p:nvPr>
            <p:ph type="title" idx="4294967295"/>
          </p:nvPr>
        </p:nvSpPr>
        <p:spPr>
          <a:xfrm>
            <a:off x="1187450" y="620713"/>
            <a:ext cx="8229600" cy="72072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解决方法</a:t>
            </a:r>
            <a:endParaRPr lang="en-US" altLang="zh-CN" dirty="0"/>
          </a:p>
        </p:txBody>
      </p:sp>
      <p:sp>
        <p:nvSpPr>
          <p:cNvPr id="29698" name="Rectangle 3"/>
          <p:cNvSpPr>
            <a:spLocks noGrp="1"/>
          </p:cNvSpPr>
          <p:nvPr>
            <p:ph type="body" idx="4294967295"/>
          </p:nvPr>
        </p:nvSpPr>
        <p:spPr>
          <a:xfrm>
            <a:off x="395288" y="1463675"/>
            <a:ext cx="68199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defTabSz="914400">
              <a:lnSpc>
                <a:spcPct val="90000"/>
              </a:lnSpc>
              <a:tabLst>
                <a:tab pos="2005330" algn="l"/>
                <a:tab pos="2232025" algn="l"/>
                <a:tab pos="2459355" algn="l"/>
              </a:tabLst>
            </a:pPr>
            <a:r>
              <a:rPr lang="en-US" altLang="zh-CN" sz="2000" b="1" dirty="0"/>
              <a:t>semephore *chopstick[5]; 		//</a:t>
            </a:r>
            <a:r>
              <a:rPr lang="zh-CN" altLang="en-US" sz="2000" b="1" dirty="0"/>
              <a:t>初始值为</a:t>
            </a:r>
            <a:r>
              <a:rPr lang="en-US" altLang="zh-CN" sz="2000" b="1" dirty="0"/>
              <a:t>1</a:t>
            </a:r>
            <a:endParaRPr lang="en-US" altLang="zh-CN" sz="2000" b="1" dirty="0"/>
          </a:p>
          <a:p>
            <a:pPr defTabSz="914400">
              <a:lnSpc>
                <a:spcPct val="90000"/>
              </a:lnSpc>
              <a:tabLst>
                <a:tab pos="2005330" algn="l"/>
                <a:tab pos="2232025" algn="l"/>
                <a:tab pos="2459355" algn="l"/>
              </a:tabLst>
            </a:pPr>
            <a:endParaRPr lang="en-US" altLang="zh-CN" sz="2000" b="1" dirty="0"/>
          </a:p>
          <a:p>
            <a:pPr defTabSz="914400">
              <a:lnSpc>
                <a:spcPct val="90000"/>
              </a:lnSpc>
              <a:tabLst>
                <a:tab pos="2005330" algn="l"/>
                <a:tab pos="2232025" algn="l"/>
                <a:tab pos="2459355" algn="l"/>
              </a:tabLst>
            </a:pPr>
            <a:r>
              <a:rPr lang="zh-CN" altLang="en-US" sz="2000" b="1" dirty="0"/>
              <a:t>哲学家</a:t>
            </a:r>
            <a:r>
              <a:rPr lang="en-US" altLang="zh-CN" sz="2000" b="1" dirty="0"/>
              <a:t> </a:t>
            </a:r>
            <a:r>
              <a:rPr lang="en-US" altLang="zh-CN" sz="2000" b="1" i="1" dirty="0"/>
              <a:t>i</a:t>
            </a:r>
            <a:r>
              <a:rPr lang="en-US" altLang="zh-CN" sz="2000" b="1" dirty="0"/>
              <a:t>:</a:t>
            </a:r>
            <a:endParaRPr lang="en-US" altLang="zh-CN" sz="2000" b="1" dirty="0"/>
          </a:p>
          <a:p>
            <a:pPr lvl="1"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005330" algn="l"/>
                <a:tab pos="2232025" algn="l"/>
                <a:tab pos="2459355" algn="l"/>
              </a:tabLst>
            </a:pPr>
            <a:r>
              <a:rPr lang="en-US" altLang="zh-CN" sz="1600" b="1" dirty="0"/>
              <a:t>	</a:t>
            </a:r>
            <a:r>
              <a:rPr lang="en-US" altLang="zh-CN" sz="2400" b="1" dirty="0"/>
              <a:t>……	</a:t>
            </a:r>
            <a:endParaRPr lang="en-US" altLang="zh-CN" sz="2400" b="1" dirty="0"/>
          </a:p>
          <a:p>
            <a:pPr lvl="1"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005330" algn="l"/>
                <a:tab pos="2232025" algn="l"/>
                <a:tab pos="2459355" algn="l"/>
              </a:tabLst>
            </a:pPr>
            <a:r>
              <a:rPr lang="en-US" altLang="zh-CN" sz="2400" b="1" dirty="0"/>
              <a:t>	P(chopStick[i]);		//</a:t>
            </a:r>
            <a:r>
              <a:rPr lang="zh-CN" altLang="en-US" sz="2400" b="1" dirty="0"/>
              <a:t>拿左边筷子</a:t>
            </a:r>
            <a:endParaRPr lang="en-US" altLang="zh-CN" sz="2400" b="1" dirty="0"/>
          </a:p>
          <a:p>
            <a:pPr lvl="1" defTabSz="914400">
              <a:lnSpc>
                <a:spcPct val="90000"/>
              </a:lnSpc>
              <a:spcBef>
                <a:spcPct val="15000"/>
              </a:spcBef>
              <a:buNone/>
              <a:tabLst>
                <a:tab pos="2005330" algn="l"/>
                <a:tab pos="2232025" algn="l"/>
                <a:tab pos="2459355" algn="l"/>
              </a:tabLst>
            </a:pPr>
            <a:r>
              <a:rPr lang="en-US" altLang="zh-CN" sz="2400" b="1" dirty="0"/>
              <a:t>	P(chopStick[(i + 1) % 5]);	//</a:t>
            </a:r>
            <a:r>
              <a:rPr lang="zh-CN" altLang="en-US" sz="2400" b="1" dirty="0"/>
              <a:t>拿右边筷子</a:t>
            </a:r>
            <a:endParaRPr lang="en-US" altLang="zh-CN" sz="2400" b="1" dirty="0"/>
          </a:p>
          <a:p>
            <a:pPr lvl="1"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005330" algn="l"/>
                <a:tab pos="2232025" algn="l"/>
                <a:tab pos="2459355" algn="l"/>
              </a:tabLst>
            </a:pPr>
            <a:endParaRPr lang="en-US" altLang="zh-CN" sz="2400" b="1" dirty="0"/>
          </a:p>
          <a:p>
            <a:pPr lvl="1"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005330" algn="l"/>
                <a:tab pos="2232025" algn="l"/>
                <a:tab pos="2459355" algn="l"/>
              </a:tabLst>
            </a:pPr>
            <a:r>
              <a:rPr lang="en-US" altLang="zh-CN" sz="2400" b="1" dirty="0"/>
              <a:t>	 </a:t>
            </a:r>
            <a:r>
              <a:rPr lang="zh-CN" altLang="en-US" sz="2400" b="1" dirty="0"/>
              <a:t>吃饭</a:t>
            </a:r>
            <a:endParaRPr lang="en-US" altLang="zh-CN" sz="2400" b="1" dirty="0"/>
          </a:p>
          <a:p>
            <a:pPr lvl="1"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005330" algn="l"/>
                <a:tab pos="2232025" algn="l"/>
                <a:tab pos="2459355" algn="l"/>
              </a:tabLst>
            </a:pPr>
            <a:r>
              <a:rPr lang="en-US" altLang="zh-CN" sz="2400" b="1" dirty="0"/>
              <a:t>			</a:t>
            </a:r>
            <a:endParaRPr lang="en-US" altLang="zh-CN" sz="2400" b="1" dirty="0"/>
          </a:p>
          <a:p>
            <a:pPr lvl="1" defTabSz="914400">
              <a:lnSpc>
                <a:spcPct val="90000"/>
              </a:lnSpc>
              <a:spcBef>
                <a:spcPct val="15000"/>
              </a:spcBef>
              <a:buNone/>
              <a:tabLst>
                <a:tab pos="2005330" algn="l"/>
                <a:tab pos="2232025" algn="l"/>
                <a:tab pos="2459355" algn="l"/>
              </a:tabLst>
            </a:pPr>
            <a:r>
              <a:rPr lang="en-US" altLang="zh-CN" sz="2400" b="1" dirty="0"/>
              <a:t>	 V(chopStick[i]);		//</a:t>
            </a:r>
            <a:r>
              <a:rPr lang="zh-CN" altLang="en-US" sz="2400" b="1" dirty="0"/>
              <a:t>放下左边筷子</a:t>
            </a:r>
            <a:endParaRPr lang="en-US" altLang="zh-CN" sz="2400" b="1" dirty="0"/>
          </a:p>
          <a:p>
            <a:pPr lvl="1"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005330" algn="l"/>
                <a:tab pos="2232025" algn="l"/>
                <a:tab pos="2459355" algn="l"/>
              </a:tabLst>
            </a:pPr>
            <a:r>
              <a:rPr lang="en-US" altLang="zh-CN" sz="2400" b="1" dirty="0"/>
              <a:t>	 V(chopStick[(i + 1) % 5]); //</a:t>
            </a:r>
            <a:r>
              <a:rPr lang="zh-CN" altLang="en-US" sz="2400" b="1" dirty="0"/>
              <a:t>放下右边筷子</a:t>
            </a:r>
            <a:endParaRPr lang="en-US" altLang="zh-CN" sz="2400" b="1" dirty="0"/>
          </a:p>
          <a:p>
            <a:pPr lvl="1"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005330" algn="l"/>
                <a:tab pos="2232025" algn="l"/>
                <a:tab pos="2459355" algn="l"/>
              </a:tabLst>
            </a:pPr>
            <a:r>
              <a:rPr lang="en-US" altLang="zh-CN" sz="2400" b="1" dirty="0"/>
              <a:t>      ……</a:t>
            </a:r>
            <a:r>
              <a:rPr lang="en-US" altLang="zh-CN" sz="1800" b="1" dirty="0"/>
              <a:t>	</a:t>
            </a:r>
            <a:endParaRPr lang="en-US" altLang="zh-CN" sz="1800" b="1" dirty="0"/>
          </a:p>
          <a:p>
            <a:pPr lvl="1"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005330" algn="l"/>
                <a:tab pos="2232025" algn="l"/>
                <a:tab pos="2459355" algn="l"/>
              </a:tabLst>
            </a:pPr>
            <a:r>
              <a:rPr lang="en-US" altLang="zh-CN" sz="1800" b="1" dirty="0"/>
              <a:t>	 	</a:t>
            </a:r>
            <a:endParaRPr lang="en-US" altLang="zh-CN" sz="1800" b="1" dirty="0"/>
          </a:p>
          <a:p>
            <a:pPr lvl="1"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005330" algn="l"/>
                <a:tab pos="2232025" algn="l"/>
                <a:tab pos="2459355" algn="l"/>
              </a:tabLst>
            </a:pPr>
            <a:endParaRPr lang="en-US" altLang="zh-CN" sz="2000" b="1" dirty="0"/>
          </a:p>
          <a:p>
            <a:pPr defTabSz="914400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tabLst>
                <a:tab pos="2005330" algn="l"/>
                <a:tab pos="2232025" algn="l"/>
                <a:tab pos="2459355" algn="l"/>
              </a:tabLst>
            </a:pPr>
            <a:r>
              <a:rPr lang="en-US" altLang="zh-CN" sz="1600" b="1" dirty="0"/>
              <a:t>		</a:t>
            </a:r>
            <a:endParaRPr lang="en-US" altLang="zh-CN" sz="1600" b="1" dirty="0"/>
          </a:p>
        </p:txBody>
      </p:sp>
      <p:pic>
        <p:nvPicPr>
          <p:cNvPr id="29699" name="Picture 4"/>
          <p:cNvPicPr>
            <a:picLocks noChangeAspect="1"/>
          </p:cNvPicPr>
          <p:nvPr/>
        </p:nvPicPr>
        <p:blipFill>
          <a:blip r:embed="rId1">
            <a:lum bright="70001" contrast="-70000"/>
          </a:blip>
          <a:stretch>
            <a:fillRect/>
          </a:stretch>
        </p:blipFill>
        <p:spPr>
          <a:xfrm>
            <a:off x="5580063" y="5483225"/>
            <a:ext cx="3270250" cy="1023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0" name="Picture 5"/>
          <p:cNvPicPr>
            <a:picLocks noChangeAspect="1"/>
          </p:cNvPicPr>
          <p:nvPr/>
        </p:nvPicPr>
        <p:blipFill>
          <a:blip r:embed="rId2">
            <a:lum bright="70001" contrast="-70000"/>
          </a:blip>
          <a:stretch>
            <a:fillRect/>
          </a:stretch>
        </p:blipFill>
        <p:spPr>
          <a:xfrm>
            <a:off x="4716463" y="5594350"/>
            <a:ext cx="1011237" cy="901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1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588" y="1628775"/>
            <a:ext cx="1958975" cy="1930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标题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存在问题：死锁</a:t>
            </a:r>
            <a:endParaRPr lang="zh-CN" altLang="en-US" dirty="0"/>
          </a:p>
        </p:txBody>
      </p:sp>
      <p:sp>
        <p:nvSpPr>
          <p:cNvPr id="30722" name="内容占位符 3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 anchor="t" anchorCtr="0"/>
          <a:p>
            <a:r>
              <a:rPr lang="zh-CN" altLang="en-US" sz="2800" dirty="0"/>
              <a:t>每个哲学家同时执行</a:t>
            </a:r>
            <a:r>
              <a:rPr lang="en-US" altLang="zh-CN" sz="2800" b="1" dirty="0"/>
              <a:t>P(chopStick[i])</a:t>
            </a:r>
            <a:r>
              <a:rPr lang="zh-CN" altLang="en-US" sz="2800" b="1" dirty="0"/>
              <a:t>，</a:t>
            </a:r>
            <a:r>
              <a:rPr lang="zh-CN" altLang="en-US" sz="2800" dirty="0"/>
              <a:t>拿起左边筷子，导致死锁</a:t>
            </a:r>
            <a:endParaRPr lang="zh-CN" altLang="en-US" sz="2800" dirty="0"/>
          </a:p>
        </p:txBody>
      </p:sp>
      <p:sp>
        <p:nvSpPr>
          <p:cNvPr id="3072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 wrap="square" lIns="91422" tIns="45711" rIns="91422" bIns="45711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30724" name="Picture 4"/>
          <p:cNvPicPr>
            <a:picLocks noChangeAspect="1"/>
          </p:cNvPicPr>
          <p:nvPr/>
        </p:nvPicPr>
        <p:blipFill>
          <a:blip r:embed="rId1">
            <a:lum bright="70001" contrast="-70000"/>
          </a:blip>
          <a:stretch>
            <a:fillRect/>
          </a:stretch>
        </p:blipFill>
        <p:spPr>
          <a:xfrm>
            <a:off x="5580063" y="5483225"/>
            <a:ext cx="3270250" cy="1023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5" name="Picture 5"/>
          <p:cNvPicPr>
            <a:picLocks noChangeAspect="1"/>
          </p:cNvPicPr>
          <p:nvPr/>
        </p:nvPicPr>
        <p:blipFill>
          <a:blip r:embed="rId2">
            <a:lum bright="70001" contrast="-70000"/>
          </a:blip>
          <a:stretch>
            <a:fillRect/>
          </a:stretch>
        </p:blipFill>
        <p:spPr>
          <a:xfrm>
            <a:off x="4716463" y="5594350"/>
            <a:ext cx="1011237" cy="901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6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413" y="2492375"/>
            <a:ext cx="3524250" cy="3409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 noRot="1"/>
          </p:cNvSpPr>
          <p:nvPr>
            <p:ph type="title" idx="4294967295"/>
          </p:nvPr>
        </p:nvSpPr>
        <p:spPr>
          <a:xfrm>
            <a:off x="1187450" y="620713"/>
            <a:ext cx="7772400" cy="609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解决措施</a:t>
            </a:r>
            <a:endParaRPr lang="zh-CN" alt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95288" y="1557338"/>
            <a:ext cx="5545138" cy="38941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cs"/>
              </a:rPr>
              <a:t>为防止死锁发生可采取的措施：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1" charset="-122"/>
              <a:ea typeface="楷体_GB2312" pitchFamily="1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方法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1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：最多允许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个哲学家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同时坐在桌子周围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1" charset="-122"/>
              <a:ea typeface="楷体_GB2312" pitchFamily="1" charset="-122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方法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2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：仅当一个哲学家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左右两边筷子都可用时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，才允许他拿筷子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1" charset="-122"/>
              <a:ea typeface="楷体_GB2312" pitchFamily="1" charset="-122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方法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3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：给所有哲学家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编号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1" charset="-122"/>
                <a:ea typeface="楷体_GB2312" pitchFamily="1" charset="-122"/>
                <a:cs typeface="+mn-ea"/>
              </a:rPr>
              <a:t>，奇数号哲学家必须首先拿左边筷子，偶数号哲学家则反之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1" charset="-122"/>
              <a:ea typeface="楷体_GB2312" pitchFamily="1" charset="-122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1" charset="-122"/>
              <a:ea typeface="楷体_GB2312" pitchFamily="1" charset="-122"/>
              <a:cs typeface="+mn-ea"/>
            </a:endParaRPr>
          </a:p>
        </p:txBody>
      </p:sp>
      <p:pic>
        <p:nvPicPr>
          <p:cNvPr id="31747" name="Picture 4"/>
          <p:cNvPicPr>
            <a:picLocks noChangeAspect="1"/>
          </p:cNvPicPr>
          <p:nvPr/>
        </p:nvPicPr>
        <p:blipFill>
          <a:blip r:embed="rId1">
            <a:lum bright="70001" contrast="-70000"/>
          </a:blip>
          <a:stretch>
            <a:fillRect/>
          </a:stretch>
        </p:blipFill>
        <p:spPr>
          <a:xfrm>
            <a:off x="4067175" y="5451475"/>
            <a:ext cx="1247775" cy="1111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8" name="Picture 5"/>
          <p:cNvPicPr>
            <a:picLocks noChangeAspect="1"/>
          </p:cNvPicPr>
          <p:nvPr/>
        </p:nvPicPr>
        <p:blipFill>
          <a:blip r:embed="rId2">
            <a:lum bright="70001" contrast="-70000"/>
          </a:blip>
          <a:stretch>
            <a:fillRect/>
          </a:stretch>
        </p:blipFill>
        <p:spPr>
          <a:xfrm>
            <a:off x="4859338" y="5451475"/>
            <a:ext cx="3294062" cy="1031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9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25" y="1844675"/>
            <a:ext cx="2757488" cy="27035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方法</a:t>
            </a:r>
            <a:r>
              <a:rPr lang="en-US" altLang="zh-CN" dirty="0"/>
              <a:t>1-</a:t>
            </a:r>
            <a:r>
              <a:rPr lang="zh-CN" altLang="en-US" dirty="0"/>
              <a:t>最多</a:t>
            </a:r>
            <a:r>
              <a:rPr lang="en-US" altLang="zh-CN" dirty="0"/>
              <a:t>4</a:t>
            </a:r>
            <a:r>
              <a:rPr lang="zh-CN" altLang="en-US" dirty="0"/>
              <a:t>个哲学家入座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semephore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*chopstick[5]; 		//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初始值为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semaphore *seat;				//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初始值为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2004695" algn="l"/>
                <a:tab pos="2232025" algn="l"/>
                <a:tab pos="2458720" algn="l"/>
              </a:tabLst>
              <a:defRPr/>
            </a:pP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哲学家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……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P(seat);						//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看看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个座位是否有空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	P(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chopStick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[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]);		//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拿左边筷子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	P(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chopStick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[(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+ 1) % 5]);	//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拿右边筷子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	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吃饭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	 V(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chopStick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[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]);		//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放下左边筷子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	 V(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chopStick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[(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+ 1) % 5]);  //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放下右边筷子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	 V(seat);						//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释放占据的位置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   ……</a:t>
            </a: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	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Monotype Sorts" pitchFamily="2" charset="2"/>
              <a:buNone/>
              <a:tabLst>
                <a:tab pos="2004695" algn="l"/>
                <a:tab pos="2232025" algn="l"/>
                <a:tab pos="2458720" algn="l"/>
              </a:tabLst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	 	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1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 wrap="square" lIns="91422" tIns="45711" rIns="91422" bIns="45711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32772" name="Picture 4"/>
          <p:cNvPicPr>
            <a:picLocks noChangeAspect="1"/>
          </p:cNvPicPr>
          <p:nvPr/>
        </p:nvPicPr>
        <p:blipFill>
          <a:blip r:embed="rId1">
            <a:lum bright="70001" contrast="-70000"/>
          </a:blip>
          <a:stretch>
            <a:fillRect/>
          </a:stretch>
        </p:blipFill>
        <p:spPr>
          <a:xfrm>
            <a:off x="6713538" y="5961063"/>
            <a:ext cx="2046287" cy="641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3" name="Picture 5"/>
          <p:cNvPicPr>
            <a:picLocks noChangeAspect="1"/>
          </p:cNvPicPr>
          <p:nvPr/>
        </p:nvPicPr>
        <p:blipFill>
          <a:blip r:embed="rId2">
            <a:lum bright="70001" contrast="-70000"/>
          </a:blip>
          <a:stretch>
            <a:fillRect/>
          </a:stretch>
        </p:blipFill>
        <p:spPr>
          <a:xfrm>
            <a:off x="6156325" y="6026150"/>
            <a:ext cx="631825" cy="5635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方法</a:t>
            </a:r>
            <a:r>
              <a:rPr lang="en-US" altLang="zh-CN" dirty="0"/>
              <a:t>2 –</a:t>
            </a:r>
            <a:r>
              <a:rPr lang="zh-CN" altLang="en-US" dirty="0"/>
              <a:t>同时拿筷子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哲学家分为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个状态：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*state={Thinking,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hungry,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ating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};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设置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个信号量，对应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个哲学家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semaphore *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ph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[5];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初始值为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0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3795" name="Picture 4"/>
          <p:cNvPicPr>
            <a:picLocks noChangeAspect="1"/>
          </p:cNvPicPr>
          <p:nvPr/>
        </p:nvPicPr>
        <p:blipFill>
          <a:blip r:embed="rId1">
            <a:lum bright="70001" contrast="-70000"/>
          </a:blip>
          <a:stretch>
            <a:fillRect/>
          </a:stretch>
        </p:blipFill>
        <p:spPr>
          <a:xfrm>
            <a:off x="2362200" y="5127625"/>
            <a:ext cx="1609725" cy="1435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6" name="Picture 5"/>
          <p:cNvPicPr>
            <a:picLocks noChangeAspect="1"/>
          </p:cNvPicPr>
          <p:nvPr/>
        </p:nvPicPr>
        <p:blipFill>
          <a:blip r:embed="rId2">
            <a:lum bright="70001" contrast="-70000"/>
          </a:blip>
          <a:stretch>
            <a:fillRect/>
          </a:stretch>
        </p:blipFill>
        <p:spPr>
          <a:xfrm>
            <a:off x="3514725" y="5029200"/>
            <a:ext cx="4638675" cy="1454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Text Box 9"/>
          <p:cNvSpPr txBox="1">
            <a:spLocks noChangeArrowheads="1"/>
          </p:cNvSpPr>
          <p:nvPr/>
        </p:nvSpPr>
        <p:spPr bwMode="auto">
          <a:xfrm>
            <a:off x="1100138" y="428625"/>
            <a:ext cx="69342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l"/>
              <a:defRPr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4"/>
              <a:defRPr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90000"/>
              <a:buFont typeface="Monotype Sorts" pitchFamily="2" charset="2"/>
              <a:buChar char="–"/>
              <a:defRPr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chemeClr val="hlink"/>
              </a:buClr>
              <a:buSzPct val="90000"/>
              <a:buFont typeface="Monotype Sorts" pitchFamily="2" charset="2"/>
              <a:buChar char="»"/>
              <a:defRPr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Monotype Sorts" pitchFamily="2" charset="2"/>
              <a:buChar char="»"/>
              <a:defRPr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Monotype Sorts" pitchFamily="2" charset="2"/>
              <a:buChar char="»"/>
              <a:defRPr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Monotype Sorts" pitchFamily="2" charset="2"/>
              <a:buChar char="»"/>
              <a:defRPr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Monotype Sorts" pitchFamily="2" charset="2"/>
              <a:buChar char="»"/>
              <a:defRPr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defRPr/>
            </a:pP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4818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方法</a:t>
            </a:r>
            <a:r>
              <a:rPr lang="en-US" altLang="zh-CN" dirty="0"/>
              <a:t>2-</a:t>
            </a:r>
            <a:r>
              <a:rPr lang="zh-CN" altLang="en-US" dirty="0"/>
              <a:t>同时拿筷子</a:t>
            </a:r>
            <a:endParaRPr lang="zh-CN" altLang="en-US" dirty="0"/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62950" cy="4525963"/>
          </a:xfrm>
          <a:noFill/>
          <a:ln>
            <a:noFill/>
          </a:ln>
        </p:spPr>
        <p:txBody>
          <a:bodyPr anchor="t" anchorCtr="0"/>
          <a:p>
            <a:pPr marL="0" indent="0">
              <a:buNone/>
            </a:pPr>
            <a:r>
              <a:rPr lang="en-US" altLang="zh-CN" sz="2400" dirty="0">
                <a:latin typeface="Helvetica" pitchFamily="2" charset="0"/>
              </a:rPr>
              <a:t>void test(int i);</a:t>
            </a:r>
            <a:endParaRPr lang="en-US" altLang="zh-CN" sz="2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Helvetica" pitchFamily="2" charset="0"/>
              </a:rPr>
              <a:t>    {</a:t>
            </a:r>
            <a:endParaRPr lang="en-US" altLang="zh-CN" sz="2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Helvetica" pitchFamily="2" charset="0"/>
              </a:rPr>
              <a:t>        if (state[i] == hungry</a:t>
            </a:r>
            <a:r>
              <a:rPr lang="zh-CN" altLang="en-US" sz="2400" dirty="0">
                <a:latin typeface="Helvetica" pitchFamily="2" charset="0"/>
              </a:rPr>
              <a:t>) </a:t>
            </a:r>
            <a:r>
              <a:rPr lang="en-US" altLang="zh-CN" sz="2400" dirty="0">
                <a:latin typeface="Helvetica" pitchFamily="2" charset="0"/>
              </a:rPr>
              <a:t>&amp;&amp;	//</a:t>
            </a:r>
            <a:r>
              <a:rPr lang="zh-CN" altLang="en-US" sz="2400" dirty="0">
                <a:latin typeface="Helvetica" pitchFamily="2" charset="0"/>
              </a:rPr>
              <a:t>是否饿了</a:t>
            </a:r>
            <a:endParaRPr lang="en-US" altLang="zh-CN" sz="2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Helvetica" pitchFamily="2" charset="0"/>
              </a:rPr>
              <a:t>          (state[(i+4)%5]</a:t>
            </a:r>
            <a:r>
              <a:rPr lang="en-US" altLang="zh-CN" sz="2400" dirty="0">
                <a:latin typeface="Helvetica" pitchFamily="2" charset="0"/>
                <a:sym typeface="Math B"/>
              </a:rPr>
              <a:t>!=eating</a:t>
            </a:r>
            <a:r>
              <a:rPr lang="zh-CN" altLang="en-US" sz="2400" dirty="0">
                <a:latin typeface="Helvetica" pitchFamily="2" charset="0"/>
              </a:rPr>
              <a:t>) </a:t>
            </a:r>
            <a:r>
              <a:rPr lang="en-US" altLang="zh-CN" sz="2400" dirty="0">
                <a:latin typeface="Helvetica" pitchFamily="2" charset="0"/>
              </a:rPr>
              <a:t>&amp;&amp; //</a:t>
            </a:r>
            <a:r>
              <a:rPr lang="zh-CN" altLang="en-US" sz="2400" dirty="0">
                <a:latin typeface="Helvetica" pitchFamily="2" charset="0"/>
              </a:rPr>
              <a:t>左边哲学家是否在吃饭</a:t>
            </a:r>
            <a:endParaRPr lang="en-US" altLang="zh-CN" sz="2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Helvetica" pitchFamily="2" charset="0"/>
              </a:rPr>
              <a:t>          (state[(i+1)%5]!=eating</a:t>
            </a:r>
            <a:r>
              <a:rPr lang="zh-CN" altLang="en-US" sz="2400" dirty="0">
                <a:latin typeface="Helvetica" pitchFamily="2" charset="0"/>
              </a:rPr>
              <a:t>)</a:t>
            </a:r>
            <a:r>
              <a:rPr lang="en-US" altLang="zh-CN" sz="2400" dirty="0">
                <a:latin typeface="Helvetica" pitchFamily="2" charset="0"/>
              </a:rPr>
              <a:t>	//</a:t>
            </a:r>
            <a:r>
              <a:rPr lang="zh-CN" altLang="en-US" sz="2400" dirty="0">
                <a:latin typeface="Helvetica" pitchFamily="2" charset="0"/>
              </a:rPr>
              <a:t>右边哲学家是否在吃饭</a:t>
            </a:r>
            <a:endParaRPr lang="en-US" altLang="zh-CN" sz="2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Helvetica" pitchFamily="2" charset="0"/>
              </a:rPr>
              <a:t>          </a:t>
            </a:r>
            <a:r>
              <a:rPr lang="en-US" altLang="zh-CN" sz="2400" dirty="0">
                <a:latin typeface="Helvetica" pitchFamily="2" charset="0"/>
              </a:rPr>
              <a:t>{</a:t>
            </a:r>
            <a:endParaRPr lang="en-US" altLang="zh-CN" sz="2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Helvetica" pitchFamily="2" charset="0"/>
              </a:rPr>
              <a:t>                 state[i]=eating;		//</a:t>
            </a:r>
            <a:r>
              <a:rPr lang="zh-CN" altLang="en-US" sz="2400" dirty="0">
                <a:latin typeface="Helvetica" pitchFamily="2" charset="0"/>
              </a:rPr>
              <a:t>设置哲学家状态为</a:t>
            </a:r>
            <a:r>
              <a:rPr lang="en-US" altLang="zh-CN" sz="2400" dirty="0">
                <a:latin typeface="Helvetica" pitchFamily="2" charset="0"/>
              </a:rPr>
              <a:t>eating</a:t>
            </a:r>
            <a:endParaRPr lang="zh-CN" altLang="en-US" sz="2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Helvetica" pitchFamily="2" charset="0"/>
              </a:rPr>
              <a:t>                 </a:t>
            </a:r>
            <a:r>
              <a:rPr lang="en-US" altLang="zh-CN" sz="2400" dirty="0">
                <a:latin typeface="Helvetica" pitchFamily="2" charset="0"/>
              </a:rPr>
              <a:t>V(ph[i]);			//ph[i]</a:t>
            </a:r>
            <a:r>
              <a:rPr lang="zh-CN" altLang="en-US" sz="2400" dirty="0">
                <a:latin typeface="Helvetica" pitchFamily="2" charset="0"/>
              </a:rPr>
              <a:t>设置为</a:t>
            </a:r>
            <a:r>
              <a:rPr lang="en-US" altLang="zh-CN" sz="2400" dirty="0">
                <a:latin typeface="Helvetica" pitchFamily="2" charset="0"/>
              </a:rPr>
              <a:t>1</a:t>
            </a:r>
            <a:endParaRPr lang="en-US" altLang="zh-CN" sz="2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Helvetica" pitchFamily="2" charset="0"/>
              </a:rPr>
              <a:t>           }      </a:t>
            </a:r>
            <a:endParaRPr lang="en-US" altLang="zh-CN" sz="2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Helvetica" pitchFamily="2" charset="0"/>
              </a:rPr>
              <a:t>     }</a:t>
            </a:r>
            <a:endParaRPr lang="en-US" altLang="zh-CN" sz="2400" dirty="0">
              <a:latin typeface="Helvetica" pitchFamily="2" charset="0"/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3"/>
          <p:cNvSpPr/>
          <p:nvPr/>
        </p:nvSpPr>
        <p:spPr>
          <a:xfrm>
            <a:off x="827088" y="1557338"/>
            <a:ext cx="3784600" cy="4640262"/>
          </a:xfrm>
          <a:prstGeom prst="rect">
            <a:avLst/>
          </a:prstGeom>
          <a:noFill/>
          <a:ln w="9525">
            <a:noFill/>
          </a:ln>
        </p:spPr>
        <p:txBody>
          <a:bodyPr lIns="12700" tIns="12700" rIns="12700" bIns="12700" anchor="t" anchorCtr="0"/>
          <a:p>
            <a:pPr>
              <a:buFont typeface="Monotype Sorts" pitchFamily="2" charset="2"/>
            </a:pPr>
            <a:endParaRPr lang="en-US" altLang="zh-CN" sz="24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35842" name="标题 4"/>
          <p:cNvSpPr>
            <a:spLocks noGrp="1" noRot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方法</a:t>
            </a:r>
            <a:r>
              <a:rPr lang="en-US" altLang="zh-CN" dirty="0"/>
              <a:t>2-</a:t>
            </a:r>
            <a:r>
              <a:rPr lang="zh-CN" altLang="en-US" dirty="0"/>
              <a:t>同时拿筷子</a:t>
            </a:r>
            <a:endParaRPr lang="zh-CN" altLang="en-US" dirty="0"/>
          </a:p>
        </p:txBody>
      </p:sp>
      <p:sp>
        <p:nvSpPr>
          <p:cNvPr id="20484" name="内容占位符 5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anchor="t" anchorCtr="0"/>
          <a:p>
            <a:pPr eaLnBrk="1" hangingPunct="1">
              <a:buSzPct val="70000"/>
              <a:buFont typeface="Monotype Sorts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哲学家</a:t>
            </a:r>
            <a:r>
              <a:rPr lang="en-US" altLang="zh-CN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i: 0～4</a:t>
            </a:r>
            <a:endParaRPr lang="en-US" altLang="zh-CN" dirty="0"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eaLnBrk="1" hangingPunct="1">
              <a:buSzPct val="70000"/>
              <a:buFont typeface="Monotype Sorts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思考中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eaLnBrk="1" hangingPunct="1">
              <a:buSzPct val="70000"/>
              <a:buFont typeface="Monotype Sorts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           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state[i]=hungry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；</a:t>
            </a:r>
            <a:endParaRPr lang="zh-CN" altLang="en-US" sz="2400" dirty="0"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eaLnBrk="1" hangingPunct="1">
              <a:buSzPct val="70000"/>
              <a:buFont typeface="Monotype Sorts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          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cs typeface="+mn-cs"/>
              </a:rPr>
              <a:t>P(m);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eaLnBrk="1" hangingPunct="1">
              <a:buSzPct val="70000"/>
              <a:buFont typeface="Monotype Sorts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            test(i);</a:t>
            </a:r>
            <a:endParaRPr lang="en-US" altLang="zh-CN" sz="2400" dirty="0"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eaLnBrk="1" hangingPunct="1"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          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cs typeface="+mn-cs"/>
              </a:rPr>
              <a:t>V(m);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eaLnBrk="1" hangingPunct="1">
              <a:buSzPct val="70000"/>
              <a:buFont typeface="Monotype Sorts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            P(ph[i]);</a:t>
            </a:r>
            <a:endParaRPr lang="en-US" altLang="zh-CN" sz="2400" dirty="0"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eaLnBrk="1" hangingPunct="1">
              <a:buSzPct val="70000"/>
              <a:buFont typeface="Monotype Sorts" pitchFamily="2" charset="2"/>
              <a:buNone/>
            </a:pPr>
            <a:endParaRPr lang="en-US" altLang="zh-CN" sz="2400" dirty="0"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eaLnBrk="1" hangingPunct="1">
              <a:buSzPct val="70000"/>
              <a:buFont typeface="Monotype Sorts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拿起左边筷子</a:t>
            </a:r>
            <a:endParaRPr lang="en-US" altLang="zh-CN" sz="2400" dirty="0"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eaLnBrk="1" hangingPunct="1">
              <a:buSzPct val="70000"/>
              <a:buFont typeface="Monotype Sorts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拿起右边筷子</a:t>
            </a:r>
            <a:endParaRPr lang="zh-CN" altLang="en-US" sz="2400" dirty="0"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eaLnBrk="1" hangingPunct="1">
              <a:buSzPct val="70000"/>
              <a:buFont typeface="Monotype Sorts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	</a:t>
            </a:r>
            <a:endParaRPr lang="en-US" altLang="zh-CN" dirty="0"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eaLnBrk="1" hangingPunct="1">
              <a:buSzPct val="70000"/>
              <a:buFont typeface="Monotype Sorts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            </a:t>
            </a:r>
            <a:endParaRPr lang="en-US" altLang="zh-CN" dirty="0"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>
              <a:buSzPct val="70000"/>
            </a:pP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	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吃饭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……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	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放下左边筷子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	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放下右边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筷子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state[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]=thinking;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test((i+4)%5);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     test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((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i+1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)%5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  <a:cs typeface="+mn-cs"/>
              </a:rPr>
              <a:t>     ……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27538" y="5229225"/>
            <a:ext cx="3378200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lvl="1" indent="0" eaLnBrk="0" hangingPunct="0"/>
            <a:r>
              <a:rPr lang="en-US" altLang="zh-CN" dirty="0">
                <a:latin typeface="Arial" panose="020B0604020202020204" pitchFamily="34" charset="0"/>
              </a:rPr>
              <a:t>semaphore *m;//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初始值为</a:t>
            </a:r>
            <a:r>
              <a:rPr lang="en-US" altLang="zh-CN" dirty="0">
                <a:latin typeface="宋体" panose="02010600030101010101" pitchFamily="2" charset="-122"/>
              </a:rPr>
              <a:t>1</a:t>
            </a:r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46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8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信号量</a:t>
            </a:r>
            <a:r>
              <a:rPr lang="en-US" altLang="zh-CN" dirty="0"/>
              <a:t>S</a:t>
            </a:r>
            <a:r>
              <a:rPr lang="zh-CN" altLang="en-US" dirty="0"/>
              <a:t>的物理含义</a:t>
            </a:r>
            <a:endParaRPr lang="zh-CN" altLang="en-US" dirty="0"/>
          </a:p>
        </p:txBody>
      </p:sp>
      <p:sp>
        <p:nvSpPr>
          <p:cNvPr id="36866" name="内容占位符 1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 anchor="t" anchorCtr="0"/>
          <a:p>
            <a:pPr>
              <a:lnSpc>
                <a:spcPct val="80000"/>
              </a:lnSpc>
            </a:pPr>
            <a:r>
              <a:rPr lang="en-US" altLang="zh-CN" sz="2800" dirty="0">
                <a:latin typeface="楷体_GB2312" pitchFamily="1" charset="-122"/>
                <a:ea typeface="楷体_GB2312" pitchFamily="1" charset="-122"/>
              </a:rPr>
              <a:t>S&gt;0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：有</a:t>
            </a:r>
            <a:r>
              <a:rPr lang="en-US" altLang="zh-CN" sz="2800" dirty="0">
                <a:latin typeface="楷体_GB2312" pitchFamily="1" charset="-122"/>
                <a:ea typeface="楷体_GB2312" pitchFamily="1" charset="-122"/>
              </a:rPr>
              <a:t>S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个资源可用</a:t>
            </a:r>
            <a:endParaRPr lang="zh-CN" altLang="en-US" sz="2800" dirty="0"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楷体_GB2312" pitchFamily="1" charset="-122"/>
                <a:ea typeface="楷体_GB2312" pitchFamily="1" charset="-122"/>
              </a:rPr>
              <a:t>S=0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：无资源可用</a:t>
            </a:r>
            <a:endParaRPr lang="zh-CN" altLang="en-US" sz="2800" dirty="0"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楷体_GB2312" pitchFamily="1" charset="-122"/>
                <a:ea typeface="楷体_GB2312" pitchFamily="1" charset="-122"/>
              </a:rPr>
              <a:t>S&lt;0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：则|</a:t>
            </a:r>
            <a:r>
              <a:rPr lang="en-US" altLang="zh-CN" sz="2800" dirty="0">
                <a:latin typeface="楷体_GB2312" pitchFamily="1" charset="-122"/>
                <a:ea typeface="楷体_GB2312" pitchFamily="1" charset="-122"/>
              </a:rPr>
              <a:t>S|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表示</a:t>
            </a:r>
            <a:r>
              <a:rPr lang="en-US" altLang="zh-CN" sz="2800" dirty="0">
                <a:latin typeface="楷体_GB2312" pitchFamily="1" charset="-122"/>
                <a:ea typeface="楷体_GB2312" pitchFamily="1" charset="-122"/>
              </a:rPr>
              <a:t>S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等待队列中的进程个数</a:t>
            </a:r>
            <a:endParaRPr lang="zh-CN" altLang="en-US" sz="2800" dirty="0"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80000"/>
              </a:lnSpc>
            </a:pPr>
            <a:endParaRPr lang="en-US" altLang="zh-CN" sz="2800" dirty="0"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楷体_GB2312" pitchFamily="1" charset="-122"/>
                <a:ea typeface="楷体_GB2312" pitchFamily="1" charset="-122"/>
              </a:rPr>
              <a:t>P(S)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：申请一个资源 </a:t>
            </a:r>
            <a:endParaRPr lang="zh-CN" altLang="en-US" sz="2800" dirty="0"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楷体_GB2312" pitchFamily="1" charset="-122"/>
                <a:ea typeface="楷体_GB2312" pitchFamily="1" charset="-122"/>
              </a:rPr>
              <a:t>V(S)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：释放一个资源</a:t>
            </a:r>
            <a:endParaRPr lang="en-US" altLang="zh-CN" sz="2800" dirty="0"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80000"/>
              </a:lnSpc>
            </a:pPr>
            <a:endParaRPr lang="en-US" altLang="zh-CN" sz="2800" dirty="0"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互斥信号量初始值：一般为</a:t>
            </a:r>
            <a:r>
              <a:rPr lang="en-US" altLang="zh-CN" sz="2800" dirty="0">
                <a:latin typeface="楷体_GB2312" pitchFamily="1" charset="-122"/>
                <a:ea typeface="楷体_GB2312" pitchFamily="1" charset="-122"/>
              </a:rPr>
              <a:t>1</a:t>
            </a:r>
            <a:endParaRPr lang="en-US" altLang="zh-CN" sz="2800" dirty="0"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同步信号量初始值：</a:t>
            </a:r>
            <a:r>
              <a:rPr lang="en-US" altLang="zh-CN" sz="2800" dirty="0">
                <a:latin typeface="楷体_GB2312" pitchFamily="1" charset="-122"/>
                <a:ea typeface="楷体_GB2312" pitchFamily="1" charset="-122"/>
              </a:rPr>
              <a:t>0-N</a:t>
            </a:r>
            <a:endParaRPr lang="en-US" altLang="zh-CN" sz="28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信号量的使用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操作成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出现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互斥操作：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P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V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操作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处于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同一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进程内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同步操作：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P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V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操作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在不同进程内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两个一起的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操作的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顺序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至关重要</a:t>
            </a:r>
            <a:endParaRPr kumimoji="0" lang="en-US" altLang="zh-CN" sz="3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同步与互斥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操作一起时，同步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操作要在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互斥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操作前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操作的次序无关紧要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22" tIns="45711" rIns="91422" bIns="45711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 noRot="1"/>
          </p:cNvSpPr>
          <p:nvPr>
            <p:ph type="title" idx="4294967295"/>
          </p:nvPr>
        </p:nvSpPr>
        <p:spPr>
          <a:xfrm>
            <a:off x="1258888" y="620713"/>
            <a:ext cx="7404100" cy="6477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死锁：信号量使用不当</a:t>
            </a:r>
            <a:endParaRPr lang="zh-CN" altLang="en-US" dirty="0"/>
          </a:p>
        </p:txBody>
      </p:sp>
      <p:sp>
        <p:nvSpPr>
          <p:cNvPr id="38914" name="Rectangle 3"/>
          <p:cNvSpPr>
            <a:spLocks noGrp="1"/>
          </p:cNvSpPr>
          <p:nvPr>
            <p:ph type="body" idx="4294967295"/>
          </p:nvPr>
        </p:nvSpPr>
        <p:spPr>
          <a:xfrm>
            <a:off x="755650" y="1557338"/>
            <a:ext cx="7321550" cy="4168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defTabSz="914400">
              <a:lnSpc>
                <a:spcPct val="90000"/>
              </a:lnSpc>
              <a:tabLst>
                <a:tab pos="1887855" algn="ctr"/>
                <a:tab pos="4572000" algn="ctr"/>
              </a:tabLst>
            </a:pPr>
            <a:r>
              <a:rPr lang="en-US" altLang="zh-CN" sz="2400" dirty="0"/>
              <a:t>S</a:t>
            </a:r>
            <a:r>
              <a:rPr lang="zh-CN" altLang="en-US" sz="2400" dirty="0"/>
              <a:t>和</a:t>
            </a:r>
            <a:r>
              <a:rPr lang="en-US" altLang="zh-CN" sz="2400" dirty="0"/>
              <a:t>Q</a:t>
            </a:r>
            <a:r>
              <a:rPr lang="zh-CN" altLang="en-US" sz="2400" dirty="0"/>
              <a:t>是两个初值为1的二值信号量</a:t>
            </a:r>
            <a:endParaRPr lang="zh-CN" altLang="en-US" sz="2400" dirty="0"/>
          </a:p>
          <a:p>
            <a:pPr defTabSz="914400">
              <a:lnSpc>
                <a:spcPct val="90000"/>
              </a:lnSpc>
              <a:buFont typeface="Monotype Sorts" pitchFamily="2" charset="2"/>
              <a:buNone/>
              <a:tabLst>
                <a:tab pos="1887855" algn="ctr"/>
                <a:tab pos="4572000" algn="ctr"/>
              </a:tabLst>
            </a:pPr>
            <a:r>
              <a:rPr lang="zh-CN" altLang="en-US" sz="2400" dirty="0"/>
              <a:t>		</a:t>
            </a:r>
            <a:r>
              <a:rPr lang="en-US" altLang="zh-CN" sz="2400" i="1" dirty="0"/>
              <a:t>P</a:t>
            </a:r>
            <a:r>
              <a:rPr lang="en-US" altLang="zh-CN" sz="2400" i="1" baseline="-25000" dirty="0"/>
              <a:t>0</a:t>
            </a:r>
            <a:r>
              <a:rPr lang="en-US" altLang="zh-CN" sz="2400" dirty="0"/>
              <a:t>	</a:t>
            </a:r>
            <a:r>
              <a:rPr lang="en-US" altLang="zh-CN" sz="2400" i="1" dirty="0"/>
              <a:t>P</a:t>
            </a:r>
            <a:r>
              <a:rPr lang="en-US" altLang="zh-CN" sz="2400" i="1" baseline="-25000" dirty="0"/>
              <a:t>1</a:t>
            </a:r>
            <a:endParaRPr lang="en-US" altLang="zh-CN" sz="2400" i="1" dirty="0"/>
          </a:p>
          <a:p>
            <a:pPr defTabSz="914400">
              <a:lnSpc>
                <a:spcPct val="90000"/>
              </a:lnSpc>
              <a:buFont typeface="Monotype Sorts" pitchFamily="2" charset="2"/>
              <a:buNone/>
              <a:tabLst>
                <a:tab pos="1887855" algn="ctr"/>
                <a:tab pos="4572000" algn="ctr"/>
              </a:tabLst>
            </a:pPr>
            <a:r>
              <a:rPr lang="en-US" altLang="zh-CN" sz="2400" dirty="0"/>
              <a:t>		wait(S);	wait(</a:t>
            </a:r>
            <a:r>
              <a:rPr lang="en-US" altLang="zh-CN" sz="2400" i="1" dirty="0"/>
              <a:t>Q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 defTabSz="914400">
              <a:lnSpc>
                <a:spcPct val="90000"/>
              </a:lnSpc>
              <a:buFont typeface="Monotype Sorts" pitchFamily="2" charset="2"/>
              <a:buNone/>
              <a:tabLst>
                <a:tab pos="1887855" algn="ctr"/>
                <a:tab pos="4572000" algn="ctr"/>
              </a:tabLst>
            </a:pPr>
            <a:r>
              <a:rPr lang="en-US" altLang="zh-CN" sz="2400" dirty="0"/>
              <a:t>		wait(</a:t>
            </a:r>
            <a:r>
              <a:rPr lang="en-US" altLang="zh-CN" sz="2400" i="1" dirty="0"/>
              <a:t>Q</a:t>
            </a:r>
            <a:r>
              <a:rPr lang="en-US" altLang="zh-CN" sz="2400" dirty="0"/>
              <a:t>);	wait(</a:t>
            </a:r>
            <a:r>
              <a:rPr lang="en-US" altLang="zh-CN" sz="2400" i="1" dirty="0"/>
              <a:t>S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 defTabSz="914400">
              <a:lnSpc>
                <a:spcPct val="90000"/>
              </a:lnSpc>
              <a:buFont typeface="Monotype Sorts" pitchFamily="2" charset="2"/>
              <a:buNone/>
              <a:tabLst>
                <a:tab pos="1887855" algn="ctr"/>
                <a:tab pos="4572000" algn="ctr"/>
              </a:tabLst>
            </a:pPr>
            <a:r>
              <a:rPr lang="en-US" altLang="zh-CN" sz="2400" dirty="0"/>
              <a:t>		 </a:t>
            </a:r>
            <a:r>
              <a:rPr lang="en-US" altLang="zh-CN" sz="2400" dirty="0">
                <a:sym typeface="MT Extra" panose="05050102010205020202" pitchFamily="18" charset="2"/>
              </a:rPr>
              <a:t>	 </a:t>
            </a:r>
            <a:endParaRPr lang="en-US" altLang="zh-CN" sz="2400" dirty="0">
              <a:sym typeface="MT Extra" panose="05050102010205020202" pitchFamily="18" charset="2"/>
            </a:endParaRPr>
          </a:p>
          <a:p>
            <a:pPr defTabSz="914400">
              <a:lnSpc>
                <a:spcPct val="90000"/>
              </a:lnSpc>
              <a:buFont typeface="Monotype Sorts" pitchFamily="2" charset="2"/>
              <a:buNone/>
              <a:tabLst>
                <a:tab pos="1887855" algn="ctr"/>
                <a:tab pos="4572000" algn="ctr"/>
              </a:tabLst>
            </a:pPr>
            <a:r>
              <a:rPr lang="en-US" altLang="zh-CN" sz="2400" dirty="0">
                <a:sym typeface="MT Extra" panose="05050102010205020202" pitchFamily="18" charset="2"/>
              </a:rPr>
              <a:t>		signal(</a:t>
            </a:r>
            <a:r>
              <a:rPr lang="en-US" altLang="zh-CN" sz="2400" i="1" dirty="0">
                <a:sym typeface="MT Extra" panose="05050102010205020202" pitchFamily="18" charset="2"/>
              </a:rPr>
              <a:t>S</a:t>
            </a:r>
            <a:r>
              <a:rPr lang="en-US" altLang="zh-CN" sz="2400" dirty="0">
                <a:sym typeface="MT Extra" panose="05050102010205020202" pitchFamily="18" charset="2"/>
              </a:rPr>
              <a:t>);	signal(</a:t>
            </a:r>
            <a:r>
              <a:rPr lang="en-US" altLang="zh-CN" sz="2400" i="1" dirty="0">
                <a:sym typeface="MT Extra" panose="05050102010205020202" pitchFamily="18" charset="2"/>
              </a:rPr>
              <a:t>Q</a:t>
            </a:r>
            <a:r>
              <a:rPr lang="en-US" altLang="zh-CN" sz="2400" dirty="0">
                <a:sym typeface="MT Extra" panose="05050102010205020202" pitchFamily="18" charset="2"/>
              </a:rPr>
              <a:t>);</a:t>
            </a:r>
            <a:endParaRPr lang="en-US" altLang="zh-CN" sz="2400" dirty="0">
              <a:sym typeface="MT Extra" panose="05050102010205020202" pitchFamily="18" charset="2"/>
            </a:endParaRPr>
          </a:p>
          <a:p>
            <a:pPr defTabSz="914400">
              <a:lnSpc>
                <a:spcPct val="90000"/>
              </a:lnSpc>
              <a:buFont typeface="Monotype Sorts" pitchFamily="2" charset="2"/>
              <a:buNone/>
              <a:tabLst>
                <a:tab pos="1887855" algn="ctr"/>
                <a:tab pos="4572000" algn="ctr"/>
              </a:tabLst>
            </a:pPr>
            <a:r>
              <a:rPr lang="en-US" altLang="zh-CN" sz="2400" dirty="0">
                <a:sym typeface="MT Extra" panose="05050102010205020202" pitchFamily="18" charset="2"/>
              </a:rPr>
              <a:t>		signal(</a:t>
            </a:r>
            <a:r>
              <a:rPr lang="en-US" altLang="zh-CN" sz="2400" i="1" dirty="0">
                <a:sym typeface="MT Extra" panose="05050102010205020202" pitchFamily="18" charset="2"/>
              </a:rPr>
              <a:t>Q</a:t>
            </a:r>
            <a:r>
              <a:rPr lang="en-US" altLang="zh-CN" sz="2400" dirty="0">
                <a:sym typeface="MT Extra" panose="05050102010205020202" pitchFamily="18" charset="2"/>
              </a:rPr>
              <a:t>)	signal(</a:t>
            </a:r>
            <a:r>
              <a:rPr lang="en-US" altLang="zh-CN" sz="2400" i="1" dirty="0">
                <a:sym typeface="MT Extra" panose="05050102010205020202" pitchFamily="18" charset="2"/>
              </a:rPr>
              <a:t>S</a:t>
            </a:r>
            <a:r>
              <a:rPr lang="en-US" altLang="zh-CN" sz="2400" dirty="0">
                <a:sym typeface="MT Extra" panose="05050102010205020202" pitchFamily="18" charset="2"/>
              </a:rPr>
              <a:t>);</a:t>
            </a:r>
            <a:endParaRPr lang="en-US" altLang="zh-CN" sz="2400" dirty="0">
              <a:sym typeface="MT Extra" panose="05050102010205020202" pitchFamily="18" charset="2"/>
            </a:endParaRPr>
          </a:p>
          <a:p>
            <a:pPr defTabSz="914400">
              <a:lnSpc>
                <a:spcPct val="90000"/>
              </a:lnSpc>
              <a:tabLst>
                <a:tab pos="1887855" algn="ctr"/>
                <a:tab pos="4572000" algn="ctr"/>
              </a:tabLst>
            </a:pPr>
            <a:endParaRPr lang="en-US" altLang="zh-CN" sz="2400" dirty="0"/>
          </a:p>
          <a:p>
            <a:pPr defTabSz="914400">
              <a:lnSpc>
                <a:spcPct val="90000"/>
              </a:lnSpc>
              <a:tabLst>
                <a:tab pos="1887855" algn="ctr"/>
                <a:tab pos="4572000" algn="ctr"/>
              </a:tabLst>
            </a:pPr>
            <a:r>
              <a:rPr lang="zh-CN" altLang="en-US" sz="2400" dirty="0"/>
              <a:t>死锁 </a:t>
            </a:r>
            <a:endParaRPr lang="en-US" altLang="zh-CN" sz="2400" dirty="0"/>
          </a:p>
        </p:txBody>
      </p:sp>
      <p:cxnSp>
        <p:nvCxnSpPr>
          <p:cNvPr id="38915" name="直接箭头连接符 2"/>
          <p:cNvCxnSpPr/>
          <p:nvPr/>
        </p:nvCxnSpPr>
        <p:spPr>
          <a:xfrm>
            <a:off x="3132138" y="3500438"/>
            <a:ext cx="1800225" cy="433387"/>
          </a:xfrm>
          <a:prstGeom prst="straightConnector1">
            <a:avLst/>
          </a:prstGeom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916" name="直接箭头连接符 4"/>
          <p:cNvCxnSpPr/>
          <p:nvPr/>
        </p:nvCxnSpPr>
        <p:spPr>
          <a:xfrm flipH="1">
            <a:off x="3276600" y="3500438"/>
            <a:ext cx="1655763" cy="433387"/>
          </a:xfrm>
          <a:prstGeom prst="straightConnector1">
            <a:avLst/>
          </a:prstGeom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mY5YTJiMTFlYzU2N2QxYWZmODJmYjM5ZDA3ZDExYjQifQ=="/>
</p:tagLst>
</file>

<file path=ppt/theme/theme1.xml><?xml version="1.0" encoding="utf-8"?>
<a:theme xmlns:a="http://schemas.openxmlformats.org/drawingml/2006/main" name="suda">
  <a:themeElements>
    <a:clrScheme name="suda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suda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uda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uda">
  <a:themeElements>
    <a:clrScheme name="suda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suda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uda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uda">
  <a:themeElements>
    <a:clrScheme name="suda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suda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uda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8314</Words>
  <Application>WPS 演示</Application>
  <PresentationFormat>全屏显示(4:3)</PresentationFormat>
  <Paragraphs>1088</Paragraphs>
  <Slides>70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92" baseType="lpstr">
      <vt:lpstr>Arial</vt:lpstr>
      <vt:lpstr>宋体</vt:lpstr>
      <vt:lpstr>Wingdings</vt:lpstr>
      <vt:lpstr>华文新魏</vt:lpstr>
      <vt:lpstr>Times New Roman</vt:lpstr>
      <vt:lpstr>Monotype Sorts</vt:lpstr>
      <vt:lpstr>Wingdings</vt:lpstr>
      <vt:lpstr>MS PGothic</vt:lpstr>
      <vt:lpstr>Courier New</vt:lpstr>
      <vt:lpstr>Helvetica</vt:lpstr>
      <vt:lpstr>微软雅黑</vt:lpstr>
      <vt:lpstr>Arial Unicode MS</vt:lpstr>
      <vt:lpstr>楷体_GB2312</vt:lpstr>
      <vt:lpstr>新宋体</vt:lpstr>
      <vt:lpstr>Symbol</vt:lpstr>
      <vt:lpstr>MT Extra</vt:lpstr>
      <vt:lpstr>Math B</vt:lpstr>
      <vt:lpstr>Segoe Print</vt:lpstr>
      <vt:lpstr>suda</vt:lpstr>
      <vt:lpstr>2_suda</vt:lpstr>
      <vt:lpstr>1_suda</vt:lpstr>
      <vt:lpstr>Visio.Drawing.11</vt:lpstr>
      <vt:lpstr>  第六章 进程同步  竞争条件和临界区</vt:lpstr>
      <vt:lpstr>内容</vt:lpstr>
      <vt:lpstr>数据不一致性</vt:lpstr>
      <vt:lpstr>数据不一致性例子：有界缓冲</vt:lpstr>
      <vt:lpstr>生产者：enter（）</vt:lpstr>
      <vt:lpstr>消费者：remove（）</vt:lpstr>
      <vt:lpstr>机器语言</vt:lpstr>
      <vt:lpstr>运行错误例子</vt:lpstr>
      <vt:lpstr>解决方法</vt:lpstr>
      <vt:lpstr>竞争条件（Race Condition）</vt:lpstr>
      <vt:lpstr>同步和互斥</vt:lpstr>
      <vt:lpstr>临界资源</vt:lpstr>
      <vt:lpstr>PowerPoint 演示文稿</vt:lpstr>
      <vt:lpstr>临界区例子</vt:lpstr>
      <vt:lpstr>临界区使用准则</vt:lpstr>
      <vt:lpstr>PowerPoint 演示文稿</vt:lpstr>
      <vt:lpstr>  第六章 进程同步  信号量</vt:lpstr>
      <vt:lpstr>内容</vt:lpstr>
      <vt:lpstr>信号量（Semaphore）</vt:lpstr>
      <vt:lpstr>迪科斯彻(1930-2002)</vt:lpstr>
      <vt:lpstr>整型信号量</vt:lpstr>
      <vt:lpstr>记录型信号量：去除忙等的信号量</vt:lpstr>
      <vt:lpstr>信号量类型</vt:lpstr>
      <vt:lpstr>互斥信号量使用</vt:lpstr>
      <vt:lpstr>同步信号量使用</vt:lpstr>
      <vt:lpstr>内容</vt:lpstr>
      <vt:lpstr>信号量（Semaphore）</vt:lpstr>
      <vt:lpstr>迪科斯彻(1930-2002)</vt:lpstr>
      <vt:lpstr>整型信号量</vt:lpstr>
      <vt:lpstr>记录型信号量：去除忙等的信号量</vt:lpstr>
      <vt:lpstr>信号量类型</vt:lpstr>
      <vt:lpstr>互斥信号量使用</vt:lpstr>
      <vt:lpstr>同步信号量使用</vt:lpstr>
      <vt:lpstr>第六章 进程同步  生产者消费者问题</vt:lpstr>
      <vt:lpstr>内容</vt:lpstr>
      <vt:lpstr>经典同步问题</vt:lpstr>
      <vt:lpstr>问题描述</vt:lpstr>
      <vt:lpstr>生产者消费者流程</vt:lpstr>
      <vt:lpstr>互斥分析基本方法</vt:lpstr>
      <vt:lpstr>生产者消费者的互斥分析</vt:lpstr>
      <vt:lpstr>划分临界区</vt:lpstr>
      <vt:lpstr>增加互斥机制</vt:lpstr>
      <vt:lpstr>同步分析</vt:lpstr>
      <vt:lpstr>生产者消费者的同步分析</vt:lpstr>
      <vt:lpstr>算法描述：生产者</vt:lpstr>
      <vt:lpstr>算法描述：消费者</vt:lpstr>
      <vt:lpstr>同步信号量定义</vt:lpstr>
      <vt:lpstr>解决方法</vt:lpstr>
      <vt:lpstr>第六章 进程同步  读者/写者问题</vt:lpstr>
      <vt:lpstr>内容</vt:lpstr>
      <vt:lpstr>读者写者问题</vt:lpstr>
      <vt:lpstr>第一类读者写者问题-读者优先</vt:lpstr>
      <vt:lpstr>解决方法</vt:lpstr>
      <vt:lpstr>存在问题</vt:lpstr>
      <vt:lpstr>修改思路</vt:lpstr>
      <vt:lpstr>修改方法</vt:lpstr>
      <vt:lpstr>修改方法</vt:lpstr>
      <vt:lpstr>第六章 进程同步  哲学家就餐问题</vt:lpstr>
      <vt:lpstr>内容</vt:lpstr>
      <vt:lpstr>哲学家就餐问题</vt:lpstr>
      <vt:lpstr>解决方法</vt:lpstr>
      <vt:lpstr>存在问题：死锁</vt:lpstr>
      <vt:lpstr>解决措施</vt:lpstr>
      <vt:lpstr>方法1-最多4个哲学家入座</vt:lpstr>
      <vt:lpstr>方法2 –同时拿筷子</vt:lpstr>
      <vt:lpstr>方法2-同时拿筷子</vt:lpstr>
      <vt:lpstr>方法2-同时拿筷子</vt:lpstr>
      <vt:lpstr>信号量S的物理含义</vt:lpstr>
      <vt:lpstr>信号量的使用</vt:lpstr>
      <vt:lpstr>死锁：信号量使用不当</vt:lpstr>
    </vt:vector>
  </TitlesOfParts>
  <Company>zhhz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汉字代码体系</dc:title>
  <dc:creator>yoyo</dc:creator>
  <cp:lastModifiedBy>旁白</cp:lastModifiedBy>
  <cp:revision>354</cp:revision>
  <dcterms:created xsi:type="dcterms:W3CDTF">2002-09-11T01:24:00Z</dcterms:created>
  <dcterms:modified xsi:type="dcterms:W3CDTF">2025-10-13T03:01:49Z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5F854338595045FEAECC879981A2481F_12</vt:lpwstr>
  </property>
  <property fmtid="{D5CDD505-2E9C-101B-9397-08002B2CF9AE}" pid="3" name="KSOProductBuildVer">
    <vt:lpwstr>2052-12.1.0.16120</vt:lpwstr>
  </property>
</Properties>
</file>