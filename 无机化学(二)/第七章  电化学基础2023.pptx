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Layouts/slideLayout6.xml" ContentType="application/vnd.openxmlformats-officedocument.presentationml.slideLayout+xml"/>
  <Override PartName="/ppt/activeX/activeX2.xml" ContentType="application/vnd.ms-office.activeX+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notesSlides/notesSlide67.xml" ContentType="application/vnd.openxmlformats-officedocument.presentationml.notesSlid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Override PartName="/ppt/notesSlides/notesSlide56.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notesSlides/notesSlide63.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docProps/custom.xml" ContentType="application/vnd.openxmlformats-officedocument.custom-properties+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activeX/activeX2.bin" ContentType="application/vnd.ms-office.activeX"/>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Override PartName="/ppt/notesSlides/notesSlide3.xml" ContentType="application/vnd.openxmlformats-officedocument.presentationml.notesSlide+xml"/>
  <Default Extension="png" ContentType="image/png"/>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notesSlides/notesSlide57.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notesSlides/notesSlide64.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tags/tag1.xml" ContentType="application/vnd.openxmlformats-officedocument.presentationml.tags+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notesSlides/notesSlide60.xml" ContentType="application/vnd.openxmlformats-officedocument.presentationml.notesSlide+xml"/>
  <Override PartName="/ppt/slideLayouts/slideLayout10.xml" ContentType="application/vnd.openxmlformats-officedocument.presentationml.slideLayout+xml"/>
  <Default Extension="vml" ContentType="application/vnd.openxmlformats-officedocument.vmlDrawing"/>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notesSlides/notesSlide4.xml" ContentType="application/vnd.openxmlformats-officedocument.presentationml.notesSlide+xml"/>
  <Override PartName="/ppt/activeX/activeX1.bin" ContentType="application/vnd.ms-office.activeX"/>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notesSlides/notesSlide58.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Default Extension="wmf" ContentType="image/x-wmf"/>
  <Override PartName="/ppt/tags/tag2.xml" ContentType="application/vnd.openxmlformats-officedocument.presentationml.tags+xml"/>
  <Override PartName="/ppt/notesSlides/notesSlide18.xml" ContentType="application/vnd.openxmlformats-officedocument.presentationml.notesSlide+xml"/>
  <Override PartName="/ppt/notesSlides/notesSlide36.xml" ContentType="application/vnd.openxmlformats-officedocument.presentationml.notesSlide+xml"/>
  <Override PartName="/ppt/notesSlides/notesSlide65.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notesSlides/notesSlide54.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61.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notesSlides/notesSlide1.xml" ContentType="application/vnd.openxmlformats-officedocument.presentationml.notesSlide+xml"/>
  <Override PartName="/ppt/notesSlides/notesSlide59.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notesSlides/notesSlide66.xml" ContentType="application/vnd.openxmlformats-officedocument.presentationml.notesSlide+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Default Extension="jpeg" ContentType="image/jpeg"/>
  <Override PartName="/ppt/activeX/activeX1.xml" ContentType="application/vnd.ms-office.activeX+xml"/>
  <Override PartName="/ppt/notesSlides/notesSlide37.xml" ContentType="application/vnd.openxmlformats-officedocument.presentationml.notesSlide+xml"/>
  <Override PartName="/ppt/notesSlides/notesSlide55.xml" ContentType="application/vnd.openxmlformats-officedocument.presentationml.notesSlide+xml"/>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notesSlides/notesSlide62.xml" ContentType="application/vnd.openxmlformats-officedocument.presentationml.notesSlide+xml"/>
  <Override PartName="/ppt/slides/slide20.xml" ContentType="application/vnd.openxmlformats-officedocument.presentationml.slide+xml"/>
  <Override PartName="/ppt/slideLayouts/slideLayout12.xml" ContentType="application/vnd.openxmlformats-officedocument.presentationml.slideLayout+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0"/>
  </p:notesMasterIdLst>
  <p:sldIdLst>
    <p:sldId id="257" r:id="rId2"/>
    <p:sldId id="258" r:id="rId3"/>
    <p:sldId id="259" r:id="rId4"/>
    <p:sldId id="260" r:id="rId5"/>
    <p:sldId id="262" r:id="rId6"/>
    <p:sldId id="263" r:id="rId7"/>
    <p:sldId id="261" r:id="rId8"/>
    <p:sldId id="264" r:id="rId9"/>
    <p:sldId id="265" r:id="rId10"/>
    <p:sldId id="266" r:id="rId11"/>
    <p:sldId id="267" r:id="rId12"/>
    <p:sldId id="269" r:id="rId13"/>
    <p:sldId id="268" r:id="rId14"/>
    <p:sldId id="270" r:id="rId15"/>
    <p:sldId id="271" r:id="rId16"/>
    <p:sldId id="272" r:id="rId17"/>
    <p:sldId id="273" r:id="rId18"/>
    <p:sldId id="274" r:id="rId19"/>
    <p:sldId id="275" r:id="rId20"/>
    <p:sldId id="276" r:id="rId21"/>
    <p:sldId id="333" r:id="rId22"/>
    <p:sldId id="334" r:id="rId23"/>
    <p:sldId id="335" r:id="rId24"/>
    <p:sldId id="336" r:id="rId25"/>
    <p:sldId id="277" r:id="rId26"/>
    <p:sldId id="278" r:id="rId27"/>
    <p:sldId id="279" r:id="rId28"/>
    <p:sldId id="280" r:id="rId29"/>
    <p:sldId id="329" r:id="rId30"/>
    <p:sldId id="328" r:id="rId31"/>
    <p:sldId id="281" r:id="rId32"/>
    <p:sldId id="284" r:id="rId33"/>
    <p:sldId id="330" r:id="rId34"/>
    <p:sldId id="282" r:id="rId35"/>
    <p:sldId id="283" r:id="rId36"/>
    <p:sldId id="285" r:id="rId37"/>
    <p:sldId id="286" r:id="rId38"/>
    <p:sldId id="287" r:id="rId39"/>
    <p:sldId id="288" r:id="rId40"/>
    <p:sldId id="331" r:id="rId41"/>
    <p:sldId id="332" r:id="rId42"/>
    <p:sldId id="297" r:id="rId43"/>
    <p:sldId id="289" r:id="rId44"/>
    <p:sldId id="291" r:id="rId45"/>
    <p:sldId id="292" r:id="rId46"/>
    <p:sldId id="293" r:id="rId47"/>
    <p:sldId id="294" r:id="rId48"/>
    <p:sldId id="295" r:id="rId49"/>
    <p:sldId id="296" r:id="rId50"/>
    <p:sldId id="298" r:id="rId51"/>
    <p:sldId id="299" r:id="rId52"/>
    <p:sldId id="300" r:id="rId53"/>
    <p:sldId id="301" r:id="rId54"/>
    <p:sldId id="302" r:id="rId55"/>
    <p:sldId id="303" r:id="rId56"/>
    <p:sldId id="304" r:id="rId57"/>
    <p:sldId id="305" r:id="rId58"/>
    <p:sldId id="306" r:id="rId59"/>
    <p:sldId id="307" r:id="rId60"/>
    <p:sldId id="308" r:id="rId61"/>
    <p:sldId id="309" r:id="rId62"/>
    <p:sldId id="310" r:id="rId63"/>
    <p:sldId id="311" r:id="rId64"/>
    <p:sldId id="312" r:id="rId65"/>
    <p:sldId id="313" r:id="rId66"/>
    <p:sldId id="314" r:id="rId67"/>
    <p:sldId id="337" r:id="rId68"/>
    <p:sldId id="338" r:id="rId69"/>
    <p:sldId id="316" r:id="rId70"/>
    <p:sldId id="317" r:id="rId71"/>
    <p:sldId id="318" r:id="rId72"/>
    <p:sldId id="322" r:id="rId73"/>
    <p:sldId id="319" r:id="rId74"/>
    <p:sldId id="320" r:id="rId75"/>
    <p:sldId id="321" r:id="rId76"/>
    <p:sldId id="323" r:id="rId77"/>
    <p:sldId id="324" r:id="rId78"/>
    <p:sldId id="325" r:id="rId79"/>
  </p:sldIdLst>
  <p:sldSz cx="9144000" cy="6858000" type="screen4x3"/>
  <p:notesSz cx="6858000" cy="9144000"/>
  <p:custDataLst>
    <p:tags r:id="rId81"/>
  </p:custDataLst>
  <p:defaultTextStyle>
    <a:defPPr>
      <a:defRPr lang="zh-CN"/>
    </a:defPPr>
    <a:lvl1pPr marL="0" lvl="0"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vl6pPr marL="2286000" lvl="5"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6pPr>
    <a:lvl7pPr marL="2743200" lvl="6"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7pPr>
    <a:lvl8pPr marL="3200400" lvl="7"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8pPr>
    <a:lvl9pPr marL="3657600" lvl="8"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9pPr>
  </p:defaultTextStyle>
  <p:extLst>
    <p:ext uri="{EFAFB233-063F-42B5-8137-9DF3F51BA10A}">
      <p15:sldGuideLst xmlns=""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00FF"/>
    <a:srgbClr val="0033CC"/>
    <a:srgbClr val="FFFFFF"/>
    <a:srgbClr val="FF5050"/>
    <a:srgbClr val="FF0000"/>
    <a:srgbClr val="FF9966"/>
    <a:srgbClr val="990000"/>
  </p:clrMru>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815"/>
    <p:restoredTop sz="94645"/>
  </p:normalViewPr>
  <p:slideViewPr>
    <p:cSldViewPr showGuides="1">
      <p:cViewPr>
        <p:scale>
          <a:sx n="75" d="100"/>
          <a:sy n="75" d="100"/>
        </p:scale>
        <p:origin x="-2465" y="-107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presProps" Target="pres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tags" Target="tags/tag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drawings/_rels/vmlDrawing1.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4.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6.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5.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6.png"/></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7.png"/></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13.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24.wmf"/><Relationship Id="rId1" Type="http://schemas.openxmlformats.org/officeDocument/2006/relationships/image" Target="../media/image2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4.wmf"/><Relationship Id="rId1" Type="http://schemas.openxmlformats.org/officeDocument/2006/relationships/image" Target="../media/image13.wmf"/><Relationship Id="rId4" Type="http://schemas.openxmlformats.org/officeDocument/2006/relationships/image" Target="../media/image14.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13.wmf"/></Relationships>
</file>

<file path=ppt/drawings/_rels/vmlDrawing20.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24.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28.wmf"/><Relationship Id="rId1" Type="http://schemas.openxmlformats.org/officeDocument/2006/relationships/image" Target="../media/image24.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24.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31.wmf"/><Relationship Id="rId1" Type="http://schemas.openxmlformats.org/officeDocument/2006/relationships/image" Target="../media/image30.wmf"/></Relationships>
</file>

<file path=ppt/drawings/_rels/vmlDrawing24.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4.wmf"/><Relationship Id="rId1" Type="http://schemas.openxmlformats.org/officeDocument/2006/relationships/image" Target="../media/image13.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4.wmf"/><Relationship Id="rId4" Type="http://schemas.openxmlformats.org/officeDocument/2006/relationships/image" Target="../media/image32.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4.wmf"/></Relationships>
</file>

<file path=ppt/drawings/_rels/vmlDrawing27.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image" Target="../media/image24.wmf"/><Relationship Id="rId1" Type="http://schemas.openxmlformats.org/officeDocument/2006/relationships/image" Target="../media/image28.wmf"/><Relationship Id="rId4" Type="http://schemas.openxmlformats.org/officeDocument/2006/relationships/image" Target="../media/image34.w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29.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4.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4.wmf"/><Relationship Id="rId1" Type="http://schemas.openxmlformats.org/officeDocument/2006/relationships/image" Target="../media/image29.w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2.wmf"/><Relationship Id="rId2" Type="http://schemas.openxmlformats.org/officeDocument/2006/relationships/image" Target="../media/image24.wmf"/><Relationship Id="rId1" Type="http://schemas.openxmlformats.org/officeDocument/2006/relationships/image" Target="../media/image29.wmf"/><Relationship Id="rId4" Type="http://schemas.openxmlformats.org/officeDocument/2006/relationships/image" Target="../media/image28.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32.wmf"/><Relationship Id="rId1" Type="http://schemas.openxmlformats.org/officeDocument/2006/relationships/image" Target="../media/image29.wmf"/><Relationship Id="rId4" Type="http://schemas.openxmlformats.org/officeDocument/2006/relationships/image" Target="../media/image28.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4.wmf"/><Relationship Id="rId1" Type="http://schemas.openxmlformats.org/officeDocument/2006/relationships/image" Target="../media/image29.wmf"/></Relationships>
</file>

<file path=ppt/drawings/_rels/vmlDrawing38.v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image" Target="../media/image24.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image" Target="../media/image36.wmf"/><Relationship Id="rId1" Type="http://schemas.openxmlformats.org/officeDocument/2006/relationships/image" Target="../media/image29.wmf"/><Relationship Id="rId4" Type="http://schemas.openxmlformats.org/officeDocument/2006/relationships/image" Target="../media/image28.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37.wmf"/><Relationship Id="rId6" Type="http://schemas.openxmlformats.org/officeDocument/2006/relationships/image" Target="../media/image38.wmf"/><Relationship Id="rId5" Type="http://schemas.openxmlformats.org/officeDocument/2006/relationships/image" Target="../media/image24.wmf"/><Relationship Id="rId4" Type="http://schemas.openxmlformats.org/officeDocument/2006/relationships/image" Target="../media/image32.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8.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image" Target="../media/image28.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42.wmf"/><Relationship Id="rId3" Type="http://schemas.openxmlformats.org/officeDocument/2006/relationships/image" Target="../media/image29.wmf"/><Relationship Id="rId7" Type="http://schemas.openxmlformats.org/officeDocument/2006/relationships/image" Target="../media/image41.wmf"/><Relationship Id="rId2" Type="http://schemas.openxmlformats.org/officeDocument/2006/relationships/image" Target="../media/image28.wmf"/><Relationship Id="rId1" Type="http://schemas.openxmlformats.org/officeDocument/2006/relationships/image" Target="../media/image24.wmf"/><Relationship Id="rId6" Type="http://schemas.openxmlformats.org/officeDocument/2006/relationships/image" Target="../media/image40.wmf"/><Relationship Id="rId5" Type="http://schemas.openxmlformats.org/officeDocument/2006/relationships/image" Target="../media/image39.wmf"/><Relationship Id="rId4" Type="http://schemas.openxmlformats.org/officeDocument/2006/relationships/image" Target="../media/image32.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28.wmf"/><Relationship Id="rId1" Type="http://schemas.openxmlformats.org/officeDocument/2006/relationships/image" Target="../media/image24.wmf"/><Relationship Id="rId5" Type="http://schemas.openxmlformats.org/officeDocument/2006/relationships/image" Target="../media/image45.wmf"/><Relationship Id="rId4" Type="http://schemas.openxmlformats.org/officeDocument/2006/relationships/image" Target="../media/image44.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28.wmf"/><Relationship Id="rId1" Type="http://schemas.openxmlformats.org/officeDocument/2006/relationships/image" Target="../media/image2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9.wmf"/><Relationship Id="rId1" Type="http://schemas.openxmlformats.org/officeDocument/2006/relationships/image" Target="../media/image50.wmf"/><Relationship Id="rId4" Type="http://schemas.openxmlformats.org/officeDocument/2006/relationships/image" Target="../media/image2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spcBef>
                <a:spcPct val="0"/>
              </a:spcBef>
              <a:defRPr kumimoji="0"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1"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spcBef>
                <a:spcPct val="0"/>
              </a:spcBef>
              <a:defRPr kumimoji="0" sz="1200" b="0" i="0">
                <a:solidFill>
                  <a:schemeClr val="tx1"/>
                </a:solidFill>
                <a:latin typeface="Arial" panose="020B0604020202020204" pitchFamily="34"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90116"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7173"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单击此处编辑母版文本样式</a:t>
            </a: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第二级</a:t>
            </a: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第三级</a:t>
            </a: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第四级</a:t>
            </a: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Arial" panose="020B0604020202020204" pitchFamily="34" charset="0"/>
                <a:ea typeface="宋体" panose="02010600030101010101" pitchFamily="2" charset="-122"/>
                <a:cs typeface="+mn-cs"/>
              </a:rPr>
              <a:t>第五级</a:t>
            </a:r>
          </a:p>
        </p:txBody>
      </p:sp>
      <p:sp>
        <p:nvSpPr>
          <p:cNvPr id="7174"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spcBef>
                <a:spcPct val="0"/>
              </a:spcBef>
              <a:defRPr kumimoji="0" sz="1200" b="0" i="0">
                <a:solidFill>
                  <a:schemeClr val="tx1"/>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7175"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a:t>
            </a:fld>
            <a:endParaRPr lang="en-US" altLang="zh-CN" sz="1200" b="0" i="0" dirty="0">
              <a:solidFill>
                <a:schemeClr val="tx1"/>
              </a:solidFill>
              <a:latin typeface="Arial" panose="020B0604020202020204" pitchFamily="34" charset="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1139" name="Rectangle 2"/>
          <p:cNvSpPr>
            <a:spLocks noGrp="1" noRot="1" noChangeAspect="1" noTextEdit="1"/>
          </p:cNvSpPr>
          <p:nvPr>
            <p:ph type="sldImg"/>
          </p:nvPr>
        </p:nvSpPr>
        <p:spPr/>
      </p:sp>
      <p:sp>
        <p:nvSpPr>
          <p:cNvPr id="9114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2163" name="Rectangle 2"/>
          <p:cNvSpPr>
            <a:spLocks noGrp="1" noRot="1" noChangeAspect="1" noTextEdit="1"/>
          </p:cNvSpPr>
          <p:nvPr>
            <p:ph type="sldImg"/>
          </p:nvPr>
        </p:nvSpPr>
        <p:spPr/>
      </p:sp>
      <p:sp>
        <p:nvSpPr>
          <p:cNvPr id="9216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3187" name="Rectangle 2"/>
          <p:cNvSpPr>
            <a:spLocks noGrp="1" noRot="1" noChangeAspect="1" noTextEdit="1"/>
          </p:cNvSpPr>
          <p:nvPr>
            <p:ph type="sldImg"/>
          </p:nvPr>
        </p:nvSpPr>
        <p:spPr/>
      </p:sp>
      <p:sp>
        <p:nvSpPr>
          <p:cNvPr id="931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4211" name="Rectangle 2"/>
          <p:cNvSpPr>
            <a:spLocks noGrp="1" noRot="1" noChangeAspect="1" noTextEdit="1"/>
          </p:cNvSpPr>
          <p:nvPr>
            <p:ph type="sldImg"/>
          </p:nvPr>
        </p:nvSpPr>
        <p:spPr/>
      </p:sp>
      <p:sp>
        <p:nvSpPr>
          <p:cNvPr id="9421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5235" name="Rectangle 2"/>
          <p:cNvSpPr>
            <a:spLocks noGrp="1" noRot="1" noChangeAspect="1" noTextEdit="1"/>
          </p:cNvSpPr>
          <p:nvPr>
            <p:ph type="sldImg"/>
          </p:nvPr>
        </p:nvSpPr>
        <p:spPr/>
      </p:sp>
      <p:sp>
        <p:nvSpPr>
          <p:cNvPr id="952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6259" name="Rectangle 2"/>
          <p:cNvSpPr>
            <a:spLocks noGrp="1" noRot="1" noChangeAspect="1" noTextEdit="1"/>
          </p:cNvSpPr>
          <p:nvPr>
            <p:ph type="sldImg"/>
          </p:nvPr>
        </p:nvSpPr>
        <p:spPr/>
      </p:sp>
      <p:sp>
        <p:nvSpPr>
          <p:cNvPr id="9626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7283" name="Rectangle 2"/>
          <p:cNvSpPr>
            <a:spLocks noGrp="1" noRot="1" noChangeAspect="1" noTextEdit="1"/>
          </p:cNvSpPr>
          <p:nvPr>
            <p:ph type="sldImg"/>
          </p:nvPr>
        </p:nvSpPr>
        <p:spPr/>
      </p:sp>
      <p:sp>
        <p:nvSpPr>
          <p:cNvPr id="9728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8307" name="Rectangle 2"/>
          <p:cNvSpPr>
            <a:spLocks noGrp="1" noRot="1" noChangeAspect="1" noTextEdit="1"/>
          </p:cNvSpPr>
          <p:nvPr>
            <p:ph type="sldImg"/>
          </p:nvPr>
        </p:nvSpPr>
        <p:spPr/>
      </p:sp>
      <p:sp>
        <p:nvSpPr>
          <p:cNvPr id="9830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99331" name="Rectangle 2"/>
          <p:cNvSpPr>
            <a:spLocks noGrp="1" noRot="1" noChangeAspect="1" noTextEdit="1"/>
          </p:cNvSpPr>
          <p:nvPr>
            <p:ph type="sldImg"/>
          </p:nvPr>
        </p:nvSpPr>
        <p:spPr/>
      </p:sp>
      <p:sp>
        <p:nvSpPr>
          <p:cNvPr id="993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0355" name="Rectangle 2"/>
          <p:cNvSpPr>
            <a:spLocks noGrp="1" noRot="1" noChangeAspect="1" noTextEdit="1"/>
          </p:cNvSpPr>
          <p:nvPr>
            <p:ph type="sldImg"/>
          </p:nvPr>
        </p:nvSpPr>
        <p:spPr/>
      </p:sp>
      <p:sp>
        <p:nvSpPr>
          <p:cNvPr id="10035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1379" name="Rectangle 2"/>
          <p:cNvSpPr>
            <a:spLocks noGrp="1" noRot="1" noChangeAspect="1" noTextEdit="1"/>
          </p:cNvSpPr>
          <p:nvPr>
            <p:ph type="sldImg"/>
          </p:nvPr>
        </p:nvSpPr>
        <p:spPr/>
      </p:sp>
      <p:sp>
        <p:nvSpPr>
          <p:cNvPr id="1013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2403" name="Rectangle 2"/>
          <p:cNvSpPr>
            <a:spLocks noGrp="1" noRot="1" noChangeAspect="1" noTextEdit="1"/>
          </p:cNvSpPr>
          <p:nvPr>
            <p:ph type="sldImg"/>
          </p:nvPr>
        </p:nvSpPr>
        <p:spPr/>
      </p:sp>
      <p:sp>
        <p:nvSpPr>
          <p:cNvPr id="10240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3427" name="Rectangle 2"/>
          <p:cNvSpPr>
            <a:spLocks noGrp="1" noRot="1" noChangeAspect="1" noTextEdit="1"/>
          </p:cNvSpPr>
          <p:nvPr>
            <p:ph type="sldImg"/>
          </p:nvPr>
        </p:nvSpPr>
        <p:spPr/>
      </p:sp>
      <p:sp>
        <p:nvSpPr>
          <p:cNvPr id="1034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4451" name="Rectangle 2"/>
          <p:cNvSpPr>
            <a:spLocks noGrp="1" noRot="1" noChangeAspect="1" noTextEdit="1"/>
          </p:cNvSpPr>
          <p:nvPr>
            <p:ph type="sldImg"/>
          </p:nvPr>
        </p:nvSpPr>
        <p:spPr/>
      </p:sp>
      <p:sp>
        <p:nvSpPr>
          <p:cNvPr id="10445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5475" name="Rectangle 2"/>
          <p:cNvSpPr>
            <a:spLocks noGrp="1" noRot="1" noChangeAspect="1" noTextEdit="1"/>
          </p:cNvSpPr>
          <p:nvPr>
            <p:ph type="sldImg"/>
          </p:nvPr>
        </p:nvSpPr>
        <p:spPr/>
      </p:sp>
      <p:sp>
        <p:nvSpPr>
          <p:cNvPr id="10547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6499" name="Rectangle 2"/>
          <p:cNvSpPr>
            <a:spLocks noGrp="1" noRot="1" noChangeAspect="1" noTextEdit="1"/>
          </p:cNvSpPr>
          <p:nvPr>
            <p:ph type="sldImg"/>
          </p:nvPr>
        </p:nvSpPr>
        <p:spPr/>
      </p:sp>
      <p:sp>
        <p:nvSpPr>
          <p:cNvPr id="10650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7523" name="Rectangle 2"/>
          <p:cNvSpPr>
            <a:spLocks noGrp="1" noRot="1" noChangeAspect="1" noTextEdit="1"/>
          </p:cNvSpPr>
          <p:nvPr>
            <p:ph type="sldImg"/>
          </p:nvPr>
        </p:nvSpPr>
        <p:spPr/>
      </p:sp>
      <p:sp>
        <p:nvSpPr>
          <p:cNvPr id="1075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8547" name="Rectangle 2"/>
          <p:cNvSpPr>
            <a:spLocks noGrp="1" noRot="1" noChangeAspect="1" noTextEdit="1"/>
          </p:cNvSpPr>
          <p:nvPr>
            <p:ph type="sldImg"/>
          </p:nvPr>
        </p:nvSpPr>
        <p:spPr/>
      </p:sp>
      <p:sp>
        <p:nvSpPr>
          <p:cNvPr id="10854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19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09571" name="Rectangle 2"/>
          <p:cNvSpPr>
            <a:spLocks noGrp="1" noRot="1" noChangeAspect="1" noTextEdit="1"/>
          </p:cNvSpPr>
          <p:nvPr>
            <p:ph type="sldImg"/>
          </p:nvPr>
        </p:nvSpPr>
        <p:spPr/>
      </p:sp>
      <p:sp>
        <p:nvSpPr>
          <p:cNvPr id="10957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0595" name="Rectangle 2"/>
          <p:cNvSpPr>
            <a:spLocks noGrp="1" noRot="1" noChangeAspect="1" noTextEdit="1"/>
          </p:cNvSpPr>
          <p:nvPr>
            <p:ph type="sldImg"/>
          </p:nvPr>
        </p:nvSpPr>
        <p:spPr/>
      </p:sp>
      <p:sp>
        <p:nvSpPr>
          <p:cNvPr id="11059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1619" name="Rectangle 2"/>
          <p:cNvSpPr>
            <a:spLocks noGrp="1" noRot="1" noChangeAspect="1" noTextEdit="1"/>
          </p:cNvSpPr>
          <p:nvPr>
            <p:ph type="sldImg"/>
          </p:nvPr>
        </p:nvSpPr>
        <p:spPr/>
      </p:sp>
      <p:sp>
        <p:nvSpPr>
          <p:cNvPr id="11162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2643" name="Rectangle 2"/>
          <p:cNvSpPr>
            <a:spLocks noGrp="1" noRot="1" noChangeAspect="1" noTextEdit="1"/>
          </p:cNvSpPr>
          <p:nvPr>
            <p:ph type="sldImg"/>
          </p:nvPr>
        </p:nvSpPr>
        <p:spPr/>
      </p:sp>
      <p:sp>
        <p:nvSpPr>
          <p:cNvPr id="1126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3667" name="Rectangle 2"/>
          <p:cNvSpPr>
            <a:spLocks noGrp="1" noRot="1" noChangeAspect="1" noTextEdit="1"/>
          </p:cNvSpPr>
          <p:nvPr>
            <p:ph type="sldImg"/>
          </p:nvPr>
        </p:nvSpPr>
        <p:spPr/>
      </p:sp>
      <p:sp>
        <p:nvSpPr>
          <p:cNvPr id="11366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28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4691" name="Rectangle 2"/>
          <p:cNvSpPr>
            <a:spLocks noGrp="1" noRot="1" noChangeAspect="1" noTextEdit="1"/>
          </p:cNvSpPr>
          <p:nvPr>
            <p:ph type="sldImg"/>
          </p:nvPr>
        </p:nvSpPr>
        <p:spPr/>
      </p:sp>
      <p:sp>
        <p:nvSpPr>
          <p:cNvPr id="11469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5715" name="Rectangle 2"/>
          <p:cNvSpPr>
            <a:spLocks noGrp="1" noRot="1" noChangeAspect="1" noTextEdit="1"/>
          </p:cNvSpPr>
          <p:nvPr>
            <p:ph type="sldImg"/>
          </p:nvPr>
        </p:nvSpPr>
        <p:spPr/>
      </p:sp>
      <p:sp>
        <p:nvSpPr>
          <p:cNvPr id="11571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6739" name="Rectangle 2"/>
          <p:cNvSpPr>
            <a:spLocks noGrp="1" noRot="1" noChangeAspect="1" noTextEdit="1"/>
          </p:cNvSpPr>
          <p:nvPr>
            <p:ph type="sldImg"/>
          </p:nvPr>
        </p:nvSpPr>
        <p:spPr/>
      </p:sp>
      <p:sp>
        <p:nvSpPr>
          <p:cNvPr id="11674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7763" name="Rectangle 2"/>
          <p:cNvSpPr>
            <a:spLocks noGrp="1" noRot="1" noChangeAspect="1" noTextEdit="1"/>
          </p:cNvSpPr>
          <p:nvPr>
            <p:ph type="sldImg"/>
          </p:nvPr>
        </p:nvSpPr>
        <p:spPr/>
      </p:sp>
      <p:sp>
        <p:nvSpPr>
          <p:cNvPr id="11776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8787" name="Rectangle 2"/>
          <p:cNvSpPr>
            <a:spLocks noGrp="1" noRot="1" noChangeAspect="1" noTextEdit="1"/>
          </p:cNvSpPr>
          <p:nvPr>
            <p:ph type="sldImg"/>
          </p:nvPr>
        </p:nvSpPr>
        <p:spPr/>
      </p:sp>
      <p:sp>
        <p:nvSpPr>
          <p:cNvPr id="1187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19811" name="Rectangle 2"/>
          <p:cNvSpPr>
            <a:spLocks noGrp="1" noRot="1" noChangeAspect="1" noTextEdit="1"/>
          </p:cNvSpPr>
          <p:nvPr>
            <p:ph type="sldImg"/>
          </p:nvPr>
        </p:nvSpPr>
        <p:spPr/>
      </p:sp>
      <p:sp>
        <p:nvSpPr>
          <p:cNvPr id="11981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0835" name="Rectangle 2"/>
          <p:cNvSpPr>
            <a:spLocks noGrp="1" noRot="1" noChangeAspect="1" noTextEdit="1"/>
          </p:cNvSpPr>
          <p:nvPr>
            <p:ph type="sldImg"/>
          </p:nvPr>
        </p:nvSpPr>
        <p:spPr/>
      </p:sp>
      <p:sp>
        <p:nvSpPr>
          <p:cNvPr id="1208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1859" name="Rectangle 2"/>
          <p:cNvSpPr>
            <a:spLocks noGrp="1" noRot="1" noChangeAspect="1" noTextEdit="1"/>
          </p:cNvSpPr>
          <p:nvPr>
            <p:ph type="sldImg"/>
          </p:nvPr>
        </p:nvSpPr>
        <p:spPr/>
      </p:sp>
      <p:sp>
        <p:nvSpPr>
          <p:cNvPr id="12186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39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2883" name="Rectangle 2"/>
          <p:cNvSpPr>
            <a:spLocks noGrp="1" noRot="1" noChangeAspect="1" noTextEdit="1"/>
          </p:cNvSpPr>
          <p:nvPr>
            <p:ph type="sldImg"/>
          </p:nvPr>
        </p:nvSpPr>
        <p:spPr/>
      </p:sp>
      <p:sp>
        <p:nvSpPr>
          <p:cNvPr id="12288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3907" name="Rectangle 2"/>
          <p:cNvSpPr>
            <a:spLocks noGrp="1" noRot="1" noChangeAspect="1" noTextEdit="1"/>
          </p:cNvSpPr>
          <p:nvPr>
            <p:ph type="sldImg"/>
          </p:nvPr>
        </p:nvSpPr>
        <p:spPr/>
      </p:sp>
      <p:sp>
        <p:nvSpPr>
          <p:cNvPr id="12390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4931" name="Rectangle 2"/>
          <p:cNvSpPr>
            <a:spLocks noGrp="1" noRot="1" noChangeAspect="1" noTextEdit="1"/>
          </p:cNvSpPr>
          <p:nvPr>
            <p:ph type="sldImg"/>
          </p:nvPr>
        </p:nvSpPr>
        <p:spPr/>
      </p:sp>
      <p:sp>
        <p:nvSpPr>
          <p:cNvPr id="1249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5955" name="Rectangle 2"/>
          <p:cNvSpPr>
            <a:spLocks noGrp="1" noRot="1" noChangeAspect="1" noTextEdit="1"/>
          </p:cNvSpPr>
          <p:nvPr>
            <p:ph type="sldImg"/>
          </p:nvPr>
        </p:nvSpPr>
        <p:spPr/>
      </p:sp>
      <p:sp>
        <p:nvSpPr>
          <p:cNvPr id="12595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6979" name="Rectangle 2"/>
          <p:cNvSpPr>
            <a:spLocks noGrp="1" noRot="1" noChangeAspect="1" noTextEdit="1"/>
          </p:cNvSpPr>
          <p:nvPr>
            <p:ph type="sldImg"/>
          </p:nvPr>
        </p:nvSpPr>
        <p:spPr/>
      </p:sp>
      <p:sp>
        <p:nvSpPr>
          <p:cNvPr id="1269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8003" name="Rectangle 2"/>
          <p:cNvSpPr>
            <a:spLocks noGrp="1" noRot="1" noChangeAspect="1" noTextEdit="1"/>
          </p:cNvSpPr>
          <p:nvPr>
            <p:ph type="sldImg"/>
          </p:nvPr>
        </p:nvSpPr>
        <p:spPr/>
      </p:sp>
      <p:sp>
        <p:nvSpPr>
          <p:cNvPr id="12800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29027" name="Rectangle 2"/>
          <p:cNvSpPr>
            <a:spLocks noGrp="1" noRot="1" noChangeAspect="1" noTextEdit="1"/>
          </p:cNvSpPr>
          <p:nvPr>
            <p:ph type="sldImg"/>
          </p:nvPr>
        </p:nvSpPr>
        <p:spPr/>
      </p:sp>
      <p:sp>
        <p:nvSpPr>
          <p:cNvPr id="1290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0051" name="Rectangle 2"/>
          <p:cNvSpPr>
            <a:spLocks noGrp="1" noRot="1" noChangeAspect="1" noTextEdit="1"/>
          </p:cNvSpPr>
          <p:nvPr>
            <p:ph type="sldImg"/>
          </p:nvPr>
        </p:nvSpPr>
        <p:spPr/>
      </p:sp>
      <p:sp>
        <p:nvSpPr>
          <p:cNvPr id="13005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49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1075" name="Rectangle 2"/>
          <p:cNvSpPr>
            <a:spLocks noGrp="1" noRot="1" noChangeAspect="1" noTextEdit="1"/>
          </p:cNvSpPr>
          <p:nvPr>
            <p:ph type="sldImg"/>
          </p:nvPr>
        </p:nvSpPr>
        <p:spPr/>
      </p:sp>
      <p:sp>
        <p:nvSpPr>
          <p:cNvPr id="13107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2099" name="Rectangle 2"/>
          <p:cNvSpPr>
            <a:spLocks noGrp="1" noRot="1" noChangeAspect="1" noTextEdit="1"/>
          </p:cNvSpPr>
          <p:nvPr>
            <p:ph type="sldImg"/>
          </p:nvPr>
        </p:nvSpPr>
        <p:spPr/>
      </p:sp>
      <p:sp>
        <p:nvSpPr>
          <p:cNvPr id="13210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3123" name="Rectangle 2"/>
          <p:cNvSpPr>
            <a:spLocks noGrp="1" noRot="1" noChangeAspect="1" noTextEdit="1"/>
          </p:cNvSpPr>
          <p:nvPr>
            <p:ph type="sldImg"/>
          </p:nvPr>
        </p:nvSpPr>
        <p:spPr/>
      </p:sp>
      <p:sp>
        <p:nvSpPr>
          <p:cNvPr id="1331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4147" name="Rectangle 2"/>
          <p:cNvSpPr>
            <a:spLocks noGrp="1" noRot="1" noChangeAspect="1" noTextEdit="1"/>
          </p:cNvSpPr>
          <p:nvPr>
            <p:ph type="sldImg"/>
          </p:nvPr>
        </p:nvSpPr>
        <p:spPr/>
      </p:sp>
      <p:sp>
        <p:nvSpPr>
          <p:cNvPr id="13414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5171" name="Rectangle 2"/>
          <p:cNvSpPr>
            <a:spLocks noGrp="1" noRot="1" noChangeAspect="1" noTextEdit="1"/>
          </p:cNvSpPr>
          <p:nvPr>
            <p:ph type="sldImg"/>
          </p:nvPr>
        </p:nvSpPr>
        <p:spPr/>
      </p:sp>
      <p:sp>
        <p:nvSpPr>
          <p:cNvPr id="13517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6195" name="Rectangle 2"/>
          <p:cNvSpPr>
            <a:spLocks noGrp="1" noRot="1" noChangeAspect="1" noTextEdit="1"/>
          </p:cNvSpPr>
          <p:nvPr>
            <p:ph type="sldImg"/>
          </p:nvPr>
        </p:nvSpPr>
        <p:spPr/>
      </p:sp>
      <p:sp>
        <p:nvSpPr>
          <p:cNvPr id="13619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7219" name="Rectangle 2"/>
          <p:cNvSpPr>
            <a:spLocks noGrp="1" noRot="1" noChangeAspect="1" noTextEdit="1"/>
          </p:cNvSpPr>
          <p:nvPr>
            <p:ph type="sldImg"/>
          </p:nvPr>
        </p:nvSpPr>
        <p:spPr/>
      </p:sp>
      <p:sp>
        <p:nvSpPr>
          <p:cNvPr id="13722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8243" name="Rectangle 2"/>
          <p:cNvSpPr>
            <a:spLocks noGrp="1" noRot="1" noChangeAspect="1" noTextEdit="1"/>
          </p:cNvSpPr>
          <p:nvPr>
            <p:ph type="sldImg"/>
          </p:nvPr>
        </p:nvSpPr>
        <p:spPr/>
      </p:sp>
      <p:sp>
        <p:nvSpPr>
          <p:cNvPr id="13824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39267" name="Rectangle 2"/>
          <p:cNvSpPr>
            <a:spLocks noGrp="1" noRot="1" noChangeAspect="1" noTextEdit="1"/>
          </p:cNvSpPr>
          <p:nvPr>
            <p:ph type="sldImg"/>
          </p:nvPr>
        </p:nvSpPr>
        <p:spPr/>
      </p:sp>
      <p:sp>
        <p:nvSpPr>
          <p:cNvPr id="13926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0291" name="Rectangle 2"/>
          <p:cNvSpPr>
            <a:spLocks noGrp="1" noRot="1" noChangeAspect="1" noTextEdit="1"/>
          </p:cNvSpPr>
          <p:nvPr>
            <p:ph type="sldImg"/>
          </p:nvPr>
        </p:nvSpPr>
        <p:spPr/>
      </p:sp>
      <p:sp>
        <p:nvSpPr>
          <p:cNvPr id="14029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59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1315" name="Rectangle 2"/>
          <p:cNvSpPr>
            <a:spLocks noGrp="1" noRot="1" noChangeAspect="1" noTextEdit="1"/>
          </p:cNvSpPr>
          <p:nvPr>
            <p:ph type="sldImg"/>
          </p:nvPr>
        </p:nvSpPr>
        <p:spPr/>
      </p:sp>
      <p:sp>
        <p:nvSpPr>
          <p:cNvPr id="14131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2339" name="Rectangle 2"/>
          <p:cNvSpPr>
            <a:spLocks noGrp="1" noRot="1" noChangeAspect="1" noTextEdit="1"/>
          </p:cNvSpPr>
          <p:nvPr>
            <p:ph type="sldImg"/>
          </p:nvPr>
        </p:nvSpPr>
        <p:spPr/>
      </p:sp>
      <p:sp>
        <p:nvSpPr>
          <p:cNvPr id="14234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3363" name="Rectangle 2"/>
          <p:cNvSpPr>
            <a:spLocks noGrp="1" noRot="1" noChangeAspect="1" noTextEdit="1"/>
          </p:cNvSpPr>
          <p:nvPr>
            <p:ph type="sldImg"/>
          </p:nvPr>
        </p:nvSpPr>
        <p:spPr/>
      </p:sp>
      <p:sp>
        <p:nvSpPr>
          <p:cNvPr id="14336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4387" name="Rectangle 2"/>
          <p:cNvSpPr>
            <a:spLocks noGrp="1" noRot="1" noChangeAspect="1" noTextEdit="1"/>
          </p:cNvSpPr>
          <p:nvPr>
            <p:ph type="sldImg"/>
          </p:nvPr>
        </p:nvSpPr>
        <p:spPr/>
      </p:sp>
      <p:sp>
        <p:nvSpPr>
          <p:cNvPr id="14438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5411" name="Rectangle 2"/>
          <p:cNvSpPr>
            <a:spLocks noGrp="1" noRot="1" noChangeAspect="1" noTextEdit="1"/>
          </p:cNvSpPr>
          <p:nvPr>
            <p:ph type="sldImg"/>
          </p:nvPr>
        </p:nvSpPr>
        <p:spPr/>
      </p:sp>
      <p:sp>
        <p:nvSpPr>
          <p:cNvPr id="14541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6435" name="Rectangle 2"/>
          <p:cNvSpPr>
            <a:spLocks noGrp="1" noRot="1" noChangeAspect="1" noTextEdit="1"/>
          </p:cNvSpPr>
          <p:nvPr>
            <p:ph type="sldImg"/>
          </p:nvPr>
        </p:nvSpPr>
        <p:spPr/>
      </p:sp>
      <p:sp>
        <p:nvSpPr>
          <p:cNvPr id="14643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7459" name="Rectangle 2"/>
          <p:cNvSpPr>
            <a:spLocks noGrp="1" noRot="1" noChangeAspect="1" noTextEdit="1"/>
          </p:cNvSpPr>
          <p:nvPr>
            <p:ph type="sldImg"/>
          </p:nvPr>
        </p:nvSpPr>
        <p:spPr/>
      </p:sp>
      <p:sp>
        <p:nvSpPr>
          <p:cNvPr id="14746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48483" name="Rectangle 2"/>
          <p:cNvSpPr>
            <a:spLocks noGrp="1" noRot="1" noChangeAspect="1" noTextEdit="1"/>
          </p:cNvSpPr>
          <p:nvPr>
            <p:ph type="sldImg"/>
          </p:nvPr>
        </p:nvSpPr>
        <p:spPr/>
      </p:sp>
      <p:sp>
        <p:nvSpPr>
          <p:cNvPr id="14848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69</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0531" name="Rectangle 2"/>
          <p:cNvSpPr>
            <a:spLocks noGrp="1" noRot="1" noChangeAspect="1" noTextEdit="1"/>
          </p:cNvSpPr>
          <p:nvPr>
            <p:ph type="sldImg"/>
          </p:nvPr>
        </p:nvSpPr>
        <p:spPr/>
      </p:sp>
      <p:sp>
        <p:nvSpPr>
          <p:cNvPr id="15053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70</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1555" name="Rectangle 2"/>
          <p:cNvSpPr>
            <a:spLocks noGrp="1" noRot="1" noChangeAspect="1" noTextEdit="1"/>
          </p:cNvSpPr>
          <p:nvPr>
            <p:ph type="sldImg"/>
          </p:nvPr>
        </p:nvSpPr>
        <p:spPr/>
      </p:sp>
      <p:sp>
        <p:nvSpPr>
          <p:cNvPr id="15155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71</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2579" name="Rectangle 2"/>
          <p:cNvSpPr>
            <a:spLocks noGrp="1" noRot="1" noChangeAspect="1" noTextEdit="1"/>
          </p:cNvSpPr>
          <p:nvPr>
            <p:ph type="sldImg"/>
          </p:nvPr>
        </p:nvSpPr>
        <p:spPr/>
      </p:sp>
      <p:sp>
        <p:nvSpPr>
          <p:cNvPr id="15258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72</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3603" name="Rectangle 2"/>
          <p:cNvSpPr>
            <a:spLocks noGrp="1" noRot="1" noChangeAspect="1" noTextEdit="1"/>
          </p:cNvSpPr>
          <p:nvPr>
            <p:ph type="sldImg"/>
          </p:nvPr>
        </p:nvSpPr>
        <p:spPr/>
      </p:sp>
      <p:sp>
        <p:nvSpPr>
          <p:cNvPr id="15360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73</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4627" name="Rectangle 2"/>
          <p:cNvSpPr>
            <a:spLocks noGrp="1" noRot="1" noChangeAspect="1" noTextEdit="1"/>
          </p:cNvSpPr>
          <p:nvPr>
            <p:ph type="sldImg"/>
          </p:nvPr>
        </p:nvSpPr>
        <p:spPr/>
      </p:sp>
      <p:sp>
        <p:nvSpPr>
          <p:cNvPr id="15462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74</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5651" name="Rectangle 2"/>
          <p:cNvSpPr>
            <a:spLocks noGrp="1" noRot="1" noChangeAspect="1" noTextEdit="1"/>
          </p:cNvSpPr>
          <p:nvPr>
            <p:ph type="sldImg"/>
          </p:nvPr>
        </p:nvSpPr>
        <p:spPr/>
      </p:sp>
      <p:sp>
        <p:nvSpPr>
          <p:cNvPr id="155652"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75</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6675" name="Rectangle 2"/>
          <p:cNvSpPr>
            <a:spLocks noGrp="1" noRot="1" noChangeAspect="1" noTextEdit="1"/>
          </p:cNvSpPr>
          <p:nvPr>
            <p:ph type="sldImg"/>
          </p:nvPr>
        </p:nvSpPr>
        <p:spPr/>
      </p:sp>
      <p:sp>
        <p:nvSpPr>
          <p:cNvPr id="156676"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76</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7699" name="Rectangle 2"/>
          <p:cNvSpPr>
            <a:spLocks noGrp="1" noRot="1" noChangeAspect="1" noTextEdit="1"/>
          </p:cNvSpPr>
          <p:nvPr>
            <p:ph type="sldImg"/>
          </p:nvPr>
        </p:nvSpPr>
        <p:spPr/>
      </p:sp>
      <p:sp>
        <p:nvSpPr>
          <p:cNvPr id="157700"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77</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8723" name="Rectangle 2"/>
          <p:cNvSpPr>
            <a:spLocks noGrp="1" noRot="1" noChangeAspect="1" noTextEdit="1"/>
          </p:cNvSpPr>
          <p:nvPr>
            <p:ph type="sldImg"/>
          </p:nvPr>
        </p:nvSpPr>
        <p:spPr/>
      </p:sp>
      <p:sp>
        <p:nvSpPr>
          <p:cNvPr id="158724"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7"/>
          <p:cNvSpPr txBox="1">
            <a:spLocks noGrp="1"/>
          </p:cNvSpPr>
          <p:nvPr>
            <p:ph type="sldNum" sz="quarter"/>
          </p:nvPr>
        </p:nvSpPr>
        <p:spPr>
          <a:xfrm>
            <a:off x="3884613" y="8685213"/>
            <a:ext cx="2971800" cy="457200"/>
          </a:xfrm>
          <a:prstGeom prst="rect">
            <a:avLst/>
          </a:prstGeom>
          <a:noFill/>
          <a:ln w="9525">
            <a:noFill/>
          </a:ln>
        </p:spPr>
        <p:txBody>
          <a:bodyPr anchor="b" anchorCtr="0"/>
          <a:lstStyle/>
          <a:p>
            <a:pPr lvl="0" algn="r" eaLnBrk="1" hangingPunct="1">
              <a:spcBef>
                <a:spcPct val="0"/>
              </a:spcBef>
            </a:pPr>
            <a:fld id="{9A0DB2DC-4C9A-4742-B13C-FB6460FD3503}" type="slidenum">
              <a:rPr lang="en-US" altLang="zh-CN" sz="1200" b="0" i="0" dirty="0">
                <a:solidFill>
                  <a:schemeClr val="tx1"/>
                </a:solidFill>
                <a:latin typeface="Arial" panose="020B0604020202020204" pitchFamily="34" charset="0"/>
                <a:ea typeface="宋体" panose="02010600030101010101" pitchFamily="2" charset="-122"/>
              </a:rPr>
              <a:pPr lvl="0" algn="r" eaLnBrk="1" hangingPunct="1">
                <a:spcBef>
                  <a:spcPct val="0"/>
                </a:spcBef>
              </a:pPr>
              <a:t>78</a:t>
            </a:fld>
            <a:endParaRPr lang="en-US" altLang="zh-CN" sz="1200" b="0" i="0" dirty="0">
              <a:solidFill>
                <a:schemeClr val="tx1"/>
              </a:solidFill>
              <a:latin typeface="Arial" panose="020B0604020202020204" pitchFamily="34" charset="0"/>
              <a:ea typeface="宋体" panose="02010600030101010101" pitchFamily="2" charset="-122"/>
            </a:endParaRPr>
          </a:p>
        </p:txBody>
      </p:sp>
      <p:sp>
        <p:nvSpPr>
          <p:cNvPr id="159747" name="Rectangle 2"/>
          <p:cNvSpPr>
            <a:spLocks noGrp="1" noRot="1" noChangeAspect="1" noTextEdit="1"/>
          </p:cNvSpPr>
          <p:nvPr>
            <p:ph type="sldImg"/>
          </p:nvPr>
        </p:nvSpPr>
        <p:spPr/>
      </p:sp>
      <p:sp>
        <p:nvSpPr>
          <p:cNvPr id="159748" name="Rectangle 3"/>
          <p:cNvSpPr>
            <a:spLocks noGrp="1"/>
          </p:cNvSpPr>
          <p:nvPr>
            <p:ph type="body"/>
          </p:nvPr>
        </p:nvSpPr>
        <p:spPr/>
        <p:txBody>
          <a:bodyPr wrap="square" lIns="91440" tIns="45720" rIns="91440" bIns="45720" anchor="t" anchorCtr="0"/>
          <a:lstStyle/>
          <a:p>
            <a:pPr lvl="0" eaLnBrk="1" hangingPunct="1"/>
            <a:endParaRPr lang="zh-CN"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noProof="1" smtClean="0"/>
              <a:t>单击此处编辑母版标题样式</a:t>
            </a:r>
            <a:endParaRPr lang="zh-CN" altLang="en-US"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noProof="1" smtClean="0"/>
              <a:t>单击此处编辑母版副标题样式</a:t>
            </a:r>
            <a:endParaRPr lang="zh-CN" altLang="en-US"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标题和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457200" y="1600200"/>
            <a:ext cx="8229600" cy="4525963"/>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smtClean="0"/>
              <a:t>单击此处编辑母版文本样式</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两栏内容">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较">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smtClean="0"/>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smtClean="0"/>
              <a:t>单击此处编辑母版文本样式</a:t>
            </a:r>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仅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noProof="1" smtClean="0"/>
              <a:t>单击此处编辑母版标题样式</a:t>
            </a:r>
            <a:endParaRPr lang="zh-CN" altLang="en-US"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noProof="1" smtClean="0"/>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smtClean="0"/>
              <a:t>单击此处编辑母版文本样式</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标题和竖排文字">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bg>
      <p:bgPr>
        <a:solidFill>
          <a:schemeClr val="bg1"/>
        </a:solidFill>
        <a:effectLst/>
      </p:bgPr>
    </p:bg>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403225"/>
            <a:ext cx="2057400" cy="5722938"/>
          </a:xfrm>
        </p:spPr>
        <p:txBody>
          <a:bodyPr vert="eaVert"/>
          <a:lstStyle/>
          <a:p>
            <a:r>
              <a:rPr lang="zh-CN" altLang="en-US" noProof="1" smtClean="0"/>
              <a:t>单击此处编辑母版标题样式</a:t>
            </a:r>
            <a:endParaRPr lang="zh-CN" altLang="en-US" noProof="1"/>
          </a:p>
        </p:txBody>
      </p:sp>
      <p:sp>
        <p:nvSpPr>
          <p:cNvPr id="3" name="竖排文字占位符 2"/>
          <p:cNvSpPr>
            <a:spLocks noGrp="1"/>
          </p:cNvSpPr>
          <p:nvPr>
            <p:ph type="body" orient="vert" idx="1"/>
          </p:nvPr>
        </p:nvSpPr>
        <p:spPr>
          <a:xfrm>
            <a:off x="457200" y="403225"/>
            <a:ext cx="6019800" cy="5722938"/>
          </a:xfrm>
          <a:prstGeom prst="rect">
            <a:avLst/>
          </a:prstGeom>
        </p:spPr>
        <p:txBody>
          <a:bodyPr vert="eaVert"/>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bl" preserve="1">
  <p:cSld name="标题和表格">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2533650" y="403225"/>
            <a:ext cx="4856163" cy="504825"/>
          </a:xfrm>
        </p:spPr>
        <p:txBody>
          <a:bodyPr/>
          <a:lstStyle/>
          <a:p>
            <a:r>
              <a:rPr lang="zh-CN" altLang="en-US" noProof="1" smtClean="0"/>
              <a:t>单击此处编辑母版标题样式</a:t>
            </a:r>
            <a:endParaRPr lang="zh-CN" altLang="en-US" noProof="1"/>
          </a:p>
        </p:txBody>
      </p:sp>
      <p:sp>
        <p:nvSpPr>
          <p:cNvPr id="3" name="表格占位符 2"/>
          <p:cNvSpPr>
            <a:spLocks noGrp="1"/>
          </p:cNvSpPr>
          <p:nvPr>
            <p:ph type="tbl" idx="1"/>
          </p:nvPr>
        </p:nvSpPr>
        <p:spPr>
          <a:xfrm>
            <a:off x="457200" y="1600200"/>
            <a:ext cx="8229600" cy="4525963"/>
          </a:xfrm>
          <a:prstGeom prst="rect">
            <a:avLst/>
          </a:prstGeom>
        </p:spPr>
        <p:txBody>
          <a:bodyPr/>
          <a:lstStyle/>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zh-CN" altLang="en-US" sz="2400" b="1" i="0" u="none" strike="noStrike" kern="0" cap="none" spc="0" normalizeH="0" baseline="0" noProof="0" smtClean="0">
              <a:ln>
                <a:noFill/>
              </a:ln>
              <a:solidFill>
                <a:schemeClr val="tx1"/>
              </a:solidFill>
              <a:effectLst/>
              <a:uLnTx/>
              <a:uFillTx/>
              <a:latin typeface="+mn-lt"/>
              <a:ea typeface="+mn-ea"/>
              <a:cs typeface="+mn-cs"/>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Only" preserve="1">
  <p:cSld name="内容">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p:nvPr>
        </p:nvSpPr>
        <p:spPr>
          <a:xfrm>
            <a:off x="457200" y="403225"/>
            <a:ext cx="8229600" cy="5722938"/>
          </a:xfrm>
          <a:prstGeom prst="rect">
            <a:avLst/>
          </a:prstGeom>
        </p:spPr>
        <p:txBody>
          <a:body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 Target="../slides/slide2.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 Target="../slides/slide27.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19" Type="http://schemas.openxmlformats.org/officeDocument/2006/relationships/oleObject" Target="../embeddings/oleObject2.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2427288" y="301625"/>
            <a:ext cx="6467475" cy="6248400"/>
          </a:xfrm>
          <a:prstGeom prst="rect">
            <a:avLst/>
          </a:prstGeom>
          <a:solidFill>
            <a:srgbClr val="EDEEE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nvGrpSpPr>
          <p:cNvPr id="1030" name="Group 3"/>
          <p:cNvGrpSpPr/>
          <p:nvPr userDrawn="1"/>
        </p:nvGrpSpPr>
        <p:grpSpPr>
          <a:xfrm>
            <a:off x="2189163" y="914400"/>
            <a:ext cx="6958012" cy="76200"/>
            <a:chOff x="1920" y="849"/>
            <a:chExt cx="4992" cy="63"/>
          </a:xfrm>
        </p:grpSpPr>
        <p:sp>
          <p:nvSpPr>
            <p:cNvPr id="10244" name="Rectangle 4"/>
            <p:cNvSpPr>
              <a:spLocks noChangeArrowheads="1"/>
            </p:cNvSpPr>
            <p:nvPr/>
          </p:nvSpPr>
          <p:spPr bwMode="auto">
            <a:xfrm>
              <a:off x="1920" y="849"/>
              <a:ext cx="4992" cy="49"/>
            </a:xfrm>
            <a:prstGeom prst="rect">
              <a:avLst/>
            </a:prstGeom>
            <a:gradFill rotWithShape="1">
              <a:gsLst>
                <a:gs pos="0">
                  <a:srgbClr val="8488C4"/>
                </a:gs>
                <a:gs pos="26500">
                  <a:srgbClr val="D4DEFF"/>
                </a:gs>
                <a:gs pos="41500">
                  <a:srgbClr val="D4DEFF"/>
                </a:gs>
                <a:gs pos="50000">
                  <a:srgbClr val="96AB94"/>
                </a:gs>
                <a:gs pos="58500">
                  <a:srgbClr val="D4DEFF"/>
                </a:gs>
                <a:gs pos="73500">
                  <a:srgbClr val="D4DEFF"/>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1" u="none" strike="noStrike" kern="1200" cap="none" spc="0" normalizeH="0" baseline="0" noProof="0">
                <a:ln>
                  <a:noFill/>
                </a:ln>
                <a:solidFill>
                  <a:srgbClr val="FF5050"/>
                </a:solidFill>
                <a:effectLst/>
                <a:uLnTx/>
                <a:uFillTx/>
                <a:latin typeface="Times New Roman" panose="02020603050405020304" pitchFamily="18" charset="0"/>
                <a:ea typeface="楷体_GB2312" pitchFamily="49" charset="-122"/>
                <a:cs typeface="+mn-cs"/>
              </a:endParaRPr>
            </a:p>
          </p:txBody>
        </p:sp>
        <p:sp>
          <p:nvSpPr>
            <p:cNvPr id="10245" name="Rectangle 5"/>
            <p:cNvSpPr>
              <a:spLocks noChangeArrowheads="1"/>
            </p:cNvSpPr>
            <p:nvPr/>
          </p:nvSpPr>
          <p:spPr bwMode="white">
            <a:xfrm>
              <a:off x="1920" y="863"/>
              <a:ext cx="4992" cy="49"/>
            </a:xfrm>
            <a:prstGeom prst="rect">
              <a:avLst/>
            </a:prstGeom>
            <a:gradFill rotWithShape="1">
              <a:gsLst>
                <a:gs pos="0">
                  <a:srgbClr val="8488C4"/>
                </a:gs>
                <a:gs pos="26500">
                  <a:srgbClr val="D4DEFF">
                    <a:alpha val="68730"/>
                  </a:srgbClr>
                </a:gs>
                <a:gs pos="41500">
                  <a:srgbClr val="D4DEFF">
                    <a:alpha val="51030"/>
                  </a:srgbClr>
                </a:gs>
                <a:gs pos="50000">
                  <a:srgbClr val="96AB94">
                    <a:alpha val="41000"/>
                  </a:srgbClr>
                </a:gs>
                <a:gs pos="58500">
                  <a:srgbClr val="D4DEFF">
                    <a:alpha val="51030"/>
                  </a:srgbClr>
                </a:gs>
                <a:gs pos="73500">
                  <a:srgbClr val="D4DEFF">
                    <a:alpha val="68730"/>
                  </a:srgbClr>
                </a:gs>
                <a:gs pos="100000">
                  <a:srgbClr val="8488C4"/>
                </a:gs>
              </a:gsLst>
              <a:lin ang="5400000" scaled="1"/>
            </a:gradFill>
            <a:ln w="57150" cap="rnd" cmpd="thinThick">
              <a:noFill/>
              <a:prstDash val="sysDot"/>
              <a:miter lim="800000"/>
              <a:headEnd type="none" w="sm" len="sm"/>
              <a:tailEnd type="none" w="sm" len="sm"/>
            </a:ln>
            <a:effectLst/>
          </p:spPr>
          <p:txBody>
            <a:bodyPr wrap="none" anchor="ctr"/>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1" u="none" strike="noStrike" kern="1200" cap="none" spc="0" normalizeH="0" baseline="0" noProof="0">
                <a:ln>
                  <a:noFill/>
                </a:ln>
                <a:solidFill>
                  <a:srgbClr val="FF5050"/>
                </a:solidFill>
                <a:effectLst/>
                <a:uLnTx/>
                <a:uFillTx/>
                <a:latin typeface="Times New Roman" panose="02020603050405020304" pitchFamily="18" charset="0"/>
                <a:ea typeface="楷体_GB2312" pitchFamily="49" charset="-122"/>
                <a:cs typeface="+mn-cs"/>
              </a:endParaRPr>
            </a:p>
          </p:txBody>
        </p:sp>
      </p:grpSp>
      <p:grpSp>
        <p:nvGrpSpPr>
          <p:cNvPr id="1031" name="Group 6"/>
          <p:cNvGrpSpPr/>
          <p:nvPr userDrawn="1"/>
        </p:nvGrpSpPr>
        <p:grpSpPr>
          <a:xfrm>
            <a:off x="0" y="-1587"/>
            <a:ext cx="9155113" cy="6858000"/>
            <a:chOff x="0" y="-1"/>
            <a:chExt cx="6925" cy="4320"/>
          </a:xfrm>
        </p:grpSpPr>
        <p:sp>
          <p:nvSpPr>
            <p:cNvPr id="10247" name="Rectangle 7"/>
            <p:cNvSpPr>
              <a:spLocks noChangeArrowheads="1"/>
            </p:cNvSpPr>
            <p:nvPr/>
          </p:nvSpPr>
          <p:spPr bwMode="auto">
            <a:xfrm>
              <a:off x="0" y="188"/>
              <a:ext cx="1637" cy="3936"/>
            </a:xfrm>
            <a:prstGeom prst="rect">
              <a:avLst/>
            </a:prstGeom>
            <a:solidFill>
              <a:srgbClr val="EDEEE9"/>
            </a:solidFill>
            <a:ln w="9525">
              <a:noFill/>
              <a:miter lim="800000"/>
            </a:ln>
            <a:effectLst/>
          </p:spPr>
          <p:txBody>
            <a:bodyPr wrap="none"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22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endParaRPr>
            </a:p>
          </p:txBody>
        </p:sp>
        <p:grpSp>
          <p:nvGrpSpPr>
            <p:cNvPr id="1035" name="Group 8"/>
            <p:cNvGrpSpPr/>
            <p:nvPr userDrawn="1"/>
          </p:nvGrpSpPr>
          <p:grpSpPr>
            <a:xfrm>
              <a:off x="0" y="-1"/>
              <a:ext cx="6925" cy="4320"/>
              <a:chOff x="0" y="-1"/>
              <a:chExt cx="6925" cy="4320"/>
            </a:xfrm>
          </p:grpSpPr>
          <p:sp>
            <p:nvSpPr>
              <p:cNvPr id="10249" name="Rectangle 9"/>
              <p:cNvSpPr>
                <a:spLocks noChangeArrowheads="1"/>
              </p:cNvSpPr>
              <p:nvPr/>
            </p:nvSpPr>
            <p:spPr bwMode="blackWhite">
              <a:xfrm>
                <a:off x="11" y="4138"/>
                <a:ext cx="6914" cy="181"/>
              </a:xfrm>
              <a:prstGeom prst="rect">
                <a:avLst/>
              </a:prstGeom>
              <a:solidFill>
                <a:srgbClr val="D7E5ED"/>
              </a:solidFill>
              <a:ln w="9525">
                <a:noFill/>
                <a:miter lim="800000"/>
              </a:ln>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250" name="Rectangle 10"/>
              <p:cNvSpPr>
                <a:spLocks noChangeArrowheads="1"/>
              </p:cNvSpPr>
              <p:nvPr/>
            </p:nvSpPr>
            <p:spPr bwMode="blackWhite">
              <a:xfrm>
                <a:off x="0" y="-1"/>
                <a:ext cx="6914" cy="181"/>
              </a:xfrm>
              <a:prstGeom prst="rect">
                <a:avLst/>
              </a:prstGeom>
              <a:solidFill>
                <a:srgbClr val="D7E5ED"/>
              </a:solidFill>
              <a:ln w="9525">
                <a:noFill/>
                <a:miter lim="800000"/>
              </a:ln>
            </p:spPr>
            <p:txBody>
              <a:bodyPr wrap="none" lIns="92075" tIns="0" rIns="92075" bIns="46037"/>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200" b="0" i="1" u="none" strike="noStrike" kern="1200" cap="none" spc="0" normalizeH="0" baseline="0" noProof="0">
                    <a:ln>
                      <a:noFill/>
                    </a:ln>
                    <a:solidFill>
                      <a:schemeClr val="accent2"/>
                    </a:solidFill>
                    <a:effectLst/>
                    <a:uLnTx/>
                    <a:uFillTx/>
                    <a:latin typeface="Times New Roman" panose="02020603050405020304" pitchFamily="18" charset="0"/>
                    <a:ea typeface="宋体" panose="02010600030101010101" pitchFamily="2" charset="-122"/>
                    <a:cs typeface="+mn-cs"/>
                  </a:rPr>
                  <a:t>				                                                                            Department of Material and Engineering, Soochow University</a:t>
                </a:r>
              </a:p>
            </p:txBody>
          </p:sp>
          <p:sp>
            <p:nvSpPr>
              <p:cNvPr id="1038" name="Rectangle 11"/>
              <p:cNvSpPr/>
              <p:nvPr userDrawn="1"/>
            </p:nvSpPr>
            <p:spPr>
              <a:xfrm rot="5400000">
                <a:off x="4668" y="2067"/>
                <a:ext cx="4320" cy="181"/>
              </a:xfrm>
              <a:prstGeom prst="rect">
                <a:avLst/>
              </a:prstGeom>
              <a:solidFill>
                <a:srgbClr val="D7E5ED"/>
              </a:soli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sp>
            <p:nvSpPr>
              <p:cNvPr id="1039" name="Rectangle 12"/>
              <p:cNvSpPr/>
              <p:nvPr userDrawn="1"/>
            </p:nvSpPr>
            <p:spPr>
              <a:xfrm rot="5400000">
                <a:off x="6734" y="-1"/>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sp>
            <p:nvSpPr>
              <p:cNvPr id="1040" name="Rectangle 13"/>
              <p:cNvSpPr/>
              <p:nvPr userDrawn="1"/>
            </p:nvSpPr>
            <p:spPr>
              <a:xfrm rot="5400000">
                <a:off x="-425" y="2067"/>
                <a:ext cx="4320" cy="181"/>
              </a:xfrm>
              <a:prstGeom prst="rect">
                <a:avLst/>
              </a:prstGeom>
              <a:solidFill>
                <a:srgbClr val="D7E5ED"/>
              </a:soli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sp>
            <p:nvSpPr>
              <p:cNvPr id="1041" name="Rectangle 14"/>
              <p:cNvSpPr/>
              <p:nvPr userDrawn="1"/>
            </p:nvSpPr>
            <p:spPr>
              <a:xfrm rot="5400000">
                <a:off x="1655" y="4137"/>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sp>
            <p:nvSpPr>
              <p:cNvPr id="1042" name="Rectangle 15"/>
              <p:cNvSpPr/>
              <p:nvPr userDrawn="1"/>
            </p:nvSpPr>
            <p:spPr>
              <a:xfrm rot="5400000">
                <a:off x="1655" y="-1"/>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sp>
            <p:nvSpPr>
              <p:cNvPr id="1043" name="Rectangle 16"/>
              <p:cNvSpPr/>
              <p:nvPr userDrawn="1"/>
            </p:nvSpPr>
            <p:spPr>
              <a:xfrm rot="5400000">
                <a:off x="6734" y="4137"/>
                <a:ext cx="181" cy="181"/>
              </a:xfrm>
              <a:prstGeom prst="rect">
                <a:avLst/>
              </a:prstGeom>
              <a:gradFill rotWithShape="1">
                <a:gsLst>
                  <a:gs pos="0">
                    <a:srgbClr val="FFFCFF"/>
                  </a:gs>
                  <a:gs pos="100000">
                    <a:srgbClr val="D7E5ED"/>
                  </a:gs>
                </a:gsLst>
                <a:path path="shape">
                  <a:fillToRect l="50000" t="50000" r="50000" b="50000"/>
                </a:path>
                <a:tileRect/>
              </a:gradFill>
              <a:ln w="9525">
                <a:noFill/>
              </a:ln>
            </p:spPr>
            <p:txBody>
              <a:bodyPr rot="10800000" vert="eaVert"/>
              <a:lstStyle/>
              <a:p>
                <a:pPr lvl="0" eaLnBrk="1" hangingPunct="1">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grpSp>
      </p:grpSp>
      <p:sp>
        <p:nvSpPr>
          <p:cNvPr id="10257" name="Rectangle 17"/>
          <p:cNvSpPr>
            <a:spLocks noGrp="1" noChangeArrowheads="1"/>
          </p:cNvSpPr>
          <p:nvPr>
            <p:ph type="title"/>
          </p:nvPr>
        </p:nvSpPr>
        <p:spPr bwMode="auto">
          <a:xfrm>
            <a:off x="2533650" y="403225"/>
            <a:ext cx="4856163" cy="504825"/>
          </a:xfrm>
          <a:prstGeom prst="rect">
            <a:avLst/>
          </a:prstGeom>
          <a:noFill/>
          <a:ln w="9525">
            <a:noFill/>
            <a:miter lim="800000"/>
          </a:ln>
          <a:effectLst/>
        </p:spPr>
        <p:txBody>
          <a:bodyPr vert="horz" wrap="square" lIns="91440" tIns="45720" rIns="91440" bIns="45720" numCol="1" anchor="ctr" anchorCtr="0" compatLnSpc="1"/>
          <a:lstStyle/>
          <a:p>
            <a:pPr lvl="0"/>
            <a:endParaRPr lang="zh-CN" altLang="zh-CN" noProof="1" smtClean="0"/>
          </a:p>
        </p:txBody>
      </p:sp>
      <p:graphicFrame>
        <p:nvGraphicFramePr>
          <p:cNvPr id="1026" name="Object 18">
            <a:hlinkClick r:id="rId16" action="ppaction://hlinksldjump"/>
          </p:cNvPr>
          <p:cNvGraphicFramePr>
            <a:graphicFrameLocks/>
          </p:cNvGraphicFramePr>
          <p:nvPr userDrawn="1"/>
        </p:nvGraphicFramePr>
        <p:xfrm>
          <a:off x="309563" y="-42862"/>
          <a:ext cx="790575" cy="377825"/>
        </p:xfrm>
        <a:graphic>
          <a:graphicData uri="http://schemas.openxmlformats.org/presentationml/2006/ole">
            <p:oleObj spid="_x0000_s3077" r:id="rId17" imgW="13201650" imgH="11620500" progId="">
              <p:embed/>
            </p:oleObj>
          </a:graphicData>
        </a:graphic>
      </p:graphicFrame>
      <p:graphicFrame>
        <p:nvGraphicFramePr>
          <p:cNvPr id="1027" name="Object 19">
            <a:hlinkClick r:id="rId18" action="ppaction://hlinksldjump"/>
          </p:cNvPr>
          <p:cNvGraphicFramePr>
            <a:graphicFrameLocks/>
          </p:cNvGraphicFramePr>
          <p:nvPr userDrawn="1"/>
        </p:nvGraphicFramePr>
        <p:xfrm>
          <a:off x="1146175" y="-42862"/>
          <a:ext cx="796925" cy="377825"/>
        </p:xfrm>
        <a:graphic>
          <a:graphicData uri="http://schemas.openxmlformats.org/presentationml/2006/ole">
            <p:oleObj spid="_x0000_s3076" r:id="rId19" imgW="6172200" imgH="6696075" progId="">
              <p:embed/>
            </p:oleObj>
          </a:graphicData>
        </a:graphic>
      </p:graphicFrame>
      <p:sp>
        <p:nvSpPr>
          <p:cNvPr id="10260" name="Rectangle 20"/>
          <p:cNvSpPr>
            <a:spLocks noChangeArrowheads="1"/>
          </p:cNvSpPr>
          <p:nvPr/>
        </p:nvSpPr>
        <p:spPr bwMode="auto">
          <a:xfrm>
            <a:off x="447675" y="593725"/>
            <a:ext cx="1441450" cy="762000"/>
          </a:xfrm>
          <a:prstGeom prst="rect">
            <a:avLst/>
          </a:prstGeom>
          <a:noFill/>
          <a:ln w="9525">
            <a:noFill/>
            <a:miter lim="800000"/>
          </a:ln>
          <a:effectLst/>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200" b="1" i="1" u="none" strike="noStrike" kern="1200" cap="none" spc="0" normalizeH="0" baseline="0" noProof="0">
                <a:ln>
                  <a:noFill/>
                </a:ln>
                <a:solidFill>
                  <a:srgbClr val="FF0000"/>
                </a:solidFill>
                <a:effectLst/>
                <a:uLnTx/>
                <a:uFillTx/>
                <a:latin typeface="隶书" panose="02010509060101010101" pitchFamily="49" charset="-122"/>
                <a:ea typeface="隶书" panose="02010509060101010101" pitchFamily="49" charset="-122"/>
                <a:cs typeface="+mn-cs"/>
              </a:rPr>
              <a:t>Inorganic</a:t>
            </a:r>
          </a:p>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2200" b="1" i="1" u="none" strike="noStrike" kern="1200" cap="none" spc="0" normalizeH="0" baseline="0" noProof="0">
                <a:ln>
                  <a:noFill/>
                </a:ln>
                <a:solidFill>
                  <a:srgbClr val="FF0000"/>
                </a:solidFill>
                <a:effectLst/>
                <a:uLnTx/>
                <a:uFillTx/>
                <a:latin typeface="隶书" panose="02010509060101010101" pitchFamily="49" charset="-122"/>
                <a:ea typeface="隶书" panose="02010509060101010101" pitchFamily="49" charset="-122"/>
                <a:cs typeface="+mn-cs"/>
              </a:rPr>
              <a:t>chemistry</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2pPr>
      <a:lvl3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3pPr>
      <a:lvl4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4pPr>
      <a:lvl5pPr algn="l" rtl="0" eaLnBrk="0" fontAlgn="base" hangingPunct="0">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5pPr>
      <a:lvl6pPr marL="4572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6pPr>
      <a:lvl7pPr marL="9144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7pPr>
      <a:lvl8pPr marL="13716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8pPr>
      <a:lvl9pPr marL="1828800" algn="l" rtl="0" fontAlgn="base">
        <a:spcBef>
          <a:spcPct val="0"/>
        </a:spcBef>
        <a:spcAft>
          <a:spcPct val="0"/>
        </a:spcAft>
        <a:defRPr sz="2400" b="1" i="1">
          <a:solidFill>
            <a:srgbClr val="FF3300"/>
          </a:solidFill>
          <a:effectLst>
            <a:outerShdw blurRad="38100" dist="38100" dir="2700000" algn="tl">
              <a:srgbClr val="C0C0C0"/>
            </a:outerShdw>
          </a:effectLst>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2400" b="1">
          <a:solidFill>
            <a:schemeClr val="tx1"/>
          </a:solidFill>
          <a:latin typeface="+mn-lt"/>
          <a:ea typeface="+mn-ea"/>
          <a:cs typeface="+mn-cs"/>
        </a:defRPr>
      </a:lvl1pPr>
      <a:lvl2pPr marL="742950" indent="-285750" algn="l" rtl="0" eaLnBrk="0" fontAlgn="base" hangingPunct="0">
        <a:spcBef>
          <a:spcPct val="20000"/>
        </a:spcBef>
        <a:spcAft>
          <a:spcPct val="0"/>
        </a:spcAft>
        <a:buChar char="–"/>
        <a:defRPr sz="2400" b="1">
          <a:solidFill>
            <a:schemeClr val="tx1"/>
          </a:solidFill>
          <a:latin typeface="+mn-lt"/>
          <a:ea typeface="+mn-ea"/>
        </a:defRPr>
      </a:lvl2pPr>
      <a:lvl3pPr marL="1143000" indent="-228600" algn="l" rtl="0" eaLnBrk="0" fontAlgn="base" hangingPunct="0">
        <a:spcBef>
          <a:spcPct val="20000"/>
        </a:spcBef>
        <a:spcAft>
          <a:spcPct val="0"/>
        </a:spcAft>
        <a:buChar char="•"/>
        <a:defRPr sz="2400" b="1">
          <a:solidFill>
            <a:schemeClr val="tx1"/>
          </a:solidFill>
          <a:latin typeface="+mn-lt"/>
          <a:ea typeface="+mn-ea"/>
        </a:defRPr>
      </a:lvl3pPr>
      <a:lvl4pPr marL="1600200" indent="-228600" algn="l" rtl="0" eaLnBrk="0" fontAlgn="base" hangingPunct="0">
        <a:spcBef>
          <a:spcPct val="20000"/>
        </a:spcBef>
        <a:spcAft>
          <a:spcPct val="0"/>
        </a:spcAft>
        <a:buChar char="–"/>
        <a:defRPr sz="2400" b="1">
          <a:solidFill>
            <a:schemeClr val="tx1"/>
          </a:solidFill>
          <a:latin typeface="+mn-lt"/>
          <a:ea typeface="+mn-ea"/>
        </a:defRPr>
      </a:lvl4pPr>
      <a:lvl5pPr marL="2057400" indent="-228600" algn="l" rtl="0" eaLnBrk="0" fontAlgn="base" hangingPunct="0">
        <a:spcBef>
          <a:spcPct val="20000"/>
        </a:spcBef>
        <a:spcAft>
          <a:spcPct val="0"/>
        </a:spcAft>
        <a:buChar char="»"/>
        <a:defRPr sz="2400" b="1">
          <a:solidFill>
            <a:schemeClr val="tx1"/>
          </a:solidFill>
          <a:latin typeface="+mn-lt"/>
          <a:ea typeface="+mn-ea"/>
        </a:defRPr>
      </a:lvl5pPr>
      <a:lvl6pPr marL="2514600" indent="-228600" algn="l" rtl="0" fontAlgn="base">
        <a:spcBef>
          <a:spcPct val="20000"/>
        </a:spcBef>
        <a:spcAft>
          <a:spcPct val="0"/>
        </a:spcAft>
        <a:buChar char="»"/>
        <a:defRPr sz="2400" b="1">
          <a:solidFill>
            <a:schemeClr val="tx1"/>
          </a:solidFill>
          <a:latin typeface="+mn-lt"/>
          <a:ea typeface="+mn-ea"/>
        </a:defRPr>
      </a:lvl6pPr>
      <a:lvl7pPr marL="2971800" indent="-228600" algn="l" rtl="0" fontAlgn="base">
        <a:spcBef>
          <a:spcPct val="20000"/>
        </a:spcBef>
        <a:spcAft>
          <a:spcPct val="0"/>
        </a:spcAft>
        <a:buChar char="»"/>
        <a:defRPr sz="2400" b="1">
          <a:solidFill>
            <a:schemeClr val="tx1"/>
          </a:solidFill>
          <a:latin typeface="+mn-lt"/>
          <a:ea typeface="+mn-ea"/>
        </a:defRPr>
      </a:lvl7pPr>
      <a:lvl8pPr marL="3429000" indent="-228600" algn="l" rtl="0" fontAlgn="base">
        <a:spcBef>
          <a:spcPct val="20000"/>
        </a:spcBef>
        <a:spcAft>
          <a:spcPct val="0"/>
        </a:spcAft>
        <a:buChar char="»"/>
        <a:defRPr sz="2400" b="1">
          <a:solidFill>
            <a:schemeClr val="tx1"/>
          </a:solidFill>
          <a:latin typeface="+mn-lt"/>
          <a:ea typeface="+mn-ea"/>
        </a:defRPr>
      </a:lvl8pPr>
      <a:lvl9pPr marL="3886200" indent="-228600" algn="l" rtl="0" fontAlgn="base">
        <a:spcBef>
          <a:spcPct val="20000"/>
        </a:spcBef>
        <a:spcAft>
          <a:spcPct val="0"/>
        </a:spcAft>
        <a:buChar char="»"/>
        <a:defRPr sz="24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3.w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3.bin"/></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notesSlide" Target="../notesSlides/notesSlide12.xml"/><Relationship Id="rId7" Type="http://schemas.openxmlformats.org/officeDocument/2006/relationships/oleObject" Target="../embeddings/oleObject8.bin"/><Relationship Id="rId2" Type="http://schemas.openxmlformats.org/officeDocument/2006/relationships/slideLayout" Target="../slideLayouts/slideLayout4.xml"/><Relationship Id="rId1" Type="http://schemas.openxmlformats.org/officeDocument/2006/relationships/vmlDrawing" Target="../drawings/vmlDrawing4.vml"/><Relationship Id="rId6" Type="http://schemas.openxmlformats.org/officeDocument/2006/relationships/oleObject" Target="../embeddings/oleObject7.bin"/><Relationship Id="rId5" Type="http://schemas.openxmlformats.org/officeDocument/2006/relationships/oleObject" Target="../embeddings/oleObject6.bin"/><Relationship Id="rId4" Type="http://schemas.openxmlformats.org/officeDocument/2006/relationships/oleObject" Target="../embeddings/oleObject5.bin"/><Relationship Id="rId9" Type="http://schemas.openxmlformats.org/officeDocument/2006/relationships/oleObject" Target="../embeddings/oleObject10.bin"/></Relationships>
</file>

<file path=ppt/slides/_rels/slide13.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7" Type="http://schemas.openxmlformats.org/officeDocument/2006/relationships/oleObject" Target="../embeddings/oleObject14.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16.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vmlDrawing" Target="../drawings/vmlDrawing6.vml"/><Relationship Id="rId4"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notesSlide" Target="../notesSlides/notesSlide20.xml"/><Relationship Id="rId1" Type="http://schemas.openxmlformats.org/officeDocument/2006/relationships/slideLayout" Target="../slideLayouts/slideLayout4.xml"/><Relationship Id="rId4" Type="http://schemas.openxmlformats.org/officeDocument/2006/relationships/image" Target="../media/image15.jpeg"/></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22.xml.rels><?xml version="1.0" encoding="UTF-8" standalone="yes"?>
<Relationships xmlns="http://schemas.openxmlformats.org/package/2006/relationships"><Relationship Id="rId3" Type="http://schemas.openxmlformats.org/officeDocument/2006/relationships/hyperlink" Target="https://www.britannica.com/science/nitrous-oxide" TargetMode="External"/><Relationship Id="rId7" Type="http://schemas.openxmlformats.org/officeDocument/2006/relationships/hyperlink" Target="http://baike.baidu.com/view/31340.htm" TargetMode="External"/><Relationship Id="rId2" Type="http://schemas.openxmlformats.org/officeDocument/2006/relationships/hyperlink" Target="https://en.wikipedia.org/wiki/Humphry_Davy" TargetMode="External"/><Relationship Id="rId1" Type="http://schemas.openxmlformats.org/officeDocument/2006/relationships/slideLayout" Target="../slideLayouts/slideLayout2.xml"/><Relationship Id="rId6" Type="http://schemas.openxmlformats.org/officeDocument/2006/relationships/hyperlink" Target="http://baike.baidu.com/view/619320.htm" TargetMode="External"/><Relationship Id="rId5" Type="http://schemas.openxmlformats.org/officeDocument/2006/relationships/hyperlink" Target="http://baike.baidu.com/view/535549.htm" TargetMode="External"/><Relationship Id="rId4" Type="http://schemas.openxmlformats.org/officeDocument/2006/relationships/hyperlink" Target="http://baike.baidu.com/subview/25814/11250012.htm"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en.wikipedia.org/wiki/Valet" TargetMode="External"/><Relationship Id="rId2" Type="http://schemas.openxmlformats.org/officeDocument/2006/relationships/hyperlink" Target="https://en.wikipedia.org/wiki/Gentleman"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en.wikipedia.org/wiki/Orders,_decorations,_and_medals_of_the_United_Kingdom" TargetMode="External"/><Relationship Id="rId3" Type="http://schemas.openxmlformats.org/officeDocument/2006/relationships/hyperlink" Target="http://baike.baidu.com/view/19690.htm" TargetMode="External"/><Relationship Id="rId7" Type="http://schemas.openxmlformats.org/officeDocument/2006/relationships/hyperlink" Target="http://baike.baidu.com/view/2152361.htm" TargetMode="External"/><Relationship Id="rId2" Type="http://schemas.openxmlformats.org/officeDocument/2006/relationships/hyperlink" Target="http://baike.baidu.com/subview/25814/11250012.htm" TargetMode="External"/><Relationship Id="rId1" Type="http://schemas.openxmlformats.org/officeDocument/2006/relationships/slideLayout" Target="../slideLayouts/slideLayout2.xml"/><Relationship Id="rId6" Type="http://schemas.openxmlformats.org/officeDocument/2006/relationships/hyperlink" Target="http://baike.baidu.com/view/56394.htm" TargetMode="External"/><Relationship Id="rId5" Type="http://schemas.openxmlformats.org/officeDocument/2006/relationships/hyperlink" Target="http://baike.baidu.com/view/34144.htm" TargetMode="External"/><Relationship Id="rId4" Type="http://schemas.openxmlformats.org/officeDocument/2006/relationships/hyperlink" Target="http://baike.baidu.com/subview/4578/16049492.htm" TargetMode="Externa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vmlDrawing" Target="../drawings/vmlDrawing7.vml"/><Relationship Id="rId5" Type="http://schemas.openxmlformats.org/officeDocument/2006/relationships/oleObject" Target="../embeddings/oleObject17.bin"/><Relationship Id="rId4" Type="http://schemas.openxmlformats.org/officeDocument/2006/relationships/oleObject" Target="../embeddings/oleObject16.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oleObject" Target="../embeddings/oleObject18.bin"/></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oleObject" Target="../embeddings/oleObject19.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0.v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control" Target="../activeX/activeX1.xml"/><Relationship Id="rId1" Type="http://schemas.openxmlformats.org/officeDocument/2006/relationships/vmlDrawing" Target="../drawings/vmlDrawing11.v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vmlDrawing" Target="../drawings/vmlDrawing12.vml"/><Relationship Id="rId4" Type="http://schemas.openxmlformats.org/officeDocument/2006/relationships/oleObject" Target="../embeddings/oleObject21.bin"/></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ontrol" Target="../activeX/activeX2.xml"/><Relationship Id="rId1" Type="http://schemas.openxmlformats.org/officeDocument/2006/relationships/vmlDrawing" Target="../drawings/vmlDrawing13.vml"/><Relationship Id="rId4"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oleObject" Target="../embeddings/oleObject23.bin"/></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4.xml"/><Relationship Id="rId1" Type="http://schemas.openxmlformats.org/officeDocument/2006/relationships/vmlDrawing" Target="../drawings/vmlDrawing15.vml"/><Relationship Id="rId4" Type="http://schemas.openxmlformats.org/officeDocument/2006/relationships/oleObject" Target="../embeddings/oleObject24.bin"/></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4.xml"/><Relationship Id="rId1" Type="http://schemas.openxmlformats.org/officeDocument/2006/relationships/vmlDrawing" Target="../drawings/vmlDrawing16.vml"/><Relationship Id="rId5" Type="http://schemas.openxmlformats.org/officeDocument/2006/relationships/oleObject" Target="../embeddings/oleObject26.bin"/><Relationship Id="rId4" Type="http://schemas.openxmlformats.org/officeDocument/2006/relationships/oleObject" Target="../embeddings/oleObject25.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31.bin"/><Relationship Id="rId3" Type="http://schemas.openxmlformats.org/officeDocument/2006/relationships/notesSlide" Target="../notesSlides/notesSlide32.xml"/><Relationship Id="rId7" Type="http://schemas.openxmlformats.org/officeDocument/2006/relationships/oleObject" Target="../embeddings/oleObject30.bin"/><Relationship Id="rId2" Type="http://schemas.openxmlformats.org/officeDocument/2006/relationships/slideLayout" Target="../slideLayouts/slideLayout4.xml"/><Relationship Id="rId1" Type="http://schemas.openxmlformats.org/officeDocument/2006/relationships/vmlDrawing" Target="../drawings/vmlDrawing17.vml"/><Relationship Id="rId6" Type="http://schemas.openxmlformats.org/officeDocument/2006/relationships/oleObject" Target="../embeddings/oleObject29.bin"/><Relationship Id="rId5" Type="http://schemas.openxmlformats.org/officeDocument/2006/relationships/oleObject" Target="../embeddings/oleObject28.bin"/><Relationship Id="rId4" Type="http://schemas.openxmlformats.org/officeDocument/2006/relationships/oleObject" Target="../embeddings/oleObject27.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oleObject" Target="../embeddings/oleObject33.bin"/></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4.xml"/><Relationship Id="rId1" Type="http://schemas.openxmlformats.org/officeDocument/2006/relationships/vmlDrawing" Target="../drawings/vmlDrawing19.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4.xml"/><Relationship Id="rId1" Type="http://schemas.openxmlformats.org/officeDocument/2006/relationships/vmlDrawing" Target="../drawings/vmlDrawing20.vml"/><Relationship Id="rId6" Type="http://schemas.openxmlformats.org/officeDocument/2006/relationships/oleObject" Target="../embeddings/oleObject38.bin"/><Relationship Id="rId5" Type="http://schemas.openxmlformats.org/officeDocument/2006/relationships/oleObject" Target="../embeddings/oleObject37.bin"/><Relationship Id="rId4" Type="http://schemas.openxmlformats.org/officeDocument/2006/relationships/oleObject" Target="../embeddings/oleObject36.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43.bin"/><Relationship Id="rId3" Type="http://schemas.openxmlformats.org/officeDocument/2006/relationships/notesSlide" Target="../notesSlides/notesSlide36.xml"/><Relationship Id="rId7" Type="http://schemas.openxmlformats.org/officeDocument/2006/relationships/oleObject" Target="../embeddings/oleObject42.bin"/><Relationship Id="rId2" Type="http://schemas.openxmlformats.org/officeDocument/2006/relationships/slideLayout" Target="../slideLayouts/slideLayout4.xml"/><Relationship Id="rId1" Type="http://schemas.openxmlformats.org/officeDocument/2006/relationships/vmlDrawing" Target="../drawings/vmlDrawing21.vml"/><Relationship Id="rId6" Type="http://schemas.openxmlformats.org/officeDocument/2006/relationships/oleObject" Target="../embeddings/oleObject41.bin"/><Relationship Id="rId5" Type="http://schemas.openxmlformats.org/officeDocument/2006/relationships/oleObject" Target="../embeddings/oleObject40.bin"/><Relationship Id="rId10" Type="http://schemas.openxmlformats.org/officeDocument/2006/relationships/oleObject" Target="../embeddings/oleObject45.bin"/><Relationship Id="rId4" Type="http://schemas.openxmlformats.org/officeDocument/2006/relationships/oleObject" Target="../embeddings/oleObject39.bin"/><Relationship Id="rId9" Type="http://schemas.openxmlformats.org/officeDocument/2006/relationships/oleObject" Target="../embeddings/oleObject44.bin"/></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4.xml"/><Relationship Id="rId1" Type="http://schemas.openxmlformats.org/officeDocument/2006/relationships/vmlDrawing" Target="../drawings/vmlDrawing22.vml"/><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4.xml"/><Relationship Id="rId1" Type="http://schemas.openxmlformats.org/officeDocument/2006/relationships/vmlDrawing" Target="../drawings/vmlDrawing23.vml"/><Relationship Id="rId5" Type="http://schemas.openxmlformats.org/officeDocument/2006/relationships/oleObject" Target="../embeddings/oleObject49.bin"/><Relationship Id="rId4" Type="http://schemas.openxmlformats.org/officeDocument/2006/relationships/oleObject" Target="../embeddings/oleObject48.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54.bin"/><Relationship Id="rId3" Type="http://schemas.openxmlformats.org/officeDocument/2006/relationships/notesSlide" Target="../notesSlides/notesSlide39.xml"/><Relationship Id="rId7" Type="http://schemas.openxmlformats.org/officeDocument/2006/relationships/oleObject" Target="../embeddings/oleObject53.bin"/><Relationship Id="rId12" Type="http://schemas.openxmlformats.org/officeDocument/2006/relationships/oleObject" Target="../embeddings/oleObject58.bin"/><Relationship Id="rId2" Type="http://schemas.openxmlformats.org/officeDocument/2006/relationships/slideLayout" Target="../slideLayouts/slideLayout4.xml"/><Relationship Id="rId1" Type="http://schemas.openxmlformats.org/officeDocument/2006/relationships/vmlDrawing" Target="../drawings/vmlDrawing24.vml"/><Relationship Id="rId6" Type="http://schemas.openxmlformats.org/officeDocument/2006/relationships/oleObject" Target="../embeddings/oleObject52.bin"/><Relationship Id="rId11" Type="http://schemas.openxmlformats.org/officeDocument/2006/relationships/oleObject" Target="../embeddings/oleObject57.bin"/><Relationship Id="rId5" Type="http://schemas.openxmlformats.org/officeDocument/2006/relationships/oleObject" Target="../embeddings/oleObject51.bin"/><Relationship Id="rId10" Type="http://schemas.openxmlformats.org/officeDocument/2006/relationships/oleObject" Target="../embeddings/oleObject56.bin"/><Relationship Id="rId4" Type="http://schemas.openxmlformats.org/officeDocument/2006/relationships/oleObject" Target="../embeddings/oleObject50.bin"/><Relationship Id="rId9" Type="http://schemas.openxmlformats.org/officeDocument/2006/relationships/oleObject" Target="../embeddings/oleObject55.bin"/></Relationships>
</file>

<file path=ppt/slides/_rels/slide49.xml.rels><?xml version="1.0" encoding="UTF-8" standalone="yes"?>
<Relationships xmlns="http://schemas.openxmlformats.org/package/2006/relationships"><Relationship Id="rId8" Type="http://schemas.openxmlformats.org/officeDocument/2006/relationships/oleObject" Target="../embeddings/oleObject63.bin"/><Relationship Id="rId3" Type="http://schemas.openxmlformats.org/officeDocument/2006/relationships/notesSlide" Target="../notesSlides/notesSlide40.xml"/><Relationship Id="rId7" Type="http://schemas.openxmlformats.org/officeDocument/2006/relationships/oleObject" Target="../embeddings/oleObject62.bin"/><Relationship Id="rId2" Type="http://schemas.openxmlformats.org/officeDocument/2006/relationships/slideLayout" Target="../slideLayouts/slideLayout4.xml"/><Relationship Id="rId1" Type="http://schemas.openxmlformats.org/officeDocument/2006/relationships/vmlDrawing" Target="../drawings/vmlDrawing25.vml"/><Relationship Id="rId6" Type="http://schemas.openxmlformats.org/officeDocument/2006/relationships/oleObject" Target="../embeddings/oleObject61.bin"/><Relationship Id="rId5" Type="http://schemas.openxmlformats.org/officeDocument/2006/relationships/oleObject" Target="../embeddings/oleObject60.bin"/><Relationship Id="rId4" Type="http://schemas.openxmlformats.org/officeDocument/2006/relationships/oleObject" Target="../embeddings/oleObject59.bin"/><Relationship Id="rId9" Type="http://schemas.openxmlformats.org/officeDocument/2006/relationships/oleObject" Target="../embeddings/oleObject64.bin"/></Relationships>
</file>

<file path=ppt/slides/_rels/slide50.xml.rels><?xml version="1.0" encoding="UTF-8" standalone="yes"?>
<Relationships xmlns="http://schemas.openxmlformats.org/package/2006/relationships"><Relationship Id="rId8" Type="http://schemas.openxmlformats.org/officeDocument/2006/relationships/oleObject" Target="../embeddings/oleObject69.bin"/><Relationship Id="rId3" Type="http://schemas.openxmlformats.org/officeDocument/2006/relationships/notesSlide" Target="../notesSlides/notesSlide41.xml"/><Relationship Id="rId7" Type="http://schemas.openxmlformats.org/officeDocument/2006/relationships/oleObject" Target="../embeddings/oleObject68.bin"/><Relationship Id="rId2" Type="http://schemas.openxmlformats.org/officeDocument/2006/relationships/slideLayout" Target="../slideLayouts/slideLayout4.xml"/><Relationship Id="rId1" Type="http://schemas.openxmlformats.org/officeDocument/2006/relationships/vmlDrawing" Target="../drawings/vmlDrawing26.vml"/><Relationship Id="rId6" Type="http://schemas.openxmlformats.org/officeDocument/2006/relationships/oleObject" Target="../embeddings/oleObject67.bin"/><Relationship Id="rId5" Type="http://schemas.openxmlformats.org/officeDocument/2006/relationships/oleObject" Target="../embeddings/oleObject66.bin"/><Relationship Id="rId10" Type="http://schemas.openxmlformats.org/officeDocument/2006/relationships/oleObject" Target="../embeddings/oleObject71.bin"/><Relationship Id="rId4" Type="http://schemas.openxmlformats.org/officeDocument/2006/relationships/oleObject" Target="../embeddings/oleObject65.bin"/><Relationship Id="rId9" Type="http://schemas.openxmlformats.org/officeDocument/2006/relationships/oleObject" Target="../embeddings/oleObject70.bin"/></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notesSlide" Target="../notesSlides/notesSlide42.xml"/><Relationship Id="rId7" Type="http://schemas.openxmlformats.org/officeDocument/2006/relationships/oleObject" Target="../embeddings/oleObject75.bin"/><Relationship Id="rId2" Type="http://schemas.openxmlformats.org/officeDocument/2006/relationships/slideLayout" Target="../slideLayouts/slideLayout4.xml"/><Relationship Id="rId1" Type="http://schemas.openxmlformats.org/officeDocument/2006/relationships/vmlDrawing" Target="../drawings/vmlDrawing27.vml"/><Relationship Id="rId6" Type="http://schemas.openxmlformats.org/officeDocument/2006/relationships/oleObject" Target="../embeddings/oleObject74.bin"/><Relationship Id="rId5" Type="http://schemas.openxmlformats.org/officeDocument/2006/relationships/oleObject" Target="../embeddings/oleObject73.bin"/><Relationship Id="rId4" Type="http://schemas.openxmlformats.org/officeDocument/2006/relationships/oleObject" Target="../embeddings/oleObject72.bin"/><Relationship Id="rId9" Type="http://schemas.openxmlformats.org/officeDocument/2006/relationships/oleObject" Target="../embeddings/oleObject77.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82.bin"/><Relationship Id="rId3" Type="http://schemas.openxmlformats.org/officeDocument/2006/relationships/notesSlide" Target="../notesSlides/notesSlide43.xml"/><Relationship Id="rId7" Type="http://schemas.openxmlformats.org/officeDocument/2006/relationships/oleObject" Target="../embeddings/oleObject81.bin"/><Relationship Id="rId2" Type="http://schemas.openxmlformats.org/officeDocument/2006/relationships/slideLayout" Target="../slideLayouts/slideLayout4.xml"/><Relationship Id="rId1" Type="http://schemas.openxmlformats.org/officeDocument/2006/relationships/vmlDrawing" Target="../drawings/vmlDrawing28.vml"/><Relationship Id="rId6" Type="http://schemas.openxmlformats.org/officeDocument/2006/relationships/oleObject" Target="../embeddings/oleObject80.bin"/><Relationship Id="rId5" Type="http://schemas.openxmlformats.org/officeDocument/2006/relationships/oleObject" Target="../embeddings/oleObject79.bin"/><Relationship Id="rId10" Type="http://schemas.openxmlformats.org/officeDocument/2006/relationships/oleObject" Target="../embeddings/oleObject84.bin"/><Relationship Id="rId4" Type="http://schemas.openxmlformats.org/officeDocument/2006/relationships/oleObject" Target="../embeddings/oleObject78.bin"/><Relationship Id="rId9" Type="http://schemas.openxmlformats.org/officeDocument/2006/relationships/oleObject" Target="../embeddings/oleObject83.bin"/></Relationships>
</file>

<file path=ppt/slides/_rels/slide53.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4.xml"/><Relationship Id="rId1" Type="http://schemas.openxmlformats.org/officeDocument/2006/relationships/vmlDrawing" Target="../drawings/vmlDrawing29.vml"/><Relationship Id="rId5" Type="http://schemas.openxmlformats.org/officeDocument/2006/relationships/oleObject" Target="../embeddings/oleObject86.bin"/><Relationship Id="rId4" Type="http://schemas.openxmlformats.org/officeDocument/2006/relationships/oleObject" Target="../embeddings/oleObject85.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91.bin"/><Relationship Id="rId13" Type="http://schemas.openxmlformats.org/officeDocument/2006/relationships/oleObject" Target="../embeddings/oleObject96.bin"/><Relationship Id="rId3" Type="http://schemas.openxmlformats.org/officeDocument/2006/relationships/notesSlide" Target="../notesSlides/notesSlide45.xml"/><Relationship Id="rId7" Type="http://schemas.openxmlformats.org/officeDocument/2006/relationships/oleObject" Target="../embeddings/oleObject90.bin"/><Relationship Id="rId12" Type="http://schemas.openxmlformats.org/officeDocument/2006/relationships/oleObject" Target="../embeddings/oleObject95.bin"/><Relationship Id="rId2" Type="http://schemas.openxmlformats.org/officeDocument/2006/relationships/slideLayout" Target="../slideLayouts/slideLayout4.xml"/><Relationship Id="rId1" Type="http://schemas.openxmlformats.org/officeDocument/2006/relationships/vmlDrawing" Target="../drawings/vmlDrawing30.vml"/><Relationship Id="rId6" Type="http://schemas.openxmlformats.org/officeDocument/2006/relationships/oleObject" Target="../embeddings/oleObject89.bin"/><Relationship Id="rId11" Type="http://schemas.openxmlformats.org/officeDocument/2006/relationships/oleObject" Target="../embeddings/oleObject94.bin"/><Relationship Id="rId5" Type="http://schemas.openxmlformats.org/officeDocument/2006/relationships/oleObject" Target="../embeddings/oleObject88.bin"/><Relationship Id="rId15" Type="http://schemas.openxmlformats.org/officeDocument/2006/relationships/oleObject" Target="../embeddings/oleObject98.bin"/><Relationship Id="rId10" Type="http://schemas.openxmlformats.org/officeDocument/2006/relationships/oleObject" Target="../embeddings/oleObject93.bin"/><Relationship Id="rId4" Type="http://schemas.openxmlformats.org/officeDocument/2006/relationships/oleObject" Target="../embeddings/oleObject87.bin"/><Relationship Id="rId9" Type="http://schemas.openxmlformats.org/officeDocument/2006/relationships/oleObject" Target="../embeddings/oleObject92.bin"/><Relationship Id="rId14" Type="http://schemas.openxmlformats.org/officeDocument/2006/relationships/oleObject" Target="../embeddings/oleObject97.bin"/></Relationships>
</file>

<file path=ppt/slides/_rels/slide55.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notesSlide" Target="../notesSlides/notesSlide46.xml"/><Relationship Id="rId7" Type="http://schemas.openxmlformats.org/officeDocument/2006/relationships/oleObject" Target="../embeddings/oleObject102.bin"/><Relationship Id="rId2" Type="http://schemas.openxmlformats.org/officeDocument/2006/relationships/slideLayout" Target="../slideLayouts/slideLayout4.xml"/><Relationship Id="rId1" Type="http://schemas.openxmlformats.org/officeDocument/2006/relationships/vmlDrawing" Target="../drawings/vmlDrawing31.vml"/><Relationship Id="rId6" Type="http://schemas.openxmlformats.org/officeDocument/2006/relationships/oleObject" Target="../embeddings/oleObject101.bin"/><Relationship Id="rId11" Type="http://schemas.openxmlformats.org/officeDocument/2006/relationships/oleObject" Target="../embeddings/oleObject106.bin"/><Relationship Id="rId5" Type="http://schemas.openxmlformats.org/officeDocument/2006/relationships/oleObject" Target="../embeddings/oleObject100.bin"/><Relationship Id="rId10" Type="http://schemas.openxmlformats.org/officeDocument/2006/relationships/oleObject" Target="../embeddings/oleObject105.bin"/><Relationship Id="rId4" Type="http://schemas.openxmlformats.org/officeDocument/2006/relationships/oleObject" Target="../embeddings/oleObject99.bin"/><Relationship Id="rId9" Type="http://schemas.openxmlformats.org/officeDocument/2006/relationships/oleObject" Target="../embeddings/oleObject104.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111.bin"/><Relationship Id="rId3" Type="http://schemas.openxmlformats.org/officeDocument/2006/relationships/notesSlide" Target="../notesSlides/notesSlide47.xml"/><Relationship Id="rId7" Type="http://schemas.openxmlformats.org/officeDocument/2006/relationships/oleObject" Target="../embeddings/oleObject110.bin"/><Relationship Id="rId2" Type="http://schemas.openxmlformats.org/officeDocument/2006/relationships/slideLayout" Target="../slideLayouts/slideLayout4.xml"/><Relationship Id="rId1" Type="http://schemas.openxmlformats.org/officeDocument/2006/relationships/vmlDrawing" Target="../drawings/vmlDrawing32.vml"/><Relationship Id="rId6" Type="http://schemas.openxmlformats.org/officeDocument/2006/relationships/oleObject" Target="../embeddings/oleObject109.bin"/><Relationship Id="rId5" Type="http://schemas.openxmlformats.org/officeDocument/2006/relationships/oleObject" Target="../embeddings/oleObject108.bin"/><Relationship Id="rId4" Type="http://schemas.openxmlformats.org/officeDocument/2006/relationships/oleObject" Target="../embeddings/oleObject107.bin"/></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notesSlide" Target="../notesSlides/notesSlide52.xml"/><Relationship Id="rId7" Type="http://schemas.openxmlformats.org/officeDocument/2006/relationships/oleObject" Target="../embeddings/oleObject115.bin"/><Relationship Id="rId2" Type="http://schemas.openxmlformats.org/officeDocument/2006/relationships/slideLayout" Target="../slideLayouts/slideLayout4.xml"/><Relationship Id="rId1" Type="http://schemas.openxmlformats.org/officeDocument/2006/relationships/vmlDrawing" Target="../drawings/vmlDrawing33.vml"/><Relationship Id="rId6" Type="http://schemas.openxmlformats.org/officeDocument/2006/relationships/oleObject" Target="../embeddings/oleObject114.bin"/><Relationship Id="rId5" Type="http://schemas.openxmlformats.org/officeDocument/2006/relationships/oleObject" Target="../embeddings/oleObject113.bin"/><Relationship Id="rId4" Type="http://schemas.openxmlformats.org/officeDocument/2006/relationships/oleObject" Target="../embeddings/oleObject112.bin"/></Relationships>
</file>

<file path=ppt/slides/_rels/slide62.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oleObject" Target="../embeddings/oleObject125.bin"/><Relationship Id="rId3" Type="http://schemas.openxmlformats.org/officeDocument/2006/relationships/notesSlide" Target="../notesSlides/notesSlide53.xml"/><Relationship Id="rId7" Type="http://schemas.openxmlformats.org/officeDocument/2006/relationships/oleObject" Target="../embeddings/oleObject119.bin"/><Relationship Id="rId12" Type="http://schemas.openxmlformats.org/officeDocument/2006/relationships/oleObject" Target="../embeddings/oleObject124.bin"/><Relationship Id="rId2" Type="http://schemas.openxmlformats.org/officeDocument/2006/relationships/slideLayout" Target="../slideLayouts/slideLayout4.xml"/><Relationship Id="rId1" Type="http://schemas.openxmlformats.org/officeDocument/2006/relationships/vmlDrawing" Target="../drawings/vmlDrawing34.vml"/><Relationship Id="rId6" Type="http://schemas.openxmlformats.org/officeDocument/2006/relationships/oleObject" Target="../embeddings/oleObject118.bin"/><Relationship Id="rId11" Type="http://schemas.openxmlformats.org/officeDocument/2006/relationships/oleObject" Target="../embeddings/oleObject123.bin"/><Relationship Id="rId5" Type="http://schemas.openxmlformats.org/officeDocument/2006/relationships/oleObject" Target="../embeddings/oleObject117.bin"/><Relationship Id="rId10" Type="http://schemas.openxmlformats.org/officeDocument/2006/relationships/oleObject" Target="../embeddings/oleObject122.bin"/><Relationship Id="rId4" Type="http://schemas.openxmlformats.org/officeDocument/2006/relationships/oleObject" Target="../embeddings/oleObject116.bin"/><Relationship Id="rId9" Type="http://schemas.openxmlformats.org/officeDocument/2006/relationships/oleObject" Target="../embeddings/oleObject121.bin"/><Relationship Id="rId14" Type="http://schemas.openxmlformats.org/officeDocument/2006/relationships/oleObject" Target="../embeddings/oleObject126.bin"/></Relationships>
</file>

<file path=ppt/slides/_rels/slide63.xml.rels><?xml version="1.0" encoding="UTF-8" standalone="yes"?>
<Relationships xmlns="http://schemas.openxmlformats.org/package/2006/relationships"><Relationship Id="rId8" Type="http://schemas.openxmlformats.org/officeDocument/2006/relationships/oleObject" Target="../embeddings/oleObject131.bin"/><Relationship Id="rId3" Type="http://schemas.openxmlformats.org/officeDocument/2006/relationships/notesSlide" Target="../notesSlides/notesSlide54.xml"/><Relationship Id="rId7" Type="http://schemas.openxmlformats.org/officeDocument/2006/relationships/oleObject" Target="../embeddings/oleObject130.bin"/><Relationship Id="rId2" Type="http://schemas.openxmlformats.org/officeDocument/2006/relationships/slideLayout" Target="../slideLayouts/slideLayout4.xml"/><Relationship Id="rId1" Type="http://schemas.openxmlformats.org/officeDocument/2006/relationships/vmlDrawing" Target="../drawings/vmlDrawing35.vml"/><Relationship Id="rId6" Type="http://schemas.openxmlformats.org/officeDocument/2006/relationships/oleObject" Target="../embeddings/oleObject129.bin"/><Relationship Id="rId11" Type="http://schemas.openxmlformats.org/officeDocument/2006/relationships/oleObject" Target="../embeddings/oleObject134.bin"/><Relationship Id="rId5" Type="http://schemas.openxmlformats.org/officeDocument/2006/relationships/oleObject" Target="../embeddings/oleObject128.bin"/><Relationship Id="rId10" Type="http://schemas.openxmlformats.org/officeDocument/2006/relationships/oleObject" Target="../embeddings/oleObject133.bin"/><Relationship Id="rId4" Type="http://schemas.openxmlformats.org/officeDocument/2006/relationships/oleObject" Target="../embeddings/oleObject127.bin"/><Relationship Id="rId9" Type="http://schemas.openxmlformats.org/officeDocument/2006/relationships/oleObject" Target="../embeddings/oleObject132.bin"/></Relationships>
</file>

<file path=ppt/slides/_rels/slide64.xml.rels><?xml version="1.0" encoding="UTF-8" standalone="yes"?>
<Relationships xmlns="http://schemas.openxmlformats.org/package/2006/relationships"><Relationship Id="rId8" Type="http://schemas.openxmlformats.org/officeDocument/2006/relationships/oleObject" Target="../embeddings/oleObject139.bin"/><Relationship Id="rId3" Type="http://schemas.openxmlformats.org/officeDocument/2006/relationships/notesSlide" Target="../notesSlides/notesSlide55.xml"/><Relationship Id="rId7" Type="http://schemas.openxmlformats.org/officeDocument/2006/relationships/oleObject" Target="../embeddings/oleObject138.bin"/><Relationship Id="rId2" Type="http://schemas.openxmlformats.org/officeDocument/2006/relationships/slideLayout" Target="../slideLayouts/slideLayout4.xml"/><Relationship Id="rId1" Type="http://schemas.openxmlformats.org/officeDocument/2006/relationships/vmlDrawing" Target="../drawings/vmlDrawing36.vml"/><Relationship Id="rId6" Type="http://schemas.openxmlformats.org/officeDocument/2006/relationships/oleObject" Target="../embeddings/oleObject137.bin"/><Relationship Id="rId5" Type="http://schemas.openxmlformats.org/officeDocument/2006/relationships/oleObject" Target="../embeddings/oleObject136.bin"/><Relationship Id="rId10" Type="http://schemas.openxmlformats.org/officeDocument/2006/relationships/oleObject" Target="../embeddings/oleObject141.bin"/><Relationship Id="rId4" Type="http://schemas.openxmlformats.org/officeDocument/2006/relationships/oleObject" Target="../embeddings/oleObject135.bin"/><Relationship Id="rId9" Type="http://schemas.openxmlformats.org/officeDocument/2006/relationships/oleObject" Target="../embeddings/oleObject140.bin"/></Relationships>
</file>

<file path=ppt/slides/_rels/slide65.xml.rels><?xml version="1.0" encoding="UTF-8" standalone="yes"?>
<Relationships xmlns="http://schemas.openxmlformats.org/package/2006/relationships"><Relationship Id="rId8" Type="http://schemas.openxmlformats.org/officeDocument/2006/relationships/oleObject" Target="../embeddings/oleObject146.bin"/><Relationship Id="rId3" Type="http://schemas.openxmlformats.org/officeDocument/2006/relationships/notesSlide" Target="../notesSlides/notesSlide56.xml"/><Relationship Id="rId7" Type="http://schemas.openxmlformats.org/officeDocument/2006/relationships/oleObject" Target="../embeddings/oleObject145.bin"/><Relationship Id="rId2" Type="http://schemas.openxmlformats.org/officeDocument/2006/relationships/slideLayout" Target="../slideLayouts/slideLayout4.xml"/><Relationship Id="rId1" Type="http://schemas.openxmlformats.org/officeDocument/2006/relationships/vmlDrawing" Target="../drawings/vmlDrawing37.vml"/><Relationship Id="rId6" Type="http://schemas.openxmlformats.org/officeDocument/2006/relationships/oleObject" Target="../embeddings/oleObject144.bin"/><Relationship Id="rId5" Type="http://schemas.openxmlformats.org/officeDocument/2006/relationships/oleObject" Target="../embeddings/oleObject143.bin"/><Relationship Id="rId4" Type="http://schemas.openxmlformats.org/officeDocument/2006/relationships/oleObject" Target="../embeddings/oleObject142.bin"/><Relationship Id="rId9" Type="http://schemas.openxmlformats.org/officeDocument/2006/relationships/oleObject" Target="../embeddings/oleObject147.bin"/></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52.bin"/><Relationship Id="rId13" Type="http://schemas.openxmlformats.org/officeDocument/2006/relationships/oleObject" Target="../embeddings/oleObject157.bin"/><Relationship Id="rId3" Type="http://schemas.openxmlformats.org/officeDocument/2006/relationships/notesSlide" Target="../notesSlides/notesSlide57.xml"/><Relationship Id="rId7" Type="http://schemas.openxmlformats.org/officeDocument/2006/relationships/oleObject" Target="../embeddings/oleObject151.bin"/><Relationship Id="rId12" Type="http://schemas.openxmlformats.org/officeDocument/2006/relationships/oleObject" Target="../embeddings/oleObject156.bin"/><Relationship Id="rId2" Type="http://schemas.openxmlformats.org/officeDocument/2006/relationships/slideLayout" Target="../slideLayouts/slideLayout4.xml"/><Relationship Id="rId1" Type="http://schemas.openxmlformats.org/officeDocument/2006/relationships/vmlDrawing" Target="../drawings/vmlDrawing38.vml"/><Relationship Id="rId6" Type="http://schemas.openxmlformats.org/officeDocument/2006/relationships/oleObject" Target="../embeddings/oleObject150.bin"/><Relationship Id="rId11" Type="http://schemas.openxmlformats.org/officeDocument/2006/relationships/oleObject" Target="../embeddings/oleObject155.bin"/><Relationship Id="rId5" Type="http://schemas.openxmlformats.org/officeDocument/2006/relationships/oleObject" Target="../embeddings/oleObject149.bin"/><Relationship Id="rId15" Type="http://schemas.openxmlformats.org/officeDocument/2006/relationships/oleObject" Target="../embeddings/oleObject159.bin"/><Relationship Id="rId10" Type="http://schemas.openxmlformats.org/officeDocument/2006/relationships/oleObject" Target="../embeddings/oleObject154.bin"/><Relationship Id="rId4" Type="http://schemas.openxmlformats.org/officeDocument/2006/relationships/oleObject" Target="../embeddings/oleObject148.bin"/><Relationship Id="rId9" Type="http://schemas.openxmlformats.org/officeDocument/2006/relationships/oleObject" Target="../embeddings/oleObject153.bin"/><Relationship Id="rId14" Type="http://schemas.openxmlformats.org/officeDocument/2006/relationships/oleObject" Target="../embeddings/oleObject158.bin"/></Relationships>
</file>

<file path=ppt/slides/_rels/slide67.xml.rels><?xml version="1.0" encoding="UTF-8" standalone="yes"?>
<Relationships xmlns="http://schemas.openxmlformats.org/package/2006/relationships"><Relationship Id="rId8" Type="http://schemas.openxmlformats.org/officeDocument/2006/relationships/oleObject" Target="../embeddings/oleObject165.bin"/><Relationship Id="rId3" Type="http://schemas.openxmlformats.org/officeDocument/2006/relationships/oleObject" Target="../embeddings/oleObject160.bin"/><Relationship Id="rId7" Type="http://schemas.openxmlformats.org/officeDocument/2006/relationships/oleObject" Target="../embeddings/oleObject164.bin"/><Relationship Id="rId2" Type="http://schemas.openxmlformats.org/officeDocument/2006/relationships/slideLayout" Target="../slideLayouts/slideLayout4.xml"/><Relationship Id="rId1" Type="http://schemas.openxmlformats.org/officeDocument/2006/relationships/vmlDrawing" Target="../drawings/vmlDrawing39.vml"/><Relationship Id="rId6" Type="http://schemas.openxmlformats.org/officeDocument/2006/relationships/oleObject" Target="../embeddings/oleObject163.bin"/><Relationship Id="rId5" Type="http://schemas.openxmlformats.org/officeDocument/2006/relationships/oleObject" Target="../embeddings/oleObject162.bin"/><Relationship Id="rId10" Type="http://schemas.openxmlformats.org/officeDocument/2006/relationships/oleObject" Target="../embeddings/oleObject167.bin"/><Relationship Id="rId4" Type="http://schemas.openxmlformats.org/officeDocument/2006/relationships/oleObject" Target="../embeddings/oleObject161.bin"/><Relationship Id="rId9" Type="http://schemas.openxmlformats.org/officeDocument/2006/relationships/oleObject" Target="../embeddings/oleObject166.bin"/></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oleObject" Target="../embeddings/oleObject177.bin"/><Relationship Id="rId3" Type="http://schemas.openxmlformats.org/officeDocument/2006/relationships/notesSlide" Target="../notesSlides/notesSlide58.xml"/><Relationship Id="rId7" Type="http://schemas.openxmlformats.org/officeDocument/2006/relationships/oleObject" Target="../embeddings/oleObject171.bin"/><Relationship Id="rId12" Type="http://schemas.openxmlformats.org/officeDocument/2006/relationships/oleObject" Target="../embeddings/oleObject176.bin"/><Relationship Id="rId2" Type="http://schemas.openxmlformats.org/officeDocument/2006/relationships/slideLayout" Target="../slideLayouts/slideLayout4.xml"/><Relationship Id="rId1" Type="http://schemas.openxmlformats.org/officeDocument/2006/relationships/vmlDrawing" Target="../drawings/vmlDrawing40.vml"/><Relationship Id="rId6" Type="http://schemas.openxmlformats.org/officeDocument/2006/relationships/oleObject" Target="../embeddings/oleObject170.bin"/><Relationship Id="rId11" Type="http://schemas.openxmlformats.org/officeDocument/2006/relationships/oleObject" Target="../embeddings/oleObject175.bin"/><Relationship Id="rId5" Type="http://schemas.openxmlformats.org/officeDocument/2006/relationships/oleObject" Target="../embeddings/oleObject169.bin"/><Relationship Id="rId15" Type="http://schemas.openxmlformats.org/officeDocument/2006/relationships/oleObject" Target="../embeddings/oleObject179.bin"/><Relationship Id="rId10" Type="http://schemas.openxmlformats.org/officeDocument/2006/relationships/oleObject" Target="../embeddings/oleObject174.bin"/><Relationship Id="rId4" Type="http://schemas.openxmlformats.org/officeDocument/2006/relationships/oleObject" Target="../embeddings/oleObject168.bin"/><Relationship Id="rId9" Type="http://schemas.openxmlformats.org/officeDocument/2006/relationships/oleObject" Target="../embeddings/oleObject173.bin"/><Relationship Id="rId14" Type="http://schemas.openxmlformats.org/officeDocument/2006/relationships/oleObject" Target="../embeddings/oleObject178.bin"/></Relationships>
</file>

<file path=ppt/slides/_rels/slide70.xml.rels><?xml version="1.0" encoding="UTF-8" standalone="yes"?>
<Relationships xmlns="http://schemas.openxmlformats.org/package/2006/relationships"><Relationship Id="rId8" Type="http://schemas.openxmlformats.org/officeDocument/2006/relationships/oleObject" Target="../embeddings/oleObject184.bin"/><Relationship Id="rId3" Type="http://schemas.openxmlformats.org/officeDocument/2006/relationships/notesSlide" Target="../notesSlides/notesSlide59.xml"/><Relationship Id="rId7" Type="http://schemas.openxmlformats.org/officeDocument/2006/relationships/oleObject" Target="../embeddings/oleObject183.bin"/><Relationship Id="rId2" Type="http://schemas.openxmlformats.org/officeDocument/2006/relationships/slideLayout" Target="../slideLayouts/slideLayout4.xml"/><Relationship Id="rId1" Type="http://schemas.openxmlformats.org/officeDocument/2006/relationships/vmlDrawing" Target="../drawings/vmlDrawing41.vml"/><Relationship Id="rId6" Type="http://schemas.openxmlformats.org/officeDocument/2006/relationships/oleObject" Target="../embeddings/oleObject182.bin"/><Relationship Id="rId11" Type="http://schemas.openxmlformats.org/officeDocument/2006/relationships/oleObject" Target="../embeddings/oleObject187.bin"/><Relationship Id="rId5" Type="http://schemas.openxmlformats.org/officeDocument/2006/relationships/oleObject" Target="../embeddings/oleObject181.bin"/><Relationship Id="rId10" Type="http://schemas.openxmlformats.org/officeDocument/2006/relationships/oleObject" Target="../embeddings/oleObject186.bin"/><Relationship Id="rId4" Type="http://schemas.openxmlformats.org/officeDocument/2006/relationships/oleObject" Target="../embeddings/oleObject180.bin"/><Relationship Id="rId9" Type="http://schemas.openxmlformats.org/officeDocument/2006/relationships/oleObject" Target="../embeddings/oleObject185.bin"/></Relationships>
</file>

<file path=ppt/slides/_rels/slide71.xml.rels><?xml version="1.0" encoding="UTF-8" standalone="yes"?>
<Relationships xmlns="http://schemas.openxmlformats.org/package/2006/relationships"><Relationship Id="rId3" Type="http://schemas.openxmlformats.org/officeDocument/2006/relationships/notesSlide" Target="../notesSlides/notesSlide60.xml"/><Relationship Id="rId2" Type="http://schemas.openxmlformats.org/officeDocument/2006/relationships/slideLayout" Target="../slideLayouts/slideLayout4.xml"/><Relationship Id="rId1" Type="http://schemas.openxmlformats.org/officeDocument/2006/relationships/vmlDrawing" Target="../drawings/vmlDrawing42.vml"/><Relationship Id="rId4" Type="http://schemas.openxmlformats.org/officeDocument/2006/relationships/oleObject" Target="../embeddings/oleObject188.bin"/></Relationships>
</file>

<file path=ppt/slides/_rels/slide72.xml.rels><?xml version="1.0" encoding="UTF-8" standalone="yes"?>
<Relationships xmlns="http://schemas.openxmlformats.org/package/2006/relationships"><Relationship Id="rId8" Type="http://schemas.openxmlformats.org/officeDocument/2006/relationships/oleObject" Target="../embeddings/oleObject193.bin"/><Relationship Id="rId3" Type="http://schemas.openxmlformats.org/officeDocument/2006/relationships/notesSlide" Target="../notesSlides/notesSlide61.xml"/><Relationship Id="rId7" Type="http://schemas.openxmlformats.org/officeDocument/2006/relationships/oleObject" Target="../embeddings/oleObject192.bin"/><Relationship Id="rId2" Type="http://schemas.openxmlformats.org/officeDocument/2006/relationships/slideLayout" Target="../slideLayouts/slideLayout4.xml"/><Relationship Id="rId1" Type="http://schemas.openxmlformats.org/officeDocument/2006/relationships/vmlDrawing" Target="../drawings/vmlDrawing43.vml"/><Relationship Id="rId6" Type="http://schemas.openxmlformats.org/officeDocument/2006/relationships/oleObject" Target="../embeddings/oleObject191.bin"/><Relationship Id="rId5" Type="http://schemas.openxmlformats.org/officeDocument/2006/relationships/oleObject" Target="../embeddings/oleObject190.bin"/><Relationship Id="rId10" Type="http://schemas.openxmlformats.org/officeDocument/2006/relationships/oleObject" Target="../embeddings/oleObject195.bin"/><Relationship Id="rId4" Type="http://schemas.openxmlformats.org/officeDocument/2006/relationships/oleObject" Target="../embeddings/oleObject189.bin"/><Relationship Id="rId9" Type="http://schemas.openxmlformats.org/officeDocument/2006/relationships/oleObject" Target="../embeddings/oleObject194.bin"/></Relationships>
</file>

<file path=ppt/slides/_rels/slide73.xml.rels><?xml version="1.0" encoding="UTF-8" standalone="yes"?>
<Relationships xmlns="http://schemas.openxmlformats.org/package/2006/relationships"><Relationship Id="rId8" Type="http://schemas.openxmlformats.org/officeDocument/2006/relationships/oleObject" Target="../embeddings/oleObject200.bin"/><Relationship Id="rId13" Type="http://schemas.openxmlformats.org/officeDocument/2006/relationships/oleObject" Target="../embeddings/oleObject205.bin"/><Relationship Id="rId18" Type="http://schemas.openxmlformats.org/officeDocument/2006/relationships/oleObject" Target="../embeddings/oleObject210.bin"/><Relationship Id="rId3" Type="http://schemas.openxmlformats.org/officeDocument/2006/relationships/notesSlide" Target="../notesSlides/notesSlide62.xml"/><Relationship Id="rId21" Type="http://schemas.openxmlformats.org/officeDocument/2006/relationships/oleObject" Target="../embeddings/oleObject213.bin"/><Relationship Id="rId7" Type="http://schemas.openxmlformats.org/officeDocument/2006/relationships/oleObject" Target="../embeddings/oleObject199.bin"/><Relationship Id="rId12" Type="http://schemas.openxmlformats.org/officeDocument/2006/relationships/oleObject" Target="../embeddings/oleObject204.bin"/><Relationship Id="rId17" Type="http://schemas.openxmlformats.org/officeDocument/2006/relationships/oleObject" Target="../embeddings/oleObject209.bin"/><Relationship Id="rId2" Type="http://schemas.openxmlformats.org/officeDocument/2006/relationships/slideLayout" Target="../slideLayouts/slideLayout4.xml"/><Relationship Id="rId16" Type="http://schemas.openxmlformats.org/officeDocument/2006/relationships/oleObject" Target="../embeddings/oleObject208.bin"/><Relationship Id="rId20" Type="http://schemas.openxmlformats.org/officeDocument/2006/relationships/oleObject" Target="../embeddings/oleObject212.bin"/><Relationship Id="rId1" Type="http://schemas.openxmlformats.org/officeDocument/2006/relationships/vmlDrawing" Target="../drawings/vmlDrawing44.vml"/><Relationship Id="rId6" Type="http://schemas.openxmlformats.org/officeDocument/2006/relationships/oleObject" Target="../embeddings/oleObject198.bin"/><Relationship Id="rId11" Type="http://schemas.openxmlformats.org/officeDocument/2006/relationships/oleObject" Target="../embeddings/oleObject203.bin"/><Relationship Id="rId5" Type="http://schemas.openxmlformats.org/officeDocument/2006/relationships/oleObject" Target="../embeddings/oleObject197.bin"/><Relationship Id="rId15" Type="http://schemas.openxmlformats.org/officeDocument/2006/relationships/oleObject" Target="../embeddings/oleObject207.bin"/><Relationship Id="rId23" Type="http://schemas.openxmlformats.org/officeDocument/2006/relationships/oleObject" Target="../embeddings/oleObject215.bin"/><Relationship Id="rId10" Type="http://schemas.openxmlformats.org/officeDocument/2006/relationships/oleObject" Target="../embeddings/oleObject202.bin"/><Relationship Id="rId19" Type="http://schemas.openxmlformats.org/officeDocument/2006/relationships/oleObject" Target="../embeddings/oleObject211.bin"/><Relationship Id="rId4" Type="http://schemas.openxmlformats.org/officeDocument/2006/relationships/oleObject" Target="../embeddings/oleObject196.bin"/><Relationship Id="rId9" Type="http://schemas.openxmlformats.org/officeDocument/2006/relationships/oleObject" Target="../embeddings/oleObject201.bin"/><Relationship Id="rId14" Type="http://schemas.openxmlformats.org/officeDocument/2006/relationships/oleObject" Target="../embeddings/oleObject206.bin"/><Relationship Id="rId22" Type="http://schemas.openxmlformats.org/officeDocument/2006/relationships/oleObject" Target="../embeddings/oleObject214.bin"/></Relationships>
</file>

<file path=ppt/slides/_rels/slide74.xml.rels><?xml version="1.0" encoding="UTF-8" standalone="yes"?>
<Relationships xmlns="http://schemas.openxmlformats.org/package/2006/relationships"><Relationship Id="rId8" Type="http://schemas.openxmlformats.org/officeDocument/2006/relationships/oleObject" Target="../embeddings/oleObject220.bin"/><Relationship Id="rId13" Type="http://schemas.openxmlformats.org/officeDocument/2006/relationships/oleObject" Target="../embeddings/oleObject225.bin"/><Relationship Id="rId18" Type="http://schemas.openxmlformats.org/officeDocument/2006/relationships/oleObject" Target="../embeddings/oleObject230.bin"/><Relationship Id="rId3" Type="http://schemas.openxmlformats.org/officeDocument/2006/relationships/notesSlide" Target="../notesSlides/notesSlide63.xml"/><Relationship Id="rId21" Type="http://schemas.openxmlformats.org/officeDocument/2006/relationships/oleObject" Target="../embeddings/oleObject233.bin"/><Relationship Id="rId7" Type="http://schemas.openxmlformats.org/officeDocument/2006/relationships/oleObject" Target="../embeddings/oleObject219.bin"/><Relationship Id="rId12" Type="http://schemas.openxmlformats.org/officeDocument/2006/relationships/oleObject" Target="../embeddings/oleObject224.bin"/><Relationship Id="rId17" Type="http://schemas.openxmlformats.org/officeDocument/2006/relationships/oleObject" Target="../embeddings/oleObject229.bin"/><Relationship Id="rId2" Type="http://schemas.openxmlformats.org/officeDocument/2006/relationships/slideLayout" Target="../slideLayouts/slideLayout4.xml"/><Relationship Id="rId16" Type="http://schemas.openxmlformats.org/officeDocument/2006/relationships/oleObject" Target="../embeddings/oleObject228.bin"/><Relationship Id="rId20" Type="http://schemas.openxmlformats.org/officeDocument/2006/relationships/oleObject" Target="../embeddings/oleObject232.bin"/><Relationship Id="rId1" Type="http://schemas.openxmlformats.org/officeDocument/2006/relationships/vmlDrawing" Target="../drawings/vmlDrawing45.vml"/><Relationship Id="rId6" Type="http://schemas.openxmlformats.org/officeDocument/2006/relationships/oleObject" Target="../embeddings/oleObject218.bin"/><Relationship Id="rId11" Type="http://schemas.openxmlformats.org/officeDocument/2006/relationships/oleObject" Target="../embeddings/oleObject223.bin"/><Relationship Id="rId5" Type="http://schemas.openxmlformats.org/officeDocument/2006/relationships/oleObject" Target="../embeddings/oleObject217.bin"/><Relationship Id="rId15" Type="http://schemas.openxmlformats.org/officeDocument/2006/relationships/oleObject" Target="../embeddings/oleObject227.bin"/><Relationship Id="rId10" Type="http://schemas.openxmlformats.org/officeDocument/2006/relationships/oleObject" Target="../embeddings/oleObject222.bin"/><Relationship Id="rId19" Type="http://schemas.openxmlformats.org/officeDocument/2006/relationships/oleObject" Target="../embeddings/oleObject231.bin"/><Relationship Id="rId4" Type="http://schemas.openxmlformats.org/officeDocument/2006/relationships/oleObject" Target="../embeddings/oleObject216.bin"/><Relationship Id="rId9" Type="http://schemas.openxmlformats.org/officeDocument/2006/relationships/oleObject" Target="../embeddings/oleObject221.bin"/><Relationship Id="rId14" Type="http://schemas.openxmlformats.org/officeDocument/2006/relationships/oleObject" Target="../embeddings/oleObject226.bin"/><Relationship Id="rId22" Type="http://schemas.openxmlformats.org/officeDocument/2006/relationships/oleObject" Target="../embeddings/oleObject234.bin"/></Relationships>
</file>

<file path=ppt/slides/_rels/slide75.xml.rels><?xml version="1.0" encoding="UTF-8" standalone="yes"?>
<Relationships xmlns="http://schemas.openxmlformats.org/package/2006/relationships"><Relationship Id="rId8" Type="http://schemas.openxmlformats.org/officeDocument/2006/relationships/oleObject" Target="../embeddings/oleObject239.bin"/><Relationship Id="rId13" Type="http://schemas.openxmlformats.org/officeDocument/2006/relationships/oleObject" Target="../embeddings/oleObject244.bin"/><Relationship Id="rId3" Type="http://schemas.openxmlformats.org/officeDocument/2006/relationships/notesSlide" Target="../notesSlides/notesSlide64.xml"/><Relationship Id="rId7" Type="http://schemas.openxmlformats.org/officeDocument/2006/relationships/oleObject" Target="../embeddings/oleObject238.bin"/><Relationship Id="rId12" Type="http://schemas.openxmlformats.org/officeDocument/2006/relationships/oleObject" Target="../embeddings/oleObject243.bin"/><Relationship Id="rId2" Type="http://schemas.openxmlformats.org/officeDocument/2006/relationships/slideLayout" Target="../slideLayouts/slideLayout4.xml"/><Relationship Id="rId1" Type="http://schemas.openxmlformats.org/officeDocument/2006/relationships/vmlDrawing" Target="../drawings/vmlDrawing46.vml"/><Relationship Id="rId6" Type="http://schemas.openxmlformats.org/officeDocument/2006/relationships/oleObject" Target="../embeddings/oleObject237.bin"/><Relationship Id="rId11" Type="http://schemas.openxmlformats.org/officeDocument/2006/relationships/oleObject" Target="../embeddings/oleObject242.bin"/><Relationship Id="rId5" Type="http://schemas.openxmlformats.org/officeDocument/2006/relationships/oleObject" Target="../embeddings/oleObject236.bin"/><Relationship Id="rId10" Type="http://schemas.openxmlformats.org/officeDocument/2006/relationships/oleObject" Target="../embeddings/oleObject241.bin"/><Relationship Id="rId4" Type="http://schemas.openxmlformats.org/officeDocument/2006/relationships/oleObject" Target="../embeddings/oleObject235.bin"/><Relationship Id="rId9" Type="http://schemas.openxmlformats.org/officeDocument/2006/relationships/oleObject" Target="../embeddings/oleObject240.bin"/></Relationships>
</file>

<file path=ppt/slides/_rels/slide76.xml.rels><?xml version="1.0" encoding="UTF-8" standalone="yes"?>
<Relationships xmlns="http://schemas.openxmlformats.org/package/2006/relationships"><Relationship Id="rId8" Type="http://schemas.openxmlformats.org/officeDocument/2006/relationships/oleObject" Target="../embeddings/oleObject249.bin"/><Relationship Id="rId3" Type="http://schemas.openxmlformats.org/officeDocument/2006/relationships/notesSlide" Target="../notesSlides/notesSlide65.xml"/><Relationship Id="rId7" Type="http://schemas.openxmlformats.org/officeDocument/2006/relationships/oleObject" Target="../embeddings/oleObject248.bin"/><Relationship Id="rId2" Type="http://schemas.openxmlformats.org/officeDocument/2006/relationships/slideLayout" Target="../slideLayouts/slideLayout13.xml"/><Relationship Id="rId1" Type="http://schemas.openxmlformats.org/officeDocument/2006/relationships/vmlDrawing" Target="../drawings/vmlDrawing47.vml"/><Relationship Id="rId6" Type="http://schemas.openxmlformats.org/officeDocument/2006/relationships/oleObject" Target="../embeddings/oleObject247.bin"/><Relationship Id="rId11" Type="http://schemas.openxmlformats.org/officeDocument/2006/relationships/oleObject" Target="../embeddings/oleObject252.bin"/><Relationship Id="rId5" Type="http://schemas.openxmlformats.org/officeDocument/2006/relationships/oleObject" Target="../embeddings/oleObject246.bin"/><Relationship Id="rId10" Type="http://schemas.openxmlformats.org/officeDocument/2006/relationships/oleObject" Target="../embeddings/oleObject251.bin"/><Relationship Id="rId4" Type="http://schemas.openxmlformats.org/officeDocument/2006/relationships/oleObject" Target="../embeddings/oleObject245.bin"/><Relationship Id="rId9" Type="http://schemas.openxmlformats.org/officeDocument/2006/relationships/oleObject" Target="../embeddings/oleObject250.bin"/></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p:cNvSpPr>
          <p:nvPr>
            <p:ph type="title"/>
          </p:nvPr>
        </p:nvSpPr>
        <p:spPr>
          <a:xfrm>
            <a:off x="1600200" y="228600"/>
            <a:ext cx="6477000" cy="504825"/>
          </a:xfrm>
          <a:gradFill rotWithShape="1">
            <a:gsLst>
              <a:gs pos="0">
                <a:srgbClr val="475E00">
                  <a:alpha val="100000"/>
                </a:srgbClr>
              </a:gs>
              <a:gs pos="50000">
                <a:srgbClr val="99CC00">
                  <a:alpha val="100000"/>
                </a:srgbClr>
              </a:gs>
              <a:gs pos="100000">
                <a:srgbClr val="475E00">
                  <a:alpha val="100000"/>
                </a:srgbClr>
              </a:gs>
            </a:gsLst>
            <a:lin ang="5400000" scaled="1"/>
            <a:tileRect/>
          </a:gradFill>
        </p:spPr>
        <p:txBody>
          <a:bodyPr vert="horz" wrap="square" lIns="91440" tIns="45720" rIns="91440" bIns="45720" anchor="ctr" anchorCtr="0"/>
          <a:lstStyle/>
          <a:p>
            <a:pPr algn="ctr" eaLnBrk="1" hangingPunct="1"/>
            <a:r>
              <a:rPr lang="zh-CN" altLang="en-US" sz="3000" dirty="0">
                <a:solidFill>
                  <a:srgbClr val="CC0000"/>
                </a:solidFill>
                <a:effectLst/>
                <a:ea typeface="楷体_GB2312" pitchFamily="49" charset="-122"/>
              </a:rPr>
              <a:t>第七章     </a:t>
            </a:r>
            <a:r>
              <a:rPr lang="en-US" altLang="zh-CN" sz="3000" dirty="0">
                <a:solidFill>
                  <a:srgbClr val="CC0000"/>
                </a:solidFill>
                <a:effectLst/>
                <a:ea typeface="楷体_GB2312" pitchFamily="49" charset="-122"/>
              </a:rPr>
              <a:t>Redox</a:t>
            </a:r>
            <a:r>
              <a:rPr lang="zh-CN" altLang="en-US" sz="3000" dirty="0">
                <a:solidFill>
                  <a:srgbClr val="CC0000"/>
                </a:solidFill>
                <a:effectLst/>
                <a:ea typeface="楷体_GB2312" pitchFamily="49" charset="-122"/>
              </a:rPr>
              <a:t>反应</a:t>
            </a:r>
            <a:r>
              <a:rPr lang="en-US" altLang="zh-CN" sz="3000" dirty="0">
                <a:solidFill>
                  <a:srgbClr val="CC0000"/>
                </a:solidFill>
                <a:effectLst/>
                <a:ea typeface="楷体_GB2312" pitchFamily="49" charset="-122"/>
              </a:rPr>
              <a:t>-</a:t>
            </a:r>
            <a:r>
              <a:rPr lang="zh-CN" altLang="en-US" sz="3000" dirty="0">
                <a:solidFill>
                  <a:srgbClr val="CC0000"/>
                </a:solidFill>
                <a:effectLst/>
                <a:ea typeface="楷体_GB2312" pitchFamily="49" charset="-122"/>
              </a:rPr>
              <a:t>电化学基础</a:t>
            </a:r>
          </a:p>
        </p:txBody>
      </p:sp>
      <p:sp>
        <p:nvSpPr>
          <p:cNvPr id="6158" name="Rectangle 14"/>
          <p:cNvSpPr/>
          <p:nvPr/>
        </p:nvSpPr>
        <p:spPr>
          <a:xfrm>
            <a:off x="304800" y="1066800"/>
            <a:ext cx="1524000" cy="1106488"/>
          </a:xfrm>
          <a:prstGeom prst="rect">
            <a:avLst/>
          </a:prstGeom>
          <a:noFill/>
          <a:ln w="9525">
            <a:noFill/>
          </a:ln>
        </p:spPr>
        <p:txBody>
          <a:bodyPr>
            <a:spAutoFit/>
          </a:bodyPr>
          <a:lstStyle/>
          <a:p>
            <a:pPr algn="ctr">
              <a:spcBef>
                <a:spcPct val="0"/>
              </a:spcBef>
            </a:pPr>
            <a:r>
              <a:rPr lang="zh-CN" altLang="en-US" sz="2200" dirty="0">
                <a:solidFill>
                  <a:srgbClr val="0033CC"/>
                </a:solidFill>
                <a:latin typeface="Times New Roman" panose="02020603050405020304" pitchFamily="18" charset="0"/>
              </a:rPr>
              <a:t>一、</a:t>
            </a:r>
          </a:p>
          <a:p>
            <a:pPr algn="ctr">
              <a:spcBef>
                <a:spcPct val="0"/>
              </a:spcBef>
            </a:pPr>
            <a:r>
              <a:rPr lang="en-US" altLang="zh-CN" sz="2200" dirty="0">
                <a:solidFill>
                  <a:srgbClr val="0033CC"/>
                </a:solidFill>
                <a:latin typeface="Times New Roman" panose="02020603050405020304" pitchFamily="18" charset="0"/>
              </a:rPr>
              <a:t>Redox</a:t>
            </a:r>
          </a:p>
          <a:p>
            <a:pPr algn="ctr">
              <a:spcBef>
                <a:spcPct val="0"/>
              </a:spcBef>
            </a:pPr>
            <a:r>
              <a:rPr lang="zh-CN" altLang="en-US" sz="2200" dirty="0">
                <a:solidFill>
                  <a:srgbClr val="0033CC"/>
                </a:solidFill>
                <a:latin typeface="Times New Roman" panose="02020603050405020304" pitchFamily="18" charset="0"/>
              </a:rPr>
              <a:t>反应概念</a:t>
            </a:r>
          </a:p>
        </p:txBody>
      </p:sp>
      <p:sp>
        <p:nvSpPr>
          <p:cNvPr id="6159" name="Rectangle 15"/>
          <p:cNvSpPr/>
          <p:nvPr/>
        </p:nvSpPr>
        <p:spPr>
          <a:xfrm>
            <a:off x="0" y="2514600"/>
            <a:ext cx="2209800" cy="1096963"/>
          </a:xfrm>
          <a:prstGeom prst="rect">
            <a:avLst/>
          </a:prstGeom>
          <a:noFill/>
          <a:ln w="9525">
            <a:noFill/>
          </a:ln>
        </p:spPr>
        <p:txBody>
          <a:bodyPr>
            <a:spAutoFit/>
          </a:bodyPr>
          <a:lstStyle/>
          <a:p>
            <a:pPr algn="ctr">
              <a:spcBef>
                <a:spcPct val="0"/>
              </a:spcBef>
            </a:pPr>
            <a:r>
              <a:rPr lang="zh-CN" altLang="en-US" sz="2200" dirty="0">
                <a:solidFill>
                  <a:srgbClr val="0033CC"/>
                </a:solidFill>
                <a:latin typeface="Times New Roman" panose="02020603050405020304" pitchFamily="18" charset="0"/>
              </a:rPr>
              <a:t>二、</a:t>
            </a:r>
          </a:p>
          <a:p>
            <a:pPr algn="ctr">
              <a:spcBef>
                <a:spcPct val="0"/>
              </a:spcBef>
            </a:pPr>
            <a:r>
              <a:rPr lang="zh-CN" altLang="en-US" sz="2200" dirty="0">
                <a:solidFill>
                  <a:srgbClr val="0033CC"/>
                </a:solidFill>
                <a:latin typeface="Times New Roman" panose="02020603050405020304" pitchFamily="18" charset="0"/>
              </a:rPr>
              <a:t>原电池</a:t>
            </a:r>
          </a:p>
          <a:p>
            <a:pPr algn="ctr">
              <a:spcBef>
                <a:spcPct val="0"/>
              </a:spcBef>
            </a:pPr>
            <a:r>
              <a:rPr lang="zh-CN" altLang="en-US" sz="2200" dirty="0">
                <a:solidFill>
                  <a:srgbClr val="0033CC"/>
                </a:solidFill>
                <a:latin typeface="Times New Roman" panose="02020603050405020304" pitchFamily="18" charset="0"/>
              </a:rPr>
              <a:t>（电化学基础）</a:t>
            </a:r>
          </a:p>
        </p:txBody>
      </p:sp>
      <p:sp>
        <p:nvSpPr>
          <p:cNvPr id="6160" name="Rectangle 16"/>
          <p:cNvSpPr/>
          <p:nvPr/>
        </p:nvSpPr>
        <p:spPr>
          <a:xfrm>
            <a:off x="228600" y="4114800"/>
            <a:ext cx="1657350" cy="762000"/>
          </a:xfrm>
          <a:prstGeom prst="rect">
            <a:avLst/>
          </a:prstGeom>
          <a:noFill/>
          <a:ln w="9525">
            <a:noFill/>
          </a:ln>
        </p:spPr>
        <p:txBody>
          <a:bodyPr>
            <a:spAutoFit/>
          </a:bodyPr>
          <a:lstStyle/>
          <a:p>
            <a:pPr algn="ctr">
              <a:spcBef>
                <a:spcPct val="0"/>
              </a:spcBef>
            </a:pPr>
            <a:r>
              <a:rPr lang="zh-CN" altLang="en-US" sz="2200" dirty="0">
                <a:solidFill>
                  <a:srgbClr val="0033CC"/>
                </a:solidFill>
                <a:latin typeface="Times New Roman" panose="02020603050405020304" pitchFamily="18" charset="0"/>
              </a:rPr>
              <a:t>三、</a:t>
            </a:r>
          </a:p>
          <a:p>
            <a:pPr algn="ctr">
              <a:spcBef>
                <a:spcPct val="0"/>
              </a:spcBef>
            </a:pPr>
            <a:r>
              <a:rPr lang="zh-CN" altLang="en-US" sz="2200" dirty="0">
                <a:solidFill>
                  <a:srgbClr val="0033CC"/>
                </a:solidFill>
                <a:latin typeface="Times New Roman" panose="02020603050405020304" pitchFamily="18" charset="0"/>
              </a:rPr>
              <a:t>电极电势</a:t>
            </a:r>
            <a:r>
              <a:rPr lang="en-US" altLang="zh-CN" sz="2200" dirty="0">
                <a:solidFill>
                  <a:srgbClr val="0033CC"/>
                </a:solidFill>
                <a:latin typeface="Times New Roman" panose="02020603050405020304" pitchFamily="18" charset="0"/>
              </a:rPr>
              <a:t>E</a:t>
            </a:r>
          </a:p>
        </p:txBody>
      </p:sp>
      <p:pic>
        <p:nvPicPr>
          <p:cNvPr id="6162" name="Picture 18"/>
          <p:cNvPicPr>
            <a:picLocks noChangeAspect="1"/>
          </p:cNvPicPr>
          <p:nvPr/>
        </p:nvPicPr>
        <p:blipFill>
          <a:blip r:embed="rId4"/>
          <a:stretch>
            <a:fillRect/>
          </a:stretch>
        </p:blipFill>
        <p:spPr>
          <a:xfrm>
            <a:off x="2057400" y="1143000"/>
            <a:ext cx="6172200" cy="5486400"/>
          </a:xfrm>
          <a:prstGeom prst="rect">
            <a:avLst/>
          </a:prstGeom>
          <a:noFill/>
          <a:ln w="9525">
            <a:noFill/>
          </a:ln>
        </p:spPr>
      </p:pic>
      <p:sp>
        <p:nvSpPr>
          <p:cNvPr id="6163" name="Rectangle 19"/>
          <p:cNvSpPr/>
          <p:nvPr/>
        </p:nvSpPr>
        <p:spPr>
          <a:xfrm>
            <a:off x="228600" y="5257800"/>
            <a:ext cx="1676400" cy="1096963"/>
          </a:xfrm>
          <a:prstGeom prst="rect">
            <a:avLst/>
          </a:prstGeom>
          <a:noFill/>
          <a:ln w="9525">
            <a:noFill/>
          </a:ln>
        </p:spPr>
        <p:txBody>
          <a:bodyPr>
            <a:spAutoFit/>
          </a:bodyPr>
          <a:lstStyle/>
          <a:p>
            <a:pPr algn="ctr">
              <a:spcBef>
                <a:spcPct val="0"/>
              </a:spcBef>
            </a:pPr>
            <a:r>
              <a:rPr lang="zh-CN" altLang="en-US" sz="2200" dirty="0">
                <a:solidFill>
                  <a:srgbClr val="0033CC"/>
                </a:solidFill>
                <a:latin typeface="Times New Roman" panose="02020603050405020304" pitchFamily="18" charset="0"/>
              </a:rPr>
              <a:t>四、</a:t>
            </a:r>
          </a:p>
          <a:p>
            <a:pPr algn="ctr">
              <a:spcBef>
                <a:spcPct val="0"/>
              </a:spcBef>
            </a:pPr>
            <a:r>
              <a:rPr lang="zh-CN" altLang="en-US" sz="2200" dirty="0">
                <a:solidFill>
                  <a:srgbClr val="0033CC"/>
                </a:solidFill>
                <a:latin typeface="Times New Roman" panose="02020603050405020304" pitchFamily="18" charset="0"/>
              </a:rPr>
              <a:t>电极电势</a:t>
            </a:r>
          </a:p>
          <a:p>
            <a:pPr algn="ctr">
              <a:spcBef>
                <a:spcPct val="0"/>
              </a:spcBef>
            </a:pPr>
            <a:r>
              <a:rPr lang="en-US" altLang="zh-CN" sz="2200" dirty="0">
                <a:solidFill>
                  <a:srgbClr val="0033CC"/>
                </a:solidFill>
                <a:latin typeface="Times New Roman" panose="02020603050405020304" pitchFamily="18" charset="0"/>
              </a:rPr>
              <a:t>E</a:t>
            </a:r>
            <a:r>
              <a:rPr lang="el-GR" altLang="zh-CN" sz="2200" baseline="30000" dirty="0">
                <a:solidFill>
                  <a:srgbClr val="0033CC"/>
                </a:solidFill>
                <a:latin typeface="Times New Roman" panose="02020603050405020304" pitchFamily="18" charset="0"/>
              </a:rPr>
              <a:t>Θ</a:t>
            </a:r>
            <a:r>
              <a:rPr lang="zh-CN" altLang="en-US" sz="2200" dirty="0">
                <a:solidFill>
                  <a:srgbClr val="0033CC"/>
                </a:solidFill>
                <a:latin typeface="Times New Roman" panose="02020603050405020304" pitchFamily="18" charset="0"/>
              </a:rPr>
              <a:t>的应用</a:t>
            </a:r>
          </a:p>
        </p:txBody>
      </p:sp>
      <p:sp>
        <p:nvSpPr>
          <p:cNvPr id="2" name="文本框 1"/>
          <p:cNvSpPr txBox="1"/>
          <p:nvPr>
            <p:custDataLst>
              <p:tags r:id="rId1"/>
            </p:custDataLst>
          </p:nvPr>
        </p:nvSpPr>
        <p:spPr>
          <a:xfrm>
            <a:off x="1676400" y="744220"/>
            <a:ext cx="6797040" cy="398780"/>
          </a:xfrm>
          <a:prstGeom prst="rect">
            <a:avLst/>
          </a:prstGeom>
          <a:noFill/>
        </p:spPr>
        <p:txBody>
          <a:bodyPr wrap="square" rtlCol="0">
            <a:spAutoFit/>
          </a:bodyPr>
          <a:lstStyle/>
          <a:p>
            <a:r>
              <a:rPr lang="en-US" altLang="zh-CN" sz="2000" dirty="0">
                <a:solidFill>
                  <a:srgbClr val="0000CC"/>
                </a:solidFill>
                <a:effectLst/>
                <a:sym typeface="+mn-ea"/>
              </a:rPr>
              <a:t>Redox--reduction+oxidization, just like smog--smoke+fog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horizontal)">
                                      <p:cBhvr>
                                        <p:cTn id="7" dur="1000"/>
                                        <p:tgtEl>
                                          <p:spTgt spid="614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58"/>
                                        </p:tgtEl>
                                        <p:attrNameLst>
                                          <p:attrName>style.visibility</p:attrName>
                                        </p:attrNameLst>
                                      </p:cBhvr>
                                      <p:to>
                                        <p:strVal val="visible"/>
                                      </p:to>
                                    </p:set>
                                    <p:animEffect transition="in" filter="blinds(horizontal)">
                                      <p:cBhvr>
                                        <p:cTn id="12" dur="1000"/>
                                        <p:tgtEl>
                                          <p:spTgt spid="6158"/>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59"/>
                                        </p:tgtEl>
                                        <p:attrNameLst>
                                          <p:attrName>style.visibility</p:attrName>
                                        </p:attrNameLst>
                                      </p:cBhvr>
                                      <p:to>
                                        <p:strVal val="visible"/>
                                      </p:to>
                                    </p:set>
                                    <p:animEffect transition="in" filter="blinds(horizontal)">
                                      <p:cBhvr>
                                        <p:cTn id="17" dur="1000"/>
                                        <p:tgtEl>
                                          <p:spTgt spid="615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160"/>
                                        </p:tgtEl>
                                        <p:attrNameLst>
                                          <p:attrName>style.visibility</p:attrName>
                                        </p:attrNameLst>
                                      </p:cBhvr>
                                      <p:to>
                                        <p:strVal val="visible"/>
                                      </p:to>
                                    </p:set>
                                    <p:animEffect transition="in" filter="blinds(horizontal)">
                                      <p:cBhvr>
                                        <p:cTn id="22" dur="1000"/>
                                        <p:tgtEl>
                                          <p:spTgt spid="616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163"/>
                                        </p:tgtEl>
                                        <p:attrNameLst>
                                          <p:attrName>style.visibility</p:attrName>
                                        </p:attrNameLst>
                                      </p:cBhvr>
                                      <p:to>
                                        <p:strVal val="visible"/>
                                      </p:to>
                                    </p:set>
                                    <p:animEffect transition="in" filter="blinds(horizontal)">
                                      <p:cBhvr>
                                        <p:cTn id="27" dur="1000"/>
                                        <p:tgtEl>
                                          <p:spTgt spid="616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6162"/>
                                        </p:tgtEl>
                                        <p:attrNameLst>
                                          <p:attrName>style.visibility</p:attrName>
                                        </p:attrNameLst>
                                      </p:cBhvr>
                                      <p:to>
                                        <p:strVal val="visible"/>
                                      </p:to>
                                    </p:set>
                                    <p:animEffect transition="in" filter="blinds(horizontal)">
                                      <p:cBhvr>
                                        <p:cTn id="32" dur="1000"/>
                                        <p:tgtEl>
                                          <p:spTgt spid="61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animBg="1"/>
      <p:bldP spid="6158" grpId="0"/>
      <p:bldP spid="6159" grpId="0"/>
      <p:bldP spid="6160" grpId="0"/>
      <p:bldP spid="6163" grpId="0"/>
    </p:bld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5" name="Rectangle 7"/>
          <p:cNvSpPr/>
          <p:nvPr/>
        </p:nvSpPr>
        <p:spPr>
          <a:xfrm>
            <a:off x="0" y="-46037"/>
            <a:ext cx="5715000" cy="549275"/>
          </a:xfrm>
          <a:prstGeom prst="rect">
            <a:avLst/>
          </a:prstGeom>
          <a:gradFill rotWithShape="1">
            <a:gsLst>
              <a:gs pos="0">
                <a:srgbClr val="005E76"/>
              </a:gs>
              <a:gs pos="50000">
                <a:srgbClr val="00CCFF"/>
              </a:gs>
              <a:gs pos="100000">
                <a:srgbClr val="005E76"/>
              </a:gs>
            </a:gsLst>
            <a:lin ang="5400000" scaled="1"/>
            <a:tileRect/>
          </a:gradFill>
          <a:ln w="9525">
            <a:noFill/>
          </a:ln>
        </p:spPr>
        <p:txBody>
          <a:bodyPr anchor="ctr" anchorCtr="0">
            <a:spAutoFit/>
          </a:bodyPr>
          <a:lstStyle/>
          <a:p>
            <a:pPr algn="ctr">
              <a:spcBef>
                <a:spcPct val="0"/>
              </a:spcBef>
            </a:pPr>
            <a:r>
              <a:rPr lang="zh-CN" altLang="en-US" sz="3000" i="0" dirty="0">
                <a:solidFill>
                  <a:srgbClr val="FF0000"/>
                </a:solidFill>
                <a:latin typeface="Times New Roman" panose="02020603050405020304" pitchFamily="18" charset="0"/>
              </a:rPr>
              <a:t>氧化还原反应的应用简介</a:t>
            </a:r>
            <a:r>
              <a:rPr lang="zh-CN" altLang="en-US" sz="3000" b="0" i="0" dirty="0">
                <a:solidFill>
                  <a:srgbClr val="FF0000"/>
                </a:solidFill>
                <a:latin typeface="Times New Roman" panose="02020603050405020304" pitchFamily="18" charset="0"/>
                <a:ea typeface="宋体" panose="02010600030101010101" pitchFamily="2" charset="-122"/>
              </a:rPr>
              <a:t> </a:t>
            </a:r>
          </a:p>
        </p:txBody>
      </p:sp>
      <p:sp>
        <p:nvSpPr>
          <p:cNvPr id="12296" name="Rectangle 8"/>
          <p:cNvSpPr/>
          <p:nvPr/>
        </p:nvSpPr>
        <p:spPr>
          <a:xfrm>
            <a:off x="304800" y="942975"/>
            <a:ext cx="8534400" cy="1282700"/>
          </a:xfrm>
          <a:prstGeom prst="rect">
            <a:avLst/>
          </a:prstGeom>
          <a:noFill/>
          <a:ln w="9525">
            <a:noFill/>
          </a:ln>
        </p:spPr>
        <p:txBody>
          <a:bodyPr anchor="ctr" anchorCtr="0">
            <a:spAutoFit/>
          </a:bodyPr>
          <a:lstStyle/>
          <a:p>
            <a:pPr>
              <a:spcBef>
                <a:spcPct val="0"/>
              </a:spcBef>
            </a:pPr>
            <a:r>
              <a:rPr lang="en-US" altLang="zh-CN" sz="2600" i="0" dirty="0">
                <a:solidFill>
                  <a:schemeClr val="tx1"/>
                </a:solidFill>
                <a:latin typeface="Times New Roman" panose="02020603050405020304" pitchFamily="18" charset="0"/>
              </a:rPr>
              <a:t>       </a:t>
            </a:r>
            <a:r>
              <a:rPr lang="en-US" altLang="zh-CN" sz="2600" dirty="0">
                <a:solidFill>
                  <a:srgbClr val="C00000"/>
                </a:solidFill>
                <a:latin typeface="Times New Roman" panose="02020603050405020304" pitchFamily="18" charset="0"/>
              </a:rPr>
              <a:t> (i)</a:t>
            </a:r>
            <a:r>
              <a:rPr lang="zh-CN" altLang="en-US" sz="2600" dirty="0">
                <a:solidFill>
                  <a:srgbClr val="C00000"/>
                </a:solidFill>
                <a:latin typeface="Times New Roman" panose="02020603050405020304" pitchFamily="18" charset="0"/>
              </a:rPr>
              <a:t>化工领域：</a:t>
            </a:r>
            <a:r>
              <a:rPr lang="zh-CN" altLang="en-US" sz="2600" i="0" dirty="0">
                <a:solidFill>
                  <a:schemeClr val="tx1"/>
                </a:solidFill>
                <a:latin typeface="Times New Roman" panose="02020603050405020304" pitchFamily="18" charset="0"/>
              </a:rPr>
              <a:t>矿石提炼各种金属；化工产品的制造，如合成氨、合成盐酸、接触法制硫酸、氨氧化法制硝酸、食盐水电解制烧碱等；有机合成、高分子的制备等。 </a:t>
            </a:r>
          </a:p>
        </p:txBody>
      </p:sp>
      <p:sp>
        <p:nvSpPr>
          <p:cNvPr id="12297" name="Rectangle 9"/>
          <p:cNvSpPr/>
          <p:nvPr/>
        </p:nvSpPr>
        <p:spPr>
          <a:xfrm>
            <a:off x="304800" y="2587625"/>
            <a:ext cx="8305800" cy="892175"/>
          </a:xfrm>
          <a:prstGeom prst="rect">
            <a:avLst/>
          </a:prstGeom>
          <a:noFill/>
          <a:ln w="9525">
            <a:noFill/>
          </a:ln>
        </p:spPr>
        <p:txBody>
          <a:bodyPr anchor="ctr" anchorCtr="0">
            <a:spAutoFit/>
          </a:bodyPr>
          <a:lstStyle/>
          <a:p>
            <a:pPr>
              <a:spcBef>
                <a:spcPct val="0"/>
              </a:spcBef>
            </a:pPr>
            <a:r>
              <a:rPr lang="en-US" altLang="zh-CN" sz="2600" i="0" dirty="0">
                <a:solidFill>
                  <a:schemeClr val="tx1"/>
                </a:solidFill>
                <a:latin typeface="Times New Roman" panose="02020603050405020304" pitchFamily="18" charset="0"/>
              </a:rPr>
              <a:t>      </a:t>
            </a:r>
            <a:r>
              <a:rPr lang="en-US" altLang="zh-CN" sz="2600" dirty="0">
                <a:solidFill>
                  <a:srgbClr val="C00000"/>
                </a:solidFill>
                <a:latin typeface="Times New Roman" panose="02020603050405020304" pitchFamily="18" charset="0"/>
              </a:rPr>
              <a:t>  (ii)</a:t>
            </a:r>
            <a:r>
              <a:rPr lang="zh-CN" altLang="en-US" sz="2600" dirty="0">
                <a:solidFill>
                  <a:srgbClr val="C00000"/>
                </a:solidFill>
                <a:latin typeface="Times New Roman" panose="02020603050405020304" pitchFamily="18" charset="0"/>
              </a:rPr>
              <a:t>农业领域</a:t>
            </a:r>
            <a:r>
              <a:rPr lang="en-US" altLang="zh-CN" sz="2600" dirty="0">
                <a:solidFill>
                  <a:srgbClr val="C00000"/>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植物的光合作用、呼吸作用；施入土壤的肥料的分解和吸收等。</a:t>
            </a:r>
          </a:p>
        </p:txBody>
      </p:sp>
      <p:sp>
        <p:nvSpPr>
          <p:cNvPr id="12299" name="Rectangle 11"/>
          <p:cNvSpPr/>
          <p:nvPr/>
        </p:nvSpPr>
        <p:spPr>
          <a:xfrm>
            <a:off x="304800" y="4267200"/>
            <a:ext cx="8623300" cy="1691640"/>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en-US" altLang="zh-CN" sz="2600" dirty="0">
                <a:solidFill>
                  <a:srgbClr val="C00000"/>
                </a:solidFill>
                <a:latin typeface="Times New Roman" panose="02020603050405020304" pitchFamily="18" charset="0"/>
              </a:rPr>
              <a:t> (iii)</a:t>
            </a:r>
            <a:r>
              <a:rPr lang="zh-CN" altLang="en-US" sz="2600" dirty="0">
                <a:solidFill>
                  <a:srgbClr val="C00000"/>
                </a:solidFill>
                <a:latin typeface="Times New Roman" panose="02020603050405020304" pitchFamily="18" charset="0"/>
              </a:rPr>
              <a:t>自然界</a:t>
            </a:r>
            <a:r>
              <a:rPr lang="en-US" altLang="zh-CN" sz="2600" dirty="0">
                <a:solidFill>
                  <a:srgbClr val="C00000"/>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人和动物的呼吸，把葡萄糖氧化为二氧化碳和水。通过呼吸把贮藏在食物分子内的能转变为存在于三磷酸腺苷</a:t>
            </a:r>
            <a:r>
              <a:rPr lang="en-US" altLang="zh-CN" sz="2600" i="0" dirty="0">
                <a:solidFill>
                  <a:schemeClr val="tx1"/>
                </a:solidFill>
                <a:latin typeface="Times New Roman" panose="02020603050405020304" pitchFamily="18" charset="0"/>
              </a:rPr>
              <a:t>(ATP)</a:t>
            </a:r>
            <a:r>
              <a:rPr lang="zh-CN" altLang="en-US" sz="2600" i="0" dirty="0">
                <a:solidFill>
                  <a:schemeClr val="tx1"/>
                </a:solidFill>
                <a:latin typeface="Times New Roman" panose="02020603050405020304" pitchFamily="18" charset="0"/>
              </a:rPr>
              <a:t>高能磷酸键的化学能；煤、石油、天然气等燃料的燃烧等。</a:t>
            </a:r>
            <a:r>
              <a:rPr lang="en-US" altLang="zh-CN" sz="2600" i="0" dirty="0">
                <a:solidFill>
                  <a:schemeClr val="tx1"/>
                </a:solidFill>
                <a:latin typeface="Times New Roman" panose="02020603050405020304" pitchFamily="18" charset="0"/>
              </a:rPr>
              <a:t>——nerve cells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295"/>
                                        </p:tgtEl>
                                        <p:attrNameLst>
                                          <p:attrName>style.visibility</p:attrName>
                                        </p:attrNameLst>
                                      </p:cBhvr>
                                      <p:to>
                                        <p:strVal val="visible"/>
                                      </p:to>
                                    </p:set>
                                    <p:anim calcmode="lin" valueType="num">
                                      <p:cBhvr additive="base">
                                        <p:cTn id="7" dur="1000" fill="hold"/>
                                        <p:tgtEl>
                                          <p:spTgt spid="12295"/>
                                        </p:tgtEl>
                                        <p:attrNameLst>
                                          <p:attrName>ppt_x</p:attrName>
                                        </p:attrNameLst>
                                      </p:cBhvr>
                                      <p:tavLst>
                                        <p:tav tm="0">
                                          <p:val>
                                            <p:strVal val="#ppt_x"/>
                                          </p:val>
                                        </p:tav>
                                        <p:tav tm="100000">
                                          <p:val>
                                            <p:strVal val="#ppt_x"/>
                                          </p:val>
                                        </p:tav>
                                      </p:tavLst>
                                    </p:anim>
                                    <p:anim calcmode="lin" valueType="num">
                                      <p:cBhvr additive="base">
                                        <p:cTn id="8" dur="1000" fill="hold"/>
                                        <p:tgtEl>
                                          <p:spTgt spid="1229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296"/>
                                        </p:tgtEl>
                                        <p:attrNameLst>
                                          <p:attrName>style.visibility</p:attrName>
                                        </p:attrNameLst>
                                      </p:cBhvr>
                                      <p:to>
                                        <p:strVal val="visible"/>
                                      </p:to>
                                    </p:set>
                                    <p:anim calcmode="lin" valueType="num">
                                      <p:cBhvr additive="base">
                                        <p:cTn id="13" dur="1000" fill="hold"/>
                                        <p:tgtEl>
                                          <p:spTgt spid="12296"/>
                                        </p:tgtEl>
                                        <p:attrNameLst>
                                          <p:attrName>ppt_x</p:attrName>
                                        </p:attrNameLst>
                                      </p:cBhvr>
                                      <p:tavLst>
                                        <p:tav tm="0">
                                          <p:val>
                                            <p:strVal val="#ppt_x"/>
                                          </p:val>
                                        </p:tav>
                                        <p:tav tm="100000">
                                          <p:val>
                                            <p:strVal val="#ppt_x"/>
                                          </p:val>
                                        </p:tav>
                                      </p:tavLst>
                                    </p:anim>
                                    <p:anim calcmode="lin" valueType="num">
                                      <p:cBhvr additive="base">
                                        <p:cTn id="14" dur="1000" fill="hold"/>
                                        <p:tgtEl>
                                          <p:spTgt spid="1229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2297"/>
                                        </p:tgtEl>
                                        <p:attrNameLst>
                                          <p:attrName>style.visibility</p:attrName>
                                        </p:attrNameLst>
                                      </p:cBhvr>
                                      <p:to>
                                        <p:strVal val="visible"/>
                                      </p:to>
                                    </p:set>
                                    <p:anim calcmode="lin" valueType="num">
                                      <p:cBhvr additive="base">
                                        <p:cTn id="19" dur="1000" fill="hold"/>
                                        <p:tgtEl>
                                          <p:spTgt spid="12297"/>
                                        </p:tgtEl>
                                        <p:attrNameLst>
                                          <p:attrName>ppt_x</p:attrName>
                                        </p:attrNameLst>
                                      </p:cBhvr>
                                      <p:tavLst>
                                        <p:tav tm="0">
                                          <p:val>
                                            <p:strVal val="#ppt_x"/>
                                          </p:val>
                                        </p:tav>
                                        <p:tav tm="100000">
                                          <p:val>
                                            <p:strVal val="#ppt_x"/>
                                          </p:val>
                                        </p:tav>
                                      </p:tavLst>
                                    </p:anim>
                                    <p:anim calcmode="lin" valueType="num">
                                      <p:cBhvr additive="base">
                                        <p:cTn id="20" dur="1000" fill="hold"/>
                                        <p:tgtEl>
                                          <p:spTgt spid="1229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2299"/>
                                        </p:tgtEl>
                                        <p:attrNameLst>
                                          <p:attrName>style.visibility</p:attrName>
                                        </p:attrNameLst>
                                      </p:cBhvr>
                                      <p:to>
                                        <p:strVal val="visible"/>
                                      </p:to>
                                    </p:set>
                                    <p:anim calcmode="lin" valueType="num">
                                      <p:cBhvr additive="base">
                                        <p:cTn id="25" dur="1000" fill="hold"/>
                                        <p:tgtEl>
                                          <p:spTgt spid="12299"/>
                                        </p:tgtEl>
                                        <p:attrNameLst>
                                          <p:attrName>ppt_x</p:attrName>
                                        </p:attrNameLst>
                                      </p:cBhvr>
                                      <p:tavLst>
                                        <p:tav tm="0">
                                          <p:val>
                                            <p:strVal val="#ppt_x"/>
                                          </p:val>
                                        </p:tav>
                                        <p:tav tm="100000">
                                          <p:val>
                                            <p:strVal val="#ppt_x"/>
                                          </p:val>
                                        </p:tav>
                                      </p:tavLst>
                                    </p:anim>
                                    <p:anim calcmode="lin" valueType="num">
                                      <p:cBhvr additive="base">
                                        <p:cTn id="26" dur="1000" fill="hold"/>
                                        <p:tgtEl>
                                          <p:spTgt spid="122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5" grpId="0" animBg="1"/>
      <p:bldP spid="12296" grpId="0"/>
      <p:bldP spid="12297" grpId="0"/>
      <p:bldP spid="12299"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43" name="Rectangle 7"/>
          <p:cNvSpPr/>
          <p:nvPr/>
        </p:nvSpPr>
        <p:spPr>
          <a:xfrm>
            <a:off x="381000" y="381000"/>
            <a:ext cx="8229600" cy="952500"/>
          </a:xfrm>
          <a:prstGeom prst="rect">
            <a:avLst/>
          </a:prstGeom>
          <a:noFill/>
          <a:ln w="9525">
            <a:noFill/>
          </a:ln>
        </p:spPr>
        <p:txBody>
          <a:bodyPr anchor="ctr" anchorCtr="0">
            <a:spAutoFit/>
          </a:bodyPr>
          <a:lstStyle/>
          <a:p>
            <a:pPr>
              <a:spcBef>
                <a:spcPct val="0"/>
              </a:spcBef>
            </a:pPr>
            <a:r>
              <a:rPr lang="en-US" altLang="zh-CN" b="0" i="0" dirty="0">
                <a:solidFill>
                  <a:schemeClr val="tx1"/>
                </a:solidFill>
                <a:latin typeface="Arial" panose="020B0604020202020204" pitchFamily="34" charset="0"/>
                <a:ea typeface="宋体" panose="02010600030101010101" pitchFamily="2" charset="-122"/>
              </a:rPr>
              <a:t>         </a:t>
            </a:r>
            <a:r>
              <a:rPr lang="zh-CN" altLang="en-US" dirty="0">
                <a:solidFill>
                  <a:schemeClr val="tx1"/>
                </a:solidFill>
                <a:latin typeface="Arial" panose="020B0604020202020204" pitchFamily="34" charset="0"/>
              </a:rPr>
              <a:t>此外，通常用的干电池、蓄电池以及在空间技术上应用的高能电池都发生着氧化还原反应。</a:t>
            </a:r>
            <a:r>
              <a:rPr lang="zh-CN" altLang="en-US" b="0" i="0" dirty="0">
                <a:solidFill>
                  <a:schemeClr val="tx1"/>
                </a:solidFill>
                <a:latin typeface="Arial" panose="020B0604020202020204" pitchFamily="34" charset="0"/>
                <a:ea typeface="宋体" panose="02010600030101010101" pitchFamily="2" charset="-122"/>
              </a:rPr>
              <a:t> </a:t>
            </a:r>
          </a:p>
        </p:txBody>
      </p:sp>
      <p:sp>
        <p:nvSpPr>
          <p:cNvPr id="14344" name="Rectangle 8"/>
          <p:cNvSpPr>
            <a:spLocks noChangeArrowheads="1"/>
          </p:cNvSpPr>
          <p:nvPr/>
        </p:nvSpPr>
        <p:spPr bwMode="auto">
          <a:xfrm>
            <a:off x="2971800" y="1828800"/>
            <a:ext cx="2895600" cy="609600"/>
          </a:xfrm>
          <a:prstGeom prst="rect">
            <a:avLst/>
          </a:prstGeom>
          <a:gradFill rotWithShape="1">
            <a:gsLst>
              <a:gs pos="0">
                <a:srgbClr val="FFCC00">
                  <a:gamma/>
                  <a:shade val="46275"/>
                  <a:invGamma/>
                </a:srgbClr>
              </a:gs>
              <a:gs pos="50000">
                <a:srgbClr val="FFCC00"/>
              </a:gs>
              <a:gs pos="100000">
                <a:srgbClr val="FFCC00">
                  <a:gamma/>
                  <a:shade val="46275"/>
                  <a:invGamma/>
                </a:srgbClr>
              </a:gs>
            </a:gsLst>
            <a:lin ang="5400000" scaled="1"/>
          </a:gradFill>
          <a:ln w="9525">
            <a:noFill/>
            <a:miter lim="800000"/>
          </a:ln>
          <a:effectLst>
            <a:outerShdw sy="50000" kx="2453608" rotWithShape="0">
              <a:schemeClr val="bg2">
                <a:alpha val="50000"/>
              </a:schemeClr>
            </a:outerShdw>
          </a:effectLst>
        </p:spPr>
        <p:txBody>
          <a:bodyPr anchor="ctr"/>
          <a:lstStyle/>
          <a:p>
            <a:pPr marL="0" marR="0" lvl="0" indent="0" algn="ctr" defTabSz="914400" rtl="0" eaLnBrk="1" fontAlgn="base" latinLnBrk="0" hangingPunct="1">
              <a:lnSpc>
                <a:spcPct val="80000"/>
              </a:lnSpc>
              <a:spcBef>
                <a:spcPct val="0"/>
              </a:spcBef>
              <a:spcAft>
                <a:spcPct val="0"/>
              </a:spcAft>
              <a:buClrTx/>
              <a:buSzTx/>
              <a:buFontTx/>
              <a:buNone/>
              <a:defRPr/>
            </a:pPr>
            <a:r>
              <a:rPr kumimoji="0" lang="zh-CN" altLang="en-US" sz="3000" b="1" i="1" u="none" strike="noStrike" kern="1200" cap="none" spc="0" normalizeH="0" baseline="0" noProof="0">
                <a:ln>
                  <a:noFill/>
                </a:ln>
                <a:solidFill>
                  <a:srgbClr val="FF0000"/>
                </a:solidFill>
                <a:effectLst/>
                <a:uLnTx/>
                <a:uFillTx/>
                <a:latin typeface="楷体_GB2312" pitchFamily="49" charset="-122"/>
                <a:ea typeface="楷体_GB2312" pitchFamily="49" charset="-122"/>
                <a:cs typeface="+mn-cs"/>
              </a:rPr>
              <a:t>基本要求</a:t>
            </a:r>
          </a:p>
        </p:txBody>
      </p:sp>
      <p:sp>
        <p:nvSpPr>
          <p:cNvPr id="14345" name="Text Box 9"/>
          <p:cNvSpPr txBox="1"/>
          <p:nvPr/>
        </p:nvSpPr>
        <p:spPr>
          <a:xfrm>
            <a:off x="838200" y="3048000"/>
            <a:ext cx="7924800" cy="2028825"/>
          </a:xfrm>
          <a:prstGeom prst="rect">
            <a:avLst/>
          </a:prstGeom>
          <a:noFill/>
          <a:ln w="9525">
            <a:noFill/>
          </a:ln>
        </p:spPr>
        <p:txBody>
          <a:bodyPr>
            <a:spAutoFit/>
          </a:bodyPr>
          <a:lstStyle/>
          <a:p>
            <a:pPr marL="457200" indent="-457200" algn="ctr">
              <a:lnSpc>
                <a:spcPct val="90000"/>
              </a:lnSpc>
            </a:pPr>
            <a:r>
              <a:rPr lang="en-US" altLang="zh-CN" dirty="0">
                <a:solidFill>
                  <a:srgbClr val="0033CC"/>
                </a:solidFill>
                <a:latin typeface="Times New Roman" panose="02020603050405020304" pitchFamily="18" charset="0"/>
              </a:rPr>
              <a:t>1</a:t>
            </a:r>
            <a:r>
              <a:rPr lang="zh-CN" altLang="en-US" dirty="0">
                <a:solidFill>
                  <a:srgbClr val="0033CC"/>
                </a:solidFill>
                <a:latin typeface="Times New Roman" panose="02020603050405020304" pitchFamily="18" charset="0"/>
              </a:rPr>
              <a:t>、掌握离子</a:t>
            </a:r>
            <a:r>
              <a:rPr lang="en-US" altLang="zh-CN" dirty="0">
                <a:solidFill>
                  <a:srgbClr val="0033CC"/>
                </a:solidFill>
                <a:latin typeface="Times New Roman" panose="02020603050405020304" pitchFamily="18" charset="0"/>
              </a:rPr>
              <a:t>-</a:t>
            </a:r>
            <a:r>
              <a:rPr lang="zh-CN" altLang="en-US" dirty="0">
                <a:solidFill>
                  <a:srgbClr val="0033CC"/>
                </a:solidFill>
                <a:latin typeface="Times New Roman" panose="02020603050405020304" pitchFamily="18" charset="0"/>
              </a:rPr>
              <a:t>电子法配平</a:t>
            </a:r>
            <a:r>
              <a:rPr lang="en-US" altLang="zh-CN" dirty="0">
                <a:solidFill>
                  <a:srgbClr val="0033CC"/>
                </a:solidFill>
                <a:latin typeface="Times New Roman" panose="02020603050405020304" pitchFamily="18" charset="0"/>
              </a:rPr>
              <a:t>Redox</a:t>
            </a:r>
            <a:r>
              <a:rPr lang="zh-CN" altLang="en-US" dirty="0">
                <a:solidFill>
                  <a:srgbClr val="0033CC"/>
                </a:solidFill>
                <a:latin typeface="Times New Roman" panose="02020603050405020304" pitchFamily="18" charset="0"/>
              </a:rPr>
              <a:t>反应</a:t>
            </a:r>
            <a:r>
              <a:rPr lang="en-US" altLang="zh-CN" dirty="0">
                <a:solidFill>
                  <a:srgbClr val="0033CC"/>
                </a:solidFill>
                <a:latin typeface="Times New Roman" panose="02020603050405020304" pitchFamily="18" charset="0"/>
              </a:rPr>
              <a:t>;</a:t>
            </a:r>
          </a:p>
          <a:p>
            <a:pPr marL="457200" indent="-457200" algn="ctr">
              <a:lnSpc>
                <a:spcPct val="70000"/>
              </a:lnSpc>
            </a:pPr>
            <a:r>
              <a:rPr lang="en-US" altLang="zh-CN" dirty="0">
                <a:solidFill>
                  <a:srgbClr val="0033CC"/>
                </a:solidFill>
                <a:latin typeface="Times New Roman" panose="02020603050405020304" pitchFamily="18" charset="0"/>
              </a:rPr>
              <a:t>2</a:t>
            </a:r>
            <a:r>
              <a:rPr lang="zh-CN" altLang="en-US" dirty="0">
                <a:solidFill>
                  <a:srgbClr val="0033CC"/>
                </a:solidFill>
                <a:latin typeface="Times New Roman" panose="02020603050405020304" pitchFamily="18" charset="0"/>
              </a:rPr>
              <a:t>、掌握原电池的电池图示；</a:t>
            </a:r>
          </a:p>
          <a:p>
            <a:pPr marL="457200" indent="-457200" algn="ctr">
              <a:lnSpc>
                <a:spcPct val="70000"/>
              </a:lnSpc>
            </a:pPr>
            <a:r>
              <a:rPr lang="en-US" altLang="zh-CN" dirty="0">
                <a:solidFill>
                  <a:srgbClr val="0033CC"/>
                </a:solidFill>
                <a:latin typeface="Times New Roman" panose="02020603050405020304" pitchFamily="18" charset="0"/>
              </a:rPr>
              <a:t>3</a:t>
            </a:r>
            <a:r>
              <a:rPr lang="zh-CN" altLang="en-US" dirty="0">
                <a:solidFill>
                  <a:srgbClr val="0033CC"/>
                </a:solidFill>
                <a:latin typeface="Times New Roman" panose="02020603050405020304" pitchFamily="18" charset="0"/>
              </a:rPr>
              <a:t>、掌握标准电极电势的应用；</a:t>
            </a:r>
          </a:p>
          <a:p>
            <a:pPr marL="457200" indent="-457200" algn="ctr">
              <a:lnSpc>
                <a:spcPct val="70000"/>
              </a:lnSpc>
            </a:pPr>
            <a:r>
              <a:rPr lang="en-US" altLang="zh-CN" dirty="0">
                <a:solidFill>
                  <a:srgbClr val="0033CC"/>
                </a:solidFill>
                <a:latin typeface="Times New Roman" panose="02020603050405020304" pitchFamily="18" charset="0"/>
              </a:rPr>
              <a:t>4</a:t>
            </a:r>
            <a:r>
              <a:rPr lang="zh-CN" altLang="en-US" dirty="0">
                <a:solidFill>
                  <a:srgbClr val="0033CC"/>
                </a:solidFill>
                <a:latin typeface="Times New Roman" panose="02020603050405020304" pitchFamily="18" charset="0"/>
              </a:rPr>
              <a:t>、掌握</a:t>
            </a:r>
            <a:r>
              <a:rPr lang="en-US" altLang="zh-CN" dirty="0">
                <a:solidFill>
                  <a:srgbClr val="0033CC"/>
                </a:solidFill>
                <a:latin typeface="Times New Roman" panose="02020603050405020304" pitchFamily="18" charset="0"/>
              </a:rPr>
              <a:t>Nernst</a:t>
            </a:r>
            <a:r>
              <a:rPr lang="zh-CN" altLang="en-US" dirty="0">
                <a:solidFill>
                  <a:srgbClr val="0033CC"/>
                </a:solidFill>
                <a:latin typeface="Times New Roman" panose="02020603050405020304" pitchFamily="18" charset="0"/>
              </a:rPr>
              <a:t>方程式的计算；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14343"/>
                                        </p:tgtEl>
                                        <p:attrNameLst>
                                          <p:attrName>style.visibility</p:attrName>
                                        </p:attrNameLst>
                                      </p:cBhvr>
                                      <p:to>
                                        <p:strVal val="visible"/>
                                      </p:to>
                                    </p:set>
                                    <p:animEffect transition="in" filter="box(in)">
                                      <p:cBhvr>
                                        <p:cTn id="7" dur="1000"/>
                                        <p:tgtEl>
                                          <p:spTgt spid="1434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4344"/>
                                        </p:tgtEl>
                                        <p:attrNameLst>
                                          <p:attrName>style.visibility</p:attrName>
                                        </p:attrNameLst>
                                      </p:cBhvr>
                                      <p:to>
                                        <p:strVal val="visible"/>
                                      </p:to>
                                    </p:set>
                                    <p:animEffect transition="in" filter="box(in)">
                                      <p:cBhvr>
                                        <p:cTn id="12" dur="1000"/>
                                        <p:tgtEl>
                                          <p:spTgt spid="14344"/>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4345"/>
                                        </p:tgtEl>
                                        <p:attrNameLst>
                                          <p:attrName>style.visibility</p:attrName>
                                        </p:attrNameLst>
                                      </p:cBhvr>
                                      <p:to>
                                        <p:strVal val="visible"/>
                                      </p:to>
                                    </p:set>
                                    <p:animEffect transition="in" filter="box(in)">
                                      <p:cBhvr>
                                        <p:cTn id="17" dur="1000"/>
                                        <p:tgtEl>
                                          <p:spTgt spid="14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p:bldP spid="14344" grpId="0" bldLvl="0" animBg="1"/>
      <p:bldP spid="14345"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92" name="Rectangle 8"/>
          <p:cNvSpPr/>
          <p:nvPr/>
        </p:nvSpPr>
        <p:spPr>
          <a:xfrm>
            <a:off x="1447800" y="0"/>
            <a:ext cx="6019800" cy="609600"/>
          </a:xfrm>
          <a:prstGeom prst="rect">
            <a:avLst/>
          </a:prstGeom>
          <a:gradFill rotWithShape="1">
            <a:gsLst>
              <a:gs pos="0">
                <a:srgbClr val="475E00"/>
              </a:gs>
              <a:gs pos="50000">
                <a:srgbClr val="99CC00"/>
              </a:gs>
              <a:gs pos="100000">
                <a:srgbClr val="475E00"/>
              </a:gs>
            </a:gsLst>
            <a:lin ang="5400000" scaled="1"/>
            <a:tileRect/>
          </a:gradFill>
          <a:ln w="9525">
            <a:noFill/>
          </a:ln>
        </p:spPr>
        <p:txBody>
          <a:bodyPr anchor="ctr" anchorCtr="0"/>
          <a:lstStyle/>
          <a:p>
            <a:pPr algn="ctr">
              <a:spcBef>
                <a:spcPct val="0"/>
              </a:spcBef>
            </a:pPr>
            <a:r>
              <a:rPr lang="en-US" altLang="zh-CN" sz="3000" dirty="0">
                <a:solidFill>
                  <a:srgbClr val="990000"/>
                </a:solidFill>
                <a:latin typeface="Tahoma" panose="020B0604030504040204" pitchFamily="34" charset="0"/>
              </a:rPr>
              <a:t> §7.1</a:t>
            </a:r>
            <a:r>
              <a:rPr lang="en-US" altLang="zh-CN" sz="3000" dirty="0">
                <a:solidFill>
                  <a:srgbClr val="990000"/>
                </a:solidFill>
                <a:latin typeface="Times New Roman" panose="02020603050405020304" pitchFamily="18" charset="0"/>
              </a:rPr>
              <a:t>   Redox</a:t>
            </a:r>
            <a:r>
              <a:rPr lang="zh-CN" altLang="en-US" sz="3000" dirty="0">
                <a:solidFill>
                  <a:srgbClr val="990000"/>
                </a:solidFill>
                <a:latin typeface="Times New Roman" panose="02020603050405020304" pitchFamily="18" charset="0"/>
              </a:rPr>
              <a:t>反应概念、配平</a:t>
            </a:r>
          </a:p>
        </p:txBody>
      </p:sp>
      <p:sp>
        <p:nvSpPr>
          <p:cNvPr id="16397" name="Rectangle 13"/>
          <p:cNvSpPr/>
          <p:nvPr/>
        </p:nvSpPr>
        <p:spPr>
          <a:xfrm>
            <a:off x="381000" y="1447800"/>
            <a:ext cx="8534400" cy="1691640"/>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失去电子的过程叫</a:t>
            </a:r>
            <a:r>
              <a:rPr lang="zh-CN" altLang="en-US" sz="2600" dirty="0">
                <a:solidFill>
                  <a:schemeClr val="tx1"/>
                </a:solidFill>
                <a:latin typeface="Times New Roman" panose="02020603050405020304" pitchFamily="18" charset="0"/>
              </a:rPr>
              <a:t>氧化</a:t>
            </a:r>
            <a:r>
              <a:rPr lang="zh-CN" altLang="en-US" sz="2600" i="0" dirty="0">
                <a:solidFill>
                  <a:schemeClr val="tx1"/>
                </a:solidFill>
                <a:latin typeface="Times New Roman" panose="02020603050405020304" pitchFamily="18" charset="0"/>
              </a:rPr>
              <a:t>；得到电子的过程叫</a:t>
            </a:r>
            <a:r>
              <a:rPr lang="zh-CN" altLang="en-US" sz="2600" dirty="0">
                <a:solidFill>
                  <a:schemeClr val="tx1"/>
                </a:solidFill>
                <a:latin typeface="Times New Roman" panose="02020603050405020304" pitchFamily="18" charset="0"/>
              </a:rPr>
              <a:t>还原。</a:t>
            </a:r>
            <a:r>
              <a:rPr lang="zh-CN" altLang="en-US" sz="2600" i="0" dirty="0">
                <a:solidFill>
                  <a:schemeClr val="tx1"/>
                </a:solidFill>
                <a:latin typeface="Times New Roman" panose="02020603050405020304" pitchFamily="18" charset="0"/>
              </a:rPr>
              <a:t>失去电子的物质被</a:t>
            </a:r>
            <a:r>
              <a:rPr lang="zh-CN" altLang="en-US" sz="2600" dirty="0">
                <a:solidFill>
                  <a:schemeClr val="tx1"/>
                </a:solidFill>
                <a:latin typeface="Times New Roman" panose="02020603050405020304" pitchFamily="18" charset="0"/>
              </a:rPr>
              <a:t>氧化</a:t>
            </a:r>
            <a:r>
              <a:rPr lang="en-US" altLang="zh-CN" sz="2600" dirty="0">
                <a:solidFill>
                  <a:schemeClr val="tx1"/>
                </a:solidFill>
                <a:latin typeface="Times New Roman" panose="02020603050405020304" pitchFamily="18" charset="0"/>
              </a:rPr>
              <a:t>(be oxidized)</a:t>
            </a:r>
            <a:r>
              <a:rPr lang="zh-CN" altLang="en-US" sz="2600" i="0" dirty="0">
                <a:solidFill>
                  <a:schemeClr val="tx1"/>
                </a:solidFill>
                <a:latin typeface="Times New Roman" panose="02020603050405020304" pitchFamily="18" charset="0"/>
              </a:rPr>
              <a:t>、该</a:t>
            </a:r>
            <a:r>
              <a:rPr lang="zh-CN" altLang="en-US" sz="2600" i="0" dirty="0">
                <a:solidFill>
                  <a:schemeClr val="tx1"/>
                </a:solidFill>
                <a:sym typeface="+mn-ea"/>
              </a:rPr>
              <a:t>物质被</a:t>
            </a:r>
            <a:r>
              <a:rPr lang="zh-CN" altLang="en-US" sz="2600" i="0" dirty="0">
                <a:solidFill>
                  <a:schemeClr val="tx1"/>
                </a:solidFill>
                <a:latin typeface="Times New Roman" panose="02020603050405020304" pitchFamily="18" charset="0"/>
              </a:rPr>
              <a:t>称为</a:t>
            </a:r>
            <a:r>
              <a:rPr lang="zh-CN" altLang="en-US" sz="2600" dirty="0">
                <a:solidFill>
                  <a:schemeClr val="tx1"/>
                </a:solidFill>
                <a:latin typeface="Times New Roman" panose="02020603050405020304" pitchFamily="18" charset="0"/>
              </a:rPr>
              <a:t>还原剂</a:t>
            </a:r>
            <a:r>
              <a:rPr lang="en-US" altLang="zh-CN" sz="2600" dirty="0">
                <a:solidFill>
                  <a:schemeClr val="tx1"/>
                </a:solidFill>
                <a:latin typeface="Times New Roman" panose="02020603050405020304" pitchFamily="18" charset="0"/>
              </a:rPr>
              <a:t>(</a:t>
            </a:r>
            <a:r>
              <a:rPr lang="en-US" altLang="zh-CN" sz="2600" dirty="0">
                <a:solidFill>
                  <a:schemeClr val="tx1"/>
                </a:solidFill>
                <a:sym typeface="+mn-ea"/>
              </a:rPr>
              <a:t>reductant--reducing agent</a:t>
            </a:r>
            <a:r>
              <a:rPr lang="en-US" altLang="zh-CN" sz="26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；得到电子的物质被</a:t>
            </a:r>
            <a:r>
              <a:rPr lang="zh-CN" altLang="en-US" sz="2600" dirty="0">
                <a:solidFill>
                  <a:schemeClr val="tx1"/>
                </a:solidFill>
                <a:latin typeface="Times New Roman" panose="02020603050405020304" pitchFamily="18" charset="0"/>
              </a:rPr>
              <a:t>还原</a:t>
            </a:r>
            <a:r>
              <a:rPr lang="en-US" altLang="zh-CN" sz="2600" dirty="0">
                <a:solidFill>
                  <a:schemeClr val="tx1"/>
                </a:solidFill>
                <a:sym typeface="+mn-ea"/>
              </a:rPr>
              <a:t>(be reduced)</a:t>
            </a:r>
            <a:r>
              <a:rPr lang="zh-CN" altLang="en-US" sz="2600" dirty="0">
                <a:solidFill>
                  <a:schemeClr val="tx1"/>
                </a:solidFill>
                <a:latin typeface="Times New Roman" panose="02020603050405020304" pitchFamily="18" charset="0"/>
              </a:rPr>
              <a:t>、</a:t>
            </a:r>
            <a:r>
              <a:rPr lang="zh-CN" altLang="en-US" sz="2600" i="0" dirty="0">
                <a:solidFill>
                  <a:schemeClr val="tx1"/>
                </a:solidFill>
                <a:sym typeface="+mn-ea"/>
              </a:rPr>
              <a:t>该物质</a:t>
            </a:r>
            <a:r>
              <a:rPr lang="zh-CN" altLang="en-US" sz="2600" dirty="0">
                <a:solidFill>
                  <a:schemeClr val="tx1"/>
                </a:solidFill>
                <a:latin typeface="Times New Roman" panose="02020603050405020304" pitchFamily="18" charset="0"/>
              </a:rPr>
              <a:t>被称为氧化剂</a:t>
            </a:r>
            <a:r>
              <a:rPr lang="en-US" altLang="zh-CN" sz="2600" dirty="0">
                <a:solidFill>
                  <a:schemeClr val="tx1"/>
                </a:solidFill>
                <a:sym typeface="+mn-ea"/>
              </a:rPr>
              <a:t>(oxidizer--oxidizing agent)</a:t>
            </a:r>
            <a:r>
              <a:rPr lang="zh-CN" altLang="en-US" sz="2600" dirty="0">
                <a:solidFill>
                  <a:schemeClr val="tx1"/>
                </a:solidFill>
                <a:latin typeface="Times New Roman" panose="02020603050405020304" pitchFamily="18" charset="0"/>
              </a:rPr>
              <a:t>。</a:t>
            </a:r>
          </a:p>
        </p:txBody>
      </p:sp>
      <p:graphicFrame>
        <p:nvGraphicFramePr>
          <p:cNvPr id="16403" name="Object 19"/>
          <p:cNvGraphicFramePr>
            <a:graphicFrameLocks/>
          </p:cNvGraphicFramePr>
          <p:nvPr>
            <p:ph idx="1"/>
          </p:nvPr>
        </p:nvGraphicFramePr>
        <p:xfrm>
          <a:off x="304800" y="3429000"/>
          <a:ext cx="8382000" cy="2971800"/>
        </p:xfrm>
        <a:graphic>
          <a:graphicData uri="http://schemas.openxmlformats.org/presentationml/2006/ole">
            <p:oleObj spid="_x0000_s4097" r:id="rId4" imgW="4737840" imgH="1489513" progId="">
              <p:embed/>
            </p:oleObj>
          </a:graphicData>
        </a:graphic>
      </p:graphicFrame>
      <p:sp>
        <p:nvSpPr>
          <p:cNvPr id="16404" name="Rectangle 20"/>
          <p:cNvSpPr/>
          <p:nvPr/>
        </p:nvSpPr>
        <p:spPr>
          <a:xfrm>
            <a:off x="228600" y="838200"/>
            <a:ext cx="3657600" cy="519113"/>
          </a:xfrm>
          <a:prstGeom prst="rect">
            <a:avLst/>
          </a:prstGeom>
          <a:gradFill rotWithShape="1">
            <a:gsLst>
              <a:gs pos="0">
                <a:srgbClr val="767600"/>
              </a:gs>
              <a:gs pos="50000">
                <a:srgbClr val="FFFF00"/>
              </a:gs>
              <a:gs pos="100000">
                <a:srgbClr val="767600"/>
              </a:gs>
            </a:gsLst>
            <a:lin ang="5400000" scaled="1"/>
            <a:tileRect/>
          </a:gradFill>
          <a:ln w="9525">
            <a:noFill/>
          </a:ln>
        </p:spPr>
        <p:txBody>
          <a:bodyPr>
            <a:spAutoFit/>
          </a:bodyPr>
          <a:lstStyle/>
          <a:p>
            <a:pPr>
              <a:spcBef>
                <a:spcPct val="0"/>
              </a:spcBef>
            </a:pPr>
            <a:r>
              <a:rPr lang="zh-CN" altLang="en-US" dirty="0">
                <a:solidFill>
                  <a:srgbClr val="990000"/>
                </a:solidFill>
                <a:latin typeface="Times New Roman" panose="02020603050405020304" pitchFamily="18" charset="0"/>
              </a:rPr>
              <a:t>一、 几个基本概念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16392"/>
                                        </p:tgtEl>
                                        <p:attrNameLst>
                                          <p:attrName>style.visibility</p:attrName>
                                        </p:attrNameLst>
                                      </p:cBhvr>
                                      <p:to>
                                        <p:strVal val="visible"/>
                                      </p:to>
                                    </p:set>
                                    <p:animEffect transition="in" filter="strips(downLeft)">
                                      <p:cBhvr>
                                        <p:cTn id="7" dur="500"/>
                                        <p:tgtEl>
                                          <p:spTgt spid="1639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16404"/>
                                        </p:tgtEl>
                                        <p:attrNameLst>
                                          <p:attrName>style.visibility</p:attrName>
                                        </p:attrNameLst>
                                      </p:cBhvr>
                                      <p:to>
                                        <p:strVal val="visible"/>
                                      </p:to>
                                    </p:set>
                                    <p:animEffect transition="in" filter="strips(downLeft)">
                                      <p:cBhvr>
                                        <p:cTn id="12" dur="500"/>
                                        <p:tgtEl>
                                          <p:spTgt spid="1640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16397"/>
                                        </p:tgtEl>
                                        <p:attrNameLst>
                                          <p:attrName>style.visibility</p:attrName>
                                        </p:attrNameLst>
                                      </p:cBhvr>
                                      <p:to>
                                        <p:strVal val="visible"/>
                                      </p:to>
                                    </p:set>
                                    <p:animEffect transition="in" filter="strips(downLeft)">
                                      <p:cBhvr>
                                        <p:cTn id="17" dur="500"/>
                                        <p:tgtEl>
                                          <p:spTgt spid="1639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6403"/>
                                        </p:tgtEl>
                                        <p:attrNameLst>
                                          <p:attrName>style.visibility</p:attrName>
                                        </p:attrNameLst>
                                      </p:cBhvr>
                                      <p:to>
                                        <p:strVal val="visible"/>
                                      </p:to>
                                    </p:set>
                                    <p:animEffect transition="in" filter="strips(downLeft)">
                                      <p:cBhvr>
                                        <p:cTn id="22" dur="500"/>
                                        <p:tgtEl>
                                          <p:spTgt spid="16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2" grpId="0" animBg="1"/>
      <p:bldP spid="16397" grpId="0"/>
      <p:bldP spid="16404" grpId="0" animBg="1"/>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7" name="Text Box 7"/>
          <p:cNvSpPr txBox="1"/>
          <p:nvPr/>
        </p:nvSpPr>
        <p:spPr>
          <a:xfrm>
            <a:off x="1066800" y="1447800"/>
            <a:ext cx="5679440" cy="491490"/>
          </a:xfrm>
          <a:prstGeom prst="rect">
            <a:avLst/>
          </a:prstGeom>
          <a:noFill/>
          <a:ln w="9525">
            <a:noFill/>
          </a:ln>
        </p:spPr>
        <p:txBody>
          <a:bodyPr wrap="square">
            <a:spAutoFit/>
          </a:bodyPr>
          <a:lstStyle/>
          <a:p>
            <a:pPr algn="l"/>
            <a:r>
              <a:rPr lang="en-US" altLang="zh-CN" sz="2600" dirty="0">
                <a:solidFill>
                  <a:srgbClr val="990000"/>
                </a:solidFill>
                <a:latin typeface="Times New Roman" panose="02020603050405020304" pitchFamily="18" charset="0"/>
              </a:rPr>
              <a:t>1.   </a:t>
            </a:r>
            <a:r>
              <a:rPr lang="zh-CN" altLang="en-US" sz="2600" dirty="0">
                <a:solidFill>
                  <a:srgbClr val="990000"/>
                </a:solidFill>
                <a:latin typeface="Times New Roman" panose="02020603050405020304" pitchFamily="18" charset="0"/>
              </a:rPr>
              <a:t>氧化数</a:t>
            </a:r>
            <a:r>
              <a:rPr lang="en-US" altLang="zh-CN" sz="2000" dirty="0">
                <a:solidFill>
                  <a:schemeClr val="tx1"/>
                </a:solidFill>
                <a:latin typeface="Times New Roman" panose="02020603050405020304" pitchFamily="18" charset="0"/>
              </a:rPr>
              <a:t>——oxidization number</a:t>
            </a:r>
          </a:p>
        </p:txBody>
      </p:sp>
      <p:sp>
        <p:nvSpPr>
          <p:cNvPr id="20488" name="Rectangle 8"/>
          <p:cNvSpPr/>
          <p:nvPr/>
        </p:nvSpPr>
        <p:spPr>
          <a:xfrm>
            <a:off x="457200" y="2209800"/>
            <a:ext cx="8382000" cy="167957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1970</a:t>
            </a:r>
            <a:r>
              <a:rPr lang="zh-CN" altLang="en-US" sz="2600" i="0" dirty="0">
                <a:solidFill>
                  <a:schemeClr val="tx1"/>
                </a:solidFill>
                <a:latin typeface="Times New Roman" panose="02020603050405020304" pitchFamily="18" charset="0"/>
              </a:rPr>
              <a:t>年国际纯粹与应用化学联合会</a:t>
            </a:r>
            <a:r>
              <a:rPr lang="en-US" altLang="zh-CN" sz="2600" i="0" dirty="0">
                <a:solidFill>
                  <a:schemeClr val="tx1"/>
                </a:solidFill>
                <a:latin typeface="Times New Roman" panose="02020603050405020304" pitchFamily="18" charset="0"/>
              </a:rPr>
              <a:t>(IUPAC) </a:t>
            </a:r>
            <a:r>
              <a:rPr lang="zh-CN" altLang="en-US" sz="2600" i="0" dirty="0">
                <a:solidFill>
                  <a:schemeClr val="tx1"/>
                </a:solidFill>
                <a:latin typeface="Times New Roman" panose="02020603050405020304" pitchFamily="18" charset="0"/>
              </a:rPr>
              <a:t>确定：</a:t>
            </a:r>
          </a:p>
          <a:p>
            <a:pPr>
              <a:spcBef>
                <a:spcPct val="0"/>
              </a:spcBef>
            </a:pPr>
            <a:r>
              <a:rPr lang="zh-CN" altLang="en-US" sz="2600" i="0" dirty="0">
                <a:solidFill>
                  <a:schemeClr val="tx1"/>
                </a:solidFill>
                <a:latin typeface="Times New Roman" panose="02020603050405020304" pitchFamily="18" charset="0"/>
              </a:rPr>
              <a:t>元素的</a:t>
            </a:r>
            <a:r>
              <a:rPr lang="zh-CN" altLang="en-US" sz="2600" dirty="0">
                <a:solidFill>
                  <a:schemeClr val="tx1"/>
                </a:solidFill>
                <a:latin typeface="Times New Roman" panose="02020603050405020304" pitchFamily="18" charset="0"/>
              </a:rPr>
              <a:t>氧化数</a:t>
            </a:r>
            <a:r>
              <a:rPr lang="zh-CN" altLang="en-US" sz="2600" i="0" dirty="0">
                <a:solidFill>
                  <a:schemeClr val="tx1"/>
                </a:solidFill>
                <a:latin typeface="Times New Roman" panose="02020603050405020304" pitchFamily="18" charset="0"/>
              </a:rPr>
              <a:t>是</a:t>
            </a:r>
            <a:r>
              <a:rPr lang="zh-CN" altLang="en-US" sz="2600" dirty="0">
                <a:solidFill>
                  <a:schemeClr val="tx1"/>
                </a:solidFill>
                <a:latin typeface="Times New Roman" panose="02020603050405020304" pitchFamily="18" charset="0"/>
              </a:rPr>
              <a:t>元素的一个原子的形式荷电数</a:t>
            </a: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这个荷电数可由假设把每个键中的电子指定给电负性较大的原子而求得。</a:t>
            </a:r>
          </a:p>
        </p:txBody>
      </p:sp>
      <p:sp>
        <p:nvSpPr>
          <p:cNvPr id="20489" name="Rectangle 9"/>
          <p:cNvSpPr/>
          <p:nvPr/>
        </p:nvSpPr>
        <p:spPr>
          <a:xfrm>
            <a:off x="457200" y="4191000"/>
            <a:ext cx="8229600" cy="88582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元素的</a:t>
            </a:r>
            <a:r>
              <a:rPr lang="zh-CN" altLang="en-US" sz="2600" dirty="0">
                <a:solidFill>
                  <a:schemeClr val="tx1"/>
                </a:solidFill>
                <a:latin typeface="Times New Roman" panose="02020603050405020304" pitchFamily="18" charset="0"/>
              </a:rPr>
              <a:t>氧化数</a:t>
            </a:r>
            <a:r>
              <a:rPr lang="zh-CN" altLang="en-US" sz="2600" i="0" dirty="0">
                <a:solidFill>
                  <a:schemeClr val="tx1"/>
                </a:solidFill>
                <a:latin typeface="Times New Roman" panose="02020603050405020304" pitchFamily="18" charset="0"/>
              </a:rPr>
              <a:t>与元素的化合价相似，这里不作详细的讨论。</a:t>
            </a:r>
          </a:p>
        </p:txBody>
      </p:sp>
      <p:sp>
        <p:nvSpPr>
          <p:cNvPr id="20492" name="Rectangle 12"/>
          <p:cNvSpPr/>
          <p:nvPr/>
        </p:nvSpPr>
        <p:spPr>
          <a:xfrm>
            <a:off x="457200" y="304800"/>
            <a:ext cx="8305800" cy="88582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r>
              <a:rPr lang="zh-CN" altLang="en-US" sz="2600" i="0" dirty="0">
                <a:solidFill>
                  <a:schemeClr val="tx1"/>
                </a:solidFill>
                <a:latin typeface="Times New Roman" panose="02020603050405020304" pitchFamily="18" charset="0"/>
              </a:rPr>
              <a:t>在一个氧化还原反应中</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氧化和还原两个过程总是</a:t>
            </a:r>
            <a:r>
              <a:rPr lang="zh-CN" altLang="en-US" sz="2600" dirty="0">
                <a:solidFill>
                  <a:schemeClr val="tx1"/>
                </a:solidFill>
                <a:latin typeface="Times New Roman" panose="02020603050405020304" pitchFamily="18" charset="0"/>
              </a:rPr>
              <a:t>同时发生</a:t>
            </a:r>
            <a:r>
              <a:rPr lang="zh-CN" altLang="en-US" sz="2600" i="0" dirty="0">
                <a:solidFill>
                  <a:schemeClr val="tx1"/>
                </a:solidFill>
                <a:latin typeface="Times New Roman" panose="02020603050405020304" pitchFamily="18" charset="0"/>
              </a:rPr>
              <a:t>的</a:t>
            </a:r>
            <a:r>
              <a:rPr lang="en-US" altLang="zh-CN" sz="2600" i="0" dirty="0">
                <a:solidFill>
                  <a:schemeClr val="tx1"/>
                </a:solidFill>
                <a:latin typeface="Times New Roman" panose="02020603050405020304" pitchFamily="18" charset="0"/>
              </a:rPr>
              <a:t>.</a:t>
            </a:r>
          </a:p>
        </p:txBody>
      </p:sp>
      <p:sp>
        <p:nvSpPr>
          <p:cNvPr id="20496" name="Text Box 16"/>
          <p:cNvSpPr txBox="1"/>
          <p:nvPr/>
        </p:nvSpPr>
        <p:spPr>
          <a:xfrm>
            <a:off x="990600" y="5791200"/>
            <a:ext cx="2895600" cy="488950"/>
          </a:xfrm>
          <a:prstGeom prst="rect">
            <a:avLst/>
          </a:prstGeom>
          <a:noFill/>
          <a:ln w="9525">
            <a:noFill/>
          </a:ln>
        </p:spPr>
        <p:txBody>
          <a:bodyPr>
            <a:spAutoFit/>
          </a:bodyPr>
          <a:lstStyle/>
          <a:p>
            <a:r>
              <a:rPr lang="en-US" altLang="zh-CN" sz="2600" dirty="0">
                <a:solidFill>
                  <a:srgbClr val="990000"/>
                </a:solidFill>
                <a:latin typeface="Times New Roman" panose="02020603050405020304" pitchFamily="18" charset="0"/>
              </a:rPr>
              <a:t>2.   </a:t>
            </a:r>
            <a:r>
              <a:rPr lang="zh-CN" altLang="en-US" sz="2600" i="0" dirty="0">
                <a:solidFill>
                  <a:srgbClr val="990000"/>
                </a:solidFill>
                <a:latin typeface="Times New Roman" panose="02020603050405020304" pitchFamily="18" charset="0"/>
              </a:rPr>
              <a:t>氧化还原电对</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20492"/>
                                        </p:tgtEl>
                                        <p:attrNameLst>
                                          <p:attrName>style.visibility</p:attrName>
                                        </p:attrNameLst>
                                      </p:cBhvr>
                                      <p:to>
                                        <p:strVal val="visible"/>
                                      </p:to>
                                    </p:set>
                                    <p:animEffect transition="in" filter="diamond(in)">
                                      <p:cBhvr>
                                        <p:cTn id="7" dur="1000"/>
                                        <p:tgtEl>
                                          <p:spTgt spid="2049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20487"/>
                                        </p:tgtEl>
                                        <p:attrNameLst>
                                          <p:attrName>style.visibility</p:attrName>
                                        </p:attrNameLst>
                                      </p:cBhvr>
                                      <p:to>
                                        <p:strVal val="visible"/>
                                      </p:to>
                                    </p:set>
                                    <p:animEffect transition="in" filter="diamond(in)">
                                      <p:cBhvr>
                                        <p:cTn id="12" dur="1000"/>
                                        <p:tgtEl>
                                          <p:spTgt spid="20487"/>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20488"/>
                                        </p:tgtEl>
                                        <p:attrNameLst>
                                          <p:attrName>style.visibility</p:attrName>
                                        </p:attrNameLst>
                                      </p:cBhvr>
                                      <p:to>
                                        <p:strVal val="visible"/>
                                      </p:to>
                                    </p:set>
                                    <p:animEffect transition="in" filter="diamond(in)">
                                      <p:cBhvr>
                                        <p:cTn id="17" dur="1000"/>
                                        <p:tgtEl>
                                          <p:spTgt spid="20488"/>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20489"/>
                                        </p:tgtEl>
                                        <p:attrNameLst>
                                          <p:attrName>style.visibility</p:attrName>
                                        </p:attrNameLst>
                                      </p:cBhvr>
                                      <p:to>
                                        <p:strVal val="visible"/>
                                      </p:to>
                                    </p:set>
                                    <p:animEffect transition="in" filter="diamond(in)">
                                      <p:cBhvr>
                                        <p:cTn id="22" dur="1000"/>
                                        <p:tgtEl>
                                          <p:spTgt spid="20489"/>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20496"/>
                                        </p:tgtEl>
                                        <p:attrNameLst>
                                          <p:attrName>style.visibility</p:attrName>
                                        </p:attrNameLst>
                                      </p:cBhvr>
                                      <p:to>
                                        <p:strVal val="visible"/>
                                      </p:to>
                                    </p:set>
                                    <p:animEffect transition="in" filter="diamond(in)">
                                      <p:cBhvr>
                                        <p:cTn id="27" dur="1000"/>
                                        <p:tgtEl>
                                          <p:spTgt spid="204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7" grpId="0"/>
      <p:bldP spid="20488" grpId="0"/>
      <p:bldP spid="20489" grpId="0"/>
      <p:bldP spid="20492" grpId="0"/>
      <p:bldP spid="20496" grpId="0"/>
    </p:bld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5" name="Rectangle 7"/>
          <p:cNvSpPr/>
          <p:nvPr/>
        </p:nvSpPr>
        <p:spPr>
          <a:xfrm>
            <a:off x="1752600" y="2209800"/>
            <a:ext cx="6248400" cy="2144713"/>
          </a:xfrm>
          <a:prstGeom prst="rect">
            <a:avLst/>
          </a:prstGeom>
          <a:noFill/>
          <a:ln w="9525">
            <a:noFill/>
          </a:ln>
        </p:spPr>
        <p:txBody>
          <a:bodyPr>
            <a:spAutoFit/>
          </a:bodyPr>
          <a:lstStyle/>
          <a:p>
            <a:pPr>
              <a:lnSpc>
                <a:spcPts val="4000"/>
              </a:lnSpc>
              <a:spcBef>
                <a:spcPct val="0"/>
              </a:spcBef>
              <a:buNone/>
            </a:pPr>
            <a:r>
              <a:rPr lang="zh-CN" altLang="en-US" sz="2600" i="0" dirty="0">
                <a:solidFill>
                  <a:schemeClr val="tx1"/>
                </a:solidFill>
                <a:latin typeface="Times New Roman" panose="02020603050405020304" pitchFamily="18" charset="0"/>
              </a:rPr>
              <a:t>氧化反应（</a:t>
            </a:r>
            <a:r>
              <a:rPr lang="zh-CN" altLang="en-US" sz="2600" i="0" dirty="0">
                <a:solidFill>
                  <a:schemeClr val="tx1"/>
                </a:solidFill>
                <a:latin typeface="宋体" panose="02010600030101010101" pitchFamily="2" charset="-122"/>
                <a:ea typeface="宋体" panose="02010600030101010101" pitchFamily="2" charset="-122"/>
              </a:rPr>
              <a:t>－</a:t>
            </a:r>
            <a:r>
              <a:rPr lang="zh-CN" altLang="en-US" sz="2600" i="0" dirty="0">
                <a:solidFill>
                  <a:schemeClr val="tx1"/>
                </a:solidFill>
                <a:latin typeface="Times New Roman" panose="02020603050405020304" pitchFamily="18" charset="0"/>
              </a:rPr>
              <a:t>）：      </a:t>
            </a:r>
            <a:r>
              <a:rPr lang="en-US" altLang="zh-CN" sz="2600" dirty="0">
                <a:solidFill>
                  <a:srgbClr val="C00000"/>
                </a:solidFill>
                <a:latin typeface="Times New Roman" panose="02020603050405020304" pitchFamily="18" charset="0"/>
              </a:rPr>
              <a:t>Zn</a:t>
            </a:r>
            <a:r>
              <a:rPr lang="en-US" altLang="zh-CN" sz="2600" baseline="30000" dirty="0">
                <a:solidFill>
                  <a:srgbClr val="C00000"/>
                </a:solidFill>
                <a:latin typeface="Times New Roman" panose="02020603050405020304" pitchFamily="18" charset="0"/>
              </a:rPr>
              <a:t>2+</a:t>
            </a:r>
            <a:r>
              <a:rPr lang="en-US" altLang="zh-CN" sz="2600" dirty="0">
                <a:solidFill>
                  <a:srgbClr val="C00000"/>
                </a:solidFill>
                <a:latin typeface="Times New Roman" panose="02020603050405020304" pitchFamily="18" charset="0"/>
              </a:rPr>
              <a:t> + 2e</a:t>
            </a:r>
            <a:r>
              <a:rPr lang="en-US" altLang="zh-CN" sz="2600" baseline="30000" dirty="0">
                <a:solidFill>
                  <a:srgbClr val="C00000"/>
                </a:solidFill>
                <a:latin typeface="Times New Roman" panose="02020603050405020304" pitchFamily="18" charset="0"/>
              </a:rPr>
              <a:t>-</a:t>
            </a:r>
            <a:r>
              <a:rPr lang="en-US" altLang="zh-CN" sz="2600" dirty="0">
                <a:solidFill>
                  <a:srgbClr val="C00000"/>
                </a:solidFill>
                <a:latin typeface="Times New Roman" panose="02020603050405020304" pitchFamily="18" charset="0"/>
              </a:rPr>
              <a:t>  </a:t>
            </a:r>
            <a:r>
              <a:rPr lang="en-US" altLang="zh-CN" sz="2600" dirty="0">
                <a:solidFill>
                  <a:srgbClr val="C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rgbClr val="C00000"/>
                </a:solidFill>
                <a:latin typeface="Times New Roman" panose="02020603050405020304" pitchFamily="18" charset="0"/>
              </a:rPr>
              <a:t> Zn </a:t>
            </a:r>
            <a:endParaRPr lang="en-US" altLang="zh-CN" sz="2600" i="0" dirty="0">
              <a:solidFill>
                <a:schemeClr val="tx1"/>
              </a:solidFill>
              <a:latin typeface="Times New Roman" panose="02020603050405020304" pitchFamily="18" charset="0"/>
            </a:endParaRPr>
          </a:p>
          <a:p>
            <a:pPr>
              <a:lnSpc>
                <a:spcPts val="4000"/>
              </a:lnSpc>
              <a:spcBef>
                <a:spcPct val="0"/>
              </a:spcBef>
              <a:buNone/>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称为</a:t>
            </a:r>
            <a:r>
              <a:rPr lang="zh-CN" altLang="en-US" sz="2600" dirty="0">
                <a:solidFill>
                  <a:schemeClr val="tx1"/>
                </a:solidFill>
                <a:latin typeface="Times New Roman" panose="02020603050405020304" pitchFamily="18" charset="0"/>
              </a:rPr>
              <a:t>氧化型电对 </a:t>
            </a:r>
            <a:r>
              <a:rPr lang="en-US" altLang="zh-CN" sz="2600" i="0" dirty="0">
                <a:solidFill>
                  <a:schemeClr val="tx1"/>
                </a:solidFill>
                <a:latin typeface="Times New Roman" panose="02020603050405020304" pitchFamily="18" charset="0"/>
              </a:rPr>
              <a:t>—— </a:t>
            </a:r>
            <a:r>
              <a:rPr lang="en-US" altLang="zh-CN" sz="2600" dirty="0">
                <a:solidFill>
                  <a:srgbClr val="0033CC"/>
                </a:solidFill>
                <a:latin typeface="Times New Roman" panose="02020603050405020304" pitchFamily="18" charset="0"/>
              </a:rPr>
              <a:t>Zn</a:t>
            </a:r>
            <a:r>
              <a:rPr lang="en-US" altLang="zh-CN" sz="2600" baseline="30000" dirty="0">
                <a:solidFill>
                  <a:srgbClr val="0033CC"/>
                </a:solidFill>
                <a:latin typeface="Times New Roman" panose="02020603050405020304" pitchFamily="18" charset="0"/>
              </a:rPr>
              <a:t>2+</a:t>
            </a:r>
            <a:r>
              <a:rPr lang="en-US" altLang="zh-CN" sz="2600" dirty="0">
                <a:solidFill>
                  <a:srgbClr val="0033CC"/>
                </a:solidFill>
                <a:latin typeface="Times New Roman" panose="02020603050405020304" pitchFamily="18" charset="0"/>
              </a:rPr>
              <a:t>/ Zn</a:t>
            </a:r>
            <a:endParaRPr lang="en-US" altLang="zh-CN" sz="2600" i="0" baseline="30000" dirty="0">
              <a:solidFill>
                <a:schemeClr val="tx1"/>
              </a:solidFill>
              <a:latin typeface="Times New Roman" panose="02020603050405020304" pitchFamily="18" charset="0"/>
            </a:endParaRPr>
          </a:p>
          <a:p>
            <a:pPr>
              <a:lnSpc>
                <a:spcPts val="4000"/>
              </a:lnSpc>
              <a:spcBef>
                <a:spcPct val="0"/>
              </a:spcBef>
              <a:buNone/>
            </a:pPr>
            <a:r>
              <a:rPr lang="zh-CN" altLang="en-US" sz="2600" i="0" dirty="0">
                <a:solidFill>
                  <a:schemeClr val="tx1"/>
                </a:solidFill>
                <a:latin typeface="Times New Roman" panose="02020603050405020304" pitchFamily="18" charset="0"/>
              </a:rPr>
              <a:t>还原反应（</a:t>
            </a:r>
            <a:r>
              <a:rPr lang="zh-CN" altLang="en-US" sz="2600" i="0" dirty="0">
                <a:solidFill>
                  <a:schemeClr val="tx1"/>
                </a:solidFill>
                <a:latin typeface="宋体" panose="02010600030101010101" pitchFamily="2" charset="-122"/>
                <a:ea typeface="宋体" panose="02010600030101010101" pitchFamily="2" charset="-122"/>
              </a:rPr>
              <a:t>＋</a:t>
            </a:r>
            <a:r>
              <a:rPr lang="zh-CN" altLang="en-US" sz="2600" i="0" dirty="0">
                <a:solidFill>
                  <a:schemeClr val="tx1"/>
                </a:solidFill>
                <a:latin typeface="Times New Roman" panose="02020603050405020304" pitchFamily="18" charset="0"/>
              </a:rPr>
              <a:t>）：  </a:t>
            </a:r>
            <a:r>
              <a:rPr lang="zh-CN" altLang="en-US" sz="2600" dirty="0">
                <a:solidFill>
                  <a:srgbClr val="C00000"/>
                </a:solidFill>
                <a:latin typeface="Times New Roman" panose="02020603050405020304" pitchFamily="18" charset="0"/>
              </a:rPr>
              <a:t>  </a:t>
            </a:r>
            <a:r>
              <a:rPr lang="en-US" altLang="zh-CN" sz="2600" dirty="0">
                <a:solidFill>
                  <a:srgbClr val="C00000"/>
                </a:solidFill>
                <a:latin typeface="Times New Roman" panose="02020603050405020304" pitchFamily="18" charset="0"/>
              </a:rPr>
              <a:t>   Cu</a:t>
            </a:r>
            <a:r>
              <a:rPr lang="en-US" altLang="zh-CN" sz="2600" baseline="30000" dirty="0">
                <a:solidFill>
                  <a:srgbClr val="C00000"/>
                </a:solidFill>
                <a:latin typeface="Times New Roman" panose="02020603050405020304" pitchFamily="18" charset="0"/>
              </a:rPr>
              <a:t>2+</a:t>
            </a:r>
            <a:r>
              <a:rPr lang="en-US" altLang="zh-CN" sz="2600" dirty="0">
                <a:solidFill>
                  <a:srgbClr val="C00000"/>
                </a:solidFill>
                <a:latin typeface="Times New Roman" panose="02020603050405020304" pitchFamily="18" charset="0"/>
              </a:rPr>
              <a:t> +2e</a:t>
            </a:r>
            <a:r>
              <a:rPr lang="en-US" altLang="zh-CN" sz="2600" baseline="30000" dirty="0">
                <a:solidFill>
                  <a:srgbClr val="C00000"/>
                </a:solidFill>
                <a:latin typeface="Times New Roman" panose="02020603050405020304" pitchFamily="18" charset="0"/>
              </a:rPr>
              <a:t>-</a:t>
            </a:r>
            <a:r>
              <a:rPr lang="en-US" altLang="zh-CN" sz="2600" dirty="0">
                <a:solidFill>
                  <a:srgbClr val="C00000"/>
                </a:solidFill>
                <a:latin typeface="Times New Roman" panose="02020603050405020304" pitchFamily="18" charset="0"/>
              </a:rPr>
              <a:t> </a:t>
            </a:r>
            <a:r>
              <a:rPr lang="en-US" altLang="zh-CN" sz="2600" dirty="0">
                <a:solidFill>
                  <a:srgbClr val="C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rgbClr val="C00000"/>
                </a:solidFill>
                <a:latin typeface="Times New Roman" panose="02020603050405020304" pitchFamily="18" charset="0"/>
                <a:sym typeface="Symbol" panose="05050102010706020507" pitchFamily="18" charset="2"/>
              </a:rPr>
              <a:t> </a:t>
            </a:r>
            <a:r>
              <a:rPr lang="en-US" altLang="zh-CN" sz="2600" dirty="0">
                <a:solidFill>
                  <a:srgbClr val="C00000"/>
                </a:solidFill>
                <a:latin typeface="Times New Roman" panose="02020603050405020304" pitchFamily="18" charset="0"/>
              </a:rPr>
              <a:t>Cu</a:t>
            </a:r>
          </a:p>
          <a:p>
            <a:pPr>
              <a:lnSpc>
                <a:spcPts val="4000"/>
              </a:lnSpc>
              <a:spcBef>
                <a:spcPct val="0"/>
              </a:spcBef>
              <a:buNone/>
            </a:pPr>
            <a:r>
              <a:rPr lang="zh-CN" altLang="en-US" sz="2600" i="0" dirty="0">
                <a:solidFill>
                  <a:schemeClr val="tx1"/>
                </a:solidFill>
                <a:latin typeface="Times New Roman" panose="02020603050405020304" pitchFamily="18" charset="0"/>
              </a:rPr>
              <a:t>称为</a:t>
            </a:r>
            <a:r>
              <a:rPr lang="zh-CN" altLang="en-US" sz="2600" dirty="0">
                <a:solidFill>
                  <a:schemeClr val="tx1"/>
                </a:solidFill>
                <a:latin typeface="Times New Roman" panose="02020603050405020304" pitchFamily="18" charset="0"/>
              </a:rPr>
              <a:t>还原型电对 </a:t>
            </a:r>
            <a:r>
              <a:rPr lang="en-US" altLang="zh-CN" sz="2600" i="0" dirty="0">
                <a:solidFill>
                  <a:schemeClr val="tx1"/>
                </a:solidFill>
                <a:latin typeface="Times New Roman" panose="02020603050405020304" pitchFamily="18" charset="0"/>
              </a:rPr>
              <a:t>—— </a:t>
            </a:r>
            <a:r>
              <a:rPr lang="en-US" altLang="zh-CN" sz="2600" dirty="0">
                <a:solidFill>
                  <a:srgbClr val="0033CC"/>
                </a:solidFill>
                <a:latin typeface="Times New Roman" panose="02020603050405020304" pitchFamily="18" charset="0"/>
              </a:rPr>
              <a:t>Cu</a:t>
            </a:r>
            <a:r>
              <a:rPr lang="en-US" altLang="zh-CN" sz="2600" baseline="30000" dirty="0">
                <a:solidFill>
                  <a:srgbClr val="0033CC"/>
                </a:solidFill>
                <a:latin typeface="Times New Roman" panose="02020603050405020304" pitchFamily="18" charset="0"/>
              </a:rPr>
              <a:t>2+</a:t>
            </a:r>
            <a:r>
              <a:rPr lang="en-US" altLang="zh-CN" sz="2600" dirty="0">
                <a:solidFill>
                  <a:srgbClr val="0033CC"/>
                </a:solidFill>
                <a:latin typeface="Times New Roman" panose="02020603050405020304" pitchFamily="18" charset="0"/>
              </a:rPr>
              <a:t>/ Cu</a:t>
            </a:r>
          </a:p>
        </p:txBody>
      </p:sp>
      <p:sp>
        <p:nvSpPr>
          <p:cNvPr id="22539" name="Rectangle 11"/>
          <p:cNvSpPr/>
          <p:nvPr/>
        </p:nvSpPr>
        <p:spPr>
          <a:xfrm>
            <a:off x="1600200" y="5334000"/>
            <a:ext cx="6189663" cy="492125"/>
          </a:xfrm>
          <a:prstGeom prst="rect">
            <a:avLst/>
          </a:prstGeom>
          <a:solidFill>
            <a:srgbClr val="CCFFCC"/>
          </a:solidFill>
          <a:ln w="9525">
            <a:noFill/>
          </a:ln>
        </p:spPr>
        <p:txBody>
          <a:bodyPr>
            <a:spAutoFit/>
          </a:bodyPr>
          <a:lstStyle/>
          <a:p>
            <a:pPr algn="ctr">
              <a:spcBef>
                <a:spcPct val="10000"/>
              </a:spcBef>
              <a:buClr>
                <a:schemeClr val="tx1"/>
              </a:buClr>
            </a:pPr>
            <a:r>
              <a:rPr lang="zh-CN" altLang="en-US" sz="2600" i="0" dirty="0">
                <a:solidFill>
                  <a:schemeClr val="tx1"/>
                </a:solidFill>
                <a:latin typeface="Times New Roman" panose="02020603050405020304" pitchFamily="18" charset="0"/>
              </a:rPr>
              <a:t>电对符号的表示：</a:t>
            </a:r>
            <a:r>
              <a:rPr lang="en-US" altLang="zh-CN" sz="2600" dirty="0">
                <a:solidFill>
                  <a:srgbClr val="C00000"/>
                </a:solidFill>
                <a:latin typeface="Times New Roman" panose="02020603050405020304" pitchFamily="18" charset="0"/>
              </a:rPr>
              <a:t>[</a:t>
            </a:r>
            <a:r>
              <a:rPr lang="zh-CN" altLang="en-US" sz="2600" dirty="0">
                <a:solidFill>
                  <a:srgbClr val="C00000"/>
                </a:solidFill>
                <a:latin typeface="Times New Roman" panose="02020603050405020304" pitchFamily="18" charset="0"/>
              </a:rPr>
              <a:t>氧化型</a:t>
            </a:r>
            <a:r>
              <a:rPr lang="en-US" altLang="zh-CN" sz="2600" dirty="0">
                <a:solidFill>
                  <a:srgbClr val="C00000"/>
                </a:solidFill>
                <a:latin typeface="Times New Roman" panose="02020603050405020304" pitchFamily="18" charset="0"/>
              </a:rPr>
              <a:t>]</a:t>
            </a:r>
            <a:r>
              <a:rPr lang="zh-CN" altLang="zh-CN" sz="2600" dirty="0">
                <a:solidFill>
                  <a:srgbClr val="C00000"/>
                </a:solidFill>
                <a:latin typeface="Times New Roman" panose="02020603050405020304" pitchFamily="18" charset="0"/>
              </a:rPr>
              <a:t>／</a:t>
            </a:r>
            <a:r>
              <a:rPr lang="en-US" altLang="zh-CN" sz="2600" dirty="0">
                <a:solidFill>
                  <a:srgbClr val="C00000"/>
                </a:solidFill>
                <a:latin typeface="Times New Roman" panose="02020603050405020304" pitchFamily="18" charset="0"/>
              </a:rPr>
              <a:t>[</a:t>
            </a:r>
            <a:r>
              <a:rPr lang="zh-CN" altLang="en-US" sz="2600" dirty="0">
                <a:solidFill>
                  <a:srgbClr val="C00000"/>
                </a:solidFill>
                <a:latin typeface="Times New Roman" panose="02020603050405020304" pitchFamily="18" charset="0"/>
              </a:rPr>
              <a:t>还原型</a:t>
            </a:r>
            <a:r>
              <a:rPr lang="en-US" altLang="zh-CN" sz="2600" dirty="0">
                <a:solidFill>
                  <a:srgbClr val="C00000"/>
                </a:solidFill>
                <a:latin typeface="Times New Roman" panose="02020603050405020304" pitchFamily="18" charset="0"/>
              </a:rPr>
              <a:t>]</a:t>
            </a:r>
          </a:p>
        </p:txBody>
      </p:sp>
      <p:sp>
        <p:nvSpPr>
          <p:cNvPr id="22540" name="Rectangle 12"/>
          <p:cNvSpPr/>
          <p:nvPr/>
        </p:nvSpPr>
        <p:spPr>
          <a:xfrm>
            <a:off x="2438400" y="1371600"/>
            <a:ext cx="4602163" cy="549275"/>
          </a:xfrm>
          <a:prstGeom prst="rect">
            <a:avLst/>
          </a:prstGeom>
          <a:solidFill>
            <a:srgbClr val="FFFF99"/>
          </a:solidFill>
          <a:ln w="9525">
            <a:noFill/>
          </a:ln>
        </p:spPr>
        <p:txBody>
          <a:bodyPr>
            <a:spAutoFit/>
          </a:bodyPr>
          <a:lstStyle/>
          <a:p>
            <a:pPr>
              <a:spcBef>
                <a:spcPct val="10000"/>
              </a:spcBef>
              <a:buClr>
                <a:schemeClr val="tx1"/>
              </a:buClr>
            </a:pPr>
            <a:r>
              <a:rPr lang="en-US" altLang="zh-CN" sz="3000" dirty="0">
                <a:solidFill>
                  <a:schemeClr val="tx1"/>
                </a:solidFill>
                <a:latin typeface="Times New Roman" panose="02020603050405020304" pitchFamily="18" charset="0"/>
                <a:ea typeface="宋体" panose="02010600030101010101" pitchFamily="2" charset="-122"/>
              </a:rPr>
              <a:t>Zn  +  Cu</a:t>
            </a:r>
            <a:r>
              <a:rPr lang="en-US" altLang="zh-CN" sz="3000" baseline="30000" dirty="0">
                <a:solidFill>
                  <a:schemeClr val="tx1"/>
                </a:solidFill>
                <a:latin typeface="Times New Roman" panose="02020603050405020304" pitchFamily="18" charset="0"/>
                <a:ea typeface="宋体" panose="02010600030101010101" pitchFamily="2" charset="-122"/>
              </a:rPr>
              <a:t>2+</a:t>
            </a:r>
            <a:r>
              <a:rPr lang="en-US" altLang="zh-CN" sz="3000" dirty="0">
                <a:solidFill>
                  <a:schemeClr val="tx1"/>
                </a:solidFill>
                <a:latin typeface="Times New Roman" panose="02020603050405020304" pitchFamily="18" charset="0"/>
                <a:ea typeface="宋体" panose="02010600030101010101" pitchFamily="2" charset="-122"/>
              </a:rPr>
              <a:t>  </a:t>
            </a:r>
            <a:r>
              <a:rPr lang="en-US" altLang="zh-CN" sz="30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3000" dirty="0">
                <a:solidFill>
                  <a:schemeClr val="tx1"/>
                </a:solidFill>
                <a:latin typeface="Times New Roman" panose="02020603050405020304" pitchFamily="18" charset="0"/>
                <a:ea typeface="宋体" panose="02010600030101010101" pitchFamily="2" charset="-122"/>
              </a:rPr>
              <a:t> </a:t>
            </a:r>
            <a:r>
              <a:rPr lang="en-US" altLang="zh-CN" sz="30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3000" dirty="0">
                <a:solidFill>
                  <a:schemeClr val="tx1"/>
                </a:solidFill>
                <a:latin typeface="Times New Roman" panose="02020603050405020304" pitchFamily="18" charset="0"/>
                <a:ea typeface="宋体" panose="02010600030101010101" pitchFamily="2" charset="-122"/>
              </a:rPr>
              <a:t> Zn</a:t>
            </a:r>
            <a:r>
              <a:rPr lang="en-US" altLang="zh-CN" sz="3000" baseline="30000" dirty="0">
                <a:solidFill>
                  <a:schemeClr val="tx1"/>
                </a:solidFill>
                <a:latin typeface="Times New Roman" panose="02020603050405020304" pitchFamily="18" charset="0"/>
                <a:ea typeface="宋体" panose="02010600030101010101" pitchFamily="2" charset="-122"/>
              </a:rPr>
              <a:t>2+</a:t>
            </a:r>
            <a:r>
              <a:rPr lang="en-US" altLang="zh-CN" sz="3000" dirty="0">
                <a:solidFill>
                  <a:schemeClr val="tx1"/>
                </a:solidFill>
                <a:latin typeface="Times New Roman" panose="02020603050405020304" pitchFamily="18" charset="0"/>
                <a:ea typeface="宋体" panose="02010600030101010101" pitchFamily="2" charset="-122"/>
              </a:rPr>
              <a:t>  +  Cu</a:t>
            </a:r>
          </a:p>
        </p:txBody>
      </p:sp>
      <p:sp>
        <p:nvSpPr>
          <p:cNvPr id="22542" name="Rectangle 14"/>
          <p:cNvSpPr/>
          <p:nvPr/>
        </p:nvSpPr>
        <p:spPr>
          <a:xfrm>
            <a:off x="304800" y="304800"/>
            <a:ext cx="8534400" cy="885825"/>
          </a:xfrm>
          <a:prstGeom prst="rect">
            <a:avLst/>
          </a:prstGeom>
          <a:noFill/>
          <a:ln w="9525">
            <a:noFill/>
          </a:ln>
        </p:spPr>
        <p:txBody>
          <a:bodyPr>
            <a:spAutoFit/>
          </a:bodyPr>
          <a:lstStyle/>
          <a:p>
            <a:pPr>
              <a:spcBef>
                <a:spcPct val="10000"/>
              </a:spcBef>
              <a:buClr>
                <a:schemeClr val="tx1"/>
              </a:buClr>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一个氧化还原反应包含氧化、还原两过程，故拆分为两个半反应。例</a:t>
            </a:r>
          </a:p>
        </p:txBody>
      </p:sp>
      <p:sp>
        <p:nvSpPr>
          <p:cNvPr id="18440" name="Rectangle 8"/>
          <p:cNvSpPr/>
          <p:nvPr/>
        </p:nvSpPr>
        <p:spPr>
          <a:xfrm>
            <a:off x="1143000" y="4572000"/>
            <a:ext cx="7092950" cy="492125"/>
          </a:xfrm>
          <a:prstGeom prst="rect">
            <a:avLst/>
          </a:prstGeom>
          <a:solidFill>
            <a:srgbClr val="CCFFCC"/>
          </a:solidFill>
          <a:ln w="9525">
            <a:noFill/>
          </a:ln>
        </p:spPr>
        <p:txBody>
          <a:bodyPr>
            <a:spAutoFit/>
          </a:bodyPr>
          <a:lstStyle/>
          <a:p>
            <a:pPr algn="ctr">
              <a:spcBef>
                <a:spcPct val="0"/>
              </a:spcBef>
            </a:pPr>
            <a:r>
              <a:rPr lang="zh-CN" altLang="en-US" sz="2600" i="0" dirty="0">
                <a:solidFill>
                  <a:schemeClr val="tx1"/>
                </a:solidFill>
                <a:latin typeface="Times New Roman" panose="02020603050405020304" pitchFamily="18" charset="0"/>
              </a:rPr>
              <a:t>半反应的表示：</a:t>
            </a:r>
            <a:r>
              <a:rPr lang="en-US" altLang="zh-CN" sz="2600" dirty="0">
                <a:solidFill>
                  <a:srgbClr val="C00000"/>
                </a:solidFill>
                <a:latin typeface="Times New Roman" panose="02020603050405020304" pitchFamily="18" charset="0"/>
              </a:rPr>
              <a:t>[</a:t>
            </a:r>
            <a:r>
              <a:rPr lang="zh-CN" altLang="en-US" sz="2600" dirty="0">
                <a:solidFill>
                  <a:srgbClr val="C00000"/>
                </a:solidFill>
                <a:latin typeface="Times New Roman" panose="02020603050405020304" pitchFamily="18" charset="0"/>
              </a:rPr>
              <a:t>氧化型</a:t>
            </a:r>
            <a:r>
              <a:rPr lang="en-US" altLang="zh-CN" sz="2600" dirty="0">
                <a:solidFill>
                  <a:srgbClr val="C00000"/>
                </a:solidFill>
                <a:latin typeface="Times New Roman" panose="02020603050405020304" pitchFamily="18" charset="0"/>
              </a:rPr>
              <a:t>] + ne</a:t>
            </a:r>
            <a:r>
              <a:rPr lang="en-US" altLang="zh-CN" sz="2600" baseline="30000" dirty="0">
                <a:solidFill>
                  <a:srgbClr val="C00000"/>
                </a:solidFill>
                <a:latin typeface="Times New Roman" panose="02020603050405020304" pitchFamily="18" charset="0"/>
              </a:rPr>
              <a:t>- </a:t>
            </a:r>
            <a:r>
              <a:rPr lang="en-US" altLang="zh-CN" sz="2600" dirty="0">
                <a:solidFill>
                  <a:srgbClr val="C00000"/>
                </a:solidFill>
                <a:latin typeface="Times New Roman" panose="02020603050405020304" pitchFamily="18" charset="0"/>
              </a:rPr>
              <a:t> </a:t>
            </a:r>
            <a:r>
              <a:rPr lang="en-US" altLang="zh-CN" sz="2600" i="0" dirty="0">
                <a:solidFill>
                  <a:srgbClr val="C00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C00000"/>
                </a:solidFill>
                <a:latin typeface="Times New Roman" panose="02020603050405020304" pitchFamily="18" charset="0"/>
                <a:sym typeface="Symbol" panose="05050102010706020507" pitchFamily="18" charset="2"/>
              </a:rPr>
              <a:t> </a:t>
            </a:r>
            <a:r>
              <a:rPr lang="zh-CN" altLang="zh-CN" sz="2600" dirty="0">
                <a:solidFill>
                  <a:srgbClr val="C00000"/>
                </a:solidFill>
                <a:latin typeface="Times New Roman" panose="02020603050405020304" pitchFamily="18" charset="0"/>
                <a:sym typeface="Symbol" panose="05050102010706020507" pitchFamily="18" charset="2"/>
              </a:rPr>
              <a:t> </a:t>
            </a:r>
            <a:r>
              <a:rPr lang="en-US" altLang="zh-CN" sz="2600" dirty="0">
                <a:solidFill>
                  <a:srgbClr val="C00000"/>
                </a:solidFill>
                <a:latin typeface="Times New Roman" panose="02020603050405020304" pitchFamily="18" charset="0"/>
                <a:sym typeface="Symbol" panose="05050102010706020507" pitchFamily="18" charset="2"/>
              </a:rPr>
              <a:t>[</a:t>
            </a:r>
            <a:r>
              <a:rPr lang="zh-CN" altLang="en-US" sz="2600" dirty="0">
                <a:solidFill>
                  <a:srgbClr val="C00000"/>
                </a:solidFill>
                <a:latin typeface="Times New Roman" panose="02020603050405020304" pitchFamily="18" charset="0"/>
                <a:sym typeface="Symbol" panose="05050102010706020507" pitchFamily="18" charset="2"/>
              </a:rPr>
              <a:t>还原型</a:t>
            </a:r>
            <a:r>
              <a:rPr lang="en-US" altLang="zh-CN" sz="2600" dirty="0">
                <a:solidFill>
                  <a:srgbClr val="C00000"/>
                </a:solidFill>
                <a:latin typeface="Times New Roman" panose="02020603050405020304" pitchFamily="18" charset="0"/>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2542"/>
                                        </p:tgtEl>
                                        <p:attrNameLst>
                                          <p:attrName>style.visibility</p:attrName>
                                        </p:attrNameLst>
                                      </p:cBhvr>
                                      <p:to>
                                        <p:strVal val="visible"/>
                                      </p:to>
                                    </p:set>
                                    <p:animEffect transition="in" filter="checkerboard(across)">
                                      <p:cBhvr>
                                        <p:cTn id="7" dur="1000"/>
                                        <p:tgtEl>
                                          <p:spTgt spid="2254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2540"/>
                                        </p:tgtEl>
                                        <p:attrNameLst>
                                          <p:attrName>style.visibility</p:attrName>
                                        </p:attrNameLst>
                                      </p:cBhvr>
                                      <p:to>
                                        <p:strVal val="visible"/>
                                      </p:to>
                                    </p:set>
                                    <p:animEffect transition="in" filter="checkerboard(across)">
                                      <p:cBhvr>
                                        <p:cTn id="12" dur="1000"/>
                                        <p:tgtEl>
                                          <p:spTgt spid="22540"/>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checkerboard(across)">
                                      <p:cBhvr>
                                        <p:cTn id="17" dur="1000"/>
                                        <p:tgtEl>
                                          <p:spTgt spid="2253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440"/>
                                        </p:tgtEl>
                                        <p:attrNameLst>
                                          <p:attrName>style.visibility</p:attrName>
                                        </p:attrNameLst>
                                      </p:cBhvr>
                                      <p:to>
                                        <p:strVal val="visible"/>
                                      </p:to>
                                    </p:set>
                                    <p:animEffect transition="in" filter="blinds(horizontal)">
                                      <p:cBhvr>
                                        <p:cTn id="22" dur="1000"/>
                                        <p:tgtEl>
                                          <p:spTgt spid="18440"/>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22539"/>
                                        </p:tgtEl>
                                        <p:attrNameLst>
                                          <p:attrName>style.visibility</p:attrName>
                                        </p:attrNameLst>
                                      </p:cBhvr>
                                      <p:to>
                                        <p:strVal val="visible"/>
                                      </p:to>
                                    </p:set>
                                    <p:animEffect transition="in" filter="checkerboard(across)">
                                      <p:cBhvr>
                                        <p:cTn id="27" dur="1000"/>
                                        <p:tgtEl>
                                          <p:spTgt spid="22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5" grpId="0"/>
      <p:bldP spid="22539" grpId="0" bldLvl="0" animBg="1"/>
      <p:bldP spid="22540" grpId="0" bldLvl="0" animBg="1"/>
      <p:bldP spid="22542" grpId="0"/>
      <p:bldP spid="18440"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9" name="Rectangle 7"/>
          <p:cNvSpPr/>
          <p:nvPr/>
        </p:nvSpPr>
        <p:spPr>
          <a:xfrm>
            <a:off x="381000" y="2057400"/>
            <a:ext cx="6011545" cy="521970"/>
          </a:xfrm>
          <a:prstGeom prst="rect">
            <a:avLst/>
          </a:prstGeom>
          <a:gradFill rotWithShape="1">
            <a:gsLst>
              <a:gs pos="0">
                <a:srgbClr val="767600"/>
              </a:gs>
              <a:gs pos="50000">
                <a:srgbClr val="FFFF00"/>
              </a:gs>
              <a:gs pos="100000">
                <a:srgbClr val="767600"/>
              </a:gs>
            </a:gsLst>
            <a:lin ang="5400000" scaled="1"/>
            <a:tileRect/>
          </a:gradFill>
          <a:ln w="9525">
            <a:noFill/>
          </a:ln>
        </p:spPr>
        <p:txBody>
          <a:bodyPr wrap="square">
            <a:spAutoFit/>
          </a:bodyPr>
          <a:lstStyle/>
          <a:p>
            <a:pPr>
              <a:spcBef>
                <a:spcPct val="0"/>
              </a:spcBef>
            </a:pPr>
            <a:r>
              <a:rPr lang="zh-CN" altLang="en-US" dirty="0">
                <a:solidFill>
                  <a:srgbClr val="0000CC"/>
                </a:solidFill>
                <a:latin typeface="Arial" panose="020B0604020202020204" pitchFamily="34" charset="0"/>
              </a:rPr>
              <a:t>二、</a:t>
            </a:r>
            <a:r>
              <a:rPr lang="en-US" altLang="zh-CN" dirty="0">
                <a:solidFill>
                  <a:srgbClr val="0000CC"/>
                </a:solidFill>
                <a:latin typeface="Arial" panose="020B0604020202020204" pitchFamily="34" charset="0"/>
              </a:rPr>
              <a:t>Redox</a:t>
            </a:r>
            <a:r>
              <a:rPr lang="zh-CN" altLang="en-US" dirty="0">
                <a:solidFill>
                  <a:srgbClr val="0000CC"/>
                </a:solidFill>
                <a:latin typeface="Arial" panose="020B0604020202020204" pitchFamily="34" charset="0"/>
              </a:rPr>
              <a:t>反应的配平</a:t>
            </a:r>
            <a:r>
              <a:rPr lang="en-US" altLang="zh-CN" sz="2000" b="0" i="0" dirty="0">
                <a:solidFill>
                  <a:srgbClr val="0000CC"/>
                </a:solidFill>
                <a:latin typeface="Arial" panose="020B0604020202020204" pitchFamily="34" charset="0"/>
              </a:rPr>
              <a:t>(balance)</a:t>
            </a:r>
          </a:p>
        </p:txBody>
      </p:sp>
      <p:sp>
        <p:nvSpPr>
          <p:cNvPr id="18441" name="Rectangle 9"/>
          <p:cNvSpPr/>
          <p:nvPr/>
        </p:nvSpPr>
        <p:spPr>
          <a:xfrm>
            <a:off x="304800" y="457200"/>
            <a:ext cx="8534400" cy="1292225"/>
          </a:xfrm>
          <a:prstGeom prst="rect">
            <a:avLst/>
          </a:prstGeom>
          <a:noFill/>
          <a:ln w="9525">
            <a:noFill/>
          </a:ln>
        </p:spPr>
        <p:txBody>
          <a:bodyPr>
            <a:spAutoFit/>
          </a:bodyPr>
          <a:lstStyle/>
          <a:p>
            <a:pPr>
              <a:spcBef>
                <a:spcPct val="0"/>
              </a:spcBef>
            </a:pPr>
            <a:r>
              <a:rPr lang="en-US" altLang="zh-CN" sz="2600" i="0" dirty="0">
                <a:solidFill>
                  <a:schemeClr val="tx1"/>
                </a:solidFill>
                <a:latin typeface="Arial" panose="020B0604020202020204" pitchFamily="34" charset="0"/>
              </a:rPr>
              <a:t>        </a:t>
            </a:r>
            <a:r>
              <a:rPr lang="zh-CN" altLang="en-US" sz="2600" i="0" dirty="0">
                <a:solidFill>
                  <a:schemeClr val="tx1"/>
                </a:solidFill>
                <a:latin typeface="Arial" panose="020B0604020202020204" pitchFamily="34" charset="0"/>
              </a:rPr>
              <a:t>对于半反应的书写：正向为还原，逆向为氧化，它们彼此依存，相互转化，关系与共轭酸碱对一样，称为</a:t>
            </a:r>
            <a:r>
              <a:rPr lang="zh-CN" altLang="en-US" sz="2600" dirty="0">
                <a:solidFill>
                  <a:schemeClr val="tx1"/>
                </a:solidFill>
                <a:latin typeface="Arial" panose="020B0604020202020204" pitchFamily="34" charset="0"/>
              </a:rPr>
              <a:t>氧化还原电对。</a:t>
            </a:r>
          </a:p>
        </p:txBody>
      </p:sp>
      <p:sp>
        <p:nvSpPr>
          <p:cNvPr id="18443" name="Rectangle 11"/>
          <p:cNvSpPr/>
          <p:nvPr/>
        </p:nvSpPr>
        <p:spPr>
          <a:xfrm>
            <a:off x="914400" y="3886200"/>
            <a:ext cx="7329488" cy="885825"/>
          </a:xfrm>
          <a:prstGeom prst="rect">
            <a:avLst/>
          </a:prstGeom>
          <a:noFill/>
          <a:ln w="9525">
            <a:noFill/>
          </a:ln>
        </p:spPr>
        <p:txBody>
          <a:bodyPr>
            <a:spAutoFit/>
          </a:bodyPr>
          <a:lstStyle/>
          <a:p>
            <a:pPr algn="ctr">
              <a:spcBef>
                <a:spcPct val="0"/>
              </a:spcBef>
            </a:pPr>
            <a:r>
              <a:rPr lang="zh-CN" altLang="en-US" sz="2600" dirty="0">
                <a:solidFill>
                  <a:schemeClr val="tx1"/>
                </a:solidFill>
                <a:latin typeface="楷体_GB2312" pitchFamily="49" charset="-122"/>
              </a:rPr>
              <a:t>氧化数法（高中已学）</a:t>
            </a:r>
          </a:p>
          <a:p>
            <a:pPr>
              <a:spcBef>
                <a:spcPct val="0"/>
              </a:spcBef>
            </a:pPr>
            <a:r>
              <a:rPr lang="zh-CN" altLang="en-US" sz="2600" dirty="0">
                <a:solidFill>
                  <a:schemeClr val="tx1"/>
                </a:solidFill>
                <a:latin typeface="楷体_GB2312" pitchFamily="49" charset="-122"/>
              </a:rPr>
              <a:t>           离子</a:t>
            </a:r>
            <a:r>
              <a:rPr lang="en-US" altLang="zh-CN" sz="2600" dirty="0">
                <a:solidFill>
                  <a:schemeClr val="tx1"/>
                </a:solidFill>
                <a:latin typeface="楷体_GB2312" pitchFamily="49" charset="-122"/>
              </a:rPr>
              <a:t>-</a:t>
            </a:r>
            <a:r>
              <a:rPr lang="zh-CN" altLang="en-US" sz="2600" dirty="0">
                <a:solidFill>
                  <a:schemeClr val="tx1"/>
                </a:solidFill>
                <a:latin typeface="楷体_GB2312" pitchFamily="49" charset="-122"/>
              </a:rPr>
              <a:t>电子法</a:t>
            </a:r>
            <a:r>
              <a:rPr lang="en-US" altLang="zh-CN" sz="2600" dirty="0">
                <a:solidFill>
                  <a:schemeClr val="tx1"/>
                </a:solidFill>
                <a:latin typeface="楷体_GB2312" pitchFamily="49" charset="-122"/>
              </a:rPr>
              <a:t>/</a:t>
            </a:r>
            <a:r>
              <a:rPr lang="zh-CN" altLang="en-US" sz="2600" dirty="0">
                <a:solidFill>
                  <a:schemeClr val="tx1"/>
                </a:solidFill>
                <a:latin typeface="楷体_GB2312" pitchFamily="49" charset="-122"/>
              </a:rPr>
              <a:t>半反应法</a:t>
            </a:r>
          </a:p>
        </p:txBody>
      </p:sp>
      <p:sp>
        <p:nvSpPr>
          <p:cNvPr id="18444" name="Rectangle 12"/>
          <p:cNvSpPr/>
          <p:nvPr/>
        </p:nvSpPr>
        <p:spPr>
          <a:xfrm>
            <a:off x="685800" y="3200400"/>
            <a:ext cx="2174875" cy="488950"/>
          </a:xfrm>
          <a:prstGeom prst="rect">
            <a:avLst/>
          </a:prstGeom>
          <a:noFill/>
          <a:ln w="9525">
            <a:noFill/>
          </a:ln>
        </p:spPr>
        <p:txBody>
          <a:bodyPr wrap="none">
            <a:spAutoFit/>
          </a:bodyPr>
          <a:lstStyle/>
          <a:p>
            <a:pPr>
              <a:spcBef>
                <a:spcPct val="0"/>
              </a:spcBef>
            </a:pPr>
            <a:r>
              <a:rPr lang="zh-CN" altLang="en-US" sz="2600" dirty="0">
                <a:solidFill>
                  <a:schemeClr val="tx1"/>
                </a:solidFill>
                <a:latin typeface="楷体_GB2312" pitchFamily="49" charset="-122"/>
              </a:rPr>
              <a:t>配平方法有：</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8441"/>
                                        </p:tgtEl>
                                        <p:attrNameLst>
                                          <p:attrName>style.visibility</p:attrName>
                                        </p:attrNameLst>
                                      </p:cBhvr>
                                      <p:to>
                                        <p:strVal val="visible"/>
                                      </p:to>
                                    </p:set>
                                    <p:animEffect transition="in" filter="blinds(horizontal)">
                                      <p:cBhvr>
                                        <p:cTn id="7" dur="1000"/>
                                        <p:tgtEl>
                                          <p:spTgt spid="18441"/>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8439"/>
                                        </p:tgtEl>
                                        <p:attrNameLst>
                                          <p:attrName>style.visibility</p:attrName>
                                        </p:attrNameLst>
                                      </p:cBhvr>
                                      <p:to>
                                        <p:strVal val="visible"/>
                                      </p:to>
                                    </p:set>
                                    <p:animEffect transition="in" filter="blinds(horizontal)">
                                      <p:cBhvr>
                                        <p:cTn id="12" dur="1000"/>
                                        <p:tgtEl>
                                          <p:spTgt spid="18439"/>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8444"/>
                                        </p:tgtEl>
                                        <p:attrNameLst>
                                          <p:attrName>style.visibility</p:attrName>
                                        </p:attrNameLst>
                                      </p:cBhvr>
                                      <p:to>
                                        <p:strVal val="visible"/>
                                      </p:to>
                                    </p:set>
                                    <p:animEffect transition="in" filter="blinds(horizontal)">
                                      <p:cBhvr>
                                        <p:cTn id="17" dur="1000"/>
                                        <p:tgtEl>
                                          <p:spTgt spid="18444"/>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8443"/>
                                        </p:tgtEl>
                                        <p:attrNameLst>
                                          <p:attrName>style.visibility</p:attrName>
                                        </p:attrNameLst>
                                      </p:cBhvr>
                                      <p:to>
                                        <p:strVal val="visible"/>
                                      </p:to>
                                    </p:set>
                                    <p:animEffect transition="in" filter="blinds(horizontal)">
                                      <p:cBhvr>
                                        <p:cTn id="22" dur="1000"/>
                                        <p:tgtEl>
                                          <p:spTgt spid="18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bldLvl="0" animBg="1"/>
      <p:bldP spid="18441" grpId="0"/>
      <p:bldP spid="18443" grpId="0"/>
      <p:bldP spid="18444" grpId="0"/>
    </p:bld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4583" name="Rectangle 7"/>
          <p:cNvSpPr/>
          <p:nvPr/>
        </p:nvSpPr>
        <p:spPr>
          <a:xfrm>
            <a:off x="0" y="152400"/>
            <a:ext cx="3124200" cy="533400"/>
          </a:xfrm>
          <a:prstGeom prst="rect">
            <a:avLst/>
          </a:prstGeom>
          <a:gradFill rotWithShape="1">
            <a:gsLst>
              <a:gs pos="0">
                <a:srgbClr val="5E765E"/>
              </a:gs>
              <a:gs pos="50000">
                <a:srgbClr val="CCFFCC"/>
              </a:gs>
              <a:gs pos="100000">
                <a:srgbClr val="5E765E"/>
              </a:gs>
            </a:gsLst>
            <a:lin ang="5400000" scaled="1"/>
            <a:tileRect/>
          </a:gradFill>
          <a:ln w="9525">
            <a:noFill/>
          </a:ln>
        </p:spPr>
        <p:txBody>
          <a:bodyPr anchor="ctr" anchorCtr="0"/>
          <a:lstStyle/>
          <a:p>
            <a:pPr algn="ctr">
              <a:spcBef>
                <a:spcPct val="0"/>
              </a:spcBef>
            </a:pPr>
            <a:r>
              <a:rPr lang="zh-CN" altLang="en-US" dirty="0">
                <a:solidFill>
                  <a:srgbClr val="990000"/>
                </a:solidFill>
                <a:latin typeface="楷体_GB2312" pitchFamily="49" charset="-122"/>
              </a:rPr>
              <a:t>离子</a:t>
            </a:r>
            <a:r>
              <a:rPr lang="en-US" altLang="zh-CN" dirty="0">
                <a:solidFill>
                  <a:srgbClr val="990000"/>
                </a:solidFill>
                <a:latin typeface="楷体_GB2312" pitchFamily="49" charset="-122"/>
              </a:rPr>
              <a:t>-</a:t>
            </a:r>
            <a:r>
              <a:rPr lang="zh-CN" altLang="en-US" dirty="0">
                <a:solidFill>
                  <a:srgbClr val="990000"/>
                </a:solidFill>
                <a:latin typeface="楷体_GB2312" pitchFamily="49" charset="-122"/>
              </a:rPr>
              <a:t>电子法：</a:t>
            </a:r>
          </a:p>
        </p:txBody>
      </p:sp>
      <p:grpSp>
        <p:nvGrpSpPr>
          <p:cNvPr id="2" name="Group 23"/>
          <p:cNvGrpSpPr/>
          <p:nvPr/>
        </p:nvGrpSpPr>
        <p:grpSpPr>
          <a:xfrm>
            <a:off x="152400" y="685800"/>
            <a:ext cx="8991600" cy="2057400"/>
            <a:chOff x="0" y="720"/>
            <a:chExt cx="5664" cy="1296"/>
          </a:xfrm>
        </p:grpSpPr>
        <p:sp>
          <p:nvSpPr>
            <p:cNvPr id="68619" name="Rectangle 8"/>
            <p:cNvSpPr/>
            <p:nvPr/>
          </p:nvSpPr>
          <p:spPr>
            <a:xfrm>
              <a:off x="144" y="912"/>
              <a:ext cx="5520" cy="1104"/>
            </a:xfrm>
            <a:prstGeom prst="rect">
              <a:avLst/>
            </a:prstGeom>
            <a:noFill/>
            <a:ln w="57150" cap="flat" cmpd="sng">
              <a:solidFill>
                <a:schemeClr val="tx2"/>
              </a:solidFill>
              <a:prstDash val="solid"/>
              <a:miter/>
              <a:headEnd type="none" w="med" len="med"/>
              <a:tailEnd type="none" w="med" len="med"/>
            </a:ln>
          </p:spPr>
          <p:txBody>
            <a:bodyPr wrap="none" anchor="ctr" anchorCtr="0"/>
            <a:lstStyle/>
            <a:p>
              <a:pPr algn="ctr">
                <a:spcBef>
                  <a:spcPct val="0"/>
                </a:spcBef>
              </a:pPr>
              <a:endParaRPr lang="zh-CN" altLang="zh-CN" sz="2600" b="0" dirty="0">
                <a:solidFill>
                  <a:schemeClr val="tx1"/>
                </a:solidFill>
                <a:latin typeface="Times New Roman" panose="02020603050405020304" pitchFamily="18" charset="0"/>
                <a:ea typeface="宋体" panose="02010600030101010101" pitchFamily="2" charset="-122"/>
              </a:endParaRPr>
            </a:p>
          </p:txBody>
        </p:sp>
        <p:sp>
          <p:nvSpPr>
            <p:cNvPr id="24585" name="Text Box 9"/>
            <p:cNvSpPr txBox="1">
              <a:spLocks noChangeArrowheads="1"/>
            </p:cNvSpPr>
            <p:nvPr/>
          </p:nvSpPr>
          <p:spPr bwMode="auto">
            <a:xfrm>
              <a:off x="4176" y="720"/>
              <a:ext cx="720" cy="288"/>
            </a:xfrm>
            <a:prstGeom prst="rect">
              <a:avLst/>
            </a:prstGeom>
            <a:gradFill rotWithShape="1">
              <a:gsLst>
                <a:gs pos="0">
                  <a:srgbClr val="33CCCC">
                    <a:gamma/>
                    <a:shade val="20000"/>
                    <a:invGamma/>
                  </a:srgbClr>
                </a:gs>
                <a:gs pos="50000">
                  <a:srgbClr val="33CCCC"/>
                </a:gs>
                <a:gs pos="100000">
                  <a:srgbClr val="33CCCC">
                    <a:gamma/>
                    <a:shade val="20000"/>
                    <a:invGamma/>
                  </a:srgbClr>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buClrTx/>
                <a:buSzTx/>
                <a:buFontTx/>
                <a:buNone/>
                <a:defRPr/>
              </a:pPr>
              <a:r>
                <a:rPr kumimoji="1" lang="zh-CN" altLang="en-US" sz="3000" b="0" kern="1200" cap="none" spc="0" normalizeH="0" baseline="0" noProof="0">
                  <a:solidFill>
                    <a:schemeClr val="tx1"/>
                  </a:solidFill>
                  <a:effectLst>
                    <a:outerShdw blurRad="38100" dist="38100" dir="2700000" algn="tl">
                      <a:srgbClr val="000000"/>
                    </a:outerShdw>
                  </a:effectLst>
                  <a:latin typeface="Times New Roman" panose="02020603050405020304" pitchFamily="18" charset="0"/>
                  <a:ea typeface="楷体_GB2312" pitchFamily="49" charset="-122"/>
                  <a:cs typeface="+mn-cs"/>
                </a:rPr>
                <a:t>原则</a:t>
              </a:r>
            </a:p>
          </p:txBody>
        </p:sp>
        <p:sp>
          <p:nvSpPr>
            <p:cNvPr id="30725" name="Text Box 10"/>
            <p:cNvSpPr txBox="1">
              <a:spLocks noChangeArrowheads="1"/>
            </p:cNvSpPr>
            <p:nvPr/>
          </p:nvSpPr>
          <p:spPr bwMode="auto">
            <a:xfrm>
              <a:off x="0" y="960"/>
              <a:ext cx="5424" cy="658"/>
            </a:xfrm>
            <a:prstGeom prst="rect">
              <a:avLst/>
            </a:prstGeom>
            <a:noFill/>
            <a:ln w="9525">
              <a:noFill/>
              <a:miter lim="800000"/>
            </a:ln>
            <a:effectLst>
              <a:outerShdw dist="35921" dir="2700000" algn="ctr" rotWithShape="0">
                <a:srgbClr val="FFCCFF"/>
              </a:outerShdw>
            </a:effectLst>
          </p:spPr>
          <p:txBody>
            <a:bodyPr>
              <a:spAutoFit/>
            </a:bodyPr>
            <a:lstStyle/>
            <a:p>
              <a:pPr marL="457200" marR="0" indent="-457200" defTabSz="914400">
                <a:lnSpc>
                  <a:spcPct val="120000"/>
                </a:lnSpc>
                <a:buClrTx/>
                <a:buSzTx/>
                <a:buFontTx/>
                <a:buNone/>
                <a:defRPr/>
              </a:pPr>
              <a:r>
                <a:rPr kumimoji="0" lang="en-US" altLang="zh-CN" sz="2600" b="0" kern="1200" cap="none" spc="0" normalizeH="0" baseline="0" noProof="0" dirty="0" smtClean="0">
                  <a:solidFill>
                    <a:schemeClr val="tx1"/>
                  </a:solidFill>
                  <a:latin typeface="Tahoma" panose="020B0604030504040204" pitchFamily="34" charset="0"/>
                  <a:ea typeface="楷体_GB2312" pitchFamily="49" charset="-122"/>
                  <a:cs typeface="+mn-cs"/>
                </a:rPr>
                <a:t>          </a:t>
              </a:r>
              <a:r>
                <a:rPr kumimoji="0" lang="zh-CN" altLang="en-US" sz="2600" b="0" kern="1200" cap="none" spc="0" normalizeH="0" baseline="0" noProof="0" dirty="0" smtClean="0">
                  <a:solidFill>
                    <a:srgbClr val="C00000"/>
                  </a:solidFill>
                  <a:latin typeface="Tahoma" panose="020B0604030504040204" pitchFamily="34" charset="0"/>
                  <a:ea typeface="楷体_GB2312" pitchFamily="49" charset="-122"/>
                  <a:cs typeface="+mn-cs"/>
                </a:rPr>
                <a:t>（</a:t>
              </a:r>
              <a:r>
                <a:rPr kumimoji="0" lang="en-US" altLang="zh-CN" sz="2600" b="0" kern="1200" cap="none" spc="0" normalizeH="0" baseline="0" noProof="0" dirty="0" err="1" smtClean="0">
                  <a:solidFill>
                    <a:srgbClr val="C00000"/>
                  </a:solidFill>
                  <a:latin typeface="Tahoma" panose="020B0604030504040204" pitchFamily="34" charset="0"/>
                  <a:ea typeface="楷体_GB2312" pitchFamily="49" charset="-122"/>
                  <a:cs typeface="+mn-cs"/>
                </a:rPr>
                <a:t>i</a:t>
              </a:r>
              <a:r>
                <a:rPr kumimoji="0" lang="zh-CN" altLang="en-US" sz="2600" b="0" kern="1200" cap="none" spc="0" normalizeH="0" baseline="0" noProof="0" dirty="0" smtClean="0">
                  <a:solidFill>
                    <a:srgbClr val="C00000"/>
                  </a:solidFill>
                  <a:latin typeface="Tahoma" panose="020B0604030504040204" pitchFamily="34" charset="0"/>
                  <a:ea typeface="楷体_GB2312" pitchFamily="49" charset="-122"/>
                  <a:cs typeface="+mn-cs"/>
                </a:rPr>
                <a:t>）</a:t>
              </a:r>
              <a:r>
                <a:rPr kumimoji="0" lang="zh-CN" altLang="en-US" sz="2600" b="0" kern="1200" cap="none" spc="0" normalizeH="0" baseline="0" noProof="0" dirty="0" smtClean="0">
                  <a:solidFill>
                    <a:schemeClr val="tx1"/>
                  </a:solidFill>
                  <a:latin typeface="Times New Roman" panose="02020603050405020304" pitchFamily="18" charset="0"/>
                  <a:ea typeface="楷体_GB2312" pitchFamily="49" charset="-122"/>
                  <a:cs typeface="+mn-cs"/>
                </a:rPr>
                <a:t>反应过程中氧化剂得到的电子数等于还原剂失去的电子数；</a:t>
              </a:r>
            </a:p>
          </p:txBody>
        </p:sp>
        <p:sp>
          <p:nvSpPr>
            <p:cNvPr id="30726" name="Text Box 11"/>
            <p:cNvSpPr txBox="1">
              <a:spLocks noChangeArrowheads="1"/>
            </p:cNvSpPr>
            <p:nvPr/>
          </p:nvSpPr>
          <p:spPr bwMode="auto">
            <a:xfrm>
              <a:off x="144" y="1632"/>
              <a:ext cx="5184" cy="332"/>
            </a:xfrm>
            <a:prstGeom prst="rect">
              <a:avLst/>
            </a:prstGeom>
            <a:noFill/>
            <a:ln w="9525">
              <a:noFill/>
              <a:miter lim="800000"/>
            </a:ln>
            <a:effectLst>
              <a:outerShdw dist="35921" dir="2700000" algn="ctr" rotWithShape="0">
                <a:srgbClr val="FFCCFF"/>
              </a:outerShdw>
            </a:effectLst>
          </p:spPr>
          <p:txBody>
            <a:bodyPr>
              <a:spAutoFit/>
            </a:bodyPr>
            <a:lstStyle/>
            <a:p>
              <a:pPr marR="0" defTabSz="914400">
                <a:lnSpc>
                  <a:spcPct val="120000"/>
                </a:lnSpc>
                <a:buClrTx/>
                <a:buSzTx/>
                <a:buFontTx/>
                <a:buNone/>
                <a:defRPr/>
              </a:pPr>
              <a:r>
                <a:rPr kumimoji="0" lang="en-US" altLang="zh-CN" sz="2600" b="0" kern="1200" cap="none" spc="0" normalizeH="0" baseline="0" noProof="0" dirty="0" smtClean="0">
                  <a:solidFill>
                    <a:schemeClr val="tx1"/>
                  </a:solidFill>
                  <a:latin typeface="Tahoma" panose="020B0604030504040204" pitchFamily="34" charset="0"/>
                  <a:ea typeface="楷体_GB2312" pitchFamily="49" charset="-122"/>
                  <a:cs typeface="+mn-cs"/>
                </a:rPr>
                <a:t>        </a:t>
              </a:r>
              <a:r>
                <a:rPr kumimoji="0" lang="zh-CN" altLang="en-US" sz="2600" b="0" kern="1200" cap="none" spc="0" normalizeH="0" baseline="0" noProof="0" dirty="0" smtClean="0">
                  <a:solidFill>
                    <a:srgbClr val="C00000"/>
                  </a:solidFill>
                  <a:latin typeface="Tahoma" panose="020B0604030504040204" pitchFamily="34" charset="0"/>
                  <a:ea typeface="楷体_GB2312" pitchFamily="49" charset="-122"/>
                  <a:cs typeface="+mn-cs"/>
                </a:rPr>
                <a:t>（</a:t>
              </a:r>
              <a:r>
                <a:rPr kumimoji="0" lang="en-US" altLang="zh-CN" sz="2600" b="0" kern="1200" cap="none" spc="0" normalizeH="0" baseline="0" noProof="0" dirty="0" smtClean="0">
                  <a:solidFill>
                    <a:srgbClr val="C00000"/>
                  </a:solidFill>
                  <a:latin typeface="Tahoma" panose="020B0604030504040204" pitchFamily="34" charset="0"/>
                  <a:ea typeface="楷体_GB2312" pitchFamily="49" charset="-122"/>
                  <a:cs typeface="+mn-cs"/>
                </a:rPr>
                <a:t>ii</a:t>
              </a:r>
              <a:r>
                <a:rPr kumimoji="0" lang="zh-CN" altLang="en-US" sz="2600" b="0" kern="1200" cap="none" spc="0" normalizeH="0" baseline="0" noProof="0" dirty="0" smtClean="0">
                  <a:solidFill>
                    <a:srgbClr val="C00000"/>
                  </a:solidFill>
                  <a:latin typeface="Tahoma" panose="020B0604030504040204" pitchFamily="34" charset="0"/>
                  <a:ea typeface="楷体_GB2312" pitchFamily="49" charset="-122"/>
                  <a:cs typeface="+mn-cs"/>
                </a:rPr>
                <a:t>）</a:t>
              </a:r>
              <a:r>
                <a:rPr kumimoji="0" lang="zh-CN" altLang="en-US" sz="2600" b="0" kern="1200" cap="none" spc="0" normalizeH="0" baseline="0" noProof="0" dirty="0" smtClean="0">
                  <a:solidFill>
                    <a:schemeClr val="tx1"/>
                  </a:solidFill>
                  <a:latin typeface="Times New Roman" panose="02020603050405020304" pitchFamily="18" charset="0"/>
                  <a:ea typeface="楷体_GB2312" pitchFamily="49" charset="-122"/>
                  <a:cs typeface="+mn-cs"/>
                </a:rPr>
                <a:t>反应前后各元素的原子总数相等</a:t>
              </a:r>
            </a:p>
          </p:txBody>
        </p:sp>
      </p:grpSp>
      <p:sp>
        <p:nvSpPr>
          <p:cNvPr id="24589" name="Rectangle 13"/>
          <p:cNvSpPr/>
          <p:nvPr/>
        </p:nvSpPr>
        <p:spPr>
          <a:xfrm>
            <a:off x="228600" y="3124200"/>
            <a:ext cx="8763000" cy="3200400"/>
          </a:xfrm>
          <a:prstGeom prst="rect">
            <a:avLst/>
          </a:prstGeom>
          <a:noFill/>
          <a:ln w="38100" cap="flat" cmpd="sng">
            <a:solidFill>
              <a:schemeClr val="tx2"/>
            </a:solidFill>
            <a:prstDash val="solid"/>
            <a:miter/>
            <a:headEnd type="none" w="med" len="med"/>
            <a:tailEnd type="none" w="med" len="med"/>
          </a:ln>
        </p:spPr>
        <p:txBody>
          <a:bodyPr wrap="none" anchor="ctr" anchorCtr="0"/>
          <a:lstStyle/>
          <a:p>
            <a:pPr algn="ctr">
              <a:spcBef>
                <a:spcPct val="0"/>
              </a:spcBef>
            </a:pPr>
            <a:endParaRPr lang="zh-CN" altLang="zh-CN" sz="2600" b="0" i="0" dirty="0">
              <a:solidFill>
                <a:srgbClr val="800080"/>
              </a:solidFill>
              <a:latin typeface="Times New Roman" panose="02020603050405020304" pitchFamily="18" charset="0"/>
              <a:ea typeface="宋体" panose="02010600030101010101" pitchFamily="2" charset="-122"/>
            </a:endParaRPr>
          </a:p>
        </p:txBody>
      </p:sp>
      <p:sp>
        <p:nvSpPr>
          <p:cNvPr id="24590" name="Text Box 14"/>
          <p:cNvSpPr txBox="1">
            <a:spLocks noChangeArrowheads="1"/>
          </p:cNvSpPr>
          <p:nvPr/>
        </p:nvSpPr>
        <p:spPr bwMode="auto">
          <a:xfrm>
            <a:off x="7620000" y="2895600"/>
            <a:ext cx="1143000" cy="457200"/>
          </a:xfrm>
          <a:prstGeom prst="rect">
            <a:avLst/>
          </a:prstGeom>
          <a:gradFill rotWithShape="1">
            <a:gsLst>
              <a:gs pos="0">
                <a:srgbClr val="0A2929"/>
              </a:gs>
              <a:gs pos="50000">
                <a:srgbClr val="33CCCC"/>
              </a:gs>
              <a:gs pos="100000">
                <a:srgbClr val="0A2929"/>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buClrTx/>
              <a:buSzTx/>
              <a:buFontTx/>
              <a:buNone/>
              <a:defRPr/>
            </a:pPr>
            <a:r>
              <a:rPr kumimoji="0" lang="zh-CN" altLang="en-US" sz="3000" kern="1200" cap="none" spc="0" normalizeH="0" baseline="0" noProof="0" smtClean="0">
                <a:solidFill>
                  <a:srgbClr val="FF00FF"/>
                </a:solidFill>
                <a:latin typeface="Times New Roman" panose="02020603050405020304" pitchFamily="18" charset="0"/>
                <a:ea typeface="楷体_GB2312" pitchFamily="49" charset="-122"/>
                <a:cs typeface="+mn-cs"/>
              </a:rPr>
              <a:t>步骤</a:t>
            </a:r>
          </a:p>
        </p:txBody>
      </p:sp>
      <p:sp>
        <p:nvSpPr>
          <p:cNvPr id="24591" name="Text Box 15"/>
          <p:cNvSpPr txBox="1"/>
          <p:nvPr/>
        </p:nvSpPr>
        <p:spPr>
          <a:xfrm>
            <a:off x="609600" y="3276600"/>
            <a:ext cx="6781800" cy="573088"/>
          </a:xfrm>
          <a:prstGeom prst="rect">
            <a:avLst/>
          </a:prstGeom>
          <a:noFill/>
          <a:ln w="9525">
            <a:noFill/>
          </a:ln>
        </p:spPr>
        <p:txBody>
          <a:bodyPr>
            <a:spAutoFit/>
          </a:bodyPr>
          <a:lstStyle/>
          <a:p>
            <a:pPr marL="457200" indent="-457200">
              <a:lnSpc>
                <a:spcPct val="120000"/>
              </a:lnSpc>
            </a:pP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、写出未配平的离子反应方程式    </a:t>
            </a:r>
          </a:p>
        </p:txBody>
      </p:sp>
      <p:sp>
        <p:nvSpPr>
          <p:cNvPr id="24592" name="Text Box 16"/>
          <p:cNvSpPr txBox="1"/>
          <p:nvPr/>
        </p:nvSpPr>
        <p:spPr>
          <a:xfrm>
            <a:off x="1828800" y="3886200"/>
            <a:ext cx="5715000" cy="488950"/>
          </a:xfrm>
          <a:prstGeom prst="rect">
            <a:avLst/>
          </a:prstGeom>
          <a:noFill/>
          <a:ln w="9525">
            <a:noFill/>
          </a:ln>
        </p:spPr>
        <p:txBody>
          <a:bodyPr>
            <a:spAutoFit/>
          </a:bodyPr>
          <a:lstStyle/>
          <a:p>
            <a:r>
              <a:rPr lang="en-US" altLang="zh-CN" sz="2600" dirty="0">
                <a:solidFill>
                  <a:schemeClr val="tx1"/>
                </a:solidFill>
                <a:latin typeface="Times New Roman" panose="02020603050405020304" pitchFamily="18" charset="0"/>
                <a:ea typeface="宋体" panose="02010600030101010101" pitchFamily="2" charset="-122"/>
              </a:rPr>
              <a:t>MnO</a:t>
            </a:r>
            <a:r>
              <a:rPr lang="en-US" altLang="zh-CN" sz="2600" baseline="-30000" dirty="0">
                <a:solidFill>
                  <a:schemeClr val="tx1"/>
                </a:solidFill>
                <a:latin typeface="Times New Roman" panose="02020603050405020304" pitchFamily="18" charset="0"/>
                <a:ea typeface="宋体" panose="02010600030101010101" pitchFamily="2" charset="-122"/>
              </a:rPr>
              <a:t>4</a:t>
            </a:r>
            <a:r>
              <a:rPr lang="en-US" altLang="zh-CN" sz="260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chemeClr val="tx1"/>
                </a:solidFill>
                <a:latin typeface="Times New Roman" panose="02020603050405020304" pitchFamily="18" charset="0"/>
                <a:ea typeface="宋体" panose="02010600030101010101" pitchFamily="2" charset="-122"/>
              </a:rPr>
              <a:t> + SO</a:t>
            </a:r>
            <a:r>
              <a:rPr lang="en-US" altLang="zh-CN" sz="2600" baseline="-30000" dirty="0">
                <a:solidFill>
                  <a:schemeClr val="tx1"/>
                </a:solidFill>
                <a:latin typeface="Times New Roman" panose="02020603050405020304" pitchFamily="18" charset="0"/>
                <a:ea typeface="宋体" panose="02010600030101010101" pitchFamily="2" charset="-122"/>
              </a:rPr>
              <a:t>3</a:t>
            </a:r>
            <a:r>
              <a:rPr lang="en-US" altLang="zh-CN" sz="2600" baseline="30000" dirty="0">
                <a:solidFill>
                  <a:schemeClr val="tx1"/>
                </a:solidFill>
                <a:latin typeface="Times New Roman" panose="02020603050405020304" pitchFamily="18" charset="0"/>
                <a:ea typeface="宋体" panose="02010600030101010101" pitchFamily="2" charset="-122"/>
              </a:rPr>
              <a:t>2</a:t>
            </a:r>
            <a:r>
              <a:rPr lang="en-US" altLang="zh-CN" sz="260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chemeClr val="tx1"/>
                </a:solidFill>
                <a:latin typeface="Times New Roman" panose="02020603050405020304" pitchFamily="18" charset="0"/>
                <a:ea typeface="宋体" panose="02010600030101010101" pitchFamily="2" charset="-122"/>
              </a:rPr>
              <a:t> +H</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 Mn</a:t>
            </a:r>
            <a:r>
              <a:rPr lang="en-US" altLang="zh-CN" sz="2600" baseline="30000" dirty="0">
                <a:solidFill>
                  <a:schemeClr val="tx1"/>
                </a:solidFill>
                <a:latin typeface="Times New Roman" panose="02020603050405020304" pitchFamily="18" charset="0"/>
                <a:ea typeface="宋体" panose="02010600030101010101" pitchFamily="2" charset="-122"/>
              </a:rPr>
              <a:t>2+</a:t>
            </a:r>
            <a:r>
              <a:rPr lang="en-US" altLang="zh-CN" sz="2600" dirty="0">
                <a:solidFill>
                  <a:schemeClr val="tx1"/>
                </a:solidFill>
                <a:latin typeface="Times New Roman" panose="02020603050405020304" pitchFamily="18" charset="0"/>
                <a:ea typeface="宋体" panose="02010600030101010101" pitchFamily="2" charset="-122"/>
              </a:rPr>
              <a:t> + SO</a:t>
            </a:r>
            <a:r>
              <a:rPr lang="en-US" altLang="zh-CN" sz="2600" baseline="-30000" dirty="0">
                <a:solidFill>
                  <a:schemeClr val="tx1"/>
                </a:solidFill>
                <a:latin typeface="Times New Roman" panose="02020603050405020304" pitchFamily="18" charset="0"/>
                <a:ea typeface="宋体" panose="02010600030101010101" pitchFamily="2" charset="-122"/>
              </a:rPr>
              <a:t>4</a:t>
            </a:r>
            <a:r>
              <a:rPr lang="en-US" altLang="zh-CN" sz="2600" baseline="30000" dirty="0">
                <a:solidFill>
                  <a:schemeClr val="tx1"/>
                </a:solidFill>
                <a:latin typeface="Times New Roman" panose="02020603050405020304" pitchFamily="18" charset="0"/>
                <a:ea typeface="宋体" panose="02010600030101010101" pitchFamily="2" charset="-122"/>
              </a:rPr>
              <a:t>2</a:t>
            </a:r>
            <a:r>
              <a:rPr lang="en-US" altLang="zh-CN" sz="260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chemeClr val="tx1"/>
                </a:solidFill>
                <a:latin typeface="Times New Roman" panose="02020603050405020304" pitchFamily="18" charset="0"/>
                <a:ea typeface="宋体" panose="02010600030101010101" pitchFamily="2" charset="-122"/>
              </a:rPr>
              <a:t> </a:t>
            </a:r>
          </a:p>
        </p:txBody>
      </p:sp>
      <p:sp>
        <p:nvSpPr>
          <p:cNvPr id="24593" name="Text Box 17"/>
          <p:cNvSpPr txBox="1"/>
          <p:nvPr/>
        </p:nvSpPr>
        <p:spPr>
          <a:xfrm>
            <a:off x="685800" y="4495800"/>
            <a:ext cx="7162800" cy="527050"/>
          </a:xfrm>
          <a:prstGeom prst="rect">
            <a:avLst/>
          </a:prstGeom>
          <a:noFill/>
          <a:ln w="9525">
            <a:noFill/>
          </a:ln>
        </p:spPr>
        <p:txBody>
          <a:bodyPr>
            <a:spAutoFit/>
          </a:bodyPr>
          <a:lstStyle/>
          <a:p>
            <a:pPr>
              <a:lnSpc>
                <a:spcPct val="120000"/>
              </a:lnSpc>
              <a:spcBef>
                <a:spcPct val="55000"/>
              </a:spcBef>
            </a:pPr>
            <a:r>
              <a:rPr lang="en-US" altLang="zh-CN" sz="2600" i="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、将反应分解为两个半反应方程式</a:t>
            </a:r>
          </a:p>
        </p:txBody>
      </p:sp>
      <p:sp>
        <p:nvSpPr>
          <p:cNvPr id="24594" name="Text Box 18"/>
          <p:cNvSpPr txBox="1"/>
          <p:nvPr/>
        </p:nvSpPr>
        <p:spPr>
          <a:xfrm>
            <a:off x="609600" y="5105400"/>
            <a:ext cx="7620000" cy="488950"/>
          </a:xfrm>
          <a:prstGeom prst="rect">
            <a:avLst/>
          </a:prstGeom>
          <a:noFill/>
          <a:ln w="9525">
            <a:noFill/>
          </a:ln>
        </p:spPr>
        <p:txBody>
          <a:bodyPr>
            <a:spAutoFit/>
          </a:bodyPr>
          <a:lstStyle/>
          <a:p>
            <a:pPr algn="ctr"/>
            <a:r>
              <a:rPr lang="en-US" altLang="zh-CN" sz="2600" i="0" dirty="0">
                <a:solidFill>
                  <a:schemeClr val="tx1"/>
                </a:solidFill>
                <a:latin typeface="Times New Roman" panose="02020603050405020304" pitchFamily="18" charset="0"/>
              </a:rPr>
              <a:t>MnO</a:t>
            </a:r>
            <a:r>
              <a:rPr lang="en-US" altLang="zh-CN" sz="2600" i="0" baseline="-30000" dirty="0">
                <a:solidFill>
                  <a:schemeClr val="tx1"/>
                </a:solidFill>
                <a:latin typeface="Times New Roman" panose="02020603050405020304" pitchFamily="18" charset="0"/>
              </a:rPr>
              <a:t>4</a:t>
            </a:r>
            <a:r>
              <a:rPr lang="en-US" altLang="zh-CN" sz="2600" i="0" baseline="3000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 + H</a:t>
            </a:r>
            <a:r>
              <a:rPr lang="en-US" altLang="zh-CN" sz="2600" i="0" baseline="30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 Mn</a:t>
            </a:r>
            <a:r>
              <a:rPr lang="en-US" altLang="zh-CN" sz="2600" i="0" baseline="30000" dirty="0">
                <a:solidFill>
                  <a:schemeClr val="tx1"/>
                </a:solidFill>
                <a:latin typeface="Times New Roman" panose="02020603050405020304" pitchFamily="18" charset="0"/>
              </a:rPr>
              <a:t>2+</a:t>
            </a:r>
          </a:p>
        </p:txBody>
      </p:sp>
      <p:sp>
        <p:nvSpPr>
          <p:cNvPr id="24595" name="Text Box 19"/>
          <p:cNvSpPr txBox="1"/>
          <p:nvPr/>
        </p:nvSpPr>
        <p:spPr>
          <a:xfrm>
            <a:off x="2590800" y="5715000"/>
            <a:ext cx="3733800" cy="488950"/>
          </a:xfrm>
          <a:prstGeom prst="rect">
            <a:avLst/>
          </a:prstGeom>
          <a:noFill/>
          <a:ln w="9525">
            <a:noFill/>
          </a:ln>
        </p:spPr>
        <p:txBody>
          <a:bodyPr>
            <a:spAutoFit/>
          </a:bodyPr>
          <a:lstStyle/>
          <a:p>
            <a:pPr algn="ctr"/>
            <a:r>
              <a:rPr lang="en-US" altLang="zh-CN" sz="2600" i="0" dirty="0">
                <a:solidFill>
                  <a:schemeClr val="tx1"/>
                </a:solidFill>
                <a:latin typeface="Times New Roman" panose="02020603050405020304" pitchFamily="18" charset="0"/>
                <a:ea typeface="宋体" panose="02010600030101010101" pitchFamily="2" charset="-122"/>
              </a:rPr>
              <a:t>SO</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chemeClr val="tx1"/>
                </a:solidFill>
                <a:latin typeface="Times New Roman" panose="02020603050405020304" pitchFamily="18" charset="0"/>
                <a:ea typeface="宋体" panose="02010600030101010101" pitchFamily="2" charset="-122"/>
              </a:rPr>
              <a:t> → SO</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4583"/>
                                        </p:tgtEl>
                                        <p:attrNameLst>
                                          <p:attrName>style.visibility</p:attrName>
                                        </p:attrNameLst>
                                      </p:cBhvr>
                                      <p:to>
                                        <p:strVal val="visible"/>
                                      </p:to>
                                    </p:set>
                                    <p:animEffect transition="in" filter="blinds(horizontal)">
                                      <p:cBhvr>
                                        <p:cTn id="7" dur="1000"/>
                                        <p:tgtEl>
                                          <p:spTgt spid="2458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4589"/>
                                        </p:tgtEl>
                                        <p:attrNameLst>
                                          <p:attrName>style.visibility</p:attrName>
                                        </p:attrNameLst>
                                      </p:cBhvr>
                                      <p:to>
                                        <p:strVal val="visible"/>
                                      </p:to>
                                    </p:set>
                                    <p:animEffect transition="in" filter="blinds(horizontal)">
                                      <p:cBhvr>
                                        <p:cTn id="17" dur="1000"/>
                                        <p:tgtEl>
                                          <p:spTgt spid="24589"/>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4591"/>
                                        </p:tgtEl>
                                        <p:attrNameLst>
                                          <p:attrName>style.visibility</p:attrName>
                                        </p:attrNameLst>
                                      </p:cBhvr>
                                      <p:to>
                                        <p:strVal val="visible"/>
                                      </p:to>
                                    </p:set>
                                    <p:animEffect transition="in" filter="blinds(horizontal)">
                                      <p:cBhvr>
                                        <p:cTn id="22" dur="1000"/>
                                        <p:tgtEl>
                                          <p:spTgt spid="24591"/>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37" fill="hold" grpId="0" nodeType="clickEffect">
                                  <p:stCondLst>
                                    <p:cond delay="0"/>
                                  </p:stCondLst>
                                  <p:childTnLst>
                                    <p:set>
                                      <p:cBhvr>
                                        <p:cTn id="26" dur="1" fill="hold">
                                          <p:stCondLst>
                                            <p:cond delay="0"/>
                                          </p:stCondLst>
                                        </p:cTn>
                                        <p:tgtEl>
                                          <p:spTgt spid="24592"/>
                                        </p:tgtEl>
                                        <p:attrNameLst>
                                          <p:attrName>style.visibility</p:attrName>
                                        </p:attrNameLst>
                                      </p:cBhvr>
                                      <p:to>
                                        <p:strVal val="visible"/>
                                      </p:to>
                                    </p:set>
                                    <p:animEffect transition="in" filter="barn(outVertical)">
                                      <p:cBhvr>
                                        <p:cTn id="27" dur="500"/>
                                        <p:tgtEl>
                                          <p:spTgt spid="24592"/>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2" fill="hold" grpId="0" nodeType="clickEffect">
                                  <p:stCondLst>
                                    <p:cond delay="0"/>
                                  </p:stCondLst>
                                  <p:childTnLst>
                                    <p:set>
                                      <p:cBhvr>
                                        <p:cTn id="31" dur="1" fill="hold">
                                          <p:stCondLst>
                                            <p:cond delay="0"/>
                                          </p:stCondLst>
                                        </p:cTn>
                                        <p:tgtEl>
                                          <p:spTgt spid="24593"/>
                                        </p:tgtEl>
                                        <p:attrNameLst>
                                          <p:attrName>style.visibility</p:attrName>
                                        </p:attrNameLst>
                                      </p:cBhvr>
                                      <p:to>
                                        <p:strVal val="visible"/>
                                      </p:to>
                                    </p:set>
                                    <p:animEffect transition="in" filter="slide(fromRight)">
                                      <p:cBhvr>
                                        <p:cTn id="32" dur="500"/>
                                        <p:tgtEl>
                                          <p:spTgt spid="2459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37" fill="hold" grpId="0" nodeType="clickEffect">
                                  <p:stCondLst>
                                    <p:cond delay="0"/>
                                  </p:stCondLst>
                                  <p:childTnLst>
                                    <p:set>
                                      <p:cBhvr>
                                        <p:cTn id="36" dur="1" fill="hold">
                                          <p:stCondLst>
                                            <p:cond delay="0"/>
                                          </p:stCondLst>
                                        </p:cTn>
                                        <p:tgtEl>
                                          <p:spTgt spid="24594"/>
                                        </p:tgtEl>
                                        <p:attrNameLst>
                                          <p:attrName>style.visibility</p:attrName>
                                        </p:attrNameLst>
                                      </p:cBhvr>
                                      <p:to>
                                        <p:strVal val="visible"/>
                                      </p:to>
                                    </p:set>
                                    <p:animEffect transition="in" filter="barn(outVertical)">
                                      <p:cBhvr>
                                        <p:cTn id="37" dur="500"/>
                                        <p:tgtEl>
                                          <p:spTgt spid="2459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grpId="0" nodeType="clickEffect">
                                  <p:stCondLst>
                                    <p:cond delay="0"/>
                                  </p:stCondLst>
                                  <p:childTnLst>
                                    <p:set>
                                      <p:cBhvr>
                                        <p:cTn id="41" dur="1" fill="hold">
                                          <p:stCondLst>
                                            <p:cond delay="0"/>
                                          </p:stCondLst>
                                        </p:cTn>
                                        <p:tgtEl>
                                          <p:spTgt spid="24595"/>
                                        </p:tgtEl>
                                        <p:attrNameLst>
                                          <p:attrName>style.visibility</p:attrName>
                                        </p:attrNameLst>
                                      </p:cBhvr>
                                      <p:to>
                                        <p:strVal val="visible"/>
                                      </p:to>
                                    </p:set>
                                    <p:animEffect transition="in" filter="barn(outVertical)">
                                      <p:cBhvr>
                                        <p:cTn id="42" dur="500"/>
                                        <p:tgtEl>
                                          <p:spTgt spid="24595"/>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24590"/>
                                        </p:tgtEl>
                                        <p:attrNameLst>
                                          <p:attrName>style.visibility</p:attrName>
                                        </p:attrNameLst>
                                      </p:cBhvr>
                                      <p:to>
                                        <p:strVal val="visible"/>
                                      </p:to>
                                    </p:set>
                                    <p:animEffect transition="in" filter="blinds(horizontal)">
                                      <p:cBhvr>
                                        <p:cTn id="47" dur="1000"/>
                                        <p:tgtEl>
                                          <p:spTgt spid="245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3" grpId="0" animBg="1"/>
      <p:bldP spid="24589" grpId="0" animBg="1"/>
      <p:bldP spid="24590" grpId="0" animBg="1"/>
      <p:bldP spid="24591" grpId="0"/>
      <p:bldP spid="24592" grpId="0"/>
      <p:bldP spid="24593" grpId="0"/>
      <p:bldP spid="24594" grpId="0"/>
      <p:bldP spid="24595"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6638" name="Rectangle 14"/>
          <p:cNvSpPr/>
          <p:nvPr/>
        </p:nvSpPr>
        <p:spPr>
          <a:xfrm>
            <a:off x="228600" y="228600"/>
            <a:ext cx="8686800" cy="5943600"/>
          </a:xfrm>
          <a:prstGeom prst="rect">
            <a:avLst/>
          </a:prstGeom>
          <a:noFill/>
          <a:ln w="38100" cap="flat" cmpd="sng">
            <a:solidFill>
              <a:schemeClr val="tx2"/>
            </a:solidFill>
            <a:prstDash val="solid"/>
            <a:miter/>
            <a:headEnd type="none" w="med" len="med"/>
            <a:tailEnd type="none" w="med" len="med"/>
          </a:ln>
        </p:spPr>
        <p:txBody>
          <a:bodyPr wrap="none" anchor="ctr" anchorCtr="0"/>
          <a:lstStyle/>
          <a:p>
            <a:pPr algn="ctr">
              <a:spcBef>
                <a:spcPct val="0"/>
              </a:spcBef>
            </a:pPr>
            <a:endParaRPr lang="zh-CN" altLang="zh-CN" sz="2400" b="0" i="0" dirty="0">
              <a:solidFill>
                <a:schemeClr val="tx1"/>
              </a:solidFill>
              <a:latin typeface="楷体_GB2312" pitchFamily="49" charset="-122"/>
            </a:endParaRPr>
          </a:p>
        </p:txBody>
      </p:sp>
      <p:sp>
        <p:nvSpPr>
          <p:cNvPr id="26640" name="Text Box 16"/>
          <p:cNvSpPr txBox="1"/>
          <p:nvPr/>
        </p:nvSpPr>
        <p:spPr>
          <a:xfrm>
            <a:off x="1219200" y="457200"/>
            <a:ext cx="65532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使半反应式两边相同元素的原子数相等</a:t>
            </a:r>
          </a:p>
        </p:txBody>
      </p:sp>
      <p:sp>
        <p:nvSpPr>
          <p:cNvPr id="26641" name="Text Box 17"/>
          <p:cNvSpPr txBox="1"/>
          <p:nvPr/>
        </p:nvSpPr>
        <p:spPr>
          <a:xfrm>
            <a:off x="2438400" y="1143000"/>
            <a:ext cx="45720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MnO</a:t>
            </a:r>
            <a:r>
              <a:rPr lang="en-US" altLang="zh-CN" sz="2600" i="0" baseline="-30000" dirty="0">
                <a:solidFill>
                  <a:schemeClr val="tx1"/>
                </a:solidFill>
                <a:latin typeface="Times New Roman" panose="02020603050405020304" pitchFamily="18" charset="0"/>
              </a:rPr>
              <a:t>4</a:t>
            </a:r>
            <a:r>
              <a:rPr lang="en-US" altLang="zh-CN" sz="2600" i="0" baseline="3000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 + 8H</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 → Mn</a:t>
            </a:r>
            <a:r>
              <a:rPr lang="en-US" altLang="zh-CN" sz="2600" i="0" baseline="30000" dirty="0">
                <a:solidFill>
                  <a:schemeClr val="tx1"/>
                </a:solidFill>
                <a:latin typeface="Times New Roman" panose="02020603050405020304" pitchFamily="18" charset="0"/>
              </a:rPr>
              <a:t>2+ </a:t>
            </a:r>
            <a:r>
              <a:rPr lang="en-US" altLang="zh-CN" sz="2600" i="0" dirty="0">
                <a:solidFill>
                  <a:schemeClr val="tx1"/>
                </a:solidFill>
                <a:latin typeface="Times New Roman" panose="02020603050405020304" pitchFamily="18" charset="0"/>
              </a:rPr>
              <a:t>+ 4H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p>
        </p:txBody>
      </p:sp>
      <p:sp>
        <p:nvSpPr>
          <p:cNvPr id="26642" name="Text Box 18"/>
          <p:cNvSpPr txBox="1"/>
          <p:nvPr/>
        </p:nvSpPr>
        <p:spPr>
          <a:xfrm>
            <a:off x="2590800" y="1905000"/>
            <a:ext cx="41148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SO</a:t>
            </a:r>
            <a:r>
              <a:rPr lang="en-US" altLang="zh-CN" sz="2600" i="0" baseline="-30000" dirty="0">
                <a:solidFill>
                  <a:schemeClr val="tx1"/>
                </a:solidFill>
                <a:latin typeface="Times New Roman" panose="02020603050405020304" pitchFamily="18" charset="0"/>
              </a:rPr>
              <a:t>3</a:t>
            </a:r>
            <a:r>
              <a:rPr lang="en-US" altLang="zh-CN" sz="2600" i="0" baseline="30000" dirty="0">
                <a:solidFill>
                  <a:schemeClr val="tx1"/>
                </a:solidFill>
                <a:latin typeface="Times New Roman" panose="02020603050405020304" pitchFamily="18" charset="0"/>
              </a:rPr>
              <a:t>2</a:t>
            </a:r>
            <a:r>
              <a:rPr lang="en-US" altLang="zh-CN" sz="2600" i="0" baseline="3000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 + 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 → SO</a:t>
            </a:r>
            <a:r>
              <a:rPr lang="en-US" altLang="zh-CN" sz="2600" i="0" baseline="-30000" dirty="0">
                <a:solidFill>
                  <a:schemeClr val="tx1"/>
                </a:solidFill>
                <a:latin typeface="Times New Roman" panose="02020603050405020304" pitchFamily="18" charset="0"/>
              </a:rPr>
              <a:t>4</a:t>
            </a:r>
            <a:r>
              <a:rPr lang="en-US" altLang="zh-CN" sz="2600" i="0" baseline="30000" dirty="0">
                <a:solidFill>
                  <a:schemeClr val="tx1"/>
                </a:solidFill>
                <a:latin typeface="Times New Roman" panose="02020603050405020304" pitchFamily="18" charset="0"/>
              </a:rPr>
              <a:t>2</a:t>
            </a:r>
            <a:r>
              <a:rPr lang="en-US" altLang="zh-CN" sz="2600" i="0" baseline="30000" dirty="0">
                <a:solidFill>
                  <a:schemeClr val="tx1"/>
                </a:solidFill>
                <a:latin typeface="Times New Roman" panose="02020603050405020304" pitchFamily="18" charset="0"/>
                <a:sym typeface="Symbol" panose="05050102010706020507" pitchFamily="18" charset="2"/>
              </a:rPr>
              <a:t> </a:t>
            </a:r>
            <a:r>
              <a:rPr lang="en-US" altLang="zh-CN" sz="2600" i="0" dirty="0">
                <a:solidFill>
                  <a:schemeClr val="tx1"/>
                </a:solidFill>
                <a:latin typeface="Times New Roman" panose="02020603050405020304" pitchFamily="18" charset="0"/>
                <a:sym typeface="Symbol" panose="05050102010706020507" pitchFamily="18" charset="2"/>
              </a:rPr>
              <a:t>+ </a:t>
            </a:r>
            <a:r>
              <a:rPr lang="en-US" altLang="zh-CN" sz="2600" i="0" dirty="0">
                <a:solidFill>
                  <a:schemeClr val="tx1"/>
                </a:solidFill>
                <a:latin typeface="Times New Roman" panose="02020603050405020304" pitchFamily="18" charset="0"/>
              </a:rPr>
              <a:t>2H</a:t>
            </a:r>
            <a:r>
              <a:rPr lang="en-US" altLang="zh-CN" sz="2600" i="0" baseline="30000" dirty="0">
                <a:solidFill>
                  <a:schemeClr val="tx1"/>
                </a:solidFill>
                <a:latin typeface="Times New Roman" panose="02020603050405020304" pitchFamily="18" charset="0"/>
              </a:rPr>
              <a:t>+</a:t>
            </a:r>
          </a:p>
        </p:txBody>
      </p:sp>
      <p:sp>
        <p:nvSpPr>
          <p:cNvPr id="26643" name="Text Box 19"/>
          <p:cNvSpPr txBox="1"/>
          <p:nvPr/>
        </p:nvSpPr>
        <p:spPr>
          <a:xfrm>
            <a:off x="1371600" y="2895600"/>
            <a:ext cx="60960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用加减电子数方法使两边电荷数相等</a:t>
            </a:r>
          </a:p>
        </p:txBody>
      </p:sp>
      <p:sp>
        <p:nvSpPr>
          <p:cNvPr id="26644" name="Text Box 20"/>
          <p:cNvSpPr txBox="1"/>
          <p:nvPr/>
        </p:nvSpPr>
        <p:spPr>
          <a:xfrm>
            <a:off x="2133600" y="3581400"/>
            <a:ext cx="54864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MnO</a:t>
            </a:r>
            <a:r>
              <a:rPr lang="en-US" altLang="zh-CN" sz="2600" i="0" baseline="-30000" dirty="0">
                <a:solidFill>
                  <a:schemeClr val="tx1"/>
                </a:solidFill>
                <a:latin typeface="Times New Roman" panose="02020603050405020304" pitchFamily="18" charset="0"/>
              </a:rPr>
              <a:t>4</a:t>
            </a:r>
            <a:r>
              <a:rPr lang="en-US" altLang="zh-CN" sz="2600" i="0" baseline="3000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 + 8H</a:t>
            </a:r>
            <a:r>
              <a:rPr lang="en-US" altLang="zh-CN" sz="2600" i="0" baseline="30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+ 5e</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 → Mn</a:t>
            </a:r>
            <a:r>
              <a:rPr lang="en-US" altLang="zh-CN" sz="2600" i="0" baseline="30000" dirty="0">
                <a:solidFill>
                  <a:schemeClr val="tx1"/>
                </a:solidFill>
                <a:latin typeface="Times New Roman" panose="02020603050405020304" pitchFamily="18" charset="0"/>
              </a:rPr>
              <a:t>2+ </a:t>
            </a:r>
            <a:r>
              <a:rPr lang="en-US" altLang="zh-CN" sz="2600" i="0" dirty="0">
                <a:solidFill>
                  <a:schemeClr val="tx1"/>
                </a:solidFill>
                <a:latin typeface="Times New Roman" panose="02020603050405020304" pitchFamily="18" charset="0"/>
              </a:rPr>
              <a:t>+ 4H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p>
        </p:txBody>
      </p:sp>
      <p:sp>
        <p:nvSpPr>
          <p:cNvPr id="26645" name="Text Box 21"/>
          <p:cNvSpPr txBox="1"/>
          <p:nvPr/>
        </p:nvSpPr>
        <p:spPr>
          <a:xfrm>
            <a:off x="2133600" y="4419600"/>
            <a:ext cx="50292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SO</a:t>
            </a:r>
            <a:r>
              <a:rPr lang="en-US" altLang="zh-CN" sz="2600" i="0" baseline="-30000" dirty="0">
                <a:solidFill>
                  <a:schemeClr val="tx1"/>
                </a:solidFill>
                <a:latin typeface="Times New Roman" panose="02020603050405020304" pitchFamily="18" charset="0"/>
              </a:rPr>
              <a:t>3</a:t>
            </a:r>
            <a:r>
              <a:rPr lang="en-US" altLang="zh-CN" sz="2600" i="0" baseline="30000" dirty="0">
                <a:solidFill>
                  <a:schemeClr val="tx1"/>
                </a:solidFill>
                <a:latin typeface="Times New Roman" panose="02020603050405020304" pitchFamily="18" charset="0"/>
              </a:rPr>
              <a:t>2</a:t>
            </a:r>
            <a:r>
              <a:rPr lang="en-US" altLang="zh-CN" sz="2600" i="0" baseline="3000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 + 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 - 2e</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 → SO</a:t>
            </a:r>
            <a:r>
              <a:rPr lang="en-US" altLang="zh-CN" sz="2600" i="0" baseline="-30000" dirty="0">
                <a:solidFill>
                  <a:schemeClr val="tx1"/>
                </a:solidFill>
                <a:latin typeface="Times New Roman" panose="02020603050405020304" pitchFamily="18" charset="0"/>
              </a:rPr>
              <a:t>4</a:t>
            </a:r>
            <a:r>
              <a:rPr lang="en-US" altLang="zh-CN" sz="2600" i="0" baseline="30000" dirty="0">
                <a:solidFill>
                  <a:schemeClr val="tx1"/>
                </a:solidFill>
                <a:latin typeface="Times New Roman" panose="02020603050405020304" pitchFamily="18" charset="0"/>
              </a:rPr>
              <a:t>2</a:t>
            </a:r>
            <a:r>
              <a:rPr lang="en-US" altLang="zh-CN" sz="2600" i="0" baseline="30000" dirty="0">
                <a:solidFill>
                  <a:schemeClr val="tx1"/>
                </a:solidFill>
                <a:latin typeface="Times New Roman" panose="02020603050405020304" pitchFamily="18" charset="0"/>
                <a:sym typeface="Symbol" panose="05050102010706020507" pitchFamily="18" charset="2"/>
              </a:rPr>
              <a:t> </a:t>
            </a:r>
            <a:r>
              <a:rPr lang="en-US" altLang="zh-CN" sz="2600" i="0" dirty="0">
                <a:solidFill>
                  <a:schemeClr val="tx1"/>
                </a:solidFill>
                <a:latin typeface="Times New Roman" panose="02020603050405020304" pitchFamily="18" charset="0"/>
                <a:sym typeface="Symbol" panose="05050102010706020507" pitchFamily="18" charset="2"/>
              </a:rPr>
              <a:t>+ </a:t>
            </a:r>
            <a:r>
              <a:rPr lang="en-US" altLang="zh-CN" sz="2600" i="0" dirty="0">
                <a:solidFill>
                  <a:schemeClr val="tx1"/>
                </a:solidFill>
                <a:latin typeface="Times New Roman" panose="02020603050405020304" pitchFamily="18" charset="0"/>
              </a:rPr>
              <a:t>2H</a:t>
            </a:r>
            <a:r>
              <a:rPr lang="en-US" altLang="zh-CN" sz="2600" i="0" baseline="30000" dirty="0">
                <a:solidFill>
                  <a:schemeClr val="tx1"/>
                </a:solidFill>
                <a:latin typeface="Times New Roman" panose="02020603050405020304" pitchFamily="18" charset="0"/>
              </a:rPr>
              <a:t>+</a:t>
            </a:r>
          </a:p>
        </p:txBody>
      </p:sp>
      <p:sp>
        <p:nvSpPr>
          <p:cNvPr id="26646" name="Text Box 22"/>
          <p:cNvSpPr txBox="1">
            <a:spLocks noChangeArrowheads="1"/>
          </p:cNvSpPr>
          <p:nvPr/>
        </p:nvSpPr>
        <p:spPr bwMode="auto">
          <a:xfrm>
            <a:off x="7467600" y="0"/>
            <a:ext cx="1219200" cy="457200"/>
          </a:xfrm>
          <a:prstGeom prst="rect">
            <a:avLst/>
          </a:prstGeom>
          <a:gradFill rotWithShape="1">
            <a:gsLst>
              <a:gs pos="0">
                <a:srgbClr val="33CCCC">
                  <a:gamma/>
                  <a:shade val="20000"/>
                  <a:invGamma/>
                </a:srgbClr>
              </a:gs>
              <a:gs pos="50000">
                <a:srgbClr val="33CCCC"/>
              </a:gs>
              <a:gs pos="100000">
                <a:srgbClr val="33CCCC">
                  <a:gamma/>
                  <a:shade val="20000"/>
                  <a:invGamma/>
                </a:srgbClr>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spcBef>
                <a:spcPct val="0"/>
              </a:spcBef>
              <a:buClrTx/>
              <a:buSzTx/>
              <a:buFontTx/>
              <a:buNone/>
              <a:defRPr/>
            </a:pPr>
            <a:r>
              <a:rPr kumimoji="1" lang="zh-CN" altLang="en-US" sz="3000" kern="1200" cap="none" spc="0" normalizeH="0" baseline="0" noProof="0">
                <a:solidFill>
                  <a:srgbClr val="FF00FF"/>
                </a:solidFill>
                <a:effectLst>
                  <a:outerShdw blurRad="38100" dist="38100" dir="2700000" algn="tl">
                    <a:srgbClr val="000000"/>
                  </a:outerShdw>
                </a:effectLst>
                <a:latin typeface="楷体_GB2312" pitchFamily="49" charset="-122"/>
                <a:ea typeface="楷体_GB2312" pitchFamily="49" charset="-122"/>
                <a:cs typeface="+mn-cs"/>
              </a:rPr>
              <a:t>步骤</a:t>
            </a:r>
            <a:endParaRPr kumimoji="1" lang="zh-CN" altLang="en-US" sz="3000" b="0" i="0" kern="1200" cap="none" spc="0" normalizeH="0" baseline="0" noProof="0">
              <a:solidFill>
                <a:srgbClr val="FF00FF"/>
              </a:solidFill>
              <a:latin typeface="楷体_GB2312" pitchFamily="49" charset="-122"/>
              <a:ea typeface="楷体_GB2312" pitchFamily="49" charset="-122"/>
              <a:cs typeface="+mn-cs"/>
            </a:endParaRPr>
          </a:p>
        </p:txBody>
      </p:sp>
      <p:sp>
        <p:nvSpPr>
          <p:cNvPr id="26647" name="Text Box 23"/>
          <p:cNvSpPr txBox="1"/>
          <p:nvPr/>
        </p:nvSpPr>
        <p:spPr>
          <a:xfrm>
            <a:off x="381000" y="5410200"/>
            <a:ext cx="81534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rPr>
              <a:t>3</a:t>
            </a:r>
            <a:r>
              <a:rPr lang="zh-CN" altLang="en-US" sz="2600" i="0" dirty="0">
                <a:solidFill>
                  <a:schemeClr val="tx1"/>
                </a:solidFill>
                <a:latin typeface="Times New Roman" panose="02020603050405020304" pitchFamily="18" charset="0"/>
              </a:rPr>
              <a:t>、根据原则</a:t>
            </a:r>
            <a:r>
              <a:rPr lang="en-US" altLang="zh-CN" sz="2600" i="0" dirty="0">
                <a:solidFill>
                  <a:schemeClr val="tx1"/>
                </a:solidFill>
                <a:latin typeface="Times New Roman" panose="02020603050405020304" pitchFamily="18" charset="0"/>
              </a:rPr>
              <a:t>(i)</a:t>
            </a:r>
            <a:r>
              <a:rPr lang="zh-CN" altLang="en-US" sz="2600" i="0" dirty="0">
                <a:solidFill>
                  <a:schemeClr val="tx1"/>
                </a:solidFill>
                <a:latin typeface="Times New Roman" panose="02020603050405020304" pitchFamily="18" charset="0"/>
              </a:rPr>
              <a:t>，求出两个半反应式的最小公倍数。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26638"/>
                                        </p:tgtEl>
                                        <p:attrNameLst>
                                          <p:attrName>style.visibility</p:attrName>
                                        </p:attrNameLst>
                                      </p:cBhvr>
                                      <p:to>
                                        <p:strVal val="visible"/>
                                      </p:to>
                                    </p:set>
                                    <p:animEffect transition="in" filter="box(in)">
                                      <p:cBhvr>
                                        <p:cTn id="7" dur="1000"/>
                                        <p:tgtEl>
                                          <p:spTgt spid="2663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6646"/>
                                        </p:tgtEl>
                                        <p:attrNameLst>
                                          <p:attrName>style.visibility</p:attrName>
                                        </p:attrNameLst>
                                      </p:cBhvr>
                                      <p:to>
                                        <p:strVal val="visible"/>
                                      </p:to>
                                    </p:set>
                                    <p:animEffect transition="in" filter="strips(downLeft)">
                                      <p:cBhvr>
                                        <p:cTn id="12" dur="1000"/>
                                        <p:tgtEl>
                                          <p:spTgt spid="2664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26640"/>
                                        </p:tgtEl>
                                        <p:attrNameLst>
                                          <p:attrName>style.visibility</p:attrName>
                                        </p:attrNameLst>
                                      </p:cBhvr>
                                      <p:to>
                                        <p:strVal val="visible"/>
                                      </p:to>
                                    </p:set>
                                    <p:animEffect transition="in" filter="box(in)">
                                      <p:cBhvr>
                                        <p:cTn id="17" dur="1000"/>
                                        <p:tgtEl>
                                          <p:spTgt spid="26640"/>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26641"/>
                                        </p:tgtEl>
                                        <p:attrNameLst>
                                          <p:attrName>style.visibility</p:attrName>
                                        </p:attrNameLst>
                                      </p:cBhvr>
                                      <p:to>
                                        <p:strVal val="visible"/>
                                      </p:to>
                                    </p:set>
                                    <p:animEffect transition="in" filter="box(in)">
                                      <p:cBhvr>
                                        <p:cTn id="22" dur="1000"/>
                                        <p:tgtEl>
                                          <p:spTgt spid="26641"/>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26642"/>
                                        </p:tgtEl>
                                        <p:attrNameLst>
                                          <p:attrName>style.visibility</p:attrName>
                                        </p:attrNameLst>
                                      </p:cBhvr>
                                      <p:to>
                                        <p:strVal val="visible"/>
                                      </p:to>
                                    </p:set>
                                    <p:animEffect transition="in" filter="box(in)">
                                      <p:cBhvr>
                                        <p:cTn id="27" dur="1000"/>
                                        <p:tgtEl>
                                          <p:spTgt spid="26642"/>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26643"/>
                                        </p:tgtEl>
                                        <p:attrNameLst>
                                          <p:attrName>style.visibility</p:attrName>
                                        </p:attrNameLst>
                                      </p:cBhvr>
                                      <p:to>
                                        <p:strVal val="visible"/>
                                      </p:to>
                                    </p:set>
                                    <p:animEffect transition="in" filter="box(in)">
                                      <p:cBhvr>
                                        <p:cTn id="32" dur="1000"/>
                                        <p:tgtEl>
                                          <p:spTgt spid="2664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6644"/>
                                        </p:tgtEl>
                                        <p:attrNameLst>
                                          <p:attrName>style.visibility</p:attrName>
                                        </p:attrNameLst>
                                      </p:cBhvr>
                                      <p:to>
                                        <p:strVal val="visible"/>
                                      </p:to>
                                    </p:set>
                                    <p:animEffect transition="in" filter="wipe(up)">
                                      <p:cBhvr>
                                        <p:cTn id="37" dur="1000"/>
                                        <p:tgtEl>
                                          <p:spTgt spid="26644"/>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26645"/>
                                        </p:tgtEl>
                                        <p:attrNameLst>
                                          <p:attrName>style.visibility</p:attrName>
                                        </p:attrNameLst>
                                      </p:cBhvr>
                                      <p:to>
                                        <p:strVal val="visible"/>
                                      </p:to>
                                    </p:set>
                                    <p:animEffect transition="in" filter="slide(fromBottom)">
                                      <p:cBhvr>
                                        <p:cTn id="42" dur="1000"/>
                                        <p:tgtEl>
                                          <p:spTgt spid="26645"/>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6647"/>
                                        </p:tgtEl>
                                        <p:attrNameLst>
                                          <p:attrName>style.visibility</p:attrName>
                                        </p:attrNameLst>
                                      </p:cBhvr>
                                      <p:to>
                                        <p:strVal val="visible"/>
                                      </p:to>
                                    </p:set>
                                    <p:animEffect transition="in" filter="box(in)">
                                      <p:cBhvr>
                                        <p:cTn id="47" dur="1000"/>
                                        <p:tgtEl>
                                          <p:spTgt spid="266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38" grpId="0" animBg="1"/>
      <p:bldP spid="26640" grpId="0"/>
      <p:bldP spid="26641" grpId="0"/>
      <p:bldP spid="26642" grpId="0"/>
      <p:bldP spid="26643" grpId="0"/>
      <p:bldP spid="26644" grpId="0"/>
      <p:bldP spid="26645" grpId="0"/>
      <p:bldP spid="26646" grpId="0" animBg="1"/>
      <p:bldP spid="26647" grpId="0"/>
    </p:bld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88" name="Text Box 16"/>
          <p:cNvSpPr txBox="1"/>
          <p:nvPr/>
        </p:nvSpPr>
        <p:spPr>
          <a:xfrm>
            <a:off x="304800" y="3200400"/>
            <a:ext cx="8716010" cy="798830"/>
          </a:xfrm>
          <a:prstGeom prst="rect">
            <a:avLst/>
          </a:prstGeom>
          <a:noFill/>
          <a:ln w="9525">
            <a:noFill/>
          </a:ln>
        </p:spPr>
        <p:txBody>
          <a:bodyPr wrap="square">
            <a:spAutoFit/>
          </a:bodyPr>
          <a:lstStyle/>
          <a:p>
            <a:r>
              <a:rPr lang="en-US" altLang="zh-CN" sz="2600" i="0" dirty="0">
                <a:latin typeface="Times New Roman" panose="02020603050405020304" pitchFamily="18" charset="0"/>
              </a:rPr>
              <a:t>4</a:t>
            </a:r>
            <a:r>
              <a:rPr lang="zh-CN" altLang="en-US" sz="2600" i="0" dirty="0">
                <a:latin typeface="Times New Roman" panose="02020603050405020304" pitchFamily="18" charset="0"/>
              </a:rPr>
              <a:t>、</a:t>
            </a:r>
            <a:r>
              <a:rPr lang="zh-CN" altLang="en-US" sz="2600" i="0" dirty="0">
                <a:solidFill>
                  <a:schemeClr val="tx1"/>
                </a:solidFill>
                <a:latin typeface="Times New Roman" panose="02020603050405020304" pitchFamily="18" charset="0"/>
              </a:rPr>
              <a:t>整理，即得配平的离子反应方程式</a:t>
            </a:r>
            <a:r>
              <a:rPr lang="en-US" altLang="zh-CN" sz="2000" b="0" dirty="0">
                <a:solidFill>
                  <a:schemeClr val="tx1"/>
                </a:solidFill>
                <a:latin typeface="Times New Roman" panose="02020603050405020304" pitchFamily="18" charset="0"/>
              </a:rPr>
              <a:t>(——Now the equation is balanced and complete)</a:t>
            </a:r>
          </a:p>
        </p:txBody>
      </p:sp>
      <p:sp>
        <p:nvSpPr>
          <p:cNvPr id="28689" name="Text Box 17"/>
          <p:cNvSpPr txBox="1"/>
          <p:nvPr/>
        </p:nvSpPr>
        <p:spPr>
          <a:xfrm>
            <a:off x="534035" y="4191000"/>
            <a:ext cx="8382000" cy="866775"/>
          </a:xfrm>
          <a:prstGeom prst="rect">
            <a:avLst/>
          </a:prstGeom>
          <a:noFill/>
          <a:ln w="9525">
            <a:noFill/>
          </a:ln>
        </p:spPr>
        <p:txBody>
          <a:bodyPr>
            <a:spAutoFit/>
          </a:bodyPr>
          <a:lstStyle/>
          <a:p>
            <a:r>
              <a:rPr lang="en-US" altLang="zh-CN" sz="2600" i="0" dirty="0">
                <a:latin typeface="Times New Roman" panose="02020603050405020304" pitchFamily="18" charset="0"/>
                <a:ea typeface="宋体" panose="02010600030101010101" pitchFamily="2" charset="-122"/>
              </a:rPr>
              <a:t>    2</a:t>
            </a:r>
            <a:r>
              <a:rPr lang="en-US" altLang="zh-CN" sz="2600" i="0" dirty="0">
                <a:solidFill>
                  <a:srgbClr val="0000CC"/>
                </a:solidFill>
                <a:latin typeface="Times New Roman" panose="02020603050405020304" pitchFamily="18" charset="0"/>
                <a:ea typeface="宋体" panose="02010600030101010101" pitchFamily="2" charset="-122"/>
              </a:rPr>
              <a:t>MnO</a:t>
            </a:r>
            <a:r>
              <a:rPr lang="en-US" altLang="zh-CN" sz="2600" i="0" baseline="-30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SO</a:t>
            </a:r>
            <a:r>
              <a:rPr lang="en-US" altLang="zh-CN" sz="2600" i="0" baseline="-30000" dirty="0">
                <a:solidFill>
                  <a:srgbClr val="0000CC"/>
                </a:solidFill>
                <a:latin typeface="Times New Roman" panose="02020603050405020304" pitchFamily="18" charset="0"/>
                <a:ea typeface="宋体" panose="02010600030101010101" pitchFamily="2" charset="-122"/>
              </a:rPr>
              <a:t>3</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6</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a:t>
            </a:r>
          </a:p>
          <a:p>
            <a:pPr>
              <a:lnSpc>
                <a:spcPct val="45000"/>
              </a:lnSpc>
            </a:pPr>
            <a:r>
              <a:rPr lang="en-US" altLang="zh-CN" sz="2600" i="0" baseline="30000" dirty="0">
                <a:solidFill>
                  <a:srgbClr val="0000CC"/>
                </a:solidFill>
                <a:latin typeface="Times New Roman" panose="02020603050405020304" pitchFamily="18" charset="0"/>
                <a:ea typeface="宋体" panose="02010600030101010101" pitchFamily="2" charset="-122"/>
              </a:rPr>
              <a:t>                                                            </a:t>
            </a:r>
            <a:r>
              <a:rPr lang="en-US" altLang="zh-CN" sz="2600" i="0" dirty="0">
                <a:solidFill>
                  <a:srgbClr val="0000CC"/>
                </a:solidFill>
                <a:latin typeface="Times New Roman" panose="02020603050405020304" pitchFamily="18" charset="0"/>
                <a:ea typeface="宋体" panose="02010600030101010101" pitchFamily="2" charset="-122"/>
              </a:rPr>
              <a:t>→</a:t>
            </a:r>
            <a:r>
              <a:rPr lang="en-US" altLang="zh-CN" sz="2600" i="0" dirty="0">
                <a:latin typeface="Times New Roman" panose="02020603050405020304" pitchFamily="18" charset="0"/>
                <a:ea typeface="宋体" panose="02010600030101010101" pitchFamily="2" charset="-122"/>
              </a:rPr>
              <a:t> 2</a:t>
            </a:r>
            <a:r>
              <a:rPr lang="en-US" altLang="zh-CN" sz="2600" i="0" dirty="0">
                <a:solidFill>
                  <a:srgbClr val="0000CC"/>
                </a:solidFill>
                <a:latin typeface="Times New Roman" panose="02020603050405020304" pitchFamily="18" charset="0"/>
                <a:ea typeface="宋体" panose="02010600030101010101" pitchFamily="2" charset="-122"/>
              </a:rPr>
              <a:t>Mn</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 + </a:t>
            </a:r>
            <a:r>
              <a:rPr lang="en-US" altLang="zh-CN" sz="2600" i="0" dirty="0">
                <a:latin typeface="Times New Roman" panose="02020603050405020304" pitchFamily="18" charset="0"/>
                <a:ea typeface="宋体" panose="02010600030101010101" pitchFamily="2" charset="-122"/>
              </a:rPr>
              <a:t>8</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25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 +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SO</a:t>
            </a:r>
            <a:r>
              <a:rPr lang="en-US" altLang="zh-CN" sz="2600" i="0" baseline="-30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 </a:t>
            </a:r>
          </a:p>
        </p:txBody>
      </p:sp>
      <p:sp>
        <p:nvSpPr>
          <p:cNvPr id="28690" name="Rectangle 18"/>
          <p:cNvSpPr/>
          <p:nvPr/>
        </p:nvSpPr>
        <p:spPr>
          <a:xfrm>
            <a:off x="1676400" y="685800"/>
            <a:ext cx="5562600" cy="885825"/>
          </a:xfrm>
          <a:prstGeom prst="rect">
            <a:avLst/>
          </a:prstGeom>
          <a:noFill/>
          <a:ln w="9525">
            <a:noFill/>
          </a:ln>
        </p:spPr>
        <p:txBody>
          <a:bodyPr>
            <a:spAutoFit/>
          </a:bodyPr>
          <a:lstStyle/>
          <a:p>
            <a:pPr>
              <a:spcBef>
                <a:spcPct val="0"/>
              </a:spcBef>
            </a:pPr>
            <a:r>
              <a:rPr lang="en-US" altLang="zh-CN" sz="2600" i="0" dirty="0">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i="0" dirty="0">
                <a:solidFill>
                  <a:srgbClr val="0000CC"/>
                </a:solidFill>
                <a:latin typeface="Times New Roman" panose="02020603050405020304" pitchFamily="18" charset="0"/>
                <a:ea typeface="宋体" panose="02010600030101010101" pitchFamily="2" charset="-122"/>
              </a:rPr>
              <a:t>MnO</a:t>
            </a:r>
            <a:r>
              <a:rPr lang="en-US" altLang="zh-CN" sz="2600" i="0" baseline="30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rPr>
              <a:t> + </a:t>
            </a:r>
            <a:r>
              <a:rPr lang="en-US" altLang="zh-CN" sz="2600" i="0" dirty="0">
                <a:latin typeface="Times New Roman" panose="02020603050405020304" pitchFamily="18" charset="0"/>
                <a:ea typeface="宋体" panose="02010600030101010101" pitchFamily="2" charset="-122"/>
              </a:rPr>
              <a:t>8</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 +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e</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 Mn</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 4</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25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a:t>
            </a:r>
          </a:p>
          <a:p>
            <a:pPr>
              <a:spcBef>
                <a:spcPct val="0"/>
              </a:spcBef>
            </a:pPr>
            <a:r>
              <a:rPr lang="en-US" altLang="zh-CN" sz="2600" i="0" dirty="0">
                <a:latin typeface="Times New Roman" panose="02020603050405020304" pitchFamily="18" charset="0"/>
                <a:ea typeface="宋体" panose="02010600030101010101" pitchFamily="2" charset="-122"/>
              </a:rPr>
              <a:t>5</a:t>
            </a:r>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i="0" dirty="0">
                <a:solidFill>
                  <a:srgbClr val="0000CC"/>
                </a:solidFill>
                <a:latin typeface="Times New Roman" panose="02020603050405020304" pitchFamily="18" charset="0"/>
                <a:ea typeface="宋体" panose="02010600030101010101" pitchFamily="2" charset="-122"/>
              </a:rPr>
              <a:t>SO</a:t>
            </a:r>
            <a:r>
              <a:rPr lang="en-US" altLang="zh-CN" sz="2600" i="0" baseline="-25000" dirty="0">
                <a:solidFill>
                  <a:srgbClr val="0000CC"/>
                </a:solidFill>
                <a:latin typeface="Times New Roman" panose="02020603050405020304" pitchFamily="18" charset="0"/>
                <a:ea typeface="宋体" panose="02010600030101010101" pitchFamily="2" charset="-122"/>
              </a:rPr>
              <a:t>3</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rPr>
              <a:t> + H</a:t>
            </a:r>
            <a:r>
              <a:rPr lang="en-US" altLang="zh-CN" sz="2600" i="0" baseline="-25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 - </a:t>
            </a:r>
            <a:r>
              <a:rPr lang="en-US" altLang="zh-CN" sz="2600" i="0" dirty="0">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e</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 → SO</a:t>
            </a:r>
            <a:r>
              <a:rPr lang="en-US" altLang="zh-CN" sz="2600" i="0" baseline="-25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sym typeface="Symbol" panose="05050102010706020507" pitchFamily="18" charset="2"/>
              </a:rPr>
              <a:t> + </a:t>
            </a:r>
            <a:r>
              <a:rPr lang="en-US" altLang="zh-CN" sz="2600" i="0" dirty="0">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a:t>
            </a:r>
          </a:p>
        </p:txBody>
      </p:sp>
      <p:sp>
        <p:nvSpPr>
          <p:cNvPr id="28691" name="Rectangle 19"/>
          <p:cNvSpPr/>
          <p:nvPr/>
        </p:nvSpPr>
        <p:spPr>
          <a:xfrm>
            <a:off x="685800" y="1981200"/>
            <a:ext cx="8001000" cy="885825"/>
          </a:xfrm>
          <a:prstGeom prst="rect">
            <a:avLst/>
          </a:prstGeom>
          <a:noFill/>
          <a:ln w="9525">
            <a:noFill/>
          </a:ln>
        </p:spPr>
        <p:txBody>
          <a:bodyPr>
            <a:spAutoFit/>
          </a:bodyPr>
          <a:lstStyle/>
          <a:p>
            <a:pPr>
              <a:spcBef>
                <a:spcPct val="0"/>
              </a:spcBef>
            </a:pPr>
            <a:r>
              <a:rPr lang="en-US" altLang="zh-CN" sz="2600" i="0" dirty="0">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MnO</a:t>
            </a:r>
            <a:r>
              <a:rPr lang="en-US" altLang="zh-CN" sz="2600" i="0" baseline="30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16</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SO</a:t>
            </a:r>
            <a:r>
              <a:rPr lang="en-US" altLang="zh-CN" sz="2600" i="0" baseline="-25000" dirty="0">
                <a:solidFill>
                  <a:srgbClr val="0000CC"/>
                </a:solidFill>
                <a:latin typeface="Times New Roman" panose="02020603050405020304" pitchFamily="18" charset="0"/>
                <a:ea typeface="宋体" panose="02010600030101010101" pitchFamily="2" charset="-122"/>
              </a:rPr>
              <a:t>3</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25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a:t>
            </a:r>
          </a:p>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rgbClr val="0000CC"/>
                </a:solidFill>
                <a:latin typeface="Times New Roman" panose="02020603050405020304" pitchFamily="18" charset="0"/>
                <a:ea typeface="宋体" panose="02010600030101010101" pitchFamily="2" charset="-122"/>
              </a:rPr>
              <a:t>→</a:t>
            </a:r>
            <a:r>
              <a:rPr lang="en-US" altLang="zh-CN" sz="2600" i="0" dirty="0">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Mn</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latin typeface="Times New Roman" panose="02020603050405020304" pitchFamily="18" charset="0"/>
                <a:ea typeface="宋体" panose="02010600030101010101" pitchFamily="2" charset="-122"/>
              </a:rPr>
              <a:t>8</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25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 +</a:t>
            </a:r>
            <a:r>
              <a:rPr lang="en-US" altLang="zh-CN" sz="2600" i="0" dirty="0">
                <a:latin typeface="Times New Roman" panose="02020603050405020304" pitchFamily="18" charset="0"/>
                <a:ea typeface="宋体" panose="02010600030101010101" pitchFamily="2" charset="-122"/>
              </a:rPr>
              <a:t>5</a:t>
            </a:r>
            <a:r>
              <a:rPr lang="en-US" altLang="zh-CN" sz="2600" i="0" dirty="0">
                <a:solidFill>
                  <a:srgbClr val="0000CC"/>
                </a:solidFill>
                <a:latin typeface="Times New Roman" panose="02020603050405020304" pitchFamily="18" charset="0"/>
                <a:ea typeface="宋体" panose="02010600030101010101" pitchFamily="2" charset="-122"/>
              </a:rPr>
              <a:t>SO</a:t>
            </a:r>
            <a:r>
              <a:rPr lang="en-US" altLang="zh-CN" sz="2600" i="0" baseline="-25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baseline="3000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rgbClr val="0000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latin typeface="Times New Roman" panose="02020603050405020304" pitchFamily="18" charset="0"/>
                <a:ea typeface="宋体" panose="02010600030101010101" pitchFamily="2" charset="-122"/>
                <a:sym typeface="Symbol" panose="05050102010706020507" pitchFamily="18" charset="2"/>
              </a:rPr>
              <a:t>10</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a:t>
            </a:r>
          </a:p>
        </p:txBody>
      </p:sp>
      <p:sp>
        <p:nvSpPr>
          <p:cNvPr id="28692" name="Rectangle 20"/>
          <p:cNvSpPr/>
          <p:nvPr/>
        </p:nvSpPr>
        <p:spPr>
          <a:xfrm>
            <a:off x="990600" y="1143000"/>
            <a:ext cx="338138" cy="488950"/>
          </a:xfrm>
          <a:prstGeom prst="rect">
            <a:avLst/>
          </a:prstGeom>
          <a:gradFill rotWithShape="1">
            <a:gsLst>
              <a:gs pos="0">
                <a:srgbClr val="007600"/>
              </a:gs>
              <a:gs pos="50000">
                <a:srgbClr val="00FF00"/>
              </a:gs>
              <a:gs pos="100000">
                <a:srgbClr val="007600"/>
              </a:gs>
            </a:gsLst>
            <a:lin ang="5400000" scaled="1"/>
            <a:tileRect/>
          </a:gradFill>
          <a:ln w="9525">
            <a:noFill/>
          </a:ln>
        </p:spPr>
        <p:txBody>
          <a:bodyPr>
            <a:spAutoFit/>
          </a:bodyPr>
          <a:lstStyle/>
          <a:p>
            <a:pPr>
              <a:spcBef>
                <a:spcPct val="0"/>
              </a:spcBef>
            </a:pPr>
            <a:r>
              <a:rPr lang="en-US" altLang="zh-CN" sz="2600" i="0" dirty="0">
                <a:latin typeface="Times New Roman" panose="02020603050405020304" pitchFamily="18" charset="0"/>
              </a:rPr>
              <a:t>+</a:t>
            </a:r>
          </a:p>
        </p:txBody>
      </p:sp>
      <p:sp>
        <p:nvSpPr>
          <p:cNvPr id="28693" name="Rectangle 21"/>
          <p:cNvSpPr/>
          <p:nvPr/>
        </p:nvSpPr>
        <p:spPr>
          <a:xfrm>
            <a:off x="99060" y="381000"/>
            <a:ext cx="8968740" cy="4884420"/>
          </a:xfrm>
          <a:prstGeom prst="rect">
            <a:avLst/>
          </a:prstGeom>
          <a:noFill/>
          <a:ln w="38100" cap="flat" cmpd="sng">
            <a:solidFill>
              <a:schemeClr val="tx2"/>
            </a:solidFill>
            <a:prstDash val="solid"/>
            <a:miter/>
            <a:headEnd type="none" w="med" len="med"/>
            <a:tailEnd type="none" w="med" len="med"/>
          </a:ln>
        </p:spPr>
        <p:txBody>
          <a:bodyPr wrap="none" anchor="ctr" anchorCtr="0"/>
          <a:lstStyle/>
          <a:p>
            <a:pPr algn="ctr">
              <a:spcBef>
                <a:spcPct val="0"/>
              </a:spcBef>
            </a:pPr>
            <a:endParaRPr lang="zh-CN" altLang="zh-CN" sz="2400" b="0" i="0" dirty="0">
              <a:solidFill>
                <a:schemeClr val="tx1"/>
              </a:solidFill>
              <a:latin typeface="Times New Roman" panose="02020603050405020304" pitchFamily="18" charset="0"/>
              <a:ea typeface="宋体" panose="02010600030101010101" pitchFamily="2" charset="-122"/>
            </a:endParaRPr>
          </a:p>
        </p:txBody>
      </p:sp>
      <p:graphicFrame>
        <p:nvGraphicFramePr>
          <p:cNvPr id="28697" name="Object 25"/>
          <p:cNvGraphicFramePr>
            <a:graphicFrameLocks/>
          </p:cNvGraphicFramePr>
          <p:nvPr>
            <p:ph idx="1"/>
          </p:nvPr>
        </p:nvGraphicFramePr>
        <p:xfrm>
          <a:off x="1219200" y="1752600"/>
          <a:ext cx="6477000" cy="112713"/>
        </p:xfrm>
        <a:graphic>
          <a:graphicData uri="http://schemas.openxmlformats.org/presentationml/2006/ole">
            <p:oleObj spid="_x0000_s25601" r:id="rId4" imgW="15001875" imgH="11277600" progId="">
              <p:embed/>
            </p:oleObj>
          </a:graphicData>
        </a:graphic>
      </p:graphicFrame>
      <p:sp>
        <p:nvSpPr>
          <p:cNvPr id="28699" name="Text Box 27"/>
          <p:cNvSpPr txBox="1">
            <a:spLocks noChangeArrowheads="1"/>
          </p:cNvSpPr>
          <p:nvPr/>
        </p:nvSpPr>
        <p:spPr bwMode="auto">
          <a:xfrm>
            <a:off x="7620000" y="152400"/>
            <a:ext cx="1200150" cy="457200"/>
          </a:xfrm>
          <a:prstGeom prst="rect">
            <a:avLst/>
          </a:prstGeom>
          <a:gradFill rotWithShape="1">
            <a:gsLst>
              <a:gs pos="0">
                <a:srgbClr val="33CCCC">
                  <a:gamma/>
                  <a:shade val="20000"/>
                  <a:invGamma/>
                </a:srgbClr>
              </a:gs>
              <a:gs pos="50000">
                <a:srgbClr val="33CCCC"/>
              </a:gs>
              <a:gs pos="100000">
                <a:srgbClr val="33CCCC">
                  <a:gamma/>
                  <a:shade val="20000"/>
                  <a:invGamma/>
                </a:srgbClr>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spcBef>
                <a:spcPct val="0"/>
              </a:spcBef>
              <a:buClrTx/>
              <a:buSzTx/>
              <a:buFontTx/>
              <a:buNone/>
              <a:defRPr/>
            </a:pPr>
            <a:r>
              <a:rPr kumimoji="1" lang="zh-CN" altLang="en-US" sz="3000" kern="1200" cap="none" spc="0" normalizeH="0" baseline="0" noProof="0">
                <a:solidFill>
                  <a:srgbClr val="FF00FF"/>
                </a:solidFill>
                <a:effectLst>
                  <a:outerShdw blurRad="38100" dist="38100" dir="2700000" algn="tl">
                    <a:srgbClr val="000000"/>
                  </a:outerShdw>
                </a:effectLst>
                <a:latin typeface="Symbol" panose="05050102010706020507" pitchFamily="18" charset="2"/>
                <a:ea typeface="楷体_GB2312" pitchFamily="49" charset="-122"/>
                <a:cs typeface="+mn-cs"/>
              </a:rPr>
              <a:t>步骤</a:t>
            </a:r>
            <a:endParaRPr kumimoji="1" lang="zh-CN" altLang="en-US" sz="3000" b="0" i="0" kern="1200" cap="none" spc="0" normalizeH="0" baseline="0" noProof="0">
              <a:solidFill>
                <a:srgbClr val="FF00FF"/>
              </a:solidFill>
              <a:latin typeface="Times New Roman" panose="02020603050405020304" pitchFamily="18" charset="0"/>
              <a:ea typeface="楷体_GB2312" pitchFamily="49" charset="-122"/>
              <a:cs typeface="+mn-cs"/>
            </a:endParaRPr>
          </a:p>
        </p:txBody>
      </p:sp>
      <p:sp>
        <p:nvSpPr>
          <p:cNvPr id="28703" name="Rectangle 31"/>
          <p:cNvSpPr/>
          <p:nvPr/>
        </p:nvSpPr>
        <p:spPr>
          <a:xfrm>
            <a:off x="381000" y="5486400"/>
            <a:ext cx="8458200" cy="88582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在配平半反应式，如果反应物、生成物所含氧原子数不等时，可用介质</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酸或碱</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来配平。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28693"/>
                                        </p:tgtEl>
                                        <p:attrNameLst>
                                          <p:attrName>style.visibility</p:attrName>
                                        </p:attrNameLst>
                                      </p:cBhvr>
                                      <p:to>
                                        <p:strVal val="visible"/>
                                      </p:to>
                                    </p:set>
                                    <p:animEffect transition="in" filter="strips(downLeft)">
                                      <p:cBhvr>
                                        <p:cTn id="7" dur="1000"/>
                                        <p:tgtEl>
                                          <p:spTgt spid="28693"/>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28699"/>
                                        </p:tgtEl>
                                        <p:attrNameLst>
                                          <p:attrName>style.visibility</p:attrName>
                                        </p:attrNameLst>
                                      </p:cBhvr>
                                      <p:to>
                                        <p:strVal val="visible"/>
                                      </p:to>
                                    </p:set>
                                    <p:animEffect transition="in" filter="strips(downLeft)">
                                      <p:cBhvr>
                                        <p:cTn id="12" dur="1000"/>
                                        <p:tgtEl>
                                          <p:spTgt spid="2869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28690"/>
                                        </p:tgtEl>
                                        <p:attrNameLst>
                                          <p:attrName>style.visibility</p:attrName>
                                        </p:attrNameLst>
                                      </p:cBhvr>
                                      <p:to>
                                        <p:strVal val="visible"/>
                                      </p:to>
                                    </p:set>
                                    <p:animEffect transition="in" filter="strips(downLeft)">
                                      <p:cBhvr>
                                        <p:cTn id="17" dur="1000"/>
                                        <p:tgtEl>
                                          <p:spTgt spid="2869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28692"/>
                                        </p:tgtEl>
                                        <p:attrNameLst>
                                          <p:attrName>style.visibility</p:attrName>
                                        </p:attrNameLst>
                                      </p:cBhvr>
                                      <p:to>
                                        <p:strVal val="visible"/>
                                      </p:to>
                                    </p:set>
                                    <p:animEffect transition="in" filter="strips(downLeft)">
                                      <p:cBhvr>
                                        <p:cTn id="22" dur="1000"/>
                                        <p:tgtEl>
                                          <p:spTgt spid="28692"/>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8697"/>
                                        </p:tgtEl>
                                        <p:attrNameLst>
                                          <p:attrName>style.visibility</p:attrName>
                                        </p:attrNameLst>
                                      </p:cBhvr>
                                      <p:to>
                                        <p:strVal val="visible"/>
                                      </p:to>
                                    </p:set>
                                    <p:animEffect transition="in" filter="strips(downLeft)">
                                      <p:cBhvr>
                                        <p:cTn id="27" dur="1000"/>
                                        <p:tgtEl>
                                          <p:spTgt spid="28697"/>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28691"/>
                                        </p:tgtEl>
                                        <p:attrNameLst>
                                          <p:attrName>style.visibility</p:attrName>
                                        </p:attrNameLst>
                                      </p:cBhvr>
                                      <p:to>
                                        <p:strVal val="visible"/>
                                      </p:to>
                                    </p:set>
                                    <p:animEffect transition="in" filter="strips(downLeft)">
                                      <p:cBhvr>
                                        <p:cTn id="32" dur="1000"/>
                                        <p:tgtEl>
                                          <p:spTgt spid="28691"/>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grpId="0" nodeType="clickEffect">
                                  <p:stCondLst>
                                    <p:cond delay="0"/>
                                  </p:stCondLst>
                                  <p:childTnLst>
                                    <p:set>
                                      <p:cBhvr>
                                        <p:cTn id="36" dur="1" fill="hold">
                                          <p:stCondLst>
                                            <p:cond delay="0"/>
                                          </p:stCondLst>
                                        </p:cTn>
                                        <p:tgtEl>
                                          <p:spTgt spid="28688"/>
                                        </p:tgtEl>
                                        <p:attrNameLst>
                                          <p:attrName>style.visibility</p:attrName>
                                        </p:attrNameLst>
                                      </p:cBhvr>
                                      <p:to>
                                        <p:strVal val="visible"/>
                                      </p:to>
                                    </p:set>
                                    <p:animEffect transition="in" filter="strips(downLeft)">
                                      <p:cBhvr>
                                        <p:cTn id="37" dur="1000"/>
                                        <p:tgtEl>
                                          <p:spTgt spid="28688"/>
                                        </p:tgtEl>
                                      </p:cBhvr>
                                    </p:animEffect>
                                  </p:childTnLst>
                                </p:cTn>
                              </p:par>
                            </p:childTnLst>
                          </p:cTn>
                        </p:par>
                      </p:childTnLst>
                    </p:cTn>
                  </p:par>
                  <p:par>
                    <p:cTn id="38" fill="hold">
                      <p:stCondLst>
                        <p:cond delay="indefinite"/>
                      </p:stCondLst>
                      <p:childTnLst>
                        <p:par>
                          <p:cTn id="39" fill="hold">
                            <p:stCondLst>
                              <p:cond delay="0"/>
                            </p:stCondLst>
                            <p:childTnLst>
                              <p:par>
                                <p:cTn id="40" presetID="18" presetClass="entr" presetSubtype="12" fill="hold" grpId="0" nodeType="clickEffect">
                                  <p:stCondLst>
                                    <p:cond delay="0"/>
                                  </p:stCondLst>
                                  <p:childTnLst>
                                    <p:set>
                                      <p:cBhvr>
                                        <p:cTn id="41" dur="1" fill="hold">
                                          <p:stCondLst>
                                            <p:cond delay="0"/>
                                          </p:stCondLst>
                                        </p:cTn>
                                        <p:tgtEl>
                                          <p:spTgt spid="28689"/>
                                        </p:tgtEl>
                                        <p:attrNameLst>
                                          <p:attrName>style.visibility</p:attrName>
                                        </p:attrNameLst>
                                      </p:cBhvr>
                                      <p:to>
                                        <p:strVal val="visible"/>
                                      </p:to>
                                    </p:set>
                                    <p:animEffect transition="in" filter="strips(downLeft)">
                                      <p:cBhvr>
                                        <p:cTn id="42" dur="1000"/>
                                        <p:tgtEl>
                                          <p:spTgt spid="28689"/>
                                        </p:tgtEl>
                                      </p:cBhvr>
                                    </p:animEffect>
                                  </p:childTnLst>
                                </p:cTn>
                              </p:par>
                            </p:childTnLst>
                          </p:cTn>
                        </p:par>
                      </p:childTnLst>
                    </p:cTn>
                  </p:par>
                  <p:par>
                    <p:cTn id="43" fill="hold">
                      <p:stCondLst>
                        <p:cond delay="indefinite"/>
                      </p:stCondLst>
                      <p:childTnLst>
                        <p:par>
                          <p:cTn id="44" fill="hold">
                            <p:stCondLst>
                              <p:cond delay="0"/>
                            </p:stCondLst>
                            <p:childTnLst>
                              <p:par>
                                <p:cTn id="45" presetID="18" presetClass="entr" presetSubtype="12" fill="hold" grpId="0" nodeType="clickEffect">
                                  <p:stCondLst>
                                    <p:cond delay="0"/>
                                  </p:stCondLst>
                                  <p:childTnLst>
                                    <p:set>
                                      <p:cBhvr>
                                        <p:cTn id="46" dur="1" fill="hold">
                                          <p:stCondLst>
                                            <p:cond delay="0"/>
                                          </p:stCondLst>
                                        </p:cTn>
                                        <p:tgtEl>
                                          <p:spTgt spid="28703"/>
                                        </p:tgtEl>
                                        <p:attrNameLst>
                                          <p:attrName>style.visibility</p:attrName>
                                        </p:attrNameLst>
                                      </p:cBhvr>
                                      <p:to>
                                        <p:strVal val="visible"/>
                                      </p:to>
                                    </p:set>
                                    <p:animEffect transition="in" filter="strips(downLeft)">
                                      <p:cBhvr>
                                        <p:cTn id="47" dur="1000"/>
                                        <p:tgtEl>
                                          <p:spTgt spid="287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88" grpId="0"/>
      <p:bldP spid="28689" grpId="0"/>
      <p:bldP spid="28690" grpId="0"/>
      <p:bldP spid="28691" grpId="0"/>
      <p:bldP spid="28692" grpId="0" animBg="1"/>
      <p:bldP spid="28693" grpId="0" bldLvl="0" animBg="1"/>
      <p:bldP spid="28699" grpId="0" animBg="1"/>
      <p:bldP spid="28703"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30768" name="Group 48"/>
          <p:cNvGraphicFramePr>
            <a:graphicFrameLocks noGrp="1"/>
          </p:cNvGraphicFramePr>
          <p:nvPr>
            <p:ph idx="4294967295"/>
          </p:nvPr>
        </p:nvGraphicFramePr>
        <p:xfrm>
          <a:off x="457200" y="304800"/>
          <a:ext cx="8458200" cy="2557781"/>
        </p:xfrm>
        <a:graphic>
          <a:graphicData uri="http://schemas.openxmlformats.org/drawingml/2006/table">
            <a:tbl>
              <a:tblPr/>
              <a:tblGrid>
                <a:gridCol w="2970213"/>
                <a:gridCol w="1146175"/>
                <a:gridCol w="1141412"/>
                <a:gridCol w="3200400"/>
              </a:tblGrid>
              <a:tr h="944563">
                <a:tc rowSpan="2">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半反应式</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gridSpan="2">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1" u="none" strike="noStrike" cap="none" normalizeH="0" baseline="0" dirty="0" smtClean="0">
                          <a:ln>
                            <a:noFill/>
                          </a:ln>
                          <a:solidFill>
                            <a:srgbClr val="0033CC"/>
                          </a:solidFill>
                          <a:effectLst/>
                          <a:latin typeface="Times New Roman" panose="02020603050405020304" pitchFamily="18" charset="0"/>
                          <a:ea typeface="楷体_GB2312" pitchFamily="49" charset="-122"/>
                        </a:rPr>
                        <a:t>介质</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hMerge="1">
                  <a:txBody>
                    <a:bodyPr/>
                    <a:lstStyle/>
                    <a:p>
                      <a:endParaRPr lang="zh-CN"/>
                    </a:p>
                  </a:txBody>
                  <a:tcPr/>
                </a:tc>
                <a:tc rowSpan="2">
                  <a:txBody>
                    <a:bodyPr/>
                    <a:lstStyle/>
                    <a:p>
                      <a:pPr marL="0" marR="0" lvl="0" indent="0" algn="ctr" defTabSz="914400" rtl="0" eaLnBrk="1" fontAlgn="base" latinLnBrk="0" hangingPunct="1">
                        <a:lnSpc>
                          <a:spcPct val="130000"/>
                        </a:lnSpc>
                        <a:spcBef>
                          <a:spcPct val="20000"/>
                        </a:spcBef>
                        <a:spcAft>
                          <a:spcPct val="0"/>
                        </a:spcAft>
                        <a:buClrTx/>
                        <a:buSzTx/>
                        <a:buFontTx/>
                        <a:buNone/>
                      </a:pPr>
                      <a:r>
                        <a:rPr kumimoji="0" lang="zh-CN" altLang="en-US" sz="2600" b="1" i="0" u="none" strike="noStrike" cap="none" normalizeH="0" baseline="0" smtClean="0">
                          <a:ln>
                            <a:noFill/>
                          </a:ln>
                          <a:solidFill>
                            <a:schemeClr val="tx1"/>
                          </a:solidFill>
                          <a:effectLst/>
                          <a:latin typeface="Times New Roman" panose="02020603050405020304" pitchFamily="18" charset="0"/>
                          <a:ea typeface="楷体_GB2312" pitchFamily="49" charset="-122"/>
                        </a:rPr>
                        <a:t>注意</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r>
              <a:tr h="444500">
                <a:tc vMerge="1">
                  <a:txBody>
                    <a:bodyPr/>
                    <a:lstStyle/>
                    <a:p>
                      <a:endParaRPr lang="zh-CN"/>
                    </a:p>
                  </a:txBody>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1" u="none" strike="noStrike" cap="none" normalizeH="0" baseline="0" smtClean="0">
                          <a:ln>
                            <a:noFill/>
                          </a:ln>
                          <a:solidFill>
                            <a:srgbClr val="0033CC"/>
                          </a:solidFill>
                          <a:effectLst/>
                          <a:latin typeface="Times New Roman" panose="02020603050405020304" pitchFamily="18" charset="0"/>
                          <a:ea typeface="楷体_GB2312" pitchFamily="49" charset="-122"/>
                        </a:rPr>
                        <a:t>酸性</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1" u="none" strike="noStrike" cap="none" normalizeH="0" baseline="0" dirty="0" smtClean="0">
                          <a:ln>
                            <a:noFill/>
                          </a:ln>
                          <a:solidFill>
                            <a:srgbClr val="0033CC"/>
                          </a:solidFill>
                          <a:effectLst/>
                          <a:latin typeface="Times New Roman" panose="02020603050405020304" pitchFamily="18" charset="0"/>
                          <a:ea typeface="楷体_GB2312" pitchFamily="49" charset="-122"/>
                        </a:rPr>
                        <a:t>碱性</a:t>
                      </a:r>
                    </a:p>
                  </a:txBody>
                  <a:tcP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vMerge="1">
                  <a:txBody>
                    <a:bodyPr/>
                    <a:lstStyle/>
                    <a:p>
                      <a:endParaRPr lang="zh-CN"/>
                    </a:p>
                  </a:txBody>
                  <a:tcPr/>
                </a:tc>
              </a:tr>
              <a:tr h="574675">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多氧原子一侧</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600" b="1" i="1" u="none" strike="noStrike" cap="none" normalizeH="0" baseline="0" smtClean="0">
                          <a:ln>
                            <a:noFill/>
                          </a:ln>
                          <a:solidFill>
                            <a:srgbClr val="0033CC"/>
                          </a:solidFill>
                          <a:effectLst/>
                          <a:latin typeface="Times New Roman" panose="02020603050405020304" pitchFamily="18" charset="0"/>
                          <a:ea typeface="楷体_GB2312" pitchFamily="49" charset="-122"/>
                        </a:rPr>
                        <a:t>H</a:t>
                      </a:r>
                      <a:r>
                        <a:rPr kumimoji="0" lang="en-US" altLang="zh-CN" sz="2600" b="1" i="1" u="none" strike="noStrike" cap="none" normalizeH="0" baseline="30000" smtClean="0">
                          <a:ln>
                            <a:noFill/>
                          </a:ln>
                          <a:solidFill>
                            <a:srgbClr val="0033CC"/>
                          </a:solidFill>
                          <a:effectLst/>
                          <a:latin typeface="Times New Roman" panose="02020603050405020304" pitchFamily="18" charset="0"/>
                          <a:ea typeface="楷体_GB2312" pitchFamily="49" charset="-122"/>
                        </a:rPr>
                        <a:t>+</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600" b="1" i="1" u="none" strike="noStrike" cap="none" normalizeH="0" baseline="0" dirty="0" smtClean="0">
                          <a:ln>
                            <a:noFill/>
                          </a:ln>
                          <a:solidFill>
                            <a:srgbClr val="0033CC"/>
                          </a:solidFill>
                          <a:effectLst/>
                          <a:latin typeface="Times New Roman" panose="02020603050405020304" pitchFamily="18" charset="0"/>
                          <a:ea typeface="楷体_GB2312" pitchFamily="49" charset="-122"/>
                        </a:rPr>
                        <a:t>H</a:t>
                      </a:r>
                      <a:r>
                        <a:rPr kumimoji="0" lang="en-US" altLang="zh-CN" sz="2600" b="1" i="1" u="none" strike="noStrike" cap="none" normalizeH="0" baseline="-25000" dirty="0" smtClean="0">
                          <a:ln>
                            <a:noFill/>
                          </a:ln>
                          <a:solidFill>
                            <a:srgbClr val="0033CC"/>
                          </a:solidFill>
                          <a:effectLst/>
                          <a:latin typeface="Times New Roman" panose="02020603050405020304" pitchFamily="18" charset="0"/>
                          <a:ea typeface="楷体_GB2312" pitchFamily="49" charset="-122"/>
                        </a:rPr>
                        <a:t>2</a:t>
                      </a:r>
                      <a:r>
                        <a:rPr kumimoji="0" lang="en-US" altLang="zh-CN" sz="2600" b="1" i="1" u="none" strike="noStrike" cap="none" normalizeH="0" baseline="0" dirty="0" smtClean="0">
                          <a:ln>
                            <a:noFill/>
                          </a:ln>
                          <a:solidFill>
                            <a:srgbClr val="0033CC"/>
                          </a:solidFill>
                          <a:effectLst/>
                          <a:latin typeface="Times New Roman" panose="02020603050405020304" pitchFamily="18" charset="0"/>
                          <a:ea typeface="楷体_GB2312" pitchFamily="49" charset="-122"/>
                        </a:rPr>
                        <a:t>O</a:t>
                      </a:r>
                    </a:p>
                  </a:txBody>
                  <a:tcP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0" u="none" strike="noStrike" cap="none" normalizeH="0" baseline="0" smtClean="0">
                          <a:ln>
                            <a:noFill/>
                          </a:ln>
                          <a:solidFill>
                            <a:schemeClr val="tx1"/>
                          </a:solidFill>
                          <a:effectLst/>
                          <a:latin typeface="Times New Roman" panose="02020603050405020304" pitchFamily="18" charset="0"/>
                          <a:ea typeface="楷体_GB2312" pitchFamily="49" charset="-122"/>
                        </a:rPr>
                        <a:t>不能出现</a:t>
                      </a:r>
                      <a:r>
                        <a:rPr kumimoji="0" lang="en-US" altLang="zh-CN" sz="2600" b="1" i="0" u="none" strike="noStrike" cap="none" normalizeH="0" baseline="0" smtClean="0">
                          <a:ln>
                            <a:noFill/>
                          </a:ln>
                          <a:solidFill>
                            <a:schemeClr val="tx1"/>
                          </a:solidFill>
                          <a:effectLst/>
                          <a:latin typeface="Times New Roman" panose="02020603050405020304" pitchFamily="18" charset="0"/>
                          <a:ea typeface="楷体_GB2312" pitchFamily="49" charset="-122"/>
                        </a:rPr>
                        <a:t>OH</a:t>
                      </a:r>
                      <a:r>
                        <a:rPr kumimoji="0" lang="en-US" altLang="zh-CN" sz="2600" b="1" i="0" u="none" strike="noStrike" cap="none" normalizeH="0" baseline="30000" smtClean="0">
                          <a:ln>
                            <a:noFill/>
                          </a:ln>
                          <a:solidFill>
                            <a:schemeClr val="tx1"/>
                          </a:solidFill>
                          <a:effectLst/>
                          <a:latin typeface="Times New Roman" panose="02020603050405020304" pitchFamily="18" charset="0"/>
                          <a:ea typeface="楷体_GB2312" pitchFamily="49" charset="-122"/>
                        </a:rPr>
                        <a:t>-</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r>
              <a:tr h="550863">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0" u="none" strike="noStrike" cap="none" normalizeH="0" baseline="0" smtClean="0">
                          <a:ln>
                            <a:noFill/>
                          </a:ln>
                          <a:solidFill>
                            <a:schemeClr val="tx1"/>
                          </a:solidFill>
                          <a:effectLst/>
                          <a:latin typeface="Times New Roman" panose="02020603050405020304" pitchFamily="18" charset="0"/>
                          <a:ea typeface="楷体_GB2312" pitchFamily="49" charset="-122"/>
                        </a:rPr>
                        <a:t>少氧原子一侧</a:t>
                      </a:r>
                    </a:p>
                  </a:txBody>
                  <a:tcPr horzOverflow="overflow">
                    <a:lnL w="28575"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600" b="1" i="1" u="none" strike="noStrike" cap="none" normalizeH="0" baseline="0" smtClean="0">
                          <a:ln>
                            <a:noFill/>
                          </a:ln>
                          <a:solidFill>
                            <a:srgbClr val="0033CC"/>
                          </a:solidFill>
                          <a:effectLst/>
                          <a:latin typeface="Times New Roman" panose="02020603050405020304" pitchFamily="18" charset="0"/>
                          <a:ea typeface="楷体_GB2312" pitchFamily="49" charset="-122"/>
                        </a:rPr>
                        <a:t>H</a:t>
                      </a:r>
                      <a:r>
                        <a:rPr kumimoji="0" lang="en-US" altLang="zh-CN" sz="2600" b="1" i="1" u="none" strike="noStrike" cap="none" normalizeH="0" baseline="-25000" smtClean="0">
                          <a:ln>
                            <a:noFill/>
                          </a:ln>
                          <a:solidFill>
                            <a:srgbClr val="0033CC"/>
                          </a:solidFill>
                          <a:effectLst/>
                          <a:latin typeface="Times New Roman" panose="02020603050405020304" pitchFamily="18" charset="0"/>
                          <a:ea typeface="楷体_GB2312" pitchFamily="49" charset="-122"/>
                        </a:rPr>
                        <a:t>2</a:t>
                      </a:r>
                      <a:r>
                        <a:rPr kumimoji="0" lang="en-US" altLang="zh-CN" sz="2600" b="1" i="1" u="none" strike="noStrike" cap="none" normalizeH="0" baseline="0" smtClean="0">
                          <a:ln>
                            <a:noFill/>
                          </a:ln>
                          <a:solidFill>
                            <a:srgbClr val="0033CC"/>
                          </a:solidFill>
                          <a:effectLst/>
                          <a:latin typeface="Times New Roman" panose="02020603050405020304" pitchFamily="18" charset="0"/>
                          <a:ea typeface="楷体_GB2312" pitchFamily="49" charset="-122"/>
                        </a:rPr>
                        <a:t>O</a:t>
                      </a:r>
                    </a:p>
                  </a:txBody>
                  <a:tcPr horzOverflow="overflow">
                    <a:lnL w="381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en-US" altLang="zh-CN" sz="2600" b="1" i="1" u="none" strike="noStrike" cap="none" normalizeH="0" baseline="0" dirty="0" smtClean="0">
                          <a:ln>
                            <a:noFill/>
                          </a:ln>
                          <a:solidFill>
                            <a:srgbClr val="0033CC"/>
                          </a:solidFill>
                          <a:effectLst/>
                          <a:latin typeface="Times New Roman" panose="02020603050405020304" pitchFamily="18" charset="0"/>
                          <a:ea typeface="楷体_GB2312" pitchFamily="49" charset="-122"/>
                        </a:rPr>
                        <a:t>OH</a:t>
                      </a:r>
                      <a:r>
                        <a:rPr kumimoji="0" lang="en-US" altLang="zh-CN" sz="2600" b="1" i="1" u="none" strike="noStrike" cap="none" normalizeH="0" baseline="30000" dirty="0" smtClean="0">
                          <a:ln>
                            <a:noFill/>
                          </a:ln>
                          <a:solidFill>
                            <a:srgbClr val="0033CC"/>
                          </a:solidFill>
                          <a:effectLst/>
                          <a:latin typeface="Times New Roman" panose="02020603050405020304" pitchFamily="18" charset="0"/>
                          <a:ea typeface="楷体_GB2312" pitchFamily="49" charset="-122"/>
                        </a:rPr>
                        <a:t>-</a:t>
                      </a:r>
                    </a:p>
                  </a:txBody>
                  <a:tcPr horzOverflow="overflow">
                    <a:lnL w="127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pPr>
                      <a:r>
                        <a:rPr kumimoji="0" lang="zh-CN" altLang="en-US"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不能出现</a:t>
                      </a:r>
                      <a:r>
                        <a:rPr kumimoji="0" lang="en-US" altLang="zh-CN" sz="2600" b="1" i="0" u="none" strike="noStrike" cap="none" normalizeH="0" baseline="0" dirty="0" smtClean="0">
                          <a:ln>
                            <a:noFill/>
                          </a:ln>
                          <a:solidFill>
                            <a:schemeClr val="tx1"/>
                          </a:solidFill>
                          <a:effectLst/>
                          <a:latin typeface="Times New Roman" panose="02020603050405020304" pitchFamily="18" charset="0"/>
                          <a:ea typeface="楷体_GB2312" pitchFamily="49" charset="-122"/>
                        </a:rPr>
                        <a:t>H</a:t>
                      </a:r>
                      <a:r>
                        <a:rPr kumimoji="0" lang="en-US" altLang="zh-CN" sz="2600" b="1" i="0" u="none" strike="noStrike" cap="none" normalizeH="0" baseline="30000" dirty="0" smtClean="0">
                          <a:ln>
                            <a:noFill/>
                          </a:ln>
                          <a:solidFill>
                            <a:schemeClr val="tx1"/>
                          </a:solidFill>
                          <a:effectLst/>
                          <a:latin typeface="Times New Roman" panose="02020603050405020304" pitchFamily="18" charset="0"/>
                          <a:ea typeface="楷体_GB2312" pitchFamily="49" charset="-122"/>
                        </a:rPr>
                        <a:t>+</a:t>
                      </a:r>
                    </a:p>
                  </a:txBody>
                  <a:tcPr horzOverflow="overflow">
                    <a:lnL w="38100" cap="flat" cmpd="sng" algn="ctr">
                      <a:solidFill>
                        <a:schemeClr val="tx1"/>
                      </a:solidFill>
                      <a:prstDash val="solid"/>
                      <a:round/>
                      <a:headEnd type="none" w="med" len="med"/>
                      <a:tailEnd type="none" w="med" len="med"/>
                    </a:lnL>
                    <a:lnR w="381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pattFill prst="horzBrick">
                      <a:fgClr>
                        <a:srgbClr val="00FF00"/>
                      </a:fgClr>
                      <a:bgClr>
                        <a:schemeClr val="bg1"/>
                      </a:bgClr>
                    </a:pattFill>
                  </a:tcPr>
                </a:tc>
              </a:tr>
            </a:tbl>
          </a:graphicData>
        </a:graphic>
      </p:graphicFrame>
      <p:sp>
        <p:nvSpPr>
          <p:cNvPr id="30758" name="Text Box 38"/>
          <p:cNvSpPr txBox="1"/>
          <p:nvPr/>
        </p:nvSpPr>
        <p:spPr>
          <a:xfrm>
            <a:off x="1676400" y="6019800"/>
            <a:ext cx="6096000" cy="488950"/>
          </a:xfrm>
          <a:prstGeom prst="rect">
            <a:avLst/>
          </a:prstGeom>
          <a:noFill/>
          <a:ln w="9525">
            <a:noFill/>
          </a:ln>
        </p:spPr>
        <p:txBody>
          <a:bodyPr>
            <a:spAutoFit/>
          </a:bodyPr>
          <a:lstStyle/>
          <a:p>
            <a:r>
              <a:rPr lang="zh-CN" altLang="en-US" sz="2600" i="0" dirty="0">
                <a:solidFill>
                  <a:schemeClr val="tx1"/>
                </a:solidFill>
                <a:latin typeface="楷体_GB2312" pitchFamily="49" charset="-122"/>
              </a:rPr>
              <a:t>但不能配平</a:t>
            </a:r>
            <a:r>
              <a:rPr lang="zh-CN" altLang="en-US" sz="2600" dirty="0">
                <a:solidFill>
                  <a:schemeClr val="tx1"/>
                </a:solidFill>
                <a:latin typeface="楷体_GB2312" pitchFamily="49" charset="-122"/>
              </a:rPr>
              <a:t>气相或固相反应</a:t>
            </a:r>
            <a:r>
              <a:rPr lang="zh-CN" altLang="en-US" sz="2600" i="0" dirty="0">
                <a:solidFill>
                  <a:schemeClr val="tx1"/>
                </a:solidFill>
                <a:latin typeface="楷体_GB2312" pitchFamily="49" charset="-122"/>
              </a:rPr>
              <a:t>式</a:t>
            </a:r>
          </a:p>
        </p:txBody>
      </p:sp>
      <p:sp>
        <p:nvSpPr>
          <p:cNvPr id="30759" name="Rectangle 39"/>
          <p:cNvSpPr/>
          <p:nvPr/>
        </p:nvSpPr>
        <p:spPr>
          <a:xfrm>
            <a:off x="1676400" y="4876800"/>
            <a:ext cx="6096000" cy="88582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1. </a:t>
            </a:r>
            <a:r>
              <a:rPr lang="zh-CN" altLang="en-US" sz="2600" i="0" dirty="0">
                <a:solidFill>
                  <a:schemeClr val="tx1"/>
                </a:solidFill>
                <a:latin typeface="Times New Roman" panose="02020603050405020304" pitchFamily="18" charset="0"/>
              </a:rPr>
              <a:t>在配平时，不需知道元素的氧化值</a:t>
            </a:r>
          </a:p>
          <a:p>
            <a:pPr>
              <a:spcBef>
                <a:spcPct val="0"/>
              </a:spcBef>
            </a:pPr>
            <a:r>
              <a:rPr lang="en-US" altLang="zh-CN" sz="2600" i="0" dirty="0">
                <a:solidFill>
                  <a:schemeClr val="tx1"/>
                </a:solidFill>
                <a:latin typeface="Times New Roman" panose="02020603050405020304" pitchFamily="18" charset="0"/>
              </a:rPr>
              <a:t>2. </a:t>
            </a:r>
            <a:r>
              <a:rPr lang="zh-CN" altLang="en-US" sz="2600" i="0" dirty="0">
                <a:solidFill>
                  <a:schemeClr val="tx1"/>
                </a:solidFill>
                <a:latin typeface="Times New Roman" panose="02020603050405020304" pitchFamily="18" charset="0"/>
              </a:rPr>
              <a:t>能反映在水溶液中的氧化还原本质</a:t>
            </a:r>
          </a:p>
        </p:txBody>
      </p:sp>
      <p:sp>
        <p:nvSpPr>
          <p:cNvPr id="30760" name="Text Box 40"/>
          <p:cNvSpPr txBox="1">
            <a:spLocks noChangeArrowheads="1"/>
          </p:cNvSpPr>
          <p:nvPr/>
        </p:nvSpPr>
        <p:spPr bwMode="auto">
          <a:xfrm>
            <a:off x="304800" y="4343400"/>
            <a:ext cx="1447800" cy="457200"/>
          </a:xfrm>
          <a:prstGeom prst="rect">
            <a:avLst/>
          </a:prstGeom>
          <a:gradFill rotWithShape="1">
            <a:gsLst>
              <a:gs pos="0">
                <a:srgbClr val="FFFF99">
                  <a:gamma/>
                  <a:shade val="20000"/>
                  <a:invGamma/>
                </a:srgbClr>
              </a:gs>
              <a:gs pos="50000">
                <a:srgbClr val="FFFF99"/>
              </a:gs>
              <a:gs pos="100000">
                <a:srgbClr val="FFFF99">
                  <a:gamma/>
                  <a:shade val="20000"/>
                  <a:invGamma/>
                </a:srgbClr>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spcBef>
                <a:spcPct val="0"/>
              </a:spcBef>
              <a:buClrTx/>
              <a:buSzTx/>
              <a:buFontTx/>
              <a:buNone/>
              <a:defRPr/>
            </a:pPr>
            <a:r>
              <a:rPr kumimoji="1" lang="zh-CN" altLang="en-US" sz="3000" kern="1200" cap="none" spc="0" normalizeH="0" baseline="0" noProof="0">
                <a:solidFill>
                  <a:schemeClr val="tx1"/>
                </a:solidFill>
                <a:effectLst>
                  <a:outerShdw blurRad="38100" dist="38100" dir="2700000" algn="tl">
                    <a:srgbClr val="000000"/>
                  </a:outerShdw>
                </a:effectLst>
                <a:latin typeface="Symbol" panose="05050102010706020507" pitchFamily="18" charset="2"/>
                <a:ea typeface="楷体_GB2312" pitchFamily="49" charset="-122"/>
                <a:cs typeface="+mn-cs"/>
              </a:rPr>
              <a:t>优缺点</a:t>
            </a:r>
            <a:endParaRPr kumimoji="1" lang="zh-CN" altLang="en-US" sz="3000" b="0" i="0" kern="1200" cap="none" spc="0" normalizeH="0" baseline="0" noProof="0">
              <a:solidFill>
                <a:schemeClr val="tx1"/>
              </a:solidFill>
              <a:latin typeface="Times New Roman" panose="02020603050405020304" pitchFamily="18" charset="0"/>
              <a:ea typeface="楷体_GB2312" pitchFamily="49" charset="-122"/>
              <a:cs typeface="+mn-cs"/>
            </a:endParaRPr>
          </a:p>
        </p:txBody>
      </p:sp>
      <p:sp>
        <p:nvSpPr>
          <p:cNvPr id="30761" name="Text Box 41"/>
          <p:cNvSpPr txBox="1"/>
          <p:nvPr/>
        </p:nvSpPr>
        <p:spPr>
          <a:xfrm>
            <a:off x="2286000" y="3200400"/>
            <a:ext cx="6629400" cy="488950"/>
          </a:xfrm>
          <a:prstGeom prst="rect">
            <a:avLst/>
          </a:prstGeom>
          <a:noFill/>
          <a:ln w="9525">
            <a:noFill/>
          </a:ln>
        </p:spPr>
        <p:txBody>
          <a:bodyPr>
            <a:spAutoFit/>
          </a:bodyPr>
          <a:lstStyle/>
          <a:p>
            <a:r>
              <a:rPr lang="en-US" altLang="zh-CN" sz="2600" i="0" dirty="0">
                <a:solidFill>
                  <a:schemeClr val="tx1"/>
                </a:solidFill>
                <a:latin typeface="Times New Roman" panose="02020603050405020304" pitchFamily="18" charset="0"/>
                <a:ea typeface="宋体" panose="02010600030101010101" pitchFamily="2" charset="-122"/>
              </a:rPr>
              <a:t>1</a:t>
            </a:r>
            <a:r>
              <a:rPr lang="zh-CN" altLang="en-US" sz="2600" i="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MnO</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chemeClr val="tx1"/>
                </a:solidFill>
                <a:latin typeface="Times New Roman" panose="02020603050405020304" pitchFamily="18" charset="0"/>
                <a:ea typeface="宋体" panose="02010600030101010101" pitchFamily="2" charset="-122"/>
              </a:rPr>
              <a:t> + SO</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chemeClr val="tx1"/>
                </a:solidFill>
                <a:latin typeface="Times New Roman" panose="02020603050405020304" pitchFamily="18" charset="0"/>
                <a:ea typeface="宋体" panose="02010600030101010101" pitchFamily="2" charset="-122"/>
              </a:rPr>
              <a:t> →MnO</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chemeClr val="tx1"/>
                </a:solidFill>
                <a:latin typeface="Times New Roman" panose="02020603050405020304" pitchFamily="18" charset="0"/>
                <a:ea typeface="宋体" panose="02010600030101010101" pitchFamily="2" charset="-122"/>
              </a:rPr>
              <a:t>+ SO</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chemeClr val="tx1"/>
                </a:solidFill>
                <a:latin typeface="Times New Roman" panose="02020603050405020304" pitchFamily="18" charset="0"/>
                <a:ea typeface="宋体" panose="02010600030101010101" pitchFamily="2" charset="-122"/>
              </a:rPr>
              <a:t>+OH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30762" name="Text Box 42"/>
          <p:cNvSpPr txBox="1">
            <a:spLocks noChangeArrowheads="1"/>
          </p:cNvSpPr>
          <p:nvPr/>
        </p:nvSpPr>
        <p:spPr bwMode="auto">
          <a:xfrm>
            <a:off x="457200" y="3352800"/>
            <a:ext cx="1219200" cy="457200"/>
          </a:xfrm>
          <a:prstGeom prst="rect">
            <a:avLst/>
          </a:prstGeom>
          <a:gradFill rotWithShape="1">
            <a:gsLst>
              <a:gs pos="0">
                <a:srgbClr val="FFFF99">
                  <a:gamma/>
                  <a:shade val="20000"/>
                  <a:invGamma/>
                </a:srgbClr>
              </a:gs>
              <a:gs pos="50000">
                <a:srgbClr val="FFFF99"/>
              </a:gs>
              <a:gs pos="100000">
                <a:srgbClr val="FFFF99">
                  <a:gamma/>
                  <a:shade val="20000"/>
                  <a:invGamma/>
                </a:srgbClr>
              </a:gs>
            </a:gsLst>
            <a:lin ang="5400000" scaled="1"/>
          </a:gradFill>
          <a:ln w="9525">
            <a:noFill/>
            <a:miter lim="800000"/>
          </a:ln>
          <a:effectLst>
            <a:outerShdw sy="50000" kx="-2453608" algn="br" rotWithShape="0">
              <a:srgbClr val="808080"/>
            </a:outerShdw>
          </a:effectLst>
        </p:spPr>
        <p:txBody>
          <a:bodyPr>
            <a:spAutoFit/>
          </a:bodyPr>
          <a:lstStyle/>
          <a:p>
            <a:pPr marR="0" defTabSz="914400">
              <a:lnSpc>
                <a:spcPct val="80000"/>
              </a:lnSpc>
              <a:spcBef>
                <a:spcPct val="0"/>
              </a:spcBef>
              <a:buClrTx/>
              <a:buSzTx/>
              <a:buFontTx/>
              <a:buNone/>
              <a:defRPr/>
            </a:pPr>
            <a:r>
              <a:rPr kumimoji="1" lang="zh-CN" altLang="en-US" sz="3000" kern="1200" cap="none" spc="0" normalizeH="0" baseline="0" noProof="0">
                <a:solidFill>
                  <a:schemeClr val="tx1"/>
                </a:solidFill>
                <a:effectLst>
                  <a:outerShdw blurRad="38100" dist="38100" dir="2700000" algn="tl">
                    <a:srgbClr val="000000"/>
                  </a:outerShdw>
                </a:effectLst>
                <a:latin typeface="Symbol" panose="05050102010706020507" pitchFamily="18" charset="2"/>
                <a:ea typeface="楷体_GB2312" pitchFamily="49" charset="-122"/>
                <a:cs typeface="+mn-cs"/>
              </a:rPr>
              <a:t>练习</a:t>
            </a:r>
            <a:endParaRPr kumimoji="1" lang="zh-CN" altLang="en-US" sz="3000" b="0" i="0" kern="1200" cap="none" spc="0" normalizeH="0" baseline="0" noProof="0">
              <a:solidFill>
                <a:schemeClr val="tx1"/>
              </a:solidFill>
              <a:latin typeface="Times New Roman" panose="02020603050405020304" pitchFamily="18" charset="0"/>
              <a:ea typeface="楷体_GB2312" pitchFamily="49" charset="-122"/>
              <a:cs typeface="+mn-cs"/>
            </a:endParaRPr>
          </a:p>
        </p:txBody>
      </p:sp>
      <p:sp>
        <p:nvSpPr>
          <p:cNvPr id="30763" name="Text Box 43"/>
          <p:cNvSpPr txBox="1"/>
          <p:nvPr/>
        </p:nvSpPr>
        <p:spPr>
          <a:xfrm>
            <a:off x="2362200" y="3810000"/>
            <a:ext cx="5715000" cy="527050"/>
          </a:xfrm>
          <a:prstGeom prst="rect">
            <a:avLst/>
          </a:prstGeom>
          <a:noFill/>
          <a:ln w="9525">
            <a:noFill/>
          </a:ln>
        </p:spPr>
        <p:txBody>
          <a:bodyPr>
            <a:spAutoFit/>
          </a:bodyPr>
          <a:lstStyle/>
          <a:p>
            <a:pPr marL="457200" indent="-457200">
              <a:lnSpc>
                <a:spcPct val="120000"/>
              </a:lnSpc>
            </a:pPr>
            <a:r>
              <a:rPr lang="en-US" altLang="zh-CN" sz="2600" i="0" dirty="0">
                <a:solidFill>
                  <a:schemeClr val="tx1"/>
                </a:solidFill>
                <a:latin typeface="Times New Roman" panose="02020603050405020304" pitchFamily="18" charset="0"/>
                <a:ea typeface="宋体" panose="02010600030101010101" pitchFamily="2" charset="-122"/>
              </a:rPr>
              <a:t>2</a:t>
            </a:r>
            <a:r>
              <a:rPr lang="zh-CN" altLang="en-US" sz="2600" i="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HClO</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 + P</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dirty="0">
                <a:solidFill>
                  <a:schemeClr val="tx1"/>
                </a:solidFill>
                <a:latin typeface="Times New Roman" panose="02020603050405020304" pitchFamily="18" charset="0"/>
                <a:ea typeface="宋体" panose="02010600030101010101" pitchFamily="2" charset="-122"/>
              </a:rPr>
              <a:t> + 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O → HCl + H</a:t>
            </a:r>
            <a:r>
              <a:rPr lang="en-US" altLang="zh-CN" sz="2600" i="0" baseline="-30000" dirty="0">
                <a:solidFill>
                  <a:schemeClr val="tx1"/>
                </a:solidFill>
                <a:latin typeface="Times New Roman" panose="02020603050405020304" pitchFamily="18" charset="0"/>
                <a:ea typeface="宋体" panose="02010600030101010101" pitchFamily="2" charset="-122"/>
              </a:rPr>
              <a:t>3</a:t>
            </a:r>
            <a:r>
              <a:rPr lang="en-US" altLang="zh-CN" sz="2600" i="0" dirty="0">
                <a:solidFill>
                  <a:schemeClr val="tx1"/>
                </a:solidFill>
                <a:latin typeface="Times New Roman" panose="02020603050405020304" pitchFamily="18" charset="0"/>
                <a:ea typeface="宋体" panose="02010600030101010101" pitchFamily="2" charset="-122"/>
              </a:rPr>
              <a:t>PO</a:t>
            </a:r>
            <a:r>
              <a:rPr lang="en-US" altLang="zh-CN" sz="2600" i="0" baseline="-30000" dirty="0">
                <a:solidFill>
                  <a:schemeClr val="tx1"/>
                </a:solidFill>
                <a:latin typeface="Times New Roman" panose="02020603050405020304" pitchFamily="18" charset="0"/>
                <a:ea typeface="宋体" panose="02010600030101010101" pitchFamily="2" charset="-122"/>
              </a:rPr>
              <a:t>4</a:t>
            </a:r>
            <a:endParaRPr lang="en-US" altLang="zh-CN" sz="2600" i="0" dirty="0">
              <a:solidFill>
                <a:schemeClr val="tx1"/>
              </a:solidFill>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30768"/>
                                        </p:tgtEl>
                                        <p:attrNameLst>
                                          <p:attrName>style.visibility</p:attrName>
                                        </p:attrNameLst>
                                      </p:cBhvr>
                                      <p:to>
                                        <p:strVal val="visible"/>
                                      </p:to>
                                    </p:set>
                                    <p:animEffect transition="in" filter="diamond(in)">
                                      <p:cBhvr>
                                        <p:cTn id="7" dur="1000"/>
                                        <p:tgtEl>
                                          <p:spTgt spid="30768"/>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30762"/>
                                        </p:tgtEl>
                                        <p:attrNameLst>
                                          <p:attrName>style.visibility</p:attrName>
                                        </p:attrNameLst>
                                      </p:cBhvr>
                                      <p:to>
                                        <p:strVal val="visible"/>
                                      </p:to>
                                    </p:set>
                                    <p:animEffect transition="in" filter="diamond(in)">
                                      <p:cBhvr>
                                        <p:cTn id="12" dur="1000"/>
                                        <p:tgtEl>
                                          <p:spTgt spid="3076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0761"/>
                                        </p:tgtEl>
                                        <p:attrNameLst>
                                          <p:attrName>style.visibility</p:attrName>
                                        </p:attrNameLst>
                                      </p:cBhvr>
                                      <p:to>
                                        <p:strVal val="visible"/>
                                      </p:to>
                                    </p:set>
                                    <p:animEffect transition="in" filter="diamond(in)">
                                      <p:cBhvr>
                                        <p:cTn id="17" dur="1000"/>
                                        <p:tgtEl>
                                          <p:spTgt spid="30761"/>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0763"/>
                                        </p:tgtEl>
                                        <p:attrNameLst>
                                          <p:attrName>style.visibility</p:attrName>
                                        </p:attrNameLst>
                                      </p:cBhvr>
                                      <p:to>
                                        <p:strVal val="visible"/>
                                      </p:to>
                                    </p:set>
                                    <p:animEffect transition="in" filter="diamond(in)">
                                      <p:cBhvr>
                                        <p:cTn id="22" dur="1000"/>
                                        <p:tgtEl>
                                          <p:spTgt spid="30763"/>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0760"/>
                                        </p:tgtEl>
                                        <p:attrNameLst>
                                          <p:attrName>style.visibility</p:attrName>
                                        </p:attrNameLst>
                                      </p:cBhvr>
                                      <p:to>
                                        <p:strVal val="visible"/>
                                      </p:to>
                                    </p:set>
                                    <p:animEffect transition="in" filter="diamond(in)">
                                      <p:cBhvr>
                                        <p:cTn id="27" dur="1000"/>
                                        <p:tgtEl>
                                          <p:spTgt spid="30760"/>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grpId="0" nodeType="clickEffect">
                                  <p:stCondLst>
                                    <p:cond delay="0"/>
                                  </p:stCondLst>
                                  <p:childTnLst>
                                    <p:set>
                                      <p:cBhvr>
                                        <p:cTn id="31" dur="1" fill="hold">
                                          <p:stCondLst>
                                            <p:cond delay="0"/>
                                          </p:stCondLst>
                                        </p:cTn>
                                        <p:tgtEl>
                                          <p:spTgt spid="30759"/>
                                        </p:tgtEl>
                                        <p:attrNameLst>
                                          <p:attrName>style.visibility</p:attrName>
                                        </p:attrNameLst>
                                      </p:cBhvr>
                                      <p:to>
                                        <p:strVal val="visible"/>
                                      </p:to>
                                    </p:set>
                                    <p:animEffect transition="in" filter="diamond(in)">
                                      <p:cBhvr>
                                        <p:cTn id="32" dur="1000"/>
                                        <p:tgtEl>
                                          <p:spTgt spid="30759"/>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30758"/>
                                        </p:tgtEl>
                                        <p:attrNameLst>
                                          <p:attrName>style.visibility</p:attrName>
                                        </p:attrNameLst>
                                      </p:cBhvr>
                                      <p:to>
                                        <p:strVal val="visible"/>
                                      </p:to>
                                    </p:set>
                                    <p:animEffect transition="in" filter="diamond(in)">
                                      <p:cBhvr>
                                        <p:cTn id="37" dur="1000"/>
                                        <p:tgtEl>
                                          <p:spTgt spid="307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8" grpId="0"/>
      <p:bldP spid="30759" grpId="0"/>
      <p:bldP spid="30760" grpId="0" animBg="1"/>
      <p:bldP spid="30761" grpId="0"/>
      <p:bldP spid="30762" grpId="0" animBg="1"/>
      <p:bldP spid="30763" grpId="0"/>
    </p:bld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27" name="Text Box 11"/>
          <p:cNvSpPr txBox="1"/>
          <p:nvPr/>
        </p:nvSpPr>
        <p:spPr>
          <a:xfrm>
            <a:off x="228600" y="457200"/>
            <a:ext cx="1524000" cy="579438"/>
          </a:xfrm>
          <a:prstGeom prst="rect">
            <a:avLst/>
          </a:prstGeom>
          <a:solidFill>
            <a:srgbClr val="FF99CC"/>
          </a:solidFill>
          <a:ln w="9525">
            <a:noFill/>
          </a:ln>
        </p:spPr>
        <p:txBody>
          <a:bodyPr>
            <a:spAutoFit/>
          </a:bodyPr>
          <a:lstStyle/>
          <a:p>
            <a:pPr algn="ctr"/>
            <a:r>
              <a:rPr lang="zh-CN" altLang="en-US" sz="3200" i="0" dirty="0">
                <a:solidFill>
                  <a:srgbClr val="0000CC"/>
                </a:solidFill>
                <a:latin typeface="楷体_GB2312" pitchFamily="49" charset="-122"/>
              </a:rPr>
              <a:t>配平</a:t>
            </a:r>
          </a:p>
        </p:txBody>
      </p:sp>
      <p:graphicFrame>
        <p:nvGraphicFramePr>
          <p:cNvPr id="34828" name="Object 12"/>
          <p:cNvGraphicFramePr>
            <a:graphicFrameLocks/>
          </p:cNvGraphicFramePr>
          <p:nvPr/>
        </p:nvGraphicFramePr>
        <p:xfrm>
          <a:off x="228600" y="1066800"/>
          <a:ext cx="8686800" cy="685800"/>
        </p:xfrm>
        <a:graphic>
          <a:graphicData uri="http://schemas.openxmlformats.org/presentationml/2006/ole">
            <p:oleObj spid="_x0000_s37894" r:id="rId4" imgW="75285600" imgH="5791200" progId="Equation.3">
              <p:embed/>
            </p:oleObj>
          </a:graphicData>
        </a:graphic>
      </p:graphicFrame>
      <p:sp>
        <p:nvSpPr>
          <p:cNvPr id="34829" name="Text Box 13"/>
          <p:cNvSpPr txBox="1"/>
          <p:nvPr/>
        </p:nvSpPr>
        <p:spPr>
          <a:xfrm>
            <a:off x="533400" y="3124200"/>
            <a:ext cx="2952750" cy="579438"/>
          </a:xfrm>
          <a:prstGeom prst="rect">
            <a:avLst/>
          </a:prstGeom>
          <a:solidFill>
            <a:srgbClr val="CCFFCC"/>
          </a:solidFill>
          <a:ln w="9525">
            <a:noFill/>
          </a:ln>
        </p:spPr>
        <p:txBody>
          <a:bodyPr>
            <a:spAutoFit/>
          </a:bodyPr>
          <a:lstStyle/>
          <a:p>
            <a:r>
              <a:rPr lang="en-US" altLang="zh-CN" i="0" dirty="0">
                <a:solidFill>
                  <a:srgbClr val="0000CC"/>
                </a:solidFill>
                <a:latin typeface="楷体_GB2312" pitchFamily="49" charset="-122"/>
              </a:rPr>
              <a:t>①</a:t>
            </a:r>
            <a:r>
              <a:rPr lang="en-US" altLang="zh-CN" sz="3200" i="0" dirty="0">
                <a:solidFill>
                  <a:srgbClr val="0000CC"/>
                </a:solidFill>
                <a:latin typeface="楷体_GB2312" pitchFamily="49" charset="-122"/>
              </a:rPr>
              <a:t>×5+</a:t>
            </a:r>
            <a:r>
              <a:rPr lang="en-US" altLang="zh-CN" i="0" dirty="0">
                <a:solidFill>
                  <a:srgbClr val="0000CC"/>
                </a:solidFill>
                <a:latin typeface="楷体_GB2312" pitchFamily="49" charset="-122"/>
              </a:rPr>
              <a:t>②</a:t>
            </a:r>
            <a:r>
              <a:rPr lang="zh-CN" altLang="en-US" sz="3200" i="0" dirty="0">
                <a:solidFill>
                  <a:srgbClr val="0000CC"/>
                </a:solidFill>
                <a:latin typeface="楷体_GB2312" pitchFamily="49" charset="-122"/>
              </a:rPr>
              <a:t>得：</a:t>
            </a:r>
          </a:p>
        </p:txBody>
      </p:sp>
      <p:sp>
        <p:nvSpPr>
          <p:cNvPr id="34830" name="Text Box 14"/>
          <p:cNvSpPr txBox="1"/>
          <p:nvPr/>
        </p:nvSpPr>
        <p:spPr>
          <a:xfrm>
            <a:off x="8382000" y="1828800"/>
            <a:ext cx="609600" cy="519113"/>
          </a:xfrm>
          <a:prstGeom prst="rect">
            <a:avLst/>
          </a:prstGeom>
          <a:solidFill>
            <a:srgbClr val="CCFFCC"/>
          </a:solidFill>
          <a:ln w="9525">
            <a:noFill/>
          </a:ln>
        </p:spPr>
        <p:txBody>
          <a:bodyPr>
            <a:spAutoFit/>
          </a:bodyPr>
          <a:lstStyle/>
          <a:p>
            <a:r>
              <a:rPr lang="en-US" altLang="zh-CN" i="0" dirty="0">
                <a:solidFill>
                  <a:srgbClr val="0000CC"/>
                </a:solidFill>
                <a:latin typeface="楷体_GB2312" pitchFamily="49" charset="-122"/>
              </a:rPr>
              <a:t>①</a:t>
            </a:r>
            <a:endParaRPr lang="en-US" altLang="zh-CN" sz="3200" i="0" dirty="0">
              <a:solidFill>
                <a:srgbClr val="0000CC"/>
              </a:solidFill>
              <a:latin typeface="楷体_GB2312" pitchFamily="49" charset="-122"/>
            </a:endParaRPr>
          </a:p>
        </p:txBody>
      </p:sp>
      <p:sp>
        <p:nvSpPr>
          <p:cNvPr id="34831" name="Text Box 15"/>
          <p:cNvSpPr txBox="1"/>
          <p:nvPr/>
        </p:nvSpPr>
        <p:spPr>
          <a:xfrm>
            <a:off x="8382000" y="2514600"/>
            <a:ext cx="609600" cy="519113"/>
          </a:xfrm>
          <a:prstGeom prst="rect">
            <a:avLst/>
          </a:prstGeom>
          <a:solidFill>
            <a:srgbClr val="CCFFCC"/>
          </a:solidFill>
          <a:ln w="9525">
            <a:noFill/>
          </a:ln>
        </p:spPr>
        <p:txBody>
          <a:bodyPr>
            <a:spAutoFit/>
          </a:bodyPr>
          <a:lstStyle/>
          <a:p>
            <a:r>
              <a:rPr lang="en-US" altLang="zh-CN" i="0" dirty="0">
                <a:solidFill>
                  <a:srgbClr val="0000CC"/>
                </a:solidFill>
                <a:latin typeface="楷体_GB2312" pitchFamily="49" charset="-122"/>
              </a:rPr>
              <a:t>②</a:t>
            </a:r>
            <a:endParaRPr lang="en-US" altLang="zh-CN" sz="3200" i="0" dirty="0">
              <a:solidFill>
                <a:srgbClr val="0000CC"/>
              </a:solidFill>
              <a:latin typeface="楷体_GB2312" pitchFamily="49" charset="-122"/>
            </a:endParaRPr>
          </a:p>
        </p:txBody>
      </p:sp>
      <p:graphicFrame>
        <p:nvGraphicFramePr>
          <p:cNvPr id="34832" name="Object 16"/>
          <p:cNvGraphicFramePr>
            <a:graphicFrameLocks/>
          </p:cNvGraphicFramePr>
          <p:nvPr/>
        </p:nvGraphicFramePr>
        <p:xfrm>
          <a:off x="1339850" y="5943600"/>
          <a:ext cx="7804150" cy="666750"/>
        </p:xfrm>
        <a:graphic>
          <a:graphicData uri="http://schemas.openxmlformats.org/presentationml/2006/ole">
            <p:oleObj spid="_x0000_s37893" r:id="rId5" imgW="2679700" imgH="228600" progId="Equation.3">
              <p:embed/>
            </p:oleObj>
          </a:graphicData>
        </a:graphic>
      </p:graphicFrame>
      <p:graphicFrame>
        <p:nvGraphicFramePr>
          <p:cNvPr id="34833" name="Object 17"/>
          <p:cNvGraphicFramePr>
            <a:graphicFrameLocks/>
          </p:cNvGraphicFramePr>
          <p:nvPr/>
        </p:nvGraphicFramePr>
        <p:xfrm>
          <a:off x="1371600" y="5029200"/>
          <a:ext cx="6740525" cy="703263"/>
        </p:xfrm>
        <a:graphic>
          <a:graphicData uri="http://schemas.openxmlformats.org/presentationml/2006/ole">
            <p:oleObj spid="_x0000_s37892" r:id="rId6" imgW="2310397" imgH="241195" progId="Equation.3">
              <p:embed/>
            </p:oleObj>
          </a:graphicData>
        </a:graphic>
      </p:graphicFrame>
      <p:graphicFrame>
        <p:nvGraphicFramePr>
          <p:cNvPr id="34834" name="Object 18"/>
          <p:cNvGraphicFramePr>
            <a:graphicFrameLocks/>
          </p:cNvGraphicFramePr>
          <p:nvPr/>
        </p:nvGraphicFramePr>
        <p:xfrm>
          <a:off x="1295400" y="3657600"/>
          <a:ext cx="7372350" cy="703263"/>
        </p:xfrm>
        <a:graphic>
          <a:graphicData uri="http://schemas.openxmlformats.org/presentationml/2006/ole">
            <p:oleObj spid="_x0000_s37891" r:id="rId7" imgW="2526204" imgH="241195" progId="Equation.3">
              <p:embed/>
            </p:oleObj>
          </a:graphicData>
        </a:graphic>
      </p:graphicFrame>
      <p:graphicFrame>
        <p:nvGraphicFramePr>
          <p:cNvPr id="34835" name="Object 19"/>
          <p:cNvGraphicFramePr>
            <a:graphicFrameLocks/>
          </p:cNvGraphicFramePr>
          <p:nvPr/>
        </p:nvGraphicFramePr>
        <p:xfrm>
          <a:off x="1295400" y="2482850"/>
          <a:ext cx="6858000" cy="658813"/>
        </p:xfrm>
        <a:graphic>
          <a:graphicData uri="http://schemas.openxmlformats.org/presentationml/2006/ole">
            <p:oleObj spid="_x0000_s37890" r:id="rId8" imgW="56388000" imgH="5791200" progId="Equation.3">
              <p:embed/>
            </p:oleObj>
          </a:graphicData>
        </a:graphic>
      </p:graphicFrame>
      <p:graphicFrame>
        <p:nvGraphicFramePr>
          <p:cNvPr id="34836" name="Object 20"/>
          <p:cNvGraphicFramePr>
            <a:graphicFrameLocks/>
          </p:cNvGraphicFramePr>
          <p:nvPr/>
        </p:nvGraphicFramePr>
        <p:xfrm>
          <a:off x="533400" y="1828800"/>
          <a:ext cx="4035425" cy="609600"/>
        </p:xfrm>
        <a:graphic>
          <a:graphicData uri="http://schemas.openxmlformats.org/presentationml/2006/ole">
            <p:oleObj spid="_x0000_s37889" r:id="rId9" imgW="33223200" imgH="5486400" progId="Equation.3">
              <p:embed/>
            </p:oleObj>
          </a:graphicData>
        </a:graphic>
      </p:graphicFrame>
      <p:sp>
        <p:nvSpPr>
          <p:cNvPr id="34837" name="Text Box 21"/>
          <p:cNvSpPr txBox="1"/>
          <p:nvPr/>
        </p:nvSpPr>
        <p:spPr>
          <a:xfrm>
            <a:off x="533400" y="4419600"/>
            <a:ext cx="2514600" cy="579438"/>
          </a:xfrm>
          <a:prstGeom prst="rect">
            <a:avLst/>
          </a:prstGeom>
          <a:solidFill>
            <a:srgbClr val="CCFFCC"/>
          </a:solidFill>
          <a:ln w="9525">
            <a:noFill/>
          </a:ln>
        </p:spPr>
        <p:txBody>
          <a:bodyPr>
            <a:spAutoFit/>
          </a:bodyPr>
          <a:lstStyle/>
          <a:p>
            <a:r>
              <a:rPr lang="zh-CN" altLang="en-US" sz="3200" i="0" dirty="0">
                <a:solidFill>
                  <a:srgbClr val="0000CC"/>
                </a:solidFill>
                <a:latin typeface="楷体_GB2312" pitchFamily="49" charset="-122"/>
              </a:rPr>
              <a:t>化简得：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4827"/>
                                        </p:tgtEl>
                                        <p:attrNameLst>
                                          <p:attrName>style.visibility</p:attrName>
                                        </p:attrNameLst>
                                      </p:cBhvr>
                                      <p:to>
                                        <p:strVal val="visible"/>
                                      </p:to>
                                    </p:set>
                                    <p:animEffect transition="in" filter="blinds(horizontal)">
                                      <p:cBhvr>
                                        <p:cTn id="7" dur="1000"/>
                                        <p:tgtEl>
                                          <p:spTgt spid="34827"/>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4828"/>
                                        </p:tgtEl>
                                        <p:attrNameLst>
                                          <p:attrName>style.visibility</p:attrName>
                                        </p:attrNameLst>
                                      </p:cBhvr>
                                      <p:to>
                                        <p:strVal val="visible"/>
                                      </p:to>
                                    </p:set>
                                    <p:anim calcmode="lin" valueType="num">
                                      <p:cBhvr additive="base">
                                        <p:cTn id="12" dur="1000" fill="hold"/>
                                        <p:tgtEl>
                                          <p:spTgt spid="34828"/>
                                        </p:tgtEl>
                                        <p:attrNameLst>
                                          <p:attrName>ppt_x</p:attrName>
                                        </p:attrNameLst>
                                      </p:cBhvr>
                                      <p:tavLst>
                                        <p:tav tm="0">
                                          <p:val>
                                            <p:strVal val="#ppt_x"/>
                                          </p:val>
                                        </p:tav>
                                        <p:tav tm="100000">
                                          <p:val>
                                            <p:strVal val="#ppt_x"/>
                                          </p:val>
                                        </p:tav>
                                      </p:tavLst>
                                    </p:anim>
                                    <p:anim calcmode="lin" valueType="num">
                                      <p:cBhvr additive="base">
                                        <p:cTn id="13" dur="1000" fill="hold"/>
                                        <p:tgtEl>
                                          <p:spTgt spid="34828"/>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34836"/>
                                        </p:tgtEl>
                                        <p:attrNameLst>
                                          <p:attrName>style.visibility</p:attrName>
                                        </p:attrNameLst>
                                      </p:cBhvr>
                                      <p:to>
                                        <p:strVal val="visible"/>
                                      </p:to>
                                    </p:set>
                                    <p:animEffect transition="in" filter="wipe(left)">
                                      <p:cBhvr>
                                        <p:cTn id="18" dur="1000"/>
                                        <p:tgtEl>
                                          <p:spTgt spid="34836"/>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34830"/>
                                        </p:tgtEl>
                                        <p:attrNameLst>
                                          <p:attrName>style.visibility</p:attrName>
                                        </p:attrNameLst>
                                      </p:cBhvr>
                                      <p:to>
                                        <p:strVal val="visible"/>
                                      </p:to>
                                    </p:set>
                                    <p:animEffect transition="in" filter="wipe(left)">
                                      <p:cBhvr>
                                        <p:cTn id="23" dur="1000"/>
                                        <p:tgtEl>
                                          <p:spTgt spid="34830"/>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34835"/>
                                        </p:tgtEl>
                                        <p:attrNameLst>
                                          <p:attrName>style.visibility</p:attrName>
                                        </p:attrNameLst>
                                      </p:cBhvr>
                                      <p:to>
                                        <p:strVal val="visible"/>
                                      </p:to>
                                    </p:set>
                                    <p:animEffect transition="in" filter="wipe(left)">
                                      <p:cBhvr>
                                        <p:cTn id="28" dur="1000"/>
                                        <p:tgtEl>
                                          <p:spTgt spid="34835"/>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34831"/>
                                        </p:tgtEl>
                                        <p:attrNameLst>
                                          <p:attrName>style.visibility</p:attrName>
                                        </p:attrNameLst>
                                      </p:cBhvr>
                                      <p:to>
                                        <p:strVal val="visible"/>
                                      </p:to>
                                    </p:set>
                                    <p:animEffect transition="in" filter="wipe(left)">
                                      <p:cBhvr>
                                        <p:cTn id="33" dur="1000"/>
                                        <p:tgtEl>
                                          <p:spTgt spid="348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4829"/>
                                        </p:tgtEl>
                                        <p:attrNameLst>
                                          <p:attrName>style.visibility</p:attrName>
                                        </p:attrNameLst>
                                      </p:cBhvr>
                                      <p:to>
                                        <p:strVal val="visible"/>
                                      </p:to>
                                    </p:set>
                                    <p:animEffect transition="in" filter="wipe(left)">
                                      <p:cBhvr>
                                        <p:cTn id="38" dur="1000"/>
                                        <p:tgtEl>
                                          <p:spTgt spid="34829"/>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4834"/>
                                        </p:tgtEl>
                                        <p:attrNameLst>
                                          <p:attrName>style.visibility</p:attrName>
                                        </p:attrNameLst>
                                      </p:cBhvr>
                                      <p:to>
                                        <p:strVal val="visible"/>
                                      </p:to>
                                    </p:set>
                                    <p:animEffect transition="in" filter="wipe(left)">
                                      <p:cBhvr>
                                        <p:cTn id="43" dur="1000"/>
                                        <p:tgtEl>
                                          <p:spTgt spid="348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34837"/>
                                        </p:tgtEl>
                                        <p:attrNameLst>
                                          <p:attrName>style.visibility</p:attrName>
                                        </p:attrNameLst>
                                      </p:cBhvr>
                                      <p:to>
                                        <p:strVal val="visible"/>
                                      </p:to>
                                    </p:set>
                                    <p:animEffect transition="in" filter="wipe(left)">
                                      <p:cBhvr>
                                        <p:cTn id="48" dur="1000"/>
                                        <p:tgtEl>
                                          <p:spTgt spid="3483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34833"/>
                                        </p:tgtEl>
                                        <p:attrNameLst>
                                          <p:attrName>style.visibility</p:attrName>
                                        </p:attrNameLst>
                                      </p:cBhvr>
                                      <p:to>
                                        <p:strVal val="visible"/>
                                      </p:to>
                                    </p:set>
                                    <p:animEffect transition="in" filter="wipe(left)">
                                      <p:cBhvr>
                                        <p:cTn id="53" dur="1000"/>
                                        <p:tgtEl>
                                          <p:spTgt spid="34833"/>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34832"/>
                                        </p:tgtEl>
                                        <p:attrNameLst>
                                          <p:attrName>style.visibility</p:attrName>
                                        </p:attrNameLst>
                                      </p:cBhvr>
                                      <p:to>
                                        <p:strVal val="visible"/>
                                      </p:to>
                                    </p:set>
                                    <p:animEffect transition="in" filter="wipe(left)">
                                      <p:cBhvr>
                                        <p:cTn id="58" dur="1000"/>
                                        <p:tgtEl>
                                          <p:spTgt spid="34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827" grpId="0" animBg="1"/>
      <p:bldP spid="34829" grpId="0" animBg="1"/>
      <p:bldP spid="34830" grpId="0" animBg="1"/>
      <p:bldP spid="34831" grpId="0" animBg="1"/>
      <p:bldP spid="34837" grpId="0" animBg="1"/>
    </p:bld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5" name="Rectangle 7"/>
          <p:cNvSpPr/>
          <p:nvPr/>
        </p:nvSpPr>
        <p:spPr>
          <a:xfrm>
            <a:off x="1905000" y="0"/>
            <a:ext cx="5867400" cy="609600"/>
          </a:xfrm>
          <a:prstGeom prst="rect">
            <a:avLst/>
          </a:prstGeom>
          <a:gradFill rotWithShape="1">
            <a:gsLst>
              <a:gs pos="0">
                <a:srgbClr val="475E00"/>
              </a:gs>
              <a:gs pos="50000">
                <a:srgbClr val="99CC00"/>
              </a:gs>
              <a:gs pos="100000">
                <a:srgbClr val="475E00"/>
              </a:gs>
            </a:gsLst>
            <a:lin ang="5400000" scaled="1"/>
            <a:tileRect/>
          </a:gradFill>
          <a:ln w="9525">
            <a:noFill/>
          </a:ln>
        </p:spPr>
        <p:txBody>
          <a:bodyPr anchor="ctr" anchorCtr="0"/>
          <a:lstStyle/>
          <a:p>
            <a:pPr algn="ctr">
              <a:spcBef>
                <a:spcPct val="0"/>
              </a:spcBef>
            </a:pPr>
            <a:r>
              <a:rPr lang="en-US" altLang="zh-CN" sz="3000" dirty="0">
                <a:solidFill>
                  <a:srgbClr val="FF0000"/>
                </a:solidFill>
                <a:latin typeface="Tahoma" panose="020B0604030504040204" pitchFamily="34" charset="0"/>
              </a:rPr>
              <a:t> §7.2</a:t>
            </a:r>
            <a:r>
              <a:rPr lang="en-US" altLang="zh-CN" sz="3000" dirty="0">
                <a:solidFill>
                  <a:srgbClr val="FF0000"/>
                </a:solidFill>
                <a:latin typeface="Times New Roman" panose="02020603050405020304" pitchFamily="18" charset="0"/>
              </a:rPr>
              <a:t>    </a:t>
            </a:r>
            <a:r>
              <a:rPr lang="zh-CN" altLang="en-US" sz="3000" i="0" dirty="0">
                <a:solidFill>
                  <a:srgbClr val="FF0000"/>
                </a:solidFill>
                <a:latin typeface="Times New Roman" panose="02020603050405020304" pitchFamily="18" charset="0"/>
              </a:rPr>
              <a:t>原电池</a:t>
            </a:r>
            <a:r>
              <a:rPr lang="en-US" altLang="zh-CN" sz="3000" i="0" dirty="0">
                <a:solidFill>
                  <a:srgbClr val="FF0000"/>
                </a:solidFill>
                <a:latin typeface="Times New Roman" panose="02020603050405020304" pitchFamily="18" charset="0"/>
              </a:rPr>
              <a:t>(primary cell)</a:t>
            </a:r>
          </a:p>
        </p:txBody>
      </p:sp>
      <p:sp>
        <p:nvSpPr>
          <p:cNvPr id="32776" name="Rectangle 8">
            <a:hlinkClick r:id="rId3" action="ppaction://hlinksldjump"/>
          </p:cNvPr>
          <p:cNvSpPr/>
          <p:nvPr/>
        </p:nvSpPr>
        <p:spPr>
          <a:xfrm>
            <a:off x="228600" y="762000"/>
            <a:ext cx="3886200" cy="647700"/>
          </a:xfrm>
          <a:prstGeom prst="rect">
            <a:avLst/>
          </a:prstGeom>
          <a:gradFill rotWithShape="1">
            <a:gsLst>
              <a:gs pos="0">
                <a:srgbClr val="767600"/>
              </a:gs>
              <a:gs pos="50000">
                <a:srgbClr val="FFFF00"/>
              </a:gs>
              <a:gs pos="100000">
                <a:srgbClr val="767600"/>
              </a:gs>
            </a:gsLst>
            <a:lin ang="5400000" scaled="1"/>
            <a:tileRect/>
          </a:gradFill>
          <a:ln w="9525">
            <a:noFill/>
          </a:ln>
        </p:spPr>
        <p:txBody>
          <a:bodyPr>
            <a:spAutoFit/>
          </a:bodyPr>
          <a:lstStyle/>
          <a:p>
            <a:pPr>
              <a:lnSpc>
                <a:spcPct val="140000"/>
              </a:lnSpc>
              <a:spcBef>
                <a:spcPct val="20000"/>
              </a:spcBef>
            </a:pPr>
            <a:r>
              <a:rPr lang="en-US" altLang="zh-CN" sz="2600" i="0" dirty="0">
                <a:solidFill>
                  <a:srgbClr val="0000CC"/>
                </a:solidFill>
                <a:latin typeface="Times New Roman" panose="02020603050405020304" pitchFamily="18" charset="0"/>
              </a:rPr>
              <a:t> 7.2.1    </a:t>
            </a:r>
            <a:r>
              <a:rPr lang="zh-CN" altLang="en-US" sz="2600" i="0" dirty="0">
                <a:solidFill>
                  <a:srgbClr val="0000CC"/>
                </a:solidFill>
                <a:latin typeface="Times New Roman" panose="02020603050405020304" pitchFamily="18" charset="0"/>
              </a:rPr>
              <a:t>原电池的构造</a:t>
            </a:r>
          </a:p>
        </p:txBody>
      </p:sp>
      <p:grpSp>
        <p:nvGrpSpPr>
          <p:cNvPr id="2" name="Group 11"/>
          <p:cNvGrpSpPr/>
          <p:nvPr/>
        </p:nvGrpSpPr>
        <p:grpSpPr>
          <a:xfrm>
            <a:off x="152400" y="1600200"/>
            <a:ext cx="8763000" cy="2209800"/>
            <a:chOff x="384" y="1920"/>
            <a:chExt cx="5136" cy="1584"/>
          </a:xfrm>
        </p:grpSpPr>
        <p:sp>
          <p:nvSpPr>
            <p:cNvPr id="71693" name="Rectangle 12"/>
            <p:cNvSpPr/>
            <p:nvPr/>
          </p:nvSpPr>
          <p:spPr>
            <a:xfrm>
              <a:off x="384" y="2064"/>
              <a:ext cx="5136" cy="1440"/>
            </a:xfrm>
            <a:prstGeom prst="rect">
              <a:avLst/>
            </a:prstGeom>
            <a:gradFill rotWithShape="0">
              <a:gsLst>
                <a:gs pos="0">
                  <a:srgbClr val="FFCCFF"/>
                </a:gs>
                <a:gs pos="50000">
                  <a:srgbClr val="FFDFFF"/>
                </a:gs>
                <a:gs pos="100000">
                  <a:srgbClr val="FFCCFF"/>
                </a:gs>
              </a:gsLst>
              <a:lin ang="5400000" scaled="1"/>
              <a:tileRect/>
            </a:gradFill>
            <a:ln w="38100" cap="flat" cmpd="sng">
              <a:solidFill>
                <a:schemeClr val="tx1"/>
              </a:solidFill>
              <a:prstDash val="solid"/>
              <a:miter/>
              <a:headEnd type="none" w="med" len="med"/>
              <a:tailEnd type="none" w="med" len="med"/>
            </a:ln>
          </p:spPr>
          <p:txBody>
            <a:bodyPr wrap="none" anchor="ctr" anchorCtr="0"/>
            <a:lstStyle/>
            <a:p>
              <a:pPr algn="ctr">
                <a:spcBef>
                  <a:spcPct val="0"/>
                </a:spcBef>
              </a:pPr>
              <a:endParaRPr lang="zh-CN" altLang="zh-CN" sz="2600" dirty="0">
                <a:solidFill>
                  <a:srgbClr val="0033CC"/>
                </a:solidFill>
                <a:latin typeface="Times New Roman" panose="02020603050405020304" pitchFamily="18" charset="0"/>
              </a:endParaRPr>
            </a:p>
          </p:txBody>
        </p:sp>
        <p:sp>
          <p:nvSpPr>
            <p:cNvPr id="71694" name="Text Box 13"/>
            <p:cNvSpPr txBox="1"/>
            <p:nvPr/>
          </p:nvSpPr>
          <p:spPr>
            <a:xfrm>
              <a:off x="577" y="1920"/>
              <a:ext cx="1104" cy="399"/>
            </a:xfrm>
            <a:prstGeom prst="rect">
              <a:avLst/>
            </a:prstGeom>
            <a:gradFill rotWithShape="1">
              <a:gsLst>
                <a:gs pos="0">
                  <a:srgbClr val="185E5E"/>
                </a:gs>
                <a:gs pos="50000">
                  <a:srgbClr val="33CCCC"/>
                </a:gs>
                <a:gs pos="100000">
                  <a:srgbClr val="185E5E"/>
                </a:gs>
              </a:gsLst>
              <a:lin ang="5400000" scaled="1"/>
              <a:tileRect/>
            </a:gradFill>
            <a:ln w="9525">
              <a:noFill/>
            </a:ln>
            <a:effectLst>
              <a:prstShdw prst="shdw13" dist="53882" dir="13499999">
                <a:srgbClr val="808080"/>
              </a:prstShdw>
            </a:effectLst>
          </p:spPr>
          <p:txBody>
            <a:bodyPr>
              <a:spAutoFit/>
            </a:bodyPr>
            <a:lstStyle/>
            <a:p>
              <a:pPr algn="ctr">
                <a:lnSpc>
                  <a:spcPct val="80000"/>
                </a:lnSpc>
              </a:pPr>
              <a:r>
                <a:rPr lang="zh-CN" altLang="en-US" sz="2600" dirty="0">
                  <a:solidFill>
                    <a:srgbClr val="0033CC"/>
                  </a:solidFill>
                  <a:latin typeface="Times New Roman" panose="02020603050405020304" pitchFamily="18" charset="0"/>
                </a:rPr>
                <a:t>原电池</a:t>
              </a:r>
            </a:p>
          </p:txBody>
        </p:sp>
        <p:sp>
          <p:nvSpPr>
            <p:cNvPr id="71695" name="Text Box 14"/>
            <p:cNvSpPr txBox="1"/>
            <p:nvPr/>
          </p:nvSpPr>
          <p:spPr>
            <a:xfrm>
              <a:off x="623" y="2594"/>
              <a:ext cx="4801" cy="864"/>
            </a:xfrm>
            <a:prstGeom prst="rect">
              <a:avLst/>
            </a:prstGeom>
            <a:noFill/>
            <a:ln w="9525">
              <a:noFill/>
            </a:ln>
          </p:spPr>
          <p:txBody>
            <a:bodyPr>
              <a:spAutoFit/>
            </a:bodyPr>
            <a:lstStyle/>
            <a:p>
              <a:r>
                <a:rPr lang="en-US" altLang="zh-CN" sz="2600" dirty="0">
                  <a:solidFill>
                    <a:schemeClr val="tx1"/>
                  </a:solidFill>
                  <a:latin typeface="Times New Roman" panose="02020603050405020304" pitchFamily="18" charset="0"/>
                </a:rPr>
                <a:t>        </a:t>
              </a:r>
              <a:r>
                <a:rPr lang="zh-CN" altLang="en-US" sz="2600" dirty="0">
                  <a:solidFill>
                    <a:schemeClr val="tx1"/>
                  </a:solidFill>
                  <a:latin typeface="Times New Roman" panose="02020603050405020304" pitchFamily="18" charset="0"/>
                </a:rPr>
                <a:t>是将化学能转变为电能的装置，即借助自发</a:t>
              </a:r>
              <a:r>
                <a:rPr lang="en-US" altLang="zh-CN" sz="2600" dirty="0">
                  <a:solidFill>
                    <a:schemeClr val="tx1"/>
                  </a:solidFill>
                  <a:latin typeface="Times New Roman" panose="02020603050405020304" pitchFamily="18" charset="0"/>
                </a:rPr>
                <a:t>Redox</a:t>
              </a:r>
              <a:r>
                <a:rPr lang="zh-CN" altLang="en-US" sz="2600" dirty="0">
                  <a:solidFill>
                    <a:schemeClr val="tx1"/>
                  </a:solidFill>
                  <a:latin typeface="Times New Roman" panose="02020603050405020304" pitchFamily="18" charset="0"/>
                </a:rPr>
                <a:t>反应直接提供电能的装置。</a:t>
              </a:r>
            </a:p>
          </p:txBody>
        </p:sp>
      </p:grpSp>
      <p:grpSp>
        <p:nvGrpSpPr>
          <p:cNvPr id="3" name="Group 16"/>
          <p:cNvGrpSpPr/>
          <p:nvPr/>
        </p:nvGrpSpPr>
        <p:grpSpPr>
          <a:xfrm>
            <a:off x="1219200" y="5257800"/>
            <a:ext cx="4648200" cy="1006475"/>
            <a:chOff x="703" y="3158"/>
            <a:chExt cx="3538" cy="906"/>
          </a:xfrm>
        </p:grpSpPr>
        <p:sp>
          <p:nvSpPr>
            <p:cNvPr id="71688" name="Text Box 17"/>
            <p:cNvSpPr txBox="1"/>
            <p:nvPr/>
          </p:nvSpPr>
          <p:spPr>
            <a:xfrm>
              <a:off x="703" y="3624"/>
              <a:ext cx="3538" cy="440"/>
            </a:xfrm>
            <a:prstGeom prst="rect">
              <a:avLst/>
            </a:prstGeom>
            <a:noFill/>
            <a:ln w="9525">
              <a:noFill/>
            </a:ln>
          </p:spPr>
          <p:txBody>
            <a:bodyPr>
              <a:spAutoFit/>
            </a:bodyPr>
            <a:lstStyle/>
            <a:p>
              <a:r>
                <a:rPr lang="en-US" altLang="zh-CN" sz="2600" i="0" dirty="0">
                  <a:latin typeface="Times New Roman" panose="02020603050405020304" pitchFamily="18" charset="0"/>
                  <a:ea typeface="Arial Unicode MS" panose="020B0604020202020204" charset="-122"/>
                </a:rPr>
                <a:t>Zn  +   Cu</a:t>
              </a:r>
              <a:r>
                <a:rPr lang="en-US" altLang="zh-CN" sz="2600" i="0" baseline="30000" dirty="0">
                  <a:latin typeface="Times New Roman" panose="02020603050405020304" pitchFamily="18" charset="0"/>
                  <a:ea typeface="Arial Unicode MS" panose="020B0604020202020204" charset="-122"/>
                </a:rPr>
                <a:t>2+</a:t>
              </a:r>
              <a:r>
                <a:rPr lang="en-US" altLang="zh-CN" sz="2600" i="0" dirty="0">
                  <a:latin typeface="Times New Roman" panose="02020603050405020304" pitchFamily="18" charset="0"/>
                  <a:ea typeface="Arial Unicode MS" panose="020B0604020202020204" charset="-122"/>
                </a:rPr>
                <a:t> </a:t>
              </a:r>
              <a:r>
                <a:rPr lang="en-US" altLang="zh-CN" sz="2600" i="0" dirty="0">
                  <a:latin typeface="Times New Roman" panose="02020603050405020304" pitchFamily="18" charset="0"/>
                  <a:ea typeface="宋体" panose="02010600030101010101" pitchFamily="2" charset="-122"/>
                </a:rPr>
                <a:t>→ Zn</a:t>
              </a:r>
              <a:r>
                <a:rPr lang="en-US" altLang="zh-CN" sz="2600" i="0" baseline="30000" dirty="0">
                  <a:latin typeface="Times New Roman" panose="02020603050405020304" pitchFamily="18" charset="0"/>
                  <a:ea typeface="宋体" panose="02010600030101010101" pitchFamily="2" charset="-122"/>
                </a:rPr>
                <a:t>2+</a:t>
              </a:r>
              <a:r>
                <a:rPr lang="en-US" altLang="zh-CN" sz="2600" i="0" dirty="0">
                  <a:latin typeface="Times New Roman" panose="02020603050405020304" pitchFamily="18" charset="0"/>
                  <a:ea typeface="宋体" panose="02010600030101010101" pitchFamily="2" charset="-122"/>
                </a:rPr>
                <a:t> + Cu</a:t>
              </a:r>
            </a:p>
          </p:txBody>
        </p:sp>
        <p:sp>
          <p:nvSpPr>
            <p:cNvPr id="71689" name="Line 18"/>
            <p:cNvSpPr/>
            <p:nvPr/>
          </p:nvSpPr>
          <p:spPr>
            <a:xfrm flipV="1">
              <a:off x="930" y="3521"/>
              <a:ext cx="0" cy="147"/>
            </a:xfrm>
            <a:prstGeom prst="line">
              <a:avLst/>
            </a:prstGeom>
            <a:ln w="9525" cap="flat" cmpd="sng">
              <a:solidFill>
                <a:schemeClr val="tx1"/>
              </a:solidFill>
              <a:prstDash val="solid"/>
              <a:headEnd type="none" w="med" len="med"/>
              <a:tailEnd type="none" w="med" len="med"/>
            </a:ln>
          </p:spPr>
        </p:sp>
        <p:sp>
          <p:nvSpPr>
            <p:cNvPr id="71690" name="Line 19"/>
            <p:cNvSpPr/>
            <p:nvPr/>
          </p:nvSpPr>
          <p:spPr>
            <a:xfrm>
              <a:off x="930" y="3521"/>
              <a:ext cx="816" cy="0"/>
            </a:xfrm>
            <a:prstGeom prst="line">
              <a:avLst/>
            </a:prstGeom>
            <a:ln w="9525" cap="flat" cmpd="sng">
              <a:solidFill>
                <a:schemeClr val="tx1"/>
              </a:solidFill>
              <a:prstDash val="solid"/>
              <a:headEnd type="none" w="med" len="med"/>
              <a:tailEnd type="none" w="med" len="med"/>
            </a:ln>
          </p:spPr>
        </p:sp>
        <p:sp>
          <p:nvSpPr>
            <p:cNvPr id="71691" name="Line 20"/>
            <p:cNvSpPr/>
            <p:nvPr/>
          </p:nvSpPr>
          <p:spPr>
            <a:xfrm>
              <a:off x="1746" y="3521"/>
              <a:ext cx="0" cy="193"/>
            </a:xfrm>
            <a:prstGeom prst="line">
              <a:avLst/>
            </a:prstGeom>
            <a:ln w="9525" cap="flat" cmpd="sng">
              <a:solidFill>
                <a:schemeClr val="tx1"/>
              </a:solidFill>
              <a:prstDash val="solid"/>
              <a:headEnd type="none" w="med" len="med"/>
              <a:tailEnd type="triangle" w="med" len="med"/>
            </a:ln>
          </p:spPr>
        </p:sp>
        <p:sp>
          <p:nvSpPr>
            <p:cNvPr id="71692" name="Text Box 21"/>
            <p:cNvSpPr txBox="1"/>
            <p:nvPr/>
          </p:nvSpPr>
          <p:spPr>
            <a:xfrm>
              <a:off x="1201" y="3158"/>
              <a:ext cx="409" cy="440"/>
            </a:xfrm>
            <a:prstGeom prst="rect">
              <a:avLst/>
            </a:prstGeom>
            <a:noFill/>
            <a:ln w="9525">
              <a:noFill/>
            </a:ln>
          </p:spPr>
          <p:txBody>
            <a:bodyPr>
              <a:spAutoFit/>
            </a:bodyPr>
            <a:lstStyle/>
            <a:p>
              <a:r>
                <a:rPr lang="en-US" altLang="zh-CN" sz="2600" i="0" dirty="0">
                  <a:latin typeface="Times New Roman" panose="02020603050405020304" pitchFamily="18" charset="0"/>
                  <a:ea typeface="Arial Unicode MS" panose="020B0604020202020204" charset="-122"/>
                </a:rPr>
                <a:t>e</a:t>
              </a:r>
              <a:r>
                <a:rPr lang="en-US" altLang="zh-CN" sz="2600" i="0" baseline="30000" dirty="0">
                  <a:latin typeface="Times New Roman" panose="02020603050405020304" pitchFamily="18" charset="0"/>
                  <a:ea typeface="幼圆" panose="02010509060101010101" pitchFamily="49" charset="-122"/>
                </a:rPr>
                <a:t>-</a:t>
              </a:r>
            </a:p>
          </p:txBody>
        </p:sp>
      </p:grpSp>
      <p:sp>
        <p:nvSpPr>
          <p:cNvPr id="32817" name="Rectangle 49"/>
          <p:cNvSpPr/>
          <p:nvPr/>
        </p:nvSpPr>
        <p:spPr>
          <a:xfrm>
            <a:off x="5943600" y="5715000"/>
            <a:ext cx="2760663" cy="488950"/>
          </a:xfrm>
          <a:prstGeom prst="rect">
            <a:avLst/>
          </a:prstGeom>
          <a:noFill/>
          <a:ln w="9525">
            <a:noFill/>
          </a:ln>
        </p:spPr>
        <p:txBody>
          <a:bodyPr wrap="none">
            <a:spAutoFit/>
          </a:bodyPr>
          <a:lstStyle/>
          <a:p>
            <a:pPr>
              <a:spcBef>
                <a:spcPct val="0"/>
              </a:spcBef>
            </a:pPr>
            <a:r>
              <a:rPr lang="zh-CN" altLang="en-US" sz="2600" i="0" dirty="0">
                <a:solidFill>
                  <a:schemeClr val="tx1"/>
                </a:solidFill>
                <a:latin typeface="Times New Roman" panose="02020603050405020304" pitchFamily="18" charset="0"/>
              </a:rPr>
              <a:t>组成的</a:t>
            </a:r>
            <a:r>
              <a:rPr lang="en-US" altLang="zh-CN" sz="2600" i="0" dirty="0">
                <a:solidFill>
                  <a:schemeClr val="tx1"/>
                </a:solidFill>
                <a:latin typeface="Times New Roman" panose="02020603050405020304" pitchFamily="18" charset="0"/>
              </a:rPr>
              <a:t>Daniel</a:t>
            </a:r>
            <a:r>
              <a:rPr lang="zh-CN" altLang="en-US" sz="2600" i="0" dirty="0">
                <a:solidFill>
                  <a:schemeClr val="tx1"/>
                </a:solidFill>
                <a:latin typeface="Times New Roman" panose="02020603050405020304" pitchFamily="18" charset="0"/>
              </a:rPr>
              <a:t>电池</a:t>
            </a:r>
          </a:p>
        </p:txBody>
      </p:sp>
      <p:sp>
        <p:nvSpPr>
          <p:cNvPr id="32820" name="Rectangle 52"/>
          <p:cNvSpPr/>
          <p:nvPr/>
        </p:nvSpPr>
        <p:spPr>
          <a:xfrm>
            <a:off x="685800" y="4038600"/>
            <a:ext cx="8001000" cy="885825"/>
          </a:xfrm>
          <a:prstGeom prst="rect">
            <a:avLst/>
          </a:prstGeom>
          <a:noFill/>
          <a:ln w="9525">
            <a:noFill/>
          </a:ln>
        </p:spPr>
        <p:txBody>
          <a:bodyPr>
            <a:spAutoFit/>
          </a:bodyPr>
          <a:lstStyle/>
          <a:p>
            <a:pPr>
              <a:spcBef>
                <a:spcPct val="0"/>
              </a:spcBef>
            </a:pPr>
            <a:r>
              <a:rPr lang="en-US" altLang="zh-CN" sz="2600" i="0" dirty="0">
                <a:solidFill>
                  <a:schemeClr val="tx1"/>
                </a:solidFill>
                <a:latin typeface="Arial" panose="020B0604020202020204" pitchFamily="34" charset="0"/>
              </a:rPr>
              <a:t>       </a:t>
            </a:r>
            <a:r>
              <a:rPr lang="zh-CN" altLang="en-US" sz="2600" i="0" dirty="0">
                <a:solidFill>
                  <a:schemeClr val="tx1"/>
                </a:solidFill>
                <a:latin typeface="Arial" panose="020B0604020202020204" pitchFamily="34" charset="0"/>
              </a:rPr>
              <a:t>原则上一个自发的氧化还原反应都可通过适当的方式获得电能。例如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2775"/>
                                        </p:tgtEl>
                                        <p:attrNameLst>
                                          <p:attrName>style.visibility</p:attrName>
                                        </p:attrNameLst>
                                      </p:cBhvr>
                                      <p:to>
                                        <p:strVal val="visible"/>
                                      </p:to>
                                    </p:set>
                                    <p:animEffect transition="in" filter="box(in)">
                                      <p:cBhvr>
                                        <p:cTn id="7" dur="1000"/>
                                        <p:tgtEl>
                                          <p:spTgt spid="327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2776"/>
                                        </p:tgtEl>
                                        <p:attrNameLst>
                                          <p:attrName>style.visibility</p:attrName>
                                        </p:attrNameLst>
                                      </p:cBhvr>
                                      <p:to>
                                        <p:strVal val="visible"/>
                                      </p:to>
                                    </p:set>
                                    <p:animEffect transition="in" filter="box(in)">
                                      <p:cBhvr>
                                        <p:cTn id="12" dur="1000"/>
                                        <p:tgtEl>
                                          <p:spTgt spid="3277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32820"/>
                                        </p:tgtEl>
                                        <p:attrNameLst>
                                          <p:attrName>style.visibility</p:attrName>
                                        </p:attrNameLst>
                                      </p:cBhvr>
                                      <p:to>
                                        <p:strVal val="visible"/>
                                      </p:to>
                                    </p:set>
                                    <p:animEffect transition="in" filter="box(in)">
                                      <p:cBhvr>
                                        <p:cTn id="22" dur="1000"/>
                                        <p:tgtEl>
                                          <p:spTgt spid="32820"/>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ox(in)">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32817"/>
                                        </p:tgtEl>
                                        <p:attrNameLst>
                                          <p:attrName>style.visibility</p:attrName>
                                        </p:attrNameLst>
                                      </p:cBhvr>
                                      <p:to>
                                        <p:strVal val="visible"/>
                                      </p:to>
                                    </p:set>
                                    <p:animEffect transition="in" filter="box(in)">
                                      <p:cBhvr>
                                        <p:cTn id="32" dur="1000"/>
                                        <p:tgtEl>
                                          <p:spTgt spid="328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5" grpId="0" animBg="1"/>
      <p:bldP spid="32776" grpId="0" animBg="1"/>
      <p:bldP spid="32817" grpId="0"/>
      <p:bldP spid="32820" grpId="0"/>
    </p:bld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71" name="Picture 7" descr="原电池-2"/>
          <p:cNvPicPr>
            <a:picLocks noChangeAspect="1"/>
          </p:cNvPicPr>
          <p:nvPr/>
        </p:nvPicPr>
        <p:blipFill>
          <a:blip r:embed="rId3"/>
          <a:stretch>
            <a:fillRect/>
          </a:stretch>
        </p:blipFill>
        <p:spPr>
          <a:xfrm>
            <a:off x="0" y="1066800"/>
            <a:ext cx="6019800" cy="5791200"/>
          </a:xfrm>
          <a:prstGeom prst="rect">
            <a:avLst/>
          </a:prstGeom>
          <a:noFill/>
          <a:ln w="9525">
            <a:noFill/>
          </a:ln>
        </p:spPr>
      </p:pic>
      <p:sp>
        <p:nvSpPr>
          <p:cNvPr id="36914" name="Rectangle 50"/>
          <p:cNvSpPr/>
          <p:nvPr/>
        </p:nvSpPr>
        <p:spPr>
          <a:xfrm>
            <a:off x="3048000" y="152400"/>
            <a:ext cx="5943600" cy="885825"/>
          </a:xfrm>
          <a:prstGeom prst="rect">
            <a:avLst/>
          </a:prstGeom>
          <a:noFill/>
          <a:ln w="9525">
            <a:noFill/>
          </a:ln>
        </p:spPr>
        <p:txBody>
          <a:bodyPr>
            <a:spAutoFit/>
          </a:bodyPr>
          <a:lstStyle/>
          <a:p>
            <a:pPr>
              <a:spcBef>
                <a:spcPct val="0"/>
              </a:spcBef>
            </a:pPr>
            <a:r>
              <a:rPr lang="zh-CN" altLang="en-US" sz="2600" dirty="0">
                <a:solidFill>
                  <a:schemeClr val="tx1"/>
                </a:solidFill>
                <a:latin typeface="Times New Roman" panose="02020603050405020304" pitchFamily="18" charset="0"/>
              </a:rPr>
              <a:t>正极</a:t>
            </a:r>
            <a:r>
              <a:rPr lang="en-US" altLang="zh-CN" sz="2600" dirty="0">
                <a:solidFill>
                  <a:schemeClr val="tx1"/>
                </a:solidFill>
                <a:latin typeface="Times New Roman" panose="02020603050405020304" pitchFamily="18" charset="0"/>
              </a:rPr>
              <a:t>——Cu </a:t>
            </a:r>
            <a:r>
              <a:rPr lang="zh-CN" altLang="en-US" sz="2600" dirty="0">
                <a:solidFill>
                  <a:schemeClr val="tx1"/>
                </a:solidFill>
                <a:latin typeface="Times New Roman" panose="02020603050405020304" pitchFamily="18" charset="0"/>
              </a:rPr>
              <a:t>极       </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得到电子流的极</a:t>
            </a:r>
            <a:r>
              <a:rPr lang="en-US" altLang="zh-CN" sz="2600" i="0" dirty="0">
                <a:solidFill>
                  <a:schemeClr val="tx1"/>
                </a:solidFill>
                <a:latin typeface="Times New Roman" panose="02020603050405020304" pitchFamily="18" charset="0"/>
              </a:rPr>
              <a:t>)</a:t>
            </a:r>
          </a:p>
          <a:p>
            <a:pPr>
              <a:spcBef>
                <a:spcPct val="0"/>
              </a:spcBef>
            </a:pPr>
            <a:r>
              <a:rPr lang="zh-CN" altLang="en-US" sz="2600" dirty="0">
                <a:solidFill>
                  <a:schemeClr val="tx1"/>
                </a:solidFill>
                <a:latin typeface="Times New Roman" panose="02020603050405020304" pitchFamily="18" charset="0"/>
              </a:rPr>
              <a:t>负极</a:t>
            </a:r>
            <a:r>
              <a:rPr lang="en-US" altLang="zh-CN" sz="2600" dirty="0">
                <a:solidFill>
                  <a:schemeClr val="tx1"/>
                </a:solidFill>
                <a:latin typeface="Times New Roman" panose="02020603050405020304" pitchFamily="18" charset="0"/>
              </a:rPr>
              <a:t>——Zn </a:t>
            </a:r>
            <a:r>
              <a:rPr lang="zh-CN" altLang="en-US" sz="2600" dirty="0">
                <a:solidFill>
                  <a:schemeClr val="tx1"/>
                </a:solidFill>
                <a:latin typeface="Times New Roman" panose="02020603050405020304" pitchFamily="18" charset="0"/>
              </a:rPr>
              <a:t>极       </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提供电子流的极</a:t>
            </a:r>
            <a:r>
              <a:rPr lang="en-US" altLang="zh-CN" sz="2600" i="0" dirty="0">
                <a:solidFill>
                  <a:schemeClr val="tx1"/>
                </a:solidFill>
                <a:latin typeface="Times New Roman" panose="02020603050405020304" pitchFamily="18" charset="0"/>
              </a:rPr>
              <a:t>)</a:t>
            </a:r>
          </a:p>
        </p:txBody>
      </p:sp>
      <p:sp>
        <p:nvSpPr>
          <p:cNvPr id="36917" name="Rectangle 53"/>
          <p:cNvSpPr/>
          <p:nvPr/>
        </p:nvSpPr>
        <p:spPr>
          <a:xfrm>
            <a:off x="5638800" y="1447800"/>
            <a:ext cx="3505200" cy="1282700"/>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U</a:t>
            </a:r>
            <a:r>
              <a:rPr lang="zh-CN" altLang="en-US" sz="2600" i="0" dirty="0">
                <a:solidFill>
                  <a:schemeClr val="tx1"/>
                </a:solidFill>
                <a:latin typeface="Times New Roman" panose="02020603050405020304" pitchFamily="18" charset="0"/>
              </a:rPr>
              <a:t>型管中一般是</a:t>
            </a:r>
            <a:r>
              <a:rPr lang="zh-CN" altLang="en-US" sz="2600" dirty="0">
                <a:solidFill>
                  <a:schemeClr val="tx1"/>
                </a:solidFill>
                <a:latin typeface="Times New Roman" panose="02020603050405020304" pitchFamily="18" charset="0"/>
              </a:rPr>
              <a:t>琼脂胶冻</a:t>
            </a:r>
            <a:r>
              <a:rPr lang="zh-CN" altLang="en-US" sz="2600" i="0" dirty="0">
                <a:solidFill>
                  <a:schemeClr val="tx1"/>
                </a:solidFill>
                <a:latin typeface="Times New Roman" panose="02020603050405020304" pitchFamily="18" charset="0"/>
              </a:rPr>
              <a:t>，两出口处是多孔的</a:t>
            </a:r>
            <a:r>
              <a:rPr lang="zh-CN" altLang="en-US" sz="2600" dirty="0">
                <a:solidFill>
                  <a:schemeClr val="tx1"/>
                </a:solidFill>
                <a:latin typeface="Times New Roman" panose="02020603050405020304" pitchFamily="18" charset="0"/>
              </a:rPr>
              <a:t>陶瓷隔板</a:t>
            </a:r>
            <a:r>
              <a:rPr lang="zh-CN" altLang="en-US" sz="2600" i="0" dirty="0">
                <a:solidFill>
                  <a:schemeClr val="tx1"/>
                </a:solidFill>
                <a:latin typeface="Times New Roman" panose="02020603050405020304" pitchFamily="18" charset="0"/>
              </a:rPr>
              <a:t>。</a:t>
            </a:r>
          </a:p>
        </p:txBody>
      </p:sp>
      <p:sp>
        <p:nvSpPr>
          <p:cNvPr id="36918" name="Rectangle 54"/>
          <p:cNvSpPr/>
          <p:nvPr/>
        </p:nvSpPr>
        <p:spPr>
          <a:xfrm>
            <a:off x="6096000" y="3429000"/>
            <a:ext cx="3048000" cy="1679575"/>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反应时，</a:t>
            </a:r>
            <a:r>
              <a:rPr lang="en-US" altLang="zh-CN" sz="2600" i="0" dirty="0">
                <a:solidFill>
                  <a:schemeClr val="tx1"/>
                </a:solidFill>
                <a:latin typeface="Times New Roman" panose="02020603050405020304" pitchFamily="18" charset="0"/>
              </a:rPr>
              <a:t>Cl</a:t>
            </a:r>
            <a:r>
              <a:rPr lang="en-US" altLang="zh-CN" sz="2600" i="0" baseline="300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K</a:t>
            </a:r>
            <a:r>
              <a:rPr lang="en-US" altLang="zh-CN" sz="2600" i="0" baseline="3000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离子分别向左、右迁移，保持反应持续进行。</a:t>
            </a:r>
          </a:p>
        </p:txBody>
      </p:sp>
      <p:sp>
        <p:nvSpPr>
          <p:cNvPr id="36922" name="Rectangle 58"/>
          <p:cNvSpPr/>
          <p:nvPr/>
        </p:nvSpPr>
        <p:spPr>
          <a:xfrm>
            <a:off x="304800" y="533400"/>
            <a:ext cx="2174875" cy="488950"/>
          </a:xfrm>
          <a:prstGeom prst="rect">
            <a:avLst/>
          </a:prstGeom>
          <a:noFill/>
          <a:ln w="9525">
            <a:noFill/>
          </a:ln>
        </p:spPr>
        <p:txBody>
          <a:bodyPr wrap="none">
            <a:spAutoFit/>
          </a:bodyPr>
          <a:lstStyle/>
          <a:p>
            <a:pPr>
              <a:spcBef>
                <a:spcPct val="0"/>
              </a:spcBef>
            </a:pPr>
            <a:r>
              <a:rPr lang="zh-CN" altLang="en-US" sz="2600" i="0" dirty="0">
                <a:solidFill>
                  <a:srgbClr val="0000CC"/>
                </a:solidFill>
                <a:latin typeface="Times New Roman" panose="02020603050405020304" pitchFamily="18" charset="0"/>
              </a:rPr>
              <a:t>原电池装置图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6922"/>
                                        </p:tgtEl>
                                        <p:attrNameLst>
                                          <p:attrName>style.visibility</p:attrName>
                                        </p:attrNameLst>
                                      </p:cBhvr>
                                      <p:to>
                                        <p:strVal val="visible"/>
                                      </p:to>
                                    </p:set>
                                    <p:animEffect transition="in" filter="diamond(in)">
                                      <p:cBhvr>
                                        <p:cTn id="7" dur="1000"/>
                                        <p:tgtEl>
                                          <p:spTgt spid="36922"/>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36871"/>
                                        </p:tgtEl>
                                        <p:attrNameLst>
                                          <p:attrName>style.visibility</p:attrName>
                                        </p:attrNameLst>
                                      </p:cBhvr>
                                      <p:to>
                                        <p:strVal val="visible"/>
                                      </p:to>
                                    </p:set>
                                    <p:animEffect transition="in" filter="diamond(in)">
                                      <p:cBhvr>
                                        <p:cTn id="12" dur="1000"/>
                                        <p:tgtEl>
                                          <p:spTgt spid="36871"/>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36914"/>
                                        </p:tgtEl>
                                        <p:attrNameLst>
                                          <p:attrName>style.visibility</p:attrName>
                                        </p:attrNameLst>
                                      </p:cBhvr>
                                      <p:to>
                                        <p:strVal val="visible"/>
                                      </p:to>
                                    </p:set>
                                    <p:animEffect transition="in" filter="diamond(in)">
                                      <p:cBhvr>
                                        <p:cTn id="17" dur="1000"/>
                                        <p:tgtEl>
                                          <p:spTgt spid="36914"/>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36917"/>
                                        </p:tgtEl>
                                        <p:attrNameLst>
                                          <p:attrName>style.visibility</p:attrName>
                                        </p:attrNameLst>
                                      </p:cBhvr>
                                      <p:to>
                                        <p:strVal val="visible"/>
                                      </p:to>
                                    </p:set>
                                    <p:animEffect transition="in" filter="diamond(in)">
                                      <p:cBhvr>
                                        <p:cTn id="22" dur="1000"/>
                                        <p:tgtEl>
                                          <p:spTgt spid="36917"/>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grpId="0" nodeType="clickEffect">
                                  <p:stCondLst>
                                    <p:cond delay="0"/>
                                  </p:stCondLst>
                                  <p:childTnLst>
                                    <p:set>
                                      <p:cBhvr>
                                        <p:cTn id="26" dur="1" fill="hold">
                                          <p:stCondLst>
                                            <p:cond delay="0"/>
                                          </p:stCondLst>
                                        </p:cTn>
                                        <p:tgtEl>
                                          <p:spTgt spid="36918"/>
                                        </p:tgtEl>
                                        <p:attrNameLst>
                                          <p:attrName>style.visibility</p:attrName>
                                        </p:attrNameLst>
                                      </p:cBhvr>
                                      <p:to>
                                        <p:strVal val="visible"/>
                                      </p:to>
                                    </p:set>
                                    <p:animEffect transition="in" filter="diamond(in)">
                                      <p:cBhvr>
                                        <p:cTn id="27" dur="1000"/>
                                        <p:tgtEl>
                                          <p:spTgt spid="369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914" grpId="0"/>
      <p:bldP spid="36917" grpId="0"/>
      <p:bldP spid="36918" grpId="0"/>
      <p:bldP spid="36922"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2133600" y="4953000"/>
            <a:ext cx="5737225" cy="762000"/>
            <a:chOff x="987" y="2281"/>
            <a:chExt cx="3519" cy="318"/>
          </a:xfrm>
        </p:grpSpPr>
        <p:sp>
          <p:nvSpPr>
            <p:cNvPr id="5192" name="Rectangle 8"/>
            <p:cNvSpPr/>
            <p:nvPr/>
          </p:nvSpPr>
          <p:spPr>
            <a:xfrm>
              <a:off x="4090" y="2371"/>
              <a:ext cx="416" cy="21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93" name="Rectangle 9"/>
            <p:cNvSpPr/>
            <p:nvPr/>
          </p:nvSpPr>
          <p:spPr>
            <a:xfrm>
              <a:off x="3391" y="2371"/>
              <a:ext cx="338" cy="219"/>
            </a:xfrm>
            <a:prstGeom prst="rect">
              <a:avLst/>
            </a:prstGeom>
            <a:noFill/>
            <a:ln w="9525">
              <a:noFill/>
            </a:ln>
          </p:spPr>
          <p:txBody>
            <a:bodyPr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94" name="Rectangle 10"/>
            <p:cNvSpPr/>
            <p:nvPr/>
          </p:nvSpPr>
          <p:spPr>
            <a:xfrm>
              <a:off x="3139" y="2380"/>
              <a:ext cx="268" cy="219"/>
            </a:xfrm>
            <a:prstGeom prst="rect">
              <a:avLst/>
            </a:prstGeom>
            <a:noFill/>
            <a:ln w="9525">
              <a:noFill/>
            </a:ln>
          </p:spPr>
          <p:txBody>
            <a:bodyPr wrap="none" lIns="0" tIns="0" rIns="0" bIns="0">
              <a:spAutoFit/>
            </a:bodyPr>
            <a:lstStyle/>
            <a:p>
              <a:pPr>
                <a:spcBef>
                  <a:spcPct val="0"/>
                </a:spcBef>
              </a:pPr>
              <a:r>
                <a:rPr lang="zh-CN" altLang="en-US" sz="3400" i="0" dirty="0">
                  <a:solidFill>
                    <a:schemeClr val="tx1"/>
                  </a:solidFill>
                  <a:latin typeface="Times New Roman" panose="02020603050405020304" pitchFamily="18" charset="0"/>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95" name="Rectangle 11"/>
            <p:cNvSpPr/>
            <p:nvPr/>
          </p:nvSpPr>
          <p:spPr>
            <a:xfrm>
              <a:off x="2695" y="2371"/>
              <a:ext cx="401" cy="21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/Zn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96" name="Rectangle 12"/>
            <p:cNvSpPr/>
            <p:nvPr/>
          </p:nvSpPr>
          <p:spPr>
            <a:xfrm>
              <a:off x="2021" y="2371"/>
              <a:ext cx="332" cy="219"/>
            </a:xfrm>
            <a:prstGeom prst="rect">
              <a:avLst/>
            </a:prstGeom>
            <a:noFill/>
            <a:ln w="9525">
              <a:noFill/>
            </a:ln>
          </p:spPr>
          <p:txBody>
            <a:bodyPr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Zn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97" name="Rectangle 13"/>
            <p:cNvSpPr/>
            <p:nvPr/>
          </p:nvSpPr>
          <p:spPr>
            <a:xfrm>
              <a:off x="1698" y="2371"/>
              <a:ext cx="267" cy="21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98" name="Rectangle 14"/>
            <p:cNvSpPr/>
            <p:nvPr/>
          </p:nvSpPr>
          <p:spPr>
            <a:xfrm>
              <a:off x="987" y="2380"/>
              <a:ext cx="805" cy="219"/>
            </a:xfrm>
            <a:prstGeom prst="rect">
              <a:avLst/>
            </a:prstGeom>
            <a:noFill/>
            <a:ln w="9525">
              <a:noFill/>
            </a:ln>
          </p:spPr>
          <p:txBody>
            <a:bodyPr wrap="none" lIns="0" tIns="0" rIns="0" bIns="0">
              <a:spAutoFit/>
            </a:bodyPr>
            <a:lstStyle/>
            <a:p>
              <a:pPr>
                <a:spcBef>
                  <a:spcPct val="0"/>
                </a:spcBef>
              </a:pPr>
              <a:r>
                <a:rPr lang="zh-CN" altLang="en-US" sz="3400" i="0" dirty="0">
                  <a:solidFill>
                    <a:schemeClr val="tx1"/>
                  </a:solidFill>
                  <a:latin typeface="Times New Roman" panose="02020603050405020304" pitchFamily="18" charset="0"/>
                  <a:ea typeface="宋体" panose="02010600030101010101" pitchFamily="2" charset="-122"/>
                </a:rPr>
                <a:t>电对：</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99" name="Rectangle 15"/>
            <p:cNvSpPr/>
            <p:nvPr/>
          </p:nvSpPr>
          <p:spPr>
            <a:xfrm>
              <a:off x="3793" y="2303"/>
              <a:ext cx="102" cy="16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200" name="Rectangle 16"/>
            <p:cNvSpPr/>
            <p:nvPr/>
          </p:nvSpPr>
          <p:spPr>
            <a:xfrm>
              <a:off x="2398" y="2303"/>
              <a:ext cx="102" cy="16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201" name="Rectangle 17"/>
            <p:cNvSpPr/>
            <p:nvPr/>
          </p:nvSpPr>
          <p:spPr>
            <a:xfrm>
              <a:off x="3929" y="2281"/>
              <a:ext cx="111" cy="166"/>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202" name="Rectangle 18"/>
            <p:cNvSpPr/>
            <p:nvPr/>
          </p:nvSpPr>
          <p:spPr>
            <a:xfrm>
              <a:off x="2534" y="2281"/>
              <a:ext cx="111" cy="166"/>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3" name="Group 19"/>
          <p:cNvGrpSpPr/>
          <p:nvPr/>
        </p:nvGrpSpPr>
        <p:grpSpPr>
          <a:xfrm>
            <a:off x="228600" y="2667000"/>
            <a:ext cx="8809038" cy="547688"/>
            <a:chOff x="72" y="538"/>
            <a:chExt cx="5549" cy="345"/>
          </a:xfrm>
        </p:grpSpPr>
        <p:sp>
          <p:nvSpPr>
            <p:cNvPr id="5174" name="Rectangle 20"/>
            <p:cNvSpPr/>
            <p:nvPr/>
          </p:nvSpPr>
          <p:spPr>
            <a:xfrm>
              <a:off x="4486" y="574"/>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5" name="Rectangle 21"/>
            <p:cNvSpPr/>
            <p:nvPr/>
          </p:nvSpPr>
          <p:spPr>
            <a:xfrm>
              <a:off x="4069" y="574"/>
              <a:ext cx="42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6" name="Rectangle 22"/>
            <p:cNvSpPr/>
            <p:nvPr/>
          </p:nvSpPr>
          <p:spPr>
            <a:xfrm>
              <a:off x="3483" y="574"/>
              <a:ext cx="3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Zn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7" name="Rectangle 23"/>
            <p:cNvSpPr/>
            <p:nvPr/>
          </p:nvSpPr>
          <p:spPr>
            <a:xfrm>
              <a:off x="3166" y="574"/>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8" name="Rectangle 24"/>
            <p:cNvSpPr/>
            <p:nvPr/>
          </p:nvSpPr>
          <p:spPr>
            <a:xfrm>
              <a:off x="2797" y="574"/>
              <a:ext cx="23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2e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9" name="Rectangle 25"/>
            <p:cNvSpPr/>
            <p:nvPr/>
          </p:nvSpPr>
          <p:spPr>
            <a:xfrm>
              <a:off x="1988" y="574"/>
              <a:ext cx="56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Zn(s)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0" name="Rectangle 26"/>
            <p:cNvSpPr/>
            <p:nvPr/>
          </p:nvSpPr>
          <p:spPr>
            <a:xfrm>
              <a:off x="1867" y="574"/>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81" name="Rectangle 27"/>
            <p:cNvSpPr/>
            <p:nvPr/>
          </p:nvSpPr>
          <p:spPr>
            <a:xfrm>
              <a:off x="1738" y="57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2" name="Rectangle 28"/>
            <p:cNvSpPr/>
            <p:nvPr/>
          </p:nvSpPr>
          <p:spPr>
            <a:xfrm>
              <a:off x="634" y="57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3" name="Rectangle 29"/>
            <p:cNvSpPr/>
            <p:nvPr/>
          </p:nvSpPr>
          <p:spPr>
            <a:xfrm>
              <a:off x="509" y="574"/>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4" name="Rectangle 30"/>
            <p:cNvSpPr/>
            <p:nvPr/>
          </p:nvSpPr>
          <p:spPr>
            <a:xfrm>
              <a:off x="338" y="582"/>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极</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85" name="Rectangle 31"/>
            <p:cNvSpPr/>
            <p:nvPr/>
          </p:nvSpPr>
          <p:spPr>
            <a:xfrm>
              <a:off x="3864" y="554"/>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6" name="Rectangle 32"/>
            <p:cNvSpPr/>
            <p:nvPr/>
          </p:nvSpPr>
          <p:spPr>
            <a:xfrm>
              <a:off x="2605" y="545"/>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7" name="Rectangle 33"/>
            <p:cNvSpPr/>
            <p:nvPr/>
          </p:nvSpPr>
          <p:spPr>
            <a:xfrm>
              <a:off x="3949" y="538"/>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8" name="Rectangle 34"/>
            <p:cNvSpPr/>
            <p:nvPr/>
          </p:nvSpPr>
          <p:spPr>
            <a:xfrm>
              <a:off x="3061" y="538"/>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89" name="Rectangle 35"/>
            <p:cNvSpPr/>
            <p:nvPr/>
          </p:nvSpPr>
          <p:spPr>
            <a:xfrm>
              <a:off x="4625" y="582"/>
              <a:ext cx="996"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氧化反应</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90" name="Rectangle 36"/>
            <p:cNvSpPr/>
            <p:nvPr/>
          </p:nvSpPr>
          <p:spPr>
            <a:xfrm>
              <a:off x="692" y="582"/>
              <a:ext cx="996"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电子流出</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91" name="Rectangle 37"/>
            <p:cNvSpPr/>
            <p:nvPr/>
          </p:nvSpPr>
          <p:spPr>
            <a:xfrm>
              <a:off x="72" y="582"/>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负</a:t>
              </a:r>
              <a:endParaRPr lang="zh-CN" altLang="en-US" sz="1800" i="0" dirty="0">
                <a:solidFill>
                  <a:schemeClr val="tx1"/>
                </a:solidFill>
                <a:latin typeface="Arial" panose="020B0604020202020204" pitchFamily="34" charset="0"/>
                <a:ea typeface="宋体" panose="02010600030101010101" pitchFamily="2" charset="-122"/>
              </a:endParaRPr>
            </a:p>
          </p:txBody>
        </p:sp>
        <p:graphicFrame>
          <p:nvGraphicFramePr>
            <p:cNvPr id="5125" name="Object 38"/>
            <p:cNvGraphicFramePr>
              <a:graphicFrameLocks/>
            </p:cNvGraphicFramePr>
            <p:nvPr/>
          </p:nvGraphicFramePr>
          <p:xfrm>
            <a:off x="3120" y="672"/>
            <a:ext cx="410" cy="129"/>
          </p:xfrm>
          <a:graphic>
            <a:graphicData uri="http://schemas.openxmlformats.org/presentationml/2006/ole">
              <p:oleObj spid="_x0000_s41988" r:id="rId4" imgW="18726150" imgH="15268575" progId="">
                <p:embed/>
              </p:oleObj>
            </a:graphicData>
          </a:graphic>
        </p:graphicFrame>
      </p:grpSp>
      <p:grpSp>
        <p:nvGrpSpPr>
          <p:cNvPr id="4" name="Group 39"/>
          <p:cNvGrpSpPr/>
          <p:nvPr/>
        </p:nvGrpSpPr>
        <p:grpSpPr>
          <a:xfrm>
            <a:off x="228600" y="3200400"/>
            <a:ext cx="8775700" cy="549275"/>
            <a:chOff x="76" y="895"/>
            <a:chExt cx="5528" cy="346"/>
          </a:xfrm>
        </p:grpSpPr>
        <p:sp>
          <p:nvSpPr>
            <p:cNvPr id="5156" name="Rectangle 40"/>
            <p:cNvSpPr/>
            <p:nvPr/>
          </p:nvSpPr>
          <p:spPr>
            <a:xfrm>
              <a:off x="4473" y="932"/>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7" name="Rectangle 41"/>
            <p:cNvSpPr/>
            <p:nvPr/>
          </p:nvSpPr>
          <p:spPr>
            <a:xfrm>
              <a:off x="3890" y="932"/>
              <a:ext cx="58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Cu(s)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8" name="Rectangle 42"/>
            <p:cNvSpPr/>
            <p:nvPr/>
          </p:nvSpPr>
          <p:spPr>
            <a:xfrm>
              <a:off x="3831" y="932"/>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9" name="Rectangle 43"/>
            <p:cNvSpPr/>
            <p:nvPr/>
          </p:nvSpPr>
          <p:spPr>
            <a:xfrm>
              <a:off x="3212" y="932"/>
              <a:ext cx="23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2e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0" name="Rectangle 44"/>
            <p:cNvSpPr/>
            <p:nvPr/>
          </p:nvSpPr>
          <p:spPr>
            <a:xfrm>
              <a:off x="2545" y="932"/>
              <a:ext cx="42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1" name="Rectangle 45"/>
            <p:cNvSpPr/>
            <p:nvPr/>
          </p:nvSpPr>
          <p:spPr>
            <a:xfrm>
              <a:off x="2005" y="932"/>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2" name="Rectangle 46"/>
            <p:cNvSpPr/>
            <p:nvPr/>
          </p:nvSpPr>
          <p:spPr>
            <a:xfrm>
              <a:off x="1892" y="932"/>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63" name="Rectangle 47"/>
            <p:cNvSpPr/>
            <p:nvPr/>
          </p:nvSpPr>
          <p:spPr>
            <a:xfrm>
              <a:off x="1763" y="932"/>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4" name="Rectangle 48"/>
            <p:cNvSpPr/>
            <p:nvPr/>
          </p:nvSpPr>
          <p:spPr>
            <a:xfrm>
              <a:off x="638" y="932"/>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5" name="Rectangle 49"/>
            <p:cNvSpPr/>
            <p:nvPr/>
          </p:nvSpPr>
          <p:spPr>
            <a:xfrm>
              <a:off x="513" y="932"/>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6" name="Rectangle 50"/>
            <p:cNvSpPr/>
            <p:nvPr/>
          </p:nvSpPr>
          <p:spPr>
            <a:xfrm>
              <a:off x="342" y="940"/>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极</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67" name="Rectangle 51"/>
            <p:cNvSpPr/>
            <p:nvPr/>
          </p:nvSpPr>
          <p:spPr>
            <a:xfrm>
              <a:off x="2340" y="911"/>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8" name="Rectangle 52"/>
            <p:cNvSpPr/>
            <p:nvPr/>
          </p:nvSpPr>
          <p:spPr>
            <a:xfrm>
              <a:off x="3016" y="903"/>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69" name="Rectangle 53"/>
            <p:cNvSpPr/>
            <p:nvPr/>
          </p:nvSpPr>
          <p:spPr>
            <a:xfrm>
              <a:off x="3476" y="895"/>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0" name="Rectangle 54"/>
            <p:cNvSpPr/>
            <p:nvPr/>
          </p:nvSpPr>
          <p:spPr>
            <a:xfrm>
              <a:off x="2425" y="895"/>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71" name="Rectangle 55"/>
            <p:cNvSpPr/>
            <p:nvPr/>
          </p:nvSpPr>
          <p:spPr>
            <a:xfrm>
              <a:off x="4608" y="940"/>
              <a:ext cx="996"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还原反应</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72" name="Rectangle 56"/>
            <p:cNvSpPr/>
            <p:nvPr/>
          </p:nvSpPr>
          <p:spPr>
            <a:xfrm>
              <a:off x="697" y="940"/>
              <a:ext cx="996"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电子流入</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73" name="Rectangle 57"/>
            <p:cNvSpPr/>
            <p:nvPr/>
          </p:nvSpPr>
          <p:spPr>
            <a:xfrm>
              <a:off x="76" y="940"/>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正</a:t>
              </a:r>
              <a:endParaRPr lang="zh-CN" altLang="en-US" sz="1800" i="0" dirty="0">
                <a:solidFill>
                  <a:schemeClr val="tx1"/>
                </a:solidFill>
                <a:latin typeface="Arial" panose="020B0604020202020204" pitchFamily="34" charset="0"/>
                <a:ea typeface="宋体" panose="02010600030101010101" pitchFamily="2" charset="-122"/>
              </a:endParaRPr>
            </a:p>
          </p:txBody>
        </p:sp>
        <p:graphicFrame>
          <p:nvGraphicFramePr>
            <p:cNvPr id="5124" name="Object 58"/>
            <p:cNvGraphicFramePr>
              <a:graphicFrameLocks/>
            </p:cNvGraphicFramePr>
            <p:nvPr/>
          </p:nvGraphicFramePr>
          <p:xfrm>
            <a:off x="3504" y="1032"/>
            <a:ext cx="410" cy="129"/>
          </p:xfrm>
          <a:graphic>
            <a:graphicData uri="http://schemas.openxmlformats.org/presentationml/2006/ole">
              <p:oleObj spid="_x0000_s41987" r:id="rId5" imgW="18726150" imgH="15268575" progId="">
                <p:embed/>
              </p:oleObj>
            </a:graphicData>
          </a:graphic>
        </p:graphicFrame>
      </p:grpSp>
      <p:grpSp>
        <p:nvGrpSpPr>
          <p:cNvPr id="5" name="Group 59"/>
          <p:cNvGrpSpPr/>
          <p:nvPr/>
        </p:nvGrpSpPr>
        <p:grpSpPr>
          <a:xfrm>
            <a:off x="2286000" y="4343400"/>
            <a:ext cx="5211763" cy="715963"/>
            <a:chOff x="987" y="1805"/>
            <a:chExt cx="3283" cy="368"/>
          </a:xfrm>
        </p:grpSpPr>
        <p:sp>
          <p:nvSpPr>
            <p:cNvPr id="5146" name="Rectangle 60"/>
            <p:cNvSpPr/>
            <p:nvPr/>
          </p:nvSpPr>
          <p:spPr>
            <a:xfrm>
              <a:off x="3443" y="1904"/>
              <a:ext cx="827" cy="269"/>
            </a:xfrm>
            <a:prstGeom prst="rect">
              <a:avLst/>
            </a:prstGeom>
            <a:noFill/>
            <a:ln w="9525">
              <a:noFill/>
            </a:ln>
          </p:spPr>
          <p:txBody>
            <a:bodyPr wrap="none" lIns="0" tIns="0" rIns="0" bIns="0">
              <a:spAutoFit/>
            </a:bodyPr>
            <a:lstStyle/>
            <a:p>
              <a:pPr>
                <a:spcBef>
                  <a:spcPct val="0"/>
                </a:spcBef>
              </a:pPr>
              <a:r>
                <a:rPr lang="zh-CN" altLang="en-US" sz="3400" i="0" dirty="0">
                  <a:solidFill>
                    <a:schemeClr val="tx1"/>
                  </a:solidFill>
                  <a:latin typeface="Times New Roman" panose="02020603050405020304" pitchFamily="18" charset="0"/>
                  <a:ea typeface="宋体" panose="02010600030101010101" pitchFamily="2" charset="-122"/>
                </a:rPr>
                <a:t>还原型</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47" name="Rectangle 61"/>
            <p:cNvSpPr/>
            <p:nvPr/>
          </p:nvSpPr>
          <p:spPr>
            <a:xfrm>
              <a:off x="3326" y="1895"/>
              <a:ext cx="137"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8" name="Rectangle 62"/>
            <p:cNvSpPr/>
            <p:nvPr/>
          </p:nvSpPr>
          <p:spPr>
            <a:xfrm>
              <a:off x="2922" y="1895"/>
              <a:ext cx="69"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9" name="Rectangle 63"/>
            <p:cNvSpPr/>
            <p:nvPr/>
          </p:nvSpPr>
          <p:spPr>
            <a:xfrm>
              <a:off x="2612" y="1895"/>
              <a:ext cx="122"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0" name="Rectangle 64"/>
            <p:cNvSpPr/>
            <p:nvPr/>
          </p:nvSpPr>
          <p:spPr>
            <a:xfrm>
              <a:off x="2269" y="1895"/>
              <a:ext cx="137"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1" name="Rectangle 65"/>
            <p:cNvSpPr/>
            <p:nvPr/>
          </p:nvSpPr>
          <p:spPr>
            <a:xfrm>
              <a:off x="1698" y="1895"/>
              <a:ext cx="343"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2" name="Rectangle 66"/>
            <p:cNvSpPr/>
            <p:nvPr/>
          </p:nvSpPr>
          <p:spPr>
            <a:xfrm>
              <a:off x="987" y="1904"/>
              <a:ext cx="819" cy="269"/>
            </a:xfrm>
            <a:prstGeom prst="rect">
              <a:avLst/>
            </a:prstGeom>
            <a:noFill/>
            <a:ln w="9525">
              <a:noFill/>
            </a:ln>
          </p:spPr>
          <p:txBody>
            <a:bodyPr lIns="0" tIns="0" rIns="0" bIns="0">
              <a:spAutoFit/>
            </a:bodyPr>
            <a:lstStyle/>
            <a:p>
              <a:pPr>
                <a:spcBef>
                  <a:spcPct val="0"/>
                </a:spcBef>
              </a:pPr>
              <a:r>
                <a:rPr lang="zh-CN" altLang="en-US" sz="3400" i="0" dirty="0">
                  <a:solidFill>
                    <a:schemeClr val="tx1"/>
                  </a:solidFill>
                  <a:latin typeface="Times New Roman" panose="02020603050405020304" pitchFamily="18" charset="0"/>
                  <a:ea typeface="宋体" panose="02010600030101010101" pitchFamily="2" charset="-122"/>
                </a:rPr>
                <a:t>氧化型</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53" name="Rectangle 67"/>
            <p:cNvSpPr/>
            <p:nvPr/>
          </p:nvSpPr>
          <p:spPr>
            <a:xfrm>
              <a:off x="2767" y="1805"/>
              <a:ext cx="114" cy="20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4" name="Rectangle 68"/>
            <p:cNvSpPr/>
            <p:nvPr/>
          </p:nvSpPr>
          <p:spPr>
            <a:xfrm>
              <a:off x="2097" y="1865"/>
              <a:ext cx="150" cy="269"/>
            </a:xfrm>
            <a:prstGeom prst="rect">
              <a:avLst/>
            </a:prstGeom>
            <a:noFill/>
            <a:ln w="9525">
              <a:noFill/>
            </a:ln>
          </p:spPr>
          <p:txBody>
            <a:bodyPr wrap="none" lIns="0" tIns="0" rIns="0" bIns="0">
              <a:spAutoFit/>
            </a:bodyPr>
            <a:lstStyle/>
            <a:p>
              <a:pPr>
                <a:spcBef>
                  <a:spcPct val="0"/>
                </a:spcBef>
              </a:pPr>
              <a:r>
                <a:rPr lang="en-US" altLang="zh-CN" sz="34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55" name="Rectangle 69"/>
            <p:cNvSpPr/>
            <p:nvPr/>
          </p:nvSpPr>
          <p:spPr>
            <a:xfrm>
              <a:off x="2430" y="1895"/>
              <a:ext cx="168" cy="269"/>
            </a:xfrm>
            <a:prstGeom prst="rect">
              <a:avLst/>
            </a:prstGeom>
            <a:noFill/>
            <a:ln w="9525">
              <a:noFill/>
            </a:ln>
          </p:spPr>
          <p:txBody>
            <a:bodyPr wrap="none" lIns="0" tIns="0" rIns="0" bIns="0">
              <a:spAutoFit/>
            </a:bodyPr>
            <a:lstStyle/>
            <a:p>
              <a:pPr>
                <a:spcBef>
                  <a:spcPct val="0"/>
                </a:spcBef>
              </a:pPr>
              <a:r>
                <a:rPr lang="en-US" altLang="zh-CN" sz="3400" dirty="0">
                  <a:solidFill>
                    <a:schemeClr val="tx1"/>
                  </a:solidFill>
                  <a:latin typeface="Times New Roman" panose="02020603050405020304" pitchFamily="18" charset="0"/>
                  <a:ea typeface="宋体" panose="02010600030101010101" pitchFamily="2" charset="-122"/>
                </a:rPr>
                <a:t>Z</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5123" name="Object 70"/>
            <p:cNvGraphicFramePr>
              <a:graphicFrameLocks/>
            </p:cNvGraphicFramePr>
            <p:nvPr/>
          </p:nvGraphicFramePr>
          <p:xfrm>
            <a:off x="2950" y="2016"/>
            <a:ext cx="410" cy="129"/>
          </p:xfrm>
          <a:graphic>
            <a:graphicData uri="http://schemas.openxmlformats.org/presentationml/2006/ole">
              <p:oleObj spid="_x0000_s41986" r:id="rId6" imgW="18726150" imgH="15268575" progId="">
                <p:embed/>
              </p:oleObj>
            </a:graphicData>
          </a:graphic>
        </p:graphicFrame>
      </p:grpSp>
      <p:grpSp>
        <p:nvGrpSpPr>
          <p:cNvPr id="6" name="Group 71"/>
          <p:cNvGrpSpPr/>
          <p:nvPr/>
        </p:nvGrpSpPr>
        <p:grpSpPr>
          <a:xfrm>
            <a:off x="228600" y="3810000"/>
            <a:ext cx="8999538" cy="542925"/>
            <a:chOff x="55" y="1253"/>
            <a:chExt cx="5669" cy="342"/>
          </a:xfrm>
        </p:grpSpPr>
        <p:sp>
          <p:nvSpPr>
            <p:cNvPr id="5132" name="Rectangle 72"/>
            <p:cNvSpPr/>
            <p:nvPr/>
          </p:nvSpPr>
          <p:spPr>
            <a:xfrm>
              <a:off x="5144" y="1289"/>
              <a:ext cx="58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Cu(s)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3" name="Rectangle 73"/>
            <p:cNvSpPr/>
            <p:nvPr/>
          </p:nvSpPr>
          <p:spPr>
            <a:xfrm>
              <a:off x="4481" y="1289"/>
              <a:ext cx="42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4" name="Rectangle 74"/>
            <p:cNvSpPr/>
            <p:nvPr/>
          </p:nvSpPr>
          <p:spPr>
            <a:xfrm>
              <a:off x="3895" y="1289"/>
              <a:ext cx="3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Zn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5" name="Rectangle 75"/>
            <p:cNvSpPr/>
            <p:nvPr/>
          </p:nvSpPr>
          <p:spPr>
            <a:xfrm>
              <a:off x="3208" y="1289"/>
              <a:ext cx="42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6" name="Rectangle 76"/>
            <p:cNvSpPr/>
            <p:nvPr/>
          </p:nvSpPr>
          <p:spPr>
            <a:xfrm>
              <a:off x="2667" y="1289"/>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7" name="Rectangle 77"/>
            <p:cNvSpPr/>
            <p:nvPr/>
          </p:nvSpPr>
          <p:spPr>
            <a:xfrm>
              <a:off x="1726" y="1289"/>
              <a:ext cx="69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Zn(s)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8" name="Rectangle 78"/>
            <p:cNvSpPr/>
            <p:nvPr/>
          </p:nvSpPr>
          <p:spPr>
            <a:xfrm>
              <a:off x="1059" y="1289"/>
              <a:ext cx="62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39" name="Rectangle 79"/>
            <p:cNvSpPr/>
            <p:nvPr/>
          </p:nvSpPr>
          <p:spPr>
            <a:xfrm>
              <a:off x="55" y="1297"/>
              <a:ext cx="1245"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电池反应：</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5140" name="Rectangle 80"/>
            <p:cNvSpPr/>
            <p:nvPr/>
          </p:nvSpPr>
          <p:spPr>
            <a:xfrm>
              <a:off x="4276" y="1269"/>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1" name="Rectangle 81"/>
            <p:cNvSpPr/>
            <p:nvPr/>
          </p:nvSpPr>
          <p:spPr>
            <a:xfrm>
              <a:off x="3003" y="1269"/>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2" name="Rectangle 82"/>
            <p:cNvSpPr/>
            <p:nvPr/>
          </p:nvSpPr>
          <p:spPr>
            <a:xfrm>
              <a:off x="4952" y="126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3" name="Rectangle 83"/>
            <p:cNvSpPr/>
            <p:nvPr/>
          </p:nvSpPr>
          <p:spPr>
            <a:xfrm>
              <a:off x="2476" y="126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4" name="Rectangle 84"/>
            <p:cNvSpPr/>
            <p:nvPr/>
          </p:nvSpPr>
          <p:spPr>
            <a:xfrm>
              <a:off x="4361" y="125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5145" name="Rectangle 85"/>
            <p:cNvSpPr/>
            <p:nvPr/>
          </p:nvSpPr>
          <p:spPr>
            <a:xfrm>
              <a:off x="3088" y="125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5122" name="Object 86"/>
            <p:cNvGraphicFramePr>
              <a:graphicFrameLocks/>
            </p:cNvGraphicFramePr>
            <p:nvPr/>
          </p:nvGraphicFramePr>
          <p:xfrm>
            <a:off x="3584" y="1392"/>
            <a:ext cx="410" cy="129"/>
          </p:xfrm>
          <a:graphic>
            <a:graphicData uri="http://schemas.openxmlformats.org/presentationml/2006/ole">
              <p:oleObj spid="_x0000_s41985" r:id="rId7" imgW="18726150" imgH="15268575" progId="">
                <p:embed/>
              </p:oleObj>
            </a:graphicData>
          </a:graphic>
        </p:graphicFrame>
      </p:grpSp>
      <p:sp>
        <p:nvSpPr>
          <p:cNvPr id="38999" name="Rectangle 87"/>
          <p:cNvSpPr>
            <a:spLocks noChangeArrowheads="1"/>
          </p:cNvSpPr>
          <p:nvPr/>
        </p:nvSpPr>
        <p:spPr bwMode="auto">
          <a:xfrm>
            <a:off x="457200" y="228600"/>
            <a:ext cx="8305800" cy="1920875"/>
          </a:xfrm>
          <a:prstGeom prst="rect">
            <a:avLst/>
          </a:prstGeom>
          <a:solidFill>
            <a:srgbClr val="FFCC99"/>
          </a:solidFill>
          <a:ln w="9525">
            <a:noFill/>
            <a:miter lim="800000"/>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1" i="1" u="none" strike="noStrike" kern="1200" cap="none" spc="0" normalizeH="0" baseline="0" noProof="0" smtClean="0">
                <a:ln>
                  <a:noFill/>
                </a:ln>
                <a:solidFill>
                  <a:schemeClr val="tx1"/>
                </a:solidFill>
                <a:effectLst/>
                <a:uLnTx/>
                <a:uFillTx/>
                <a:latin typeface="+mj-lt"/>
                <a:ea typeface="楷体_GB2312" pitchFamily="49" charset="-122"/>
                <a:cs typeface="+mn-cs"/>
              </a:rPr>
              <a:t>组成原电池的条件：</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1" i="1" u="none" strike="noStrike" kern="1200" cap="none" spc="0" normalizeH="0" baseline="0" noProof="0" smtClean="0">
                <a:ln>
                  <a:noFill/>
                </a:ln>
                <a:solidFill>
                  <a:schemeClr val="tx1"/>
                </a:solidFill>
                <a:effectLst/>
                <a:uLnTx/>
                <a:uFillTx/>
                <a:latin typeface="+mj-lt"/>
                <a:ea typeface="楷体_GB2312" pitchFamily="49" charset="-122"/>
                <a:cs typeface="+mn-cs"/>
              </a:rPr>
              <a:t>    ①自发反应△</a:t>
            </a:r>
            <a:r>
              <a:rPr kumimoji="0" lang="en-US" altLang="zh-CN" sz="3000" b="1" i="1" u="none" strike="noStrike" kern="1200" cap="none" spc="0" normalizeH="0" baseline="0" noProof="0" smtClean="0">
                <a:ln>
                  <a:noFill/>
                </a:ln>
                <a:solidFill>
                  <a:schemeClr val="tx1"/>
                </a:solidFill>
                <a:effectLst/>
                <a:uLnTx/>
                <a:uFillTx/>
                <a:latin typeface="+mj-lt"/>
                <a:ea typeface="楷体_GB2312" pitchFamily="49" charset="-122"/>
                <a:cs typeface="+mn-cs"/>
              </a:rPr>
              <a:t>G</a:t>
            </a:r>
            <a:r>
              <a:rPr kumimoji="0" lang="zh-CN" altLang="en-US" sz="3000" b="1" i="1" u="none" strike="noStrike" kern="1200" cap="none" spc="0" normalizeH="0" baseline="0" noProof="0" smtClean="0">
                <a:ln>
                  <a:noFill/>
                </a:ln>
                <a:solidFill>
                  <a:schemeClr val="tx1"/>
                </a:solidFill>
                <a:effectLst/>
                <a:uLnTx/>
                <a:uFillTx/>
                <a:latin typeface="+mj-lt"/>
                <a:ea typeface="楷体_GB2312" pitchFamily="49" charset="-122"/>
                <a:cs typeface="+mn-cs"/>
              </a:rPr>
              <a:t>＜</a:t>
            </a:r>
            <a:r>
              <a:rPr kumimoji="0" lang="en-US" altLang="zh-CN" sz="3000" b="1" i="1" u="none" strike="noStrike" kern="1200" cap="none" spc="0" normalizeH="0" baseline="0" noProof="0" smtClean="0">
                <a:ln>
                  <a:noFill/>
                </a:ln>
                <a:solidFill>
                  <a:schemeClr val="tx1"/>
                </a:solidFill>
                <a:effectLst/>
                <a:uLnTx/>
                <a:uFillTx/>
                <a:latin typeface="+mj-lt"/>
                <a:ea typeface="楷体_GB2312" pitchFamily="49" charset="-122"/>
                <a:cs typeface="+mn-cs"/>
              </a:rPr>
              <a:t>0</a:t>
            </a:r>
          </a:p>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smtClean="0">
                <a:ln>
                  <a:noFill/>
                </a:ln>
                <a:solidFill>
                  <a:schemeClr val="tx1"/>
                </a:solidFill>
                <a:effectLst/>
                <a:uLnTx/>
                <a:uFillTx/>
                <a:latin typeface="+mj-lt"/>
                <a:ea typeface="楷体_GB2312" pitchFamily="49" charset="-122"/>
                <a:cs typeface="+mn-cs"/>
              </a:rPr>
              <a:t>    ②</a:t>
            </a:r>
            <a:r>
              <a:rPr kumimoji="0" lang="zh-CN" altLang="en-US" sz="3000" b="1" i="1" u="none" strike="noStrike" kern="1200" cap="none" spc="0" normalizeH="0" baseline="0" noProof="0" smtClean="0">
                <a:ln>
                  <a:noFill/>
                </a:ln>
                <a:solidFill>
                  <a:schemeClr val="tx1"/>
                </a:solidFill>
                <a:effectLst/>
                <a:uLnTx/>
                <a:uFillTx/>
                <a:latin typeface="+mj-lt"/>
                <a:ea typeface="楷体_GB2312" pitchFamily="49" charset="-122"/>
                <a:cs typeface="+mn-cs"/>
              </a:rPr>
              <a:t>氧化和还原反应分别在两处进行；</a:t>
            </a:r>
          </a:p>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3000" b="1" i="1" u="none" strike="noStrike" kern="1200" cap="none" spc="0" normalizeH="0" baseline="0" noProof="0" smtClean="0">
                <a:ln>
                  <a:noFill/>
                </a:ln>
                <a:solidFill>
                  <a:schemeClr val="tx1"/>
                </a:solidFill>
                <a:effectLst/>
                <a:uLnTx/>
                <a:uFillTx/>
                <a:latin typeface="+mj-lt"/>
                <a:ea typeface="楷体_GB2312" pitchFamily="49" charset="-122"/>
                <a:cs typeface="+mn-cs"/>
              </a:rPr>
              <a:t>    ③两极的电解质溶液必须沟通。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8999"/>
                                        </p:tgtEl>
                                        <p:attrNameLst>
                                          <p:attrName>style.visibility</p:attrName>
                                        </p:attrNameLst>
                                      </p:cBhvr>
                                      <p:to>
                                        <p:strVal val="visible"/>
                                      </p:to>
                                    </p:set>
                                    <p:animEffect transition="in" filter="checkerboard(across)">
                                      <p:cBhvr>
                                        <p:cTn id="7" dur="1000"/>
                                        <p:tgtEl>
                                          <p:spTgt spid="3899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99" grpId="0" animBg="1"/>
    </p:bld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7" name="Rectangle 7">
            <a:hlinkClick r:id="rId3" action="ppaction://hlinksldjump"/>
          </p:cNvPr>
          <p:cNvSpPr/>
          <p:nvPr/>
        </p:nvSpPr>
        <p:spPr>
          <a:xfrm>
            <a:off x="76200" y="152400"/>
            <a:ext cx="4343400" cy="647700"/>
          </a:xfrm>
          <a:prstGeom prst="rect">
            <a:avLst/>
          </a:prstGeom>
          <a:gradFill rotWithShape="1">
            <a:gsLst>
              <a:gs pos="0">
                <a:srgbClr val="767600"/>
              </a:gs>
              <a:gs pos="50000">
                <a:srgbClr val="FFFF00"/>
              </a:gs>
              <a:gs pos="100000">
                <a:srgbClr val="767600"/>
              </a:gs>
            </a:gsLst>
            <a:lin ang="5400000" scaled="1"/>
            <a:tileRect/>
          </a:gradFill>
          <a:ln w="9525">
            <a:noFill/>
          </a:ln>
        </p:spPr>
        <p:txBody>
          <a:bodyPr>
            <a:spAutoFit/>
          </a:bodyPr>
          <a:lstStyle/>
          <a:p>
            <a:pPr>
              <a:lnSpc>
                <a:spcPct val="140000"/>
              </a:lnSpc>
              <a:spcBef>
                <a:spcPct val="20000"/>
              </a:spcBef>
            </a:pPr>
            <a:r>
              <a:rPr lang="en-US" altLang="zh-CN" sz="2600" i="0" dirty="0">
                <a:solidFill>
                  <a:srgbClr val="0000CC"/>
                </a:solidFill>
                <a:latin typeface="Times New Roman" panose="02020603050405020304" pitchFamily="18" charset="0"/>
              </a:rPr>
              <a:t> 7.2.2</a:t>
            </a:r>
            <a:r>
              <a:rPr lang="en-US" altLang="zh-CN" sz="2600" i="0" dirty="0">
                <a:solidFill>
                  <a:srgbClr val="0000CC"/>
                </a:solidFill>
                <a:latin typeface="楷体_GB2312" pitchFamily="49" charset="-122"/>
              </a:rPr>
              <a:t>  </a:t>
            </a:r>
            <a:r>
              <a:rPr lang="zh-CN" altLang="en-US" sz="2600" i="0" dirty="0">
                <a:solidFill>
                  <a:srgbClr val="0000CC"/>
                </a:solidFill>
                <a:latin typeface="楷体_GB2312" pitchFamily="49" charset="-122"/>
              </a:rPr>
              <a:t>原电池的表示方法</a:t>
            </a:r>
          </a:p>
        </p:txBody>
      </p:sp>
      <p:grpSp>
        <p:nvGrpSpPr>
          <p:cNvPr id="2" name="Group 8"/>
          <p:cNvGrpSpPr/>
          <p:nvPr/>
        </p:nvGrpSpPr>
        <p:grpSpPr>
          <a:xfrm>
            <a:off x="1219200" y="4191000"/>
            <a:ext cx="6934200" cy="838200"/>
            <a:chOff x="336" y="2496"/>
            <a:chExt cx="5424" cy="528"/>
          </a:xfrm>
        </p:grpSpPr>
        <p:sp>
          <p:nvSpPr>
            <p:cNvPr id="73745" name="Rectangle 9" descr="棕色大理石"/>
            <p:cNvSpPr/>
            <p:nvPr/>
          </p:nvSpPr>
          <p:spPr>
            <a:xfrm>
              <a:off x="432" y="2496"/>
              <a:ext cx="5184" cy="528"/>
            </a:xfrm>
            <a:prstGeom prst="rect">
              <a:avLst/>
            </a:prstGeom>
            <a:blipFill rotWithShape="0">
              <a:blip r:embed="rId4"/>
            </a:blipFill>
            <a:ln w="9525"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0970" name="Text Box 10"/>
            <p:cNvSpPr txBox="1">
              <a:spLocks noChangeArrowheads="1"/>
            </p:cNvSpPr>
            <p:nvPr/>
          </p:nvSpPr>
          <p:spPr bwMode="auto">
            <a:xfrm>
              <a:off x="336" y="2496"/>
              <a:ext cx="2544" cy="480"/>
            </a:xfrm>
            <a:prstGeom prst="rect">
              <a:avLst/>
            </a:prstGeom>
            <a:noFill/>
            <a:ln w="9525">
              <a:noFill/>
              <a:miter lim="800000"/>
            </a:ln>
            <a:effectLst/>
          </p:spPr>
          <p:txBody>
            <a:bodyPr>
              <a:spAutoFit/>
            </a:bodyPr>
            <a:lstStyle/>
            <a:p>
              <a:pPr marR="0" defTabSz="914400">
                <a:buClrTx/>
                <a:buSzTx/>
                <a:buFontTx/>
                <a:buNone/>
                <a:defRPr/>
              </a:pPr>
              <a:r>
                <a:rPr kumimoji="1" lang="en-US" altLang="zh-CN" sz="4400" i="0" kern="1200" cap="none" spc="0" normalizeH="0" baseline="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Zn | Zn</a:t>
              </a:r>
              <a:r>
                <a:rPr kumimoji="1" lang="en-US" altLang="zh-CN" sz="4400" i="0" kern="1200" cap="none" spc="0" normalizeH="0" baseline="3000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1" lang="en-US" altLang="zh-CN" sz="4400" i="0" kern="1200" cap="none" spc="0" normalizeH="0" baseline="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sz="4400" kern="1200" cap="none" spc="0" normalizeH="0" baseline="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a:t>
              </a:r>
              <a:r>
                <a:rPr kumimoji="1" lang="en-US" altLang="zh-CN" sz="4400" i="0" kern="1200" cap="none" spc="0" normalizeH="0" baseline="-3000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1</a:t>
              </a:r>
              <a:r>
                <a:rPr kumimoji="1" lang="en-US" altLang="zh-CN" sz="4400" i="0" kern="1200" cap="none" spc="0" normalizeH="0" baseline="0" noProof="0">
                  <a:solidFill>
                    <a:srgbClr val="00FFCC"/>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p>
          </p:txBody>
        </p:sp>
        <p:sp>
          <p:nvSpPr>
            <p:cNvPr id="40971" name="Text Box 11"/>
            <p:cNvSpPr txBox="1">
              <a:spLocks noChangeArrowheads="1"/>
            </p:cNvSpPr>
            <p:nvPr/>
          </p:nvSpPr>
          <p:spPr bwMode="auto">
            <a:xfrm>
              <a:off x="3120" y="2496"/>
              <a:ext cx="2640" cy="480"/>
            </a:xfrm>
            <a:prstGeom prst="rect">
              <a:avLst/>
            </a:prstGeom>
            <a:noFill/>
            <a:ln w="9525">
              <a:noFill/>
              <a:miter lim="800000"/>
            </a:ln>
            <a:effectLst/>
          </p:spPr>
          <p:txBody>
            <a:bodyPr>
              <a:spAutoFit/>
            </a:bodyPr>
            <a:lstStyle/>
            <a:p>
              <a:pPr marR="0" defTabSz="914400">
                <a:buClrTx/>
                <a:buSzTx/>
                <a:buFontTx/>
                <a:buNone/>
                <a:defRPr/>
              </a:pPr>
              <a:r>
                <a:rPr kumimoji="1" lang="en-US" altLang="zh-CN" sz="4400" i="0" kern="1200" cap="none" spc="0" normalizeH="0" baseline="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Cu</a:t>
              </a:r>
              <a:r>
                <a:rPr kumimoji="1" lang="en-US" altLang="zh-CN" sz="4400" i="0" kern="1200" cap="none" spc="0" normalizeH="0" baseline="3000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1" lang="en-US" altLang="zh-CN" sz="4400" i="0" kern="1200" cap="none" spc="0" normalizeH="0" baseline="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a:t>
              </a:r>
              <a:r>
                <a:rPr kumimoji="1" lang="en-US" altLang="zh-CN" sz="4400" kern="1200" cap="none" spc="0" normalizeH="0" baseline="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c</a:t>
              </a:r>
              <a:r>
                <a:rPr kumimoji="1" lang="en-US" altLang="zh-CN" sz="4400" i="0" kern="1200" cap="none" spc="0" normalizeH="0" baseline="-3000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2</a:t>
              </a:r>
              <a:r>
                <a:rPr kumimoji="1" lang="en-US" altLang="zh-CN" sz="4400" i="0" kern="1200" cap="none" spc="0" normalizeH="0" baseline="0" noProof="0">
                  <a:solidFill>
                    <a:srgbClr val="FFCCFF"/>
                  </a:solidFill>
                  <a:effectLst>
                    <a:outerShdw blurRad="38100" dist="38100" dir="2700000" algn="tl">
                      <a:srgbClr val="C0C0C0"/>
                    </a:outerShdw>
                  </a:effectLst>
                  <a:latin typeface="Times New Roman" panose="02020603050405020304" pitchFamily="18" charset="0"/>
                  <a:ea typeface="宋体" panose="02010600030101010101" pitchFamily="2" charset="-122"/>
                  <a:cs typeface="+mn-cs"/>
                </a:rPr>
                <a:t>) | Cu</a:t>
              </a:r>
              <a:endParaRPr kumimoji="1" lang="en-US" altLang="zh-CN" sz="4400" i="0" kern="1200" cap="none" spc="0" normalizeH="0" baseline="0" noProof="0">
                <a:solidFill>
                  <a:srgbClr val="FFCCFF"/>
                </a:solidFill>
                <a:effectLst>
                  <a:outerShdw blurRad="38100" dist="38100" dir="2700000" algn="tl">
                    <a:srgbClr val="C0C0C0"/>
                  </a:outerShdw>
                </a:effectLst>
                <a:latin typeface="宋体" panose="02010600030101010101" pitchFamily="2" charset="-122"/>
                <a:ea typeface="宋体" panose="02010600030101010101" pitchFamily="2" charset="-122"/>
                <a:cs typeface="+mn-cs"/>
              </a:endParaRPr>
            </a:p>
          </p:txBody>
        </p:sp>
        <p:grpSp>
          <p:nvGrpSpPr>
            <p:cNvPr id="73748" name="Group 12"/>
            <p:cNvGrpSpPr/>
            <p:nvPr/>
          </p:nvGrpSpPr>
          <p:grpSpPr>
            <a:xfrm>
              <a:off x="2947" y="2544"/>
              <a:ext cx="96" cy="384"/>
              <a:chOff x="2928" y="1104"/>
              <a:chExt cx="96" cy="384"/>
            </a:xfrm>
          </p:grpSpPr>
          <p:sp>
            <p:nvSpPr>
              <p:cNvPr id="73749" name="Line 13"/>
              <p:cNvSpPr/>
              <p:nvPr/>
            </p:nvSpPr>
            <p:spPr>
              <a:xfrm>
                <a:off x="2928" y="1104"/>
                <a:ext cx="0" cy="384"/>
              </a:xfrm>
              <a:prstGeom prst="line">
                <a:avLst/>
              </a:prstGeom>
              <a:ln w="28575" cap="flat" cmpd="sng">
                <a:solidFill>
                  <a:srgbClr val="FFFFCC"/>
                </a:solidFill>
                <a:prstDash val="solid"/>
                <a:headEnd type="none" w="med" len="med"/>
                <a:tailEnd type="none" w="med" len="med"/>
              </a:ln>
            </p:spPr>
          </p:sp>
          <p:sp>
            <p:nvSpPr>
              <p:cNvPr id="73750" name="Line 14"/>
              <p:cNvSpPr/>
              <p:nvPr/>
            </p:nvSpPr>
            <p:spPr>
              <a:xfrm>
                <a:off x="3024" y="1104"/>
                <a:ext cx="0" cy="384"/>
              </a:xfrm>
              <a:prstGeom prst="line">
                <a:avLst/>
              </a:prstGeom>
              <a:ln w="28575" cap="flat" cmpd="sng">
                <a:solidFill>
                  <a:srgbClr val="FFFFCC"/>
                </a:solidFill>
                <a:prstDash val="solid"/>
                <a:headEnd type="none" w="med" len="med"/>
                <a:tailEnd type="none" w="med" len="med"/>
              </a:ln>
            </p:spPr>
          </p:sp>
        </p:grpSp>
      </p:grpSp>
      <p:sp>
        <p:nvSpPr>
          <p:cNvPr id="40975" name="AutoShape 15"/>
          <p:cNvSpPr/>
          <p:nvPr/>
        </p:nvSpPr>
        <p:spPr>
          <a:xfrm>
            <a:off x="762000" y="2438400"/>
            <a:ext cx="3733800" cy="1828800"/>
          </a:xfrm>
          <a:prstGeom prst="downArrowCallout">
            <a:avLst>
              <a:gd name="adj1" fmla="val 11794"/>
              <a:gd name="adj2" fmla="val 31248"/>
              <a:gd name="adj3" fmla="val 15694"/>
              <a:gd name="adj4" fmla="val 33833"/>
            </a:avLst>
          </a:prstGeom>
          <a:solidFill>
            <a:srgbClr val="FF9900"/>
          </a:solidFill>
          <a:ln w="9525" cap="flat" cmpd="sng">
            <a:solidFill>
              <a:schemeClr val="bg1"/>
            </a:solidFill>
            <a:prstDash val="solid"/>
            <a:miter/>
            <a:headEnd type="none" w="med" len="med"/>
            <a:tailEnd type="none" w="med" len="med"/>
          </a:ln>
        </p:spPr>
        <p:txBody>
          <a:bodyPr wrap="none" anchor="ctr" anchorCtr="0"/>
          <a:lstStyle/>
          <a:p>
            <a:pPr>
              <a:lnSpc>
                <a:spcPct val="80000"/>
              </a:lnSpc>
              <a:spcBef>
                <a:spcPct val="0"/>
              </a:spcBef>
            </a:pPr>
            <a:r>
              <a:rPr lang="zh-CN" altLang="en-US" sz="2600" i="0" dirty="0">
                <a:solidFill>
                  <a:srgbClr val="0000CC"/>
                </a:solidFill>
                <a:latin typeface="楷体_GB2312" pitchFamily="49" charset="-122"/>
              </a:rPr>
              <a:t>负极写在左边</a:t>
            </a:r>
            <a:r>
              <a:rPr lang="en-US" altLang="zh-CN" sz="2600" i="0" dirty="0">
                <a:solidFill>
                  <a:srgbClr val="336600"/>
                </a:solidFill>
                <a:latin typeface="楷体_GB2312" pitchFamily="49" charset="-122"/>
              </a:rPr>
              <a:t>(</a:t>
            </a:r>
            <a:r>
              <a:rPr lang="zh-CN" altLang="en-US" sz="2600" i="0" dirty="0">
                <a:solidFill>
                  <a:srgbClr val="336600"/>
                </a:solidFill>
                <a:latin typeface="楷体_GB2312" pitchFamily="49" charset="-122"/>
              </a:rPr>
              <a:t>氧化反应</a:t>
            </a:r>
            <a:r>
              <a:rPr lang="en-US" altLang="zh-CN" sz="2600" i="0" dirty="0">
                <a:solidFill>
                  <a:srgbClr val="336600"/>
                </a:solidFill>
                <a:latin typeface="楷体_GB2312" pitchFamily="49" charset="-122"/>
              </a:rPr>
              <a:t>)</a:t>
            </a:r>
          </a:p>
        </p:txBody>
      </p:sp>
      <p:sp>
        <p:nvSpPr>
          <p:cNvPr id="40976" name="AutoShape 16"/>
          <p:cNvSpPr/>
          <p:nvPr/>
        </p:nvSpPr>
        <p:spPr>
          <a:xfrm>
            <a:off x="5029200" y="2286000"/>
            <a:ext cx="3657600" cy="1968500"/>
          </a:xfrm>
          <a:prstGeom prst="downArrowCallout">
            <a:avLst>
              <a:gd name="adj1" fmla="val 11456"/>
              <a:gd name="adj2" fmla="val 26288"/>
              <a:gd name="adj3" fmla="val 15328"/>
              <a:gd name="adj4" fmla="val 33917"/>
            </a:avLst>
          </a:prstGeom>
          <a:solidFill>
            <a:srgbClr val="33CCCC"/>
          </a:solidFill>
          <a:ln w="9525" cap="flat" cmpd="sng">
            <a:solidFill>
              <a:schemeClr val="tx1"/>
            </a:solidFill>
            <a:prstDash val="solid"/>
            <a:miter/>
            <a:headEnd type="none" w="med" len="med"/>
            <a:tailEnd type="none" w="med" len="med"/>
          </a:ln>
        </p:spPr>
        <p:txBody>
          <a:bodyPr wrap="none" anchor="ctr" anchorCtr="0"/>
          <a:lstStyle/>
          <a:p>
            <a:pPr>
              <a:lnSpc>
                <a:spcPct val="80000"/>
              </a:lnSpc>
              <a:spcBef>
                <a:spcPct val="0"/>
              </a:spcBef>
            </a:pPr>
            <a:r>
              <a:rPr lang="zh-CN" altLang="en-US" sz="2600" i="0" dirty="0">
                <a:solidFill>
                  <a:srgbClr val="0000CC"/>
                </a:solidFill>
                <a:latin typeface="楷体_GB2312" pitchFamily="49" charset="-122"/>
              </a:rPr>
              <a:t>正极写在右边</a:t>
            </a:r>
            <a:r>
              <a:rPr lang="en-US" altLang="zh-CN" sz="2600" i="0" dirty="0">
                <a:latin typeface="楷体_GB2312" pitchFamily="49" charset="-122"/>
              </a:rPr>
              <a:t>(</a:t>
            </a:r>
            <a:r>
              <a:rPr lang="zh-CN" altLang="en-US" sz="2600" i="0" dirty="0">
                <a:latin typeface="楷体_GB2312" pitchFamily="49" charset="-122"/>
              </a:rPr>
              <a:t>还原反应</a:t>
            </a:r>
            <a:r>
              <a:rPr lang="en-US" altLang="zh-CN" sz="2600" i="0" dirty="0">
                <a:latin typeface="楷体_GB2312" pitchFamily="49" charset="-122"/>
              </a:rPr>
              <a:t>)</a:t>
            </a:r>
          </a:p>
        </p:txBody>
      </p:sp>
      <p:grpSp>
        <p:nvGrpSpPr>
          <p:cNvPr id="4" name="Group 17"/>
          <p:cNvGrpSpPr/>
          <p:nvPr/>
        </p:nvGrpSpPr>
        <p:grpSpPr>
          <a:xfrm>
            <a:off x="1447800" y="5029200"/>
            <a:ext cx="6172200" cy="1125538"/>
            <a:chOff x="912" y="3023"/>
            <a:chExt cx="4080" cy="835"/>
          </a:xfrm>
        </p:grpSpPr>
        <p:sp>
          <p:nvSpPr>
            <p:cNvPr id="73743" name="AutoShape 18"/>
            <p:cNvSpPr/>
            <p:nvPr/>
          </p:nvSpPr>
          <p:spPr>
            <a:xfrm rot="5384276">
              <a:off x="2805" y="1605"/>
              <a:ext cx="432" cy="3265"/>
            </a:xfrm>
            <a:prstGeom prst="rightBrace">
              <a:avLst>
                <a:gd name="adj1" fmla="val 62947"/>
                <a:gd name="adj2" fmla="val 50000"/>
              </a:avLst>
            </a:prstGeom>
            <a:noFill/>
            <a:ln w="571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73744" name="Text Box 19"/>
            <p:cNvSpPr txBox="1"/>
            <p:nvPr/>
          </p:nvSpPr>
          <p:spPr>
            <a:xfrm>
              <a:off x="912" y="3422"/>
              <a:ext cx="4080" cy="436"/>
            </a:xfrm>
            <a:prstGeom prst="rect">
              <a:avLst/>
            </a:prstGeom>
            <a:solidFill>
              <a:srgbClr val="FFCC99"/>
            </a:solidFill>
            <a:ln w="38100" cap="flat" cmpd="sng">
              <a:solidFill>
                <a:schemeClr val="tx1"/>
              </a:solidFill>
              <a:prstDash val="solid"/>
              <a:miter/>
              <a:headEnd type="none" w="med" len="med"/>
              <a:tailEnd type="none" w="med" len="med"/>
            </a:ln>
          </p:spPr>
          <p:txBody>
            <a:bodyPr>
              <a:spAutoFit/>
            </a:bodyPr>
            <a:lstStyle/>
            <a:p>
              <a:pPr algn="ctr"/>
              <a:r>
                <a:rPr lang="en-US" altLang="zh-CN" sz="3000" i="0" baseline="30000" dirty="0">
                  <a:solidFill>
                    <a:srgbClr val="0000CC"/>
                  </a:solidFill>
                  <a:latin typeface="Times New Roman" panose="02020603050405020304" pitchFamily="18" charset="0"/>
                </a:rPr>
                <a:t>“</a:t>
              </a:r>
              <a:r>
                <a:rPr lang="en-US" altLang="zh-CN" sz="3000" i="0" dirty="0">
                  <a:solidFill>
                    <a:srgbClr val="0000CC"/>
                  </a:solidFill>
                  <a:latin typeface="楷体_GB2312" pitchFamily="49" charset="-122"/>
                </a:rPr>
                <a:t>|</a:t>
              </a:r>
              <a:r>
                <a:rPr lang="en-US" altLang="zh-CN" sz="3000" i="0" baseline="30000" dirty="0">
                  <a:solidFill>
                    <a:srgbClr val="0000CC"/>
                  </a:solidFill>
                  <a:latin typeface="Times New Roman" panose="02020603050405020304" pitchFamily="18" charset="0"/>
                </a:rPr>
                <a:t>”</a:t>
              </a:r>
              <a:r>
                <a:rPr lang="en-US" altLang="zh-CN" sz="3000" i="0" baseline="30000" dirty="0">
                  <a:solidFill>
                    <a:srgbClr val="0000CC"/>
                  </a:solidFill>
                  <a:latin typeface="楷体_GB2312" pitchFamily="49" charset="-122"/>
                </a:rPr>
                <a:t> </a:t>
              </a:r>
              <a:r>
                <a:rPr lang="zh-CN" altLang="en-US" sz="3000" i="0" dirty="0">
                  <a:solidFill>
                    <a:srgbClr val="0000CC"/>
                  </a:solidFill>
                  <a:latin typeface="楷体_GB2312" pitchFamily="49" charset="-122"/>
                </a:rPr>
                <a:t>表示相与相之间的界面</a:t>
              </a:r>
            </a:p>
          </p:txBody>
        </p:sp>
      </p:grpSp>
      <p:grpSp>
        <p:nvGrpSpPr>
          <p:cNvPr id="5" name="Group 20"/>
          <p:cNvGrpSpPr/>
          <p:nvPr/>
        </p:nvGrpSpPr>
        <p:grpSpPr>
          <a:xfrm>
            <a:off x="3962400" y="3352800"/>
            <a:ext cx="2552700" cy="838200"/>
            <a:chOff x="2543" y="1756"/>
            <a:chExt cx="1608" cy="740"/>
          </a:xfrm>
        </p:grpSpPr>
        <p:sp>
          <p:nvSpPr>
            <p:cNvPr id="73741" name="AutoShape 21"/>
            <p:cNvSpPr/>
            <p:nvPr/>
          </p:nvSpPr>
          <p:spPr>
            <a:xfrm rot="5398096">
              <a:off x="3179" y="1524"/>
              <a:ext cx="336" cy="1608"/>
            </a:xfrm>
            <a:prstGeom prst="leftBrace">
              <a:avLst>
                <a:gd name="adj1" fmla="val 55500"/>
                <a:gd name="adj2" fmla="val 34343"/>
              </a:avLst>
            </a:prstGeom>
            <a:noFill/>
            <a:ln w="571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73742" name="Text Box 22"/>
            <p:cNvSpPr txBox="1"/>
            <p:nvPr/>
          </p:nvSpPr>
          <p:spPr>
            <a:xfrm>
              <a:off x="3120" y="1756"/>
              <a:ext cx="720" cy="510"/>
            </a:xfrm>
            <a:prstGeom prst="rect">
              <a:avLst/>
            </a:prstGeom>
            <a:solidFill>
              <a:srgbClr val="FFFFCC"/>
            </a:solidFill>
            <a:ln w="28575" cap="flat" cmpd="sng">
              <a:solidFill>
                <a:srgbClr val="996633"/>
              </a:solidFill>
              <a:prstDash val="solid"/>
              <a:miter/>
              <a:headEnd type="none" w="med" len="med"/>
              <a:tailEnd type="none" w="med" len="med"/>
            </a:ln>
          </p:spPr>
          <p:txBody>
            <a:bodyPr>
              <a:spAutoFit/>
            </a:bodyPr>
            <a:lstStyle/>
            <a:p>
              <a:r>
                <a:rPr lang="zh-CN" altLang="en-US" sz="3000" i="0" dirty="0">
                  <a:solidFill>
                    <a:srgbClr val="0000CC"/>
                  </a:solidFill>
                  <a:latin typeface="楷体_GB2312" pitchFamily="49" charset="-122"/>
                </a:rPr>
                <a:t>浓度</a:t>
              </a:r>
            </a:p>
          </p:txBody>
        </p:sp>
      </p:grpSp>
      <p:grpSp>
        <p:nvGrpSpPr>
          <p:cNvPr id="6" name="Group 23"/>
          <p:cNvGrpSpPr/>
          <p:nvPr/>
        </p:nvGrpSpPr>
        <p:grpSpPr>
          <a:xfrm>
            <a:off x="2819400" y="1371600"/>
            <a:ext cx="3581400" cy="2819400"/>
            <a:chOff x="1824" y="480"/>
            <a:chExt cx="2256" cy="2016"/>
          </a:xfrm>
        </p:grpSpPr>
        <p:sp>
          <p:nvSpPr>
            <p:cNvPr id="73739" name="AutoShape 24"/>
            <p:cNvSpPr/>
            <p:nvPr/>
          </p:nvSpPr>
          <p:spPr>
            <a:xfrm>
              <a:off x="1824" y="480"/>
              <a:ext cx="2256" cy="624"/>
            </a:xfrm>
            <a:prstGeom prst="downArrowCallout">
              <a:avLst>
                <a:gd name="adj1" fmla="val 90384"/>
                <a:gd name="adj2" fmla="val 90384"/>
                <a:gd name="adj3" fmla="val 16662"/>
                <a:gd name="adj4" fmla="val 66667"/>
              </a:avLst>
            </a:prstGeom>
            <a:solidFill>
              <a:srgbClr val="FF5050"/>
            </a:solidFill>
            <a:ln w="9525" cap="flat" cmpd="sng">
              <a:solidFill>
                <a:schemeClr val="tx1"/>
              </a:solidFill>
              <a:prstDash val="solid"/>
              <a:miter/>
              <a:headEnd type="none" w="med" len="med"/>
              <a:tailEnd type="none" w="med" len="med"/>
            </a:ln>
          </p:spPr>
          <p:txBody>
            <a:bodyPr wrap="none" anchor="ctr" anchorCtr="0"/>
            <a:lstStyle/>
            <a:p>
              <a:pPr algn="ctr">
                <a:lnSpc>
                  <a:spcPct val="80000"/>
                </a:lnSpc>
              </a:pPr>
              <a:r>
                <a:rPr lang="zh-CN" altLang="en-US" sz="3600" i="0" dirty="0">
                  <a:solidFill>
                    <a:schemeClr val="bg1"/>
                  </a:solidFill>
                  <a:latin typeface="楷体_GB2312" pitchFamily="49" charset="-122"/>
                </a:rPr>
                <a:t>用</a:t>
              </a:r>
              <a:r>
                <a:rPr lang="zh-CN" altLang="en-US" sz="3600" i="0" baseline="30000" dirty="0">
                  <a:solidFill>
                    <a:schemeClr val="bg1"/>
                  </a:solidFill>
                  <a:latin typeface="Times New Roman" panose="02020603050405020304" pitchFamily="18" charset="0"/>
                </a:rPr>
                <a:t>“</a:t>
              </a:r>
              <a:r>
                <a:rPr lang="en-US" altLang="zh-CN" sz="3600" i="0" dirty="0">
                  <a:solidFill>
                    <a:schemeClr val="bg1"/>
                  </a:solidFill>
                  <a:latin typeface="楷体_GB2312" pitchFamily="49" charset="-122"/>
                </a:rPr>
                <a:t>||</a:t>
              </a:r>
              <a:r>
                <a:rPr lang="en-US" altLang="zh-CN" sz="3600" i="0" baseline="30000" dirty="0">
                  <a:solidFill>
                    <a:schemeClr val="bg1"/>
                  </a:solidFill>
                  <a:latin typeface="Times New Roman" panose="02020603050405020304" pitchFamily="18" charset="0"/>
                </a:rPr>
                <a:t>”</a:t>
              </a:r>
              <a:r>
                <a:rPr lang="zh-CN" altLang="en-US" sz="3600" i="0" dirty="0">
                  <a:solidFill>
                    <a:schemeClr val="bg1"/>
                  </a:solidFill>
                  <a:latin typeface="楷体_GB2312" pitchFamily="49" charset="-122"/>
                </a:rPr>
                <a:t>表示盐桥</a:t>
              </a:r>
              <a:endParaRPr lang="zh-CN" altLang="en-US" sz="3600" b="0" i="0" dirty="0">
                <a:solidFill>
                  <a:schemeClr val="bg1"/>
                </a:solidFill>
                <a:latin typeface="楷体_GB2312" pitchFamily="49" charset="-122"/>
              </a:endParaRPr>
            </a:p>
          </p:txBody>
        </p:sp>
        <p:sp>
          <p:nvSpPr>
            <p:cNvPr id="73740" name="Line 25"/>
            <p:cNvSpPr/>
            <p:nvPr/>
          </p:nvSpPr>
          <p:spPr>
            <a:xfrm>
              <a:off x="2976" y="1056"/>
              <a:ext cx="0" cy="1440"/>
            </a:xfrm>
            <a:prstGeom prst="line">
              <a:avLst/>
            </a:prstGeom>
            <a:ln w="76200" cap="flat" cmpd="sng">
              <a:solidFill>
                <a:srgbClr val="FF5050"/>
              </a:solidFill>
              <a:prstDash val="solid"/>
              <a:headEnd type="none" w="med" len="med"/>
              <a:tailEnd type="triangle" w="med" len="med"/>
            </a:ln>
          </p:spPr>
        </p:sp>
      </p:grpSp>
      <p:sp>
        <p:nvSpPr>
          <p:cNvPr id="40990" name="Rectangle 30"/>
          <p:cNvSpPr/>
          <p:nvPr/>
        </p:nvSpPr>
        <p:spPr>
          <a:xfrm>
            <a:off x="228600" y="3200400"/>
            <a:ext cx="2174875" cy="488950"/>
          </a:xfrm>
          <a:prstGeom prst="rect">
            <a:avLst/>
          </a:prstGeom>
          <a:solidFill>
            <a:srgbClr val="FF9900"/>
          </a:solidFill>
          <a:ln w="9525">
            <a:noFill/>
          </a:ln>
        </p:spPr>
        <p:txBody>
          <a:bodyPr wrap="none">
            <a:spAutoFit/>
          </a:bodyPr>
          <a:lstStyle/>
          <a:p>
            <a:pPr>
              <a:spcBef>
                <a:spcPct val="0"/>
              </a:spcBef>
            </a:pPr>
            <a:r>
              <a:rPr lang="zh-CN" altLang="en-US" sz="2600" i="0" dirty="0">
                <a:solidFill>
                  <a:srgbClr val="336600"/>
                </a:solidFill>
                <a:latin typeface="Arial" panose="020B0604020202020204" pitchFamily="34" charset="0"/>
              </a:rPr>
              <a:t>价态由低到高</a:t>
            </a:r>
          </a:p>
        </p:txBody>
      </p:sp>
      <p:sp>
        <p:nvSpPr>
          <p:cNvPr id="40991" name="Rectangle 31"/>
          <p:cNvSpPr/>
          <p:nvPr/>
        </p:nvSpPr>
        <p:spPr>
          <a:xfrm>
            <a:off x="6969125" y="3048000"/>
            <a:ext cx="2174875" cy="488950"/>
          </a:xfrm>
          <a:prstGeom prst="rect">
            <a:avLst/>
          </a:prstGeom>
          <a:solidFill>
            <a:srgbClr val="33CCCC"/>
          </a:solidFill>
          <a:ln w="9525">
            <a:noFill/>
          </a:ln>
        </p:spPr>
        <p:txBody>
          <a:bodyPr wrap="none">
            <a:spAutoFit/>
          </a:bodyPr>
          <a:lstStyle/>
          <a:p>
            <a:pPr>
              <a:spcBef>
                <a:spcPct val="0"/>
              </a:spcBef>
            </a:pPr>
            <a:r>
              <a:rPr lang="zh-CN" altLang="en-US" sz="2600" i="0" dirty="0">
                <a:latin typeface="Arial" panose="020B0604020202020204" pitchFamily="34" charset="0"/>
              </a:rPr>
              <a:t>价态由高到低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0967"/>
                                        </p:tgtEl>
                                        <p:attrNameLst>
                                          <p:attrName>style.visibility</p:attrName>
                                        </p:attrNameLst>
                                      </p:cBhvr>
                                      <p:to>
                                        <p:strVal val="visible"/>
                                      </p:to>
                                    </p:set>
                                    <p:animEffect transition="in" filter="blinds(horizontal)">
                                      <p:cBhvr>
                                        <p:cTn id="7" dur="1000"/>
                                        <p:tgtEl>
                                          <p:spTgt spid="40967"/>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40975"/>
                                        </p:tgtEl>
                                        <p:attrNameLst>
                                          <p:attrName>style.visibility</p:attrName>
                                        </p:attrNameLst>
                                      </p:cBhvr>
                                      <p:to>
                                        <p:strVal val="visible"/>
                                      </p:to>
                                    </p:set>
                                    <p:animEffect transition="in" filter="slide(fromLeft)">
                                      <p:cBhvr>
                                        <p:cTn id="17" dur="1000"/>
                                        <p:tgtEl>
                                          <p:spTgt spid="4097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0990"/>
                                        </p:tgtEl>
                                        <p:attrNameLst>
                                          <p:attrName>style.visibility</p:attrName>
                                        </p:attrNameLst>
                                      </p:cBhvr>
                                      <p:to>
                                        <p:strVal val="visible"/>
                                      </p:to>
                                    </p:set>
                                    <p:animEffect transition="in" filter="blinds(horizontal)">
                                      <p:cBhvr>
                                        <p:cTn id="22" dur="1000"/>
                                        <p:tgtEl>
                                          <p:spTgt spid="40990"/>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2" fill="hold" grpId="0" nodeType="clickEffect">
                                  <p:stCondLst>
                                    <p:cond delay="0"/>
                                  </p:stCondLst>
                                  <p:childTnLst>
                                    <p:set>
                                      <p:cBhvr>
                                        <p:cTn id="26" dur="1" fill="hold">
                                          <p:stCondLst>
                                            <p:cond delay="0"/>
                                          </p:stCondLst>
                                        </p:cTn>
                                        <p:tgtEl>
                                          <p:spTgt spid="40976"/>
                                        </p:tgtEl>
                                        <p:attrNameLst>
                                          <p:attrName>style.visibility</p:attrName>
                                        </p:attrNameLst>
                                      </p:cBhvr>
                                      <p:to>
                                        <p:strVal val="visible"/>
                                      </p:to>
                                    </p:set>
                                    <p:animEffect transition="in" filter="slide(fromRight)">
                                      <p:cBhvr>
                                        <p:cTn id="27" dur="1000"/>
                                        <p:tgtEl>
                                          <p:spTgt spid="4097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0991"/>
                                        </p:tgtEl>
                                        <p:attrNameLst>
                                          <p:attrName>style.visibility</p:attrName>
                                        </p:attrNameLst>
                                      </p:cBhvr>
                                      <p:to>
                                        <p:strVal val="visible"/>
                                      </p:to>
                                    </p:set>
                                    <p:animEffect transition="in" filter="blinds(horizontal)">
                                      <p:cBhvr>
                                        <p:cTn id="32" dur="1000"/>
                                        <p:tgtEl>
                                          <p:spTgt spid="40991"/>
                                        </p:tgtEl>
                                      </p:cBhvr>
                                    </p:animEffect>
                                  </p:childTnLst>
                                </p:cTn>
                              </p:par>
                            </p:childTnLst>
                          </p:cTn>
                        </p:par>
                      </p:childTnLst>
                    </p:cTn>
                  </p:par>
                  <p:par>
                    <p:cTn id="33" fill="hold">
                      <p:stCondLst>
                        <p:cond delay="indefinite"/>
                      </p:stCondLst>
                      <p:childTnLst>
                        <p:par>
                          <p:cTn id="34" fill="hold">
                            <p:stCondLst>
                              <p:cond delay="0"/>
                            </p:stCondLst>
                            <p:childTnLst>
                              <p:par>
                                <p:cTn id="35" presetID="12" presetClass="entr" presetSubtype="1"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slide(fromTop)">
                                      <p:cBhvr>
                                        <p:cTn id="37" dur="10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blinds(horizontal)">
                                      <p:cBhvr>
                                        <p:cTn id="42" dur="10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11" presetClass="entr" presetSubtype="0" fill="hold" nodeType="clickEffect">
                                  <p:stCondLst>
                                    <p:cond delay="0"/>
                                  </p:stCondLst>
                                  <p:childTnLst>
                                    <p:set>
                                      <p:cBhvr>
                                        <p:cTn id="46" dur="1000">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7" grpId="0" animBg="1"/>
      <p:bldP spid="40975" grpId="0" animBg="1"/>
      <p:bldP spid="40976" grpId="0" animBg="1"/>
      <p:bldP spid="40990" grpId="0" animBg="1"/>
      <p:bldP spid="40991" grpId="0" animBg="1"/>
    </p:bld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5" name="Text Box 7"/>
          <p:cNvSpPr txBox="1"/>
          <p:nvPr/>
        </p:nvSpPr>
        <p:spPr>
          <a:xfrm>
            <a:off x="838200" y="1447800"/>
            <a:ext cx="7377113" cy="2873375"/>
          </a:xfrm>
          <a:prstGeom prst="rect">
            <a:avLst/>
          </a:prstGeom>
          <a:noFill/>
          <a:ln w="9525">
            <a:noFill/>
          </a:ln>
        </p:spPr>
        <p:txBody>
          <a:bodyPr>
            <a:spAutoFit/>
          </a:bodyPr>
          <a:lstStyle/>
          <a:p>
            <a:r>
              <a:rPr lang="zh-CN" altLang="en-US" sz="2600" i="0" dirty="0">
                <a:solidFill>
                  <a:schemeClr val="tx1"/>
                </a:solidFill>
                <a:latin typeface="Times New Roman" panose="02020603050405020304" pitchFamily="18" charset="0"/>
              </a:rPr>
              <a:t>正极</a:t>
            </a:r>
            <a:r>
              <a:rPr lang="en-US" altLang="zh-CN" sz="2600" i="0" dirty="0">
                <a:solidFill>
                  <a:schemeClr val="tx1"/>
                </a:solidFill>
                <a:latin typeface="Times New Roman" panose="02020603050405020304" pitchFamily="18" charset="0"/>
              </a:rPr>
              <a:t>(Cu</a:t>
            </a:r>
            <a:r>
              <a:rPr lang="zh-CN" altLang="en-US" sz="2600" i="0" dirty="0">
                <a:solidFill>
                  <a:schemeClr val="tx1"/>
                </a:solidFill>
                <a:latin typeface="Times New Roman" panose="02020603050405020304" pitchFamily="18" charset="0"/>
              </a:rPr>
              <a:t>极</a:t>
            </a:r>
            <a:r>
              <a:rPr lang="en-US" altLang="zh-CN" sz="2600" i="0" dirty="0">
                <a:solidFill>
                  <a:schemeClr val="tx1"/>
                </a:solidFill>
                <a:latin typeface="Times New Roman" panose="02020603050405020304" pitchFamily="18" charset="0"/>
              </a:rPr>
              <a:t>)        </a:t>
            </a:r>
            <a:r>
              <a:rPr lang="en-US" altLang="zh-CN" sz="3000" dirty="0">
                <a:solidFill>
                  <a:srgbClr val="0033CC"/>
                </a:solidFill>
                <a:latin typeface="Times New Roman" panose="02020603050405020304" pitchFamily="18" charset="0"/>
              </a:rPr>
              <a:t>Cu</a:t>
            </a:r>
            <a:r>
              <a:rPr lang="en-US" altLang="zh-CN" sz="3000" baseline="30000" dirty="0">
                <a:solidFill>
                  <a:srgbClr val="0033CC"/>
                </a:solidFill>
                <a:latin typeface="Times New Roman" panose="02020603050405020304" pitchFamily="18" charset="0"/>
              </a:rPr>
              <a:t>2+</a:t>
            </a:r>
            <a:r>
              <a:rPr lang="en-US" altLang="zh-CN" sz="3000" dirty="0">
                <a:solidFill>
                  <a:srgbClr val="0033CC"/>
                </a:solidFill>
                <a:latin typeface="Times New Roman" panose="02020603050405020304" pitchFamily="18" charset="0"/>
              </a:rPr>
              <a:t> + 2e</a:t>
            </a:r>
            <a:r>
              <a:rPr lang="en-US" altLang="zh-CN" sz="3000" baseline="30000" dirty="0">
                <a:solidFill>
                  <a:srgbClr val="0033CC"/>
                </a:solidFill>
                <a:latin typeface="Times New Roman" panose="02020603050405020304" pitchFamily="18" charset="0"/>
              </a:rPr>
              <a:t>-</a:t>
            </a:r>
            <a:r>
              <a:rPr lang="en-US" altLang="zh-CN" sz="3000" dirty="0">
                <a:solidFill>
                  <a:srgbClr val="0033CC"/>
                </a:solidFill>
                <a:latin typeface="Times New Roman" panose="02020603050405020304" pitchFamily="18" charset="0"/>
              </a:rPr>
              <a:t> →Cu</a:t>
            </a:r>
            <a:r>
              <a:rPr lang="en-US" altLang="zh-CN" sz="2600" i="0" dirty="0">
                <a:solidFill>
                  <a:srgbClr val="0033CC"/>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氧化反应</a:t>
            </a:r>
          </a:p>
          <a:p>
            <a:pPr>
              <a:lnSpc>
                <a:spcPct val="70000"/>
              </a:lnSpc>
            </a:pP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电子流入的电极</a:t>
            </a:r>
            <a:r>
              <a:rPr lang="en-US" altLang="zh-CN" sz="2600" i="0" dirty="0">
                <a:solidFill>
                  <a:schemeClr val="tx1"/>
                </a:solidFill>
                <a:latin typeface="Times New Roman" panose="02020603050405020304" pitchFamily="18" charset="0"/>
              </a:rPr>
              <a:t>)</a:t>
            </a:r>
          </a:p>
          <a:p>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负极</a:t>
            </a:r>
            <a:r>
              <a:rPr lang="en-US" altLang="zh-CN" sz="2600" i="0" dirty="0">
                <a:solidFill>
                  <a:schemeClr val="tx1"/>
                </a:solidFill>
                <a:latin typeface="Times New Roman" panose="02020603050405020304" pitchFamily="18" charset="0"/>
              </a:rPr>
              <a:t>(Zn</a:t>
            </a:r>
            <a:r>
              <a:rPr lang="zh-CN" altLang="en-US" sz="2600" i="0" dirty="0">
                <a:solidFill>
                  <a:schemeClr val="tx1"/>
                </a:solidFill>
                <a:latin typeface="Times New Roman" panose="02020603050405020304" pitchFamily="18" charset="0"/>
              </a:rPr>
              <a:t>极</a:t>
            </a:r>
            <a:r>
              <a:rPr lang="en-US" altLang="zh-CN" sz="2600" i="0" dirty="0">
                <a:solidFill>
                  <a:schemeClr val="tx1"/>
                </a:solidFill>
                <a:latin typeface="Times New Roman" panose="02020603050405020304" pitchFamily="18" charset="0"/>
              </a:rPr>
              <a:t>)        </a:t>
            </a:r>
            <a:r>
              <a:rPr lang="en-US" altLang="zh-CN" sz="3000" dirty="0">
                <a:solidFill>
                  <a:srgbClr val="0033CC"/>
                </a:solidFill>
                <a:latin typeface="Times New Roman" panose="02020603050405020304" pitchFamily="18" charset="0"/>
              </a:rPr>
              <a:t>Zn  - 2e</a:t>
            </a:r>
            <a:r>
              <a:rPr lang="en-US" altLang="zh-CN" sz="3000" baseline="30000" dirty="0">
                <a:solidFill>
                  <a:srgbClr val="0033CC"/>
                </a:solidFill>
                <a:latin typeface="Times New Roman" panose="02020603050405020304" pitchFamily="18" charset="0"/>
              </a:rPr>
              <a:t>-</a:t>
            </a:r>
            <a:r>
              <a:rPr lang="en-US" altLang="zh-CN" sz="3000" dirty="0">
                <a:solidFill>
                  <a:srgbClr val="0033CC"/>
                </a:solidFill>
                <a:latin typeface="Times New Roman" panose="02020603050405020304" pitchFamily="18" charset="0"/>
              </a:rPr>
              <a:t> →Zn</a:t>
            </a:r>
            <a:r>
              <a:rPr lang="en-US" altLang="zh-CN" sz="3000" baseline="30000" dirty="0">
                <a:solidFill>
                  <a:srgbClr val="0033CC"/>
                </a:solidFill>
                <a:latin typeface="Times New Roman" panose="02020603050405020304" pitchFamily="18" charset="0"/>
              </a:rPr>
              <a:t>2+</a:t>
            </a:r>
            <a:r>
              <a:rPr lang="en-US" altLang="zh-CN" sz="2600" i="0" baseline="30000" dirty="0">
                <a:solidFill>
                  <a:srgbClr val="0033CC"/>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还原反应</a:t>
            </a:r>
          </a:p>
          <a:p>
            <a:pPr>
              <a:lnSpc>
                <a:spcPct val="70000"/>
              </a:lnSpc>
            </a:pP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电子流出的电极</a:t>
            </a:r>
            <a:r>
              <a:rPr lang="en-US" altLang="zh-CN" sz="2600" i="0" dirty="0">
                <a:solidFill>
                  <a:schemeClr val="tx1"/>
                </a:solidFill>
                <a:latin typeface="Times New Roman" panose="02020603050405020304" pitchFamily="18" charset="0"/>
              </a:rPr>
              <a:t>)</a:t>
            </a:r>
          </a:p>
          <a:p>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电池反应        </a:t>
            </a:r>
            <a:r>
              <a:rPr lang="en-US" altLang="zh-CN" sz="3000" dirty="0">
                <a:solidFill>
                  <a:srgbClr val="0033CC"/>
                </a:solidFill>
                <a:latin typeface="Times New Roman" panose="02020603050405020304" pitchFamily="18" charset="0"/>
              </a:rPr>
              <a:t>Cu</a:t>
            </a:r>
            <a:r>
              <a:rPr lang="en-US" altLang="zh-CN" sz="3000" baseline="30000" dirty="0">
                <a:solidFill>
                  <a:srgbClr val="0033CC"/>
                </a:solidFill>
                <a:latin typeface="Times New Roman" panose="02020603050405020304" pitchFamily="18" charset="0"/>
              </a:rPr>
              <a:t>2+</a:t>
            </a:r>
            <a:r>
              <a:rPr lang="en-US" altLang="zh-CN" sz="3000" dirty="0">
                <a:solidFill>
                  <a:srgbClr val="0033CC"/>
                </a:solidFill>
                <a:latin typeface="Times New Roman" panose="02020603050405020304" pitchFamily="18" charset="0"/>
              </a:rPr>
              <a:t> + Zn →Cu + Zn</a:t>
            </a:r>
            <a:r>
              <a:rPr lang="en-US" altLang="zh-CN" sz="3000" baseline="30000" dirty="0">
                <a:solidFill>
                  <a:srgbClr val="0033CC"/>
                </a:solidFill>
                <a:latin typeface="Times New Roman" panose="02020603050405020304" pitchFamily="18" charset="0"/>
              </a:rPr>
              <a:t>2+</a:t>
            </a:r>
            <a:r>
              <a:rPr lang="en-US" altLang="zh-CN" sz="3000" i="0" dirty="0">
                <a:solidFill>
                  <a:srgbClr val="0033CC"/>
                </a:solidFill>
                <a:latin typeface="Times New Roman" panose="02020603050405020304" pitchFamily="18" charset="0"/>
              </a:rPr>
              <a:t> </a:t>
            </a:r>
          </a:p>
        </p:txBody>
      </p:sp>
      <p:grpSp>
        <p:nvGrpSpPr>
          <p:cNvPr id="2" name="Group 13"/>
          <p:cNvGrpSpPr/>
          <p:nvPr/>
        </p:nvGrpSpPr>
        <p:grpSpPr>
          <a:xfrm>
            <a:off x="1585913" y="4724400"/>
            <a:ext cx="6629400" cy="1084263"/>
            <a:chOff x="816" y="2831"/>
            <a:chExt cx="4176" cy="947"/>
          </a:xfrm>
        </p:grpSpPr>
        <p:sp>
          <p:nvSpPr>
            <p:cNvPr id="6150" name="Text Box 14"/>
            <p:cNvSpPr txBox="1"/>
            <p:nvPr/>
          </p:nvSpPr>
          <p:spPr>
            <a:xfrm>
              <a:off x="864" y="2831"/>
              <a:ext cx="4128" cy="947"/>
            </a:xfrm>
            <a:prstGeom prst="rect">
              <a:avLst/>
            </a:prstGeom>
            <a:noFill/>
            <a:ln w="12700">
              <a:noFill/>
            </a:ln>
          </p:spPr>
          <p:txBody>
            <a:bodyPr>
              <a:spAutoFit/>
            </a:bodyPr>
            <a:lstStyle/>
            <a:p>
              <a:r>
                <a:rPr lang="en-US" altLang="zh-CN" sz="2600" b="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金属导体如 </a:t>
              </a:r>
              <a:r>
                <a:rPr lang="en-US" altLang="zh-CN" sz="2600" i="0" dirty="0">
                  <a:solidFill>
                    <a:schemeClr val="tx1"/>
                  </a:solidFill>
                  <a:latin typeface="Times New Roman" panose="02020603050405020304" pitchFamily="18" charset="0"/>
                </a:rPr>
                <a:t>Cu</a:t>
              </a:r>
              <a:r>
                <a:rPr lang="zh-CN" altLang="en-US" sz="2600" i="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Zn</a:t>
              </a:r>
            </a:p>
            <a:p>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惰性导体如 </a:t>
              </a:r>
              <a:r>
                <a:rPr lang="en-US" altLang="zh-CN" sz="2600" i="0" dirty="0">
                  <a:solidFill>
                    <a:schemeClr val="tx1"/>
                  </a:solidFill>
                  <a:latin typeface="Times New Roman" panose="02020603050405020304" pitchFamily="18" charset="0"/>
                </a:rPr>
                <a:t>Pt</a:t>
              </a:r>
              <a:r>
                <a:rPr lang="zh-CN" altLang="en-US" sz="2600" i="0" dirty="0">
                  <a:solidFill>
                    <a:schemeClr val="tx1"/>
                  </a:solidFill>
                  <a:latin typeface="Times New Roman" panose="02020603050405020304" pitchFamily="18" charset="0"/>
                </a:rPr>
                <a:t>、石墨棒</a:t>
              </a:r>
            </a:p>
          </p:txBody>
        </p:sp>
        <p:graphicFrame>
          <p:nvGraphicFramePr>
            <p:cNvPr id="6146" name="Object 15"/>
            <p:cNvGraphicFramePr>
              <a:graphicFrameLocks/>
            </p:cNvGraphicFramePr>
            <p:nvPr/>
          </p:nvGraphicFramePr>
          <p:xfrm>
            <a:off x="1468" y="2976"/>
            <a:ext cx="212" cy="720"/>
          </p:xfrm>
          <a:graphic>
            <a:graphicData uri="http://schemas.openxmlformats.org/presentationml/2006/ole">
              <p:oleObj spid="_x0000_s48129" r:id="rId4" imgW="3962400" imgH="5181600" progId="Equation.3">
                <p:embed/>
              </p:oleObj>
            </a:graphicData>
          </a:graphic>
        </p:graphicFrame>
        <p:sp>
          <p:nvSpPr>
            <p:cNvPr id="6151" name="Text Box 16"/>
            <p:cNvSpPr txBox="1"/>
            <p:nvPr/>
          </p:nvSpPr>
          <p:spPr>
            <a:xfrm>
              <a:off x="816" y="3072"/>
              <a:ext cx="720" cy="427"/>
            </a:xfrm>
            <a:prstGeom prst="rect">
              <a:avLst/>
            </a:prstGeom>
            <a:noFill/>
            <a:ln w="12700">
              <a:noFill/>
            </a:ln>
          </p:spPr>
          <p:txBody>
            <a:bodyPr>
              <a:spAutoFit/>
            </a:bodyPr>
            <a:lstStyle/>
            <a:p>
              <a:r>
                <a:rPr lang="zh-CN" altLang="en-US" sz="2600" i="0" dirty="0">
                  <a:solidFill>
                    <a:schemeClr val="tx1"/>
                  </a:solidFill>
                  <a:latin typeface="Times New Roman" panose="02020603050405020304" pitchFamily="18" charset="0"/>
                </a:rPr>
                <a:t>电极</a:t>
              </a:r>
            </a:p>
          </p:txBody>
        </p:sp>
      </p:grpSp>
      <p:sp>
        <p:nvSpPr>
          <p:cNvPr id="43026" name="Rectangle 18"/>
          <p:cNvSpPr/>
          <p:nvPr/>
        </p:nvSpPr>
        <p:spPr>
          <a:xfrm>
            <a:off x="381000" y="228600"/>
            <a:ext cx="8610600" cy="885825"/>
          </a:xfrm>
          <a:prstGeom prst="rect">
            <a:avLst/>
          </a:prstGeom>
          <a:solidFill>
            <a:srgbClr val="FF99CC"/>
          </a:solidFill>
          <a:ln w="9525">
            <a:noFill/>
          </a:ln>
        </p:spPr>
        <p:txBody>
          <a:bodyPr>
            <a:spAutoFit/>
          </a:bodyPr>
          <a:lstStyle/>
          <a:p>
            <a:r>
              <a:rPr lang="en-US" altLang="zh-CN" sz="2600" dirty="0">
                <a:solidFill>
                  <a:schemeClr val="tx1"/>
                </a:solidFill>
                <a:latin typeface="Times New Roman" panose="02020603050405020304" pitchFamily="18" charset="0"/>
              </a:rPr>
              <a:t>         </a:t>
            </a:r>
            <a:r>
              <a:rPr lang="zh-CN" altLang="en-US" sz="2600" dirty="0">
                <a:solidFill>
                  <a:schemeClr val="tx1"/>
                </a:solidFill>
                <a:latin typeface="Times New Roman" panose="02020603050405020304" pitchFamily="18" charset="0"/>
              </a:rPr>
              <a:t>通过原电池的电池图示，可以写出</a:t>
            </a:r>
            <a:r>
              <a:rPr lang="en-US" altLang="zh-CN" sz="2600" dirty="0">
                <a:solidFill>
                  <a:schemeClr val="tx1"/>
                </a:solidFill>
                <a:latin typeface="Times New Roman" panose="02020603050405020304" pitchFamily="18" charset="0"/>
                <a:sym typeface="Wingdings" panose="05000000000000000000" pitchFamily="2" charset="2"/>
              </a:rPr>
              <a:t>—— (1)</a:t>
            </a:r>
            <a:r>
              <a:rPr lang="zh-CN" altLang="en-US" sz="2600" dirty="0">
                <a:solidFill>
                  <a:schemeClr val="tx1"/>
                </a:solidFill>
                <a:latin typeface="Times New Roman" panose="02020603050405020304" pitchFamily="18" charset="0"/>
                <a:sym typeface="Wingdings" panose="05000000000000000000" pitchFamily="2" charset="2"/>
              </a:rPr>
              <a:t>两个电极和电极反应； </a:t>
            </a:r>
            <a:r>
              <a:rPr lang="en-US" altLang="zh-CN" sz="2600" dirty="0">
                <a:solidFill>
                  <a:schemeClr val="tx1"/>
                </a:solidFill>
                <a:latin typeface="Times New Roman" panose="02020603050405020304" pitchFamily="18" charset="0"/>
                <a:sym typeface="Wingdings" panose="05000000000000000000" pitchFamily="2" charset="2"/>
              </a:rPr>
              <a:t>(2)</a:t>
            </a:r>
            <a:r>
              <a:rPr lang="zh-CN" altLang="en-US" sz="2600" dirty="0">
                <a:solidFill>
                  <a:schemeClr val="tx1"/>
                </a:solidFill>
                <a:latin typeface="Times New Roman" panose="02020603050405020304" pitchFamily="18" charset="0"/>
                <a:sym typeface="Wingdings" panose="05000000000000000000" pitchFamily="2" charset="2"/>
              </a:rPr>
              <a:t>总反应（电池反应</a:t>
            </a:r>
            <a:r>
              <a:rPr lang="en-US" altLang="zh-CN" sz="2600" dirty="0">
                <a:solidFill>
                  <a:schemeClr val="tx1"/>
                </a:solidFill>
                <a:latin typeface="Times New Roman" panose="02020603050405020304" pitchFamily="18" charset="0"/>
                <a:sym typeface="Wingdings" panose="05000000000000000000" pitchFamily="2" charset="2"/>
              </a:rPr>
              <a:t>——Redox</a:t>
            </a:r>
            <a:r>
              <a:rPr lang="zh-CN" altLang="en-US" sz="2600" dirty="0">
                <a:solidFill>
                  <a:schemeClr val="tx1"/>
                </a:solidFill>
                <a:latin typeface="Times New Roman" panose="02020603050405020304" pitchFamily="18" charset="0"/>
                <a:sym typeface="Wingdings" panose="05000000000000000000" pitchFamily="2" charset="2"/>
              </a:rPr>
              <a:t>反应）</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3026"/>
                                        </p:tgtEl>
                                        <p:attrNameLst>
                                          <p:attrName>style.visibility</p:attrName>
                                        </p:attrNameLst>
                                      </p:cBhvr>
                                      <p:to>
                                        <p:strVal val="visible"/>
                                      </p:to>
                                    </p:set>
                                    <p:animEffect transition="in" filter="box(in)">
                                      <p:cBhvr>
                                        <p:cTn id="7" dur="1000"/>
                                        <p:tgtEl>
                                          <p:spTgt spid="4302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3015"/>
                                        </p:tgtEl>
                                        <p:attrNameLst>
                                          <p:attrName>style.visibility</p:attrName>
                                        </p:attrNameLst>
                                      </p:cBhvr>
                                      <p:to>
                                        <p:strVal val="visible"/>
                                      </p:to>
                                    </p:set>
                                    <p:animEffect transition="in" filter="box(in)">
                                      <p:cBhvr>
                                        <p:cTn id="12" dur="1000"/>
                                        <p:tgtEl>
                                          <p:spTgt spid="4301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ox(in)">
                                      <p:cBhvr>
                                        <p:cTn id="1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5" grpId="0"/>
      <p:bldP spid="43026" grpId="0" animBg="1"/>
    </p:bld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67" name="Rectangle 11"/>
          <p:cNvSpPr/>
          <p:nvPr/>
        </p:nvSpPr>
        <p:spPr>
          <a:xfrm>
            <a:off x="-76200" y="152400"/>
            <a:ext cx="9144000" cy="1905000"/>
          </a:xfrm>
          <a:prstGeom prst="rect">
            <a:avLst/>
          </a:prstGeom>
          <a:noFill/>
          <a:ln w="28575"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45068" name="Text Box 12"/>
          <p:cNvSpPr txBox="1"/>
          <p:nvPr/>
        </p:nvSpPr>
        <p:spPr>
          <a:xfrm>
            <a:off x="0" y="228600"/>
            <a:ext cx="9144000" cy="1692275"/>
          </a:xfrm>
          <a:prstGeom prst="rect">
            <a:avLst/>
          </a:prstGeom>
          <a:noFill/>
          <a:ln w="9525">
            <a:noFill/>
          </a:ln>
        </p:spPr>
        <p:txBody>
          <a:bodyPr>
            <a:spAutoFit/>
          </a:bodyPr>
          <a:lstStyle/>
          <a:p>
            <a:pPr>
              <a:spcBef>
                <a:spcPct val="0"/>
              </a:spcBef>
            </a:pPr>
            <a:r>
              <a:rPr lang="en-US" altLang="zh-CN" sz="2600" i="0" dirty="0">
                <a:latin typeface="Tahoma" panose="020B0604030504040204" pitchFamily="34" charset="0"/>
              </a:rPr>
              <a:t>  (i)</a:t>
            </a:r>
            <a:r>
              <a:rPr lang="en-US" altLang="zh-CN" sz="2600" i="0" dirty="0">
                <a:latin typeface="Times New Roman" panose="02020603050405020304" pitchFamily="18" charset="0"/>
              </a:rPr>
              <a:t>  </a:t>
            </a:r>
            <a:r>
              <a:rPr lang="zh-CN" altLang="en-US" sz="2600" i="0" dirty="0">
                <a:solidFill>
                  <a:schemeClr val="tx1"/>
                </a:solidFill>
                <a:latin typeface="Times New Roman" panose="02020603050405020304" pitchFamily="18" charset="0"/>
              </a:rPr>
              <a:t>若电极不参与反应，应使用</a:t>
            </a:r>
            <a:r>
              <a:rPr lang="zh-CN" altLang="en-US" sz="2600" dirty="0">
                <a:solidFill>
                  <a:srgbClr val="006600"/>
                </a:solidFill>
                <a:latin typeface="Times New Roman" panose="02020603050405020304" pitchFamily="18" charset="0"/>
              </a:rPr>
              <a:t>惰性电极</a:t>
            </a:r>
            <a:endParaRPr lang="zh-CN" altLang="en-US" sz="2600" i="0" dirty="0">
              <a:solidFill>
                <a:srgbClr val="0000CC"/>
              </a:solidFill>
              <a:latin typeface="Times New Roman" panose="02020603050405020304" pitchFamily="18" charset="0"/>
            </a:endParaRPr>
          </a:p>
          <a:p>
            <a:pPr>
              <a:spcBef>
                <a:spcPct val="0"/>
              </a:spcBef>
            </a:pPr>
            <a:r>
              <a:rPr lang="zh-CN" altLang="en-US" sz="2600" i="0" dirty="0">
                <a:latin typeface="Tahoma" panose="020B0604030504040204" pitchFamily="34" charset="0"/>
              </a:rPr>
              <a:t> </a:t>
            </a:r>
            <a:r>
              <a:rPr lang="en-US" altLang="zh-CN" sz="2600" i="0" dirty="0">
                <a:latin typeface="Tahoma" panose="020B0604030504040204" pitchFamily="34" charset="0"/>
              </a:rPr>
              <a:t>(ii)</a:t>
            </a:r>
            <a:r>
              <a:rPr lang="en-US" altLang="zh-CN" sz="2600" i="0" dirty="0">
                <a:latin typeface="Times New Roman" panose="02020603050405020304" pitchFamily="18" charset="0"/>
              </a:rPr>
              <a:t>  </a:t>
            </a:r>
            <a:r>
              <a:rPr lang="zh-CN" altLang="en-US" sz="2600" i="0" dirty="0">
                <a:solidFill>
                  <a:schemeClr val="tx1"/>
                </a:solidFill>
                <a:latin typeface="Times New Roman" panose="02020603050405020304" pitchFamily="18" charset="0"/>
              </a:rPr>
              <a:t>组成电极中的溶液、气体注明</a:t>
            </a:r>
            <a:r>
              <a:rPr lang="zh-CN" altLang="en-US" sz="2600" dirty="0">
                <a:solidFill>
                  <a:srgbClr val="006600"/>
                </a:solidFill>
                <a:latin typeface="Times New Roman" panose="02020603050405020304" pitchFamily="18" charset="0"/>
              </a:rPr>
              <a:t>压力、浓度</a:t>
            </a:r>
            <a:endParaRPr lang="zh-CN" altLang="en-US" sz="2600" i="0" dirty="0">
              <a:solidFill>
                <a:srgbClr val="0000CC"/>
              </a:solidFill>
              <a:latin typeface="Times New Roman" panose="02020603050405020304" pitchFamily="18" charset="0"/>
            </a:endParaRPr>
          </a:p>
          <a:p>
            <a:pPr>
              <a:spcBef>
                <a:spcPct val="0"/>
              </a:spcBef>
            </a:pPr>
            <a:r>
              <a:rPr lang="zh-CN" altLang="en-US" sz="2600" i="0" dirty="0">
                <a:latin typeface="Tahoma" panose="020B0604030504040204" pitchFamily="34" charset="0"/>
              </a:rPr>
              <a:t> </a:t>
            </a:r>
            <a:r>
              <a:rPr lang="en-US" altLang="zh-CN" sz="2600" i="0" dirty="0">
                <a:latin typeface="Tahoma" panose="020B0604030504040204" pitchFamily="34" charset="0"/>
              </a:rPr>
              <a:t>(iii) </a:t>
            </a:r>
            <a:r>
              <a:rPr lang="zh-CN" altLang="en-US" sz="2600" i="0" dirty="0">
                <a:solidFill>
                  <a:schemeClr val="tx1"/>
                </a:solidFill>
                <a:latin typeface="Times New Roman" panose="02020603050405020304" pitchFamily="18" charset="0"/>
              </a:rPr>
              <a:t>电极中含有不同氧化态同种离子时，</a:t>
            </a:r>
            <a:r>
              <a:rPr lang="zh-CN" altLang="en-US" sz="2600" dirty="0">
                <a:solidFill>
                  <a:srgbClr val="006600"/>
                </a:solidFill>
                <a:latin typeface="Times New Roman" panose="02020603050405020304" pitchFamily="18" charset="0"/>
              </a:rPr>
              <a:t>中间用“，”分开</a:t>
            </a:r>
            <a:endParaRPr lang="zh-CN" altLang="en-US" sz="2600" i="0" dirty="0">
              <a:solidFill>
                <a:srgbClr val="006600"/>
              </a:solidFill>
              <a:latin typeface="Times New Roman" panose="02020603050405020304" pitchFamily="18" charset="0"/>
            </a:endParaRPr>
          </a:p>
          <a:p>
            <a:pPr>
              <a:spcBef>
                <a:spcPct val="0"/>
              </a:spcBef>
            </a:pPr>
            <a:r>
              <a:rPr lang="en-US" altLang="zh-CN" sz="2600" i="0" dirty="0">
                <a:latin typeface="Tahoma" panose="020B0604030504040204" pitchFamily="34" charset="0"/>
              </a:rPr>
              <a:t>(iiii) </a:t>
            </a:r>
            <a:r>
              <a:rPr lang="zh-CN" altLang="en-US" sz="2600" i="0" dirty="0">
                <a:solidFill>
                  <a:schemeClr val="tx1"/>
                </a:solidFill>
                <a:latin typeface="Times New Roman" panose="02020603050405020304" pitchFamily="18" charset="0"/>
              </a:rPr>
              <a:t>参入电极反应其它的物质也应写入电池符号中</a:t>
            </a:r>
          </a:p>
        </p:txBody>
      </p:sp>
      <p:sp>
        <p:nvSpPr>
          <p:cNvPr id="45070" name="Text Box 14"/>
          <p:cNvSpPr txBox="1"/>
          <p:nvPr/>
        </p:nvSpPr>
        <p:spPr>
          <a:xfrm>
            <a:off x="76200" y="2514600"/>
            <a:ext cx="9144000" cy="503238"/>
          </a:xfrm>
          <a:prstGeom prst="rect">
            <a:avLst/>
          </a:prstGeom>
          <a:gradFill rotWithShape="0">
            <a:gsLst>
              <a:gs pos="0">
                <a:srgbClr val="FFCCCC"/>
              </a:gs>
              <a:gs pos="100000">
                <a:srgbClr val="FFE0E0"/>
              </a:gs>
            </a:gsLst>
            <a:path path="rect">
              <a:fillToRect r="100000" b="100000"/>
            </a:path>
            <a:tileRect/>
          </a:gradFill>
          <a:ln w="9525">
            <a:noFill/>
          </a:ln>
        </p:spPr>
        <p:txBody>
          <a:bodyPr>
            <a:spAutoFit/>
          </a:bodyPr>
          <a:lstStyle/>
          <a:p>
            <a:pPr algn="ctr">
              <a:lnSpc>
                <a:spcPct val="90000"/>
              </a:lnSpc>
            </a:pPr>
            <a:r>
              <a:rPr lang="en-US" altLang="zh-CN" sz="3000" b="0" dirty="0">
                <a:solidFill>
                  <a:schemeClr val="tx1"/>
                </a:solidFill>
                <a:latin typeface="Times New Roman" panose="02020603050405020304" pitchFamily="18" charset="0"/>
                <a:ea typeface="宋体" panose="02010600030101010101" pitchFamily="2" charset="-122"/>
              </a:rPr>
              <a:t>Fe</a:t>
            </a:r>
            <a:r>
              <a:rPr lang="en-US" altLang="zh-CN" sz="3000" b="0" baseline="30000" dirty="0">
                <a:solidFill>
                  <a:schemeClr val="tx1"/>
                </a:solidFill>
                <a:latin typeface="Times New Roman" panose="02020603050405020304" pitchFamily="18" charset="0"/>
                <a:ea typeface="宋体" panose="02010600030101010101" pitchFamily="2" charset="-122"/>
              </a:rPr>
              <a:t>3+</a:t>
            </a:r>
            <a:r>
              <a:rPr lang="en-US" altLang="zh-CN" sz="3000" b="0" dirty="0">
                <a:solidFill>
                  <a:schemeClr val="tx1"/>
                </a:solidFill>
                <a:latin typeface="Times New Roman" panose="02020603050405020304" pitchFamily="18" charset="0"/>
                <a:ea typeface="宋体" panose="02010600030101010101" pitchFamily="2" charset="-122"/>
              </a:rPr>
              <a:t>(c</a:t>
            </a:r>
            <a:r>
              <a:rPr lang="en-US" altLang="zh-CN" sz="3000" b="0" baseline="-30000" dirty="0">
                <a:solidFill>
                  <a:schemeClr val="tx1"/>
                </a:solidFill>
                <a:latin typeface="Times New Roman" panose="02020603050405020304" pitchFamily="18" charset="0"/>
                <a:ea typeface="宋体" panose="02010600030101010101" pitchFamily="2" charset="-122"/>
              </a:rPr>
              <a:t>1</a:t>
            </a:r>
            <a:r>
              <a:rPr lang="en-US" altLang="zh-CN" sz="3000" b="0" dirty="0">
                <a:solidFill>
                  <a:schemeClr val="tx1"/>
                </a:solidFill>
                <a:latin typeface="Times New Roman" panose="02020603050405020304" pitchFamily="18" charset="0"/>
                <a:ea typeface="宋体" panose="02010600030101010101" pitchFamily="2" charset="-122"/>
              </a:rPr>
              <a:t>)</a:t>
            </a:r>
            <a:r>
              <a:rPr lang="zh-CN" altLang="en-US" sz="3000" b="0" dirty="0">
                <a:solidFill>
                  <a:schemeClr val="tx1"/>
                </a:solidFill>
                <a:latin typeface="Times New Roman" panose="02020603050405020304" pitchFamily="18" charset="0"/>
                <a:ea typeface="宋体" panose="02010600030101010101" pitchFamily="2" charset="-122"/>
              </a:rPr>
              <a:t>，</a:t>
            </a:r>
            <a:r>
              <a:rPr lang="en-US" altLang="zh-CN" sz="3000" b="0" dirty="0">
                <a:solidFill>
                  <a:schemeClr val="tx1"/>
                </a:solidFill>
                <a:latin typeface="Times New Roman" panose="02020603050405020304" pitchFamily="18" charset="0"/>
                <a:ea typeface="宋体" panose="02010600030101010101" pitchFamily="2" charset="-122"/>
              </a:rPr>
              <a:t>Fe</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(c</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 | Pt (+) </a:t>
            </a:r>
            <a:r>
              <a:rPr lang="zh-CN" altLang="en-US" sz="3000" b="0" dirty="0">
                <a:solidFill>
                  <a:schemeClr val="tx1"/>
                </a:solidFill>
                <a:latin typeface="Times New Roman" panose="02020603050405020304" pitchFamily="18" charset="0"/>
                <a:ea typeface="宋体" panose="02010600030101010101" pitchFamily="2" charset="-122"/>
              </a:rPr>
              <a:t>；    </a:t>
            </a:r>
            <a:r>
              <a:rPr lang="en-US" altLang="zh-CN" sz="3000" b="0" dirty="0">
                <a:solidFill>
                  <a:schemeClr val="tx1"/>
                </a:solidFill>
                <a:latin typeface="Times New Roman" panose="02020603050405020304" pitchFamily="18" charset="0"/>
                <a:ea typeface="宋体" panose="02010600030101010101" pitchFamily="2" charset="-122"/>
              </a:rPr>
              <a:t>Sn</a:t>
            </a:r>
            <a:r>
              <a:rPr lang="en-US" altLang="zh-CN" sz="3000" b="0" baseline="30000" dirty="0">
                <a:solidFill>
                  <a:schemeClr val="tx1"/>
                </a:solidFill>
                <a:latin typeface="Times New Roman" panose="02020603050405020304" pitchFamily="18" charset="0"/>
                <a:ea typeface="宋体" panose="02010600030101010101" pitchFamily="2" charset="-122"/>
              </a:rPr>
              <a:t>4+</a:t>
            </a:r>
            <a:r>
              <a:rPr lang="en-US" altLang="zh-CN" sz="3000" b="0" dirty="0">
                <a:solidFill>
                  <a:schemeClr val="tx1"/>
                </a:solidFill>
                <a:latin typeface="Times New Roman" panose="02020603050405020304" pitchFamily="18" charset="0"/>
                <a:ea typeface="宋体" panose="02010600030101010101" pitchFamily="2" charset="-122"/>
              </a:rPr>
              <a:t>(c</a:t>
            </a:r>
            <a:r>
              <a:rPr lang="en-US" altLang="zh-CN" sz="3000" b="0" baseline="-30000" dirty="0">
                <a:solidFill>
                  <a:schemeClr val="tx1"/>
                </a:solidFill>
                <a:latin typeface="Times New Roman" panose="02020603050405020304" pitchFamily="18" charset="0"/>
                <a:ea typeface="宋体" panose="02010600030101010101" pitchFamily="2" charset="-122"/>
              </a:rPr>
              <a:t>1</a:t>
            </a:r>
            <a:r>
              <a:rPr lang="en-US" altLang="zh-CN" sz="3000" b="0" dirty="0">
                <a:solidFill>
                  <a:schemeClr val="tx1"/>
                </a:solidFill>
                <a:latin typeface="Times New Roman" panose="02020603050405020304" pitchFamily="18" charset="0"/>
                <a:ea typeface="宋体" panose="02010600030101010101" pitchFamily="2" charset="-122"/>
              </a:rPr>
              <a:t>)</a:t>
            </a:r>
            <a:r>
              <a:rPr lang="zh-CN" altLang="en-US" sz="3000" b="0" dirty="0">
                <a:solidFill>
                  <a:schemeClr val="tx1"/>
                </a:solidFill>
                <a:latin typeface="Times New Roman" panose="02020603050405020304" pitchFamily="18" charset="0"/>
                <a:ea typeface="宋体" panose="02010600030101010101" pitchFamily="2" charset="-122"/>
              </a:rPr>
              <a:t>，</a:t>
            </a:r>
            <a:r>
              <a:rPr lang="en-US" altLang="zh-CN" sz="3000" b="0" dirty="0">
                <a:solidFill>
                  <a:schemeClr val="tx1"/>
                </a:solidFill>
                <a:latin typeface="Times New Roman" panose="02020603050405020304" pitchFamily="18" charset="0"/>
                <a:ea typeface="宋体" panose="02010600030101010101" pitchFamily="2" charset="-122"/>
              </a:rPr>
              <a:t>Sn</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(c</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 | Pt (+) </a:t>
            </a:r>
          </a:p>
        </p:txBody>
      </p:sp>
      <p:sp>
        <p:nvSpPr>
          <p:cNvPr id="45074" name="Text Box 18"/>
          <p:cNvSpPr txBox="1">
            <a:spLocks noChangeArrowheads="1"/>
          </p:cNvSpPr>
          <p:nvPr/>
        </p:nvSpPr>
        <p:spPr bwMode="auto">
          <a:xfrm>
            <a:off x="8229600" y="0"/>
            <a:ext cx="581025" cy="1143000"/>
          </a:xfrm>
          <a:prstGeom prst="rect">
            <a:avLst/>
          </a:prstGeom>
          <a:solidFill>
            <a:srgbClr val="FF99CC"/>
          </a:solidFill>
          <a:ln w="9525">
            <a:noFill/>
            <a:miter lim="800000"/>
          </a:ln>
          <a:effectLst>
            <a:outerShdw dist="107763" dir="13500000" algn="ctr" rotWithShape="0">
              <a:schemeClr val="bg2"/>
            </a:outerShdw>
          </a:effectLst>
        </p:spPr>
        <p:txBody>
          <a:bodyPr vert="eaVert">
            <a:spAutoFit/>
          </a:bodyPr>
          <a:lstStyle/>
          <a:p>
            <a:pPr marR="0" defTabSz="914400">
              <a:buClrTx/>
              <a:buSzTx/>
              <a:buFontTx/>
              <a:buNone/>
              <a:defRPr/>
            </a:pP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注 意</a:t>
            </a:r>
          </a:p>
        </p:txBody>
      </p:sp>
      <p:sp>
        <p:nvSpPr>
          <p:cNvPr id="45076" name="Text Box 20"/>
          <p:cNvSpPr txBox="1"/>
          <p:nvPr/>
        </p:nvSpPr>
        <p:spPr>
          <a:xfrm>
            <a:off x="228600" y="3276600"/>
            <a:ext cx="8534400" cy="549275"/>
          </a:xfrm>
          <a:prstGeom prst="rect">
            <a:avLst/>
          </a:prstGeom>
          <a:solidFill>
            <a:srgbClr val="99CCFF"/>
          </a:solidFill>
          <a:ln w="9525">
            <a:noFill/>
          </a:ln>
        </p:spPr>
        <p:txBody>
          <a:bodyPr>
            <a:spAutoFit/>
          </a:bodyPr>
          <a:lstStyle/>
          <a:p>
            <a:pPr algn="ctr"/>
            <a:r>
              <a:rPr lang="en-US" altLang="zh-CN" sz="3000" b="0" dirty="0">
                <a:solidFill>
                  <a:schemeClr val="tx1"/>
                </a:solidFill>
                <a:latin typeface="Times New Roman" panose="02020603050405020304" pitchFamily="18" charset="0"/>
                <a:ea typeface="宋体" panose="02010600030101010101" pitchFamily="2" charset="-122"/>
              </a:rPr>
              <a:t>H</a:t>
            </a:r>
            <a:r>
              <a:rPr lang="en-US" altLang="zh-CN" sz="3000" b="0" baseline="30000" dirty="0">
                <a:solidFill>
                  <a:schemeClr val="tx1"/>
                </a:solidFill>
                <a:latin typeface="Times New Roman" panose="02020603050405020304" pitchFamily="18" charset="0"/>
                <a:ea typeface="宋体" panose="02010600030101010101" pitchFamily="2" charset="-122"/>
              </a:rPr>
              <a:t>+</a:t>
            </a:r>
            <a:r>
              <a:rPr lang="en-US" altLang="zh-CN" sz="3000" b="0" dirty="0">
                <a:solidFill>
                  <a:schemeClr val="tx1"/>
                </a:solidFill>
                <a:latin typeface="Times New Roman" panose="02020603050405020304" pitchFamily="18" charset="0"/>
                <a:ea typeface="宋体" panose="02010600030101010101" pitchFamily="2" charset="-122"/>
              </a:rPr>
              <a:t>(c</a:t>
            </a:r>
            <a:r>
              <a:rPr lang="en-US" altLang="zh-CN" sz="3000" b="0" baseline="-30000" dirty="0">
                <a:solidFill>
                  <a:schemeClr val="tx1"/>
                </a:solidFill>
                <a:latin typeface="Times New Roman" panose="02020603050405020304" pitchFamily="18" charset="0"/>
                <a:ea typeface="宋体" panose="02010600030101010101" pitchFamily="2" charset="-122"/>
              </a:rPr>
              <a:t>1</a:t>
            </a:r>
            <a:r>
              <a:rPr lang="en-US" altLang="zh-CN" sz="3000" b="0" dirty="0">
                <a:solidFill>
                  <a:schemeClr val="tx1"/>
                </a:solidFill>
                <a:latin typeface="Times New Roman" panose="02020603050405020304" pitchFamily="18" charset="0"/>
                <a:ea typeface="宋体" panose="02010600030101010101" pitchFamily="2" charset="-122"/>
              </a:rPr>
              <a:t>) | H</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(p) </a:t>
            </a:r>
            <a:r>
              <a:rPr lang="en-US" altLang="zh-CN" sz="3000" b="0" dirty="0">
                <a:solidFill>
                  <a:schemeClr val="tx1"/>
                </a:solidFill>
                <a:latin typeface="Arial" panose="020B0604020202020204" pitchFamily="34" charset="0"/>
                <a:ea typeface="宋体" panose="02010600030101010101" pitchFamily="2" charset="-122"/>
              </a:rPr>
              <a:t>︱</a:t>
            </a:r>
            <a:r>
              <a:rPr lang="en-US" altLang="zh-CN" sz="3000" b="0" dirty="0">
                <a:solidFill>
                  <a:schemeClr val="tx1"/>
                </a:solidFill>
                <a:latin typeface="Times New Roman" panose="02020603050405020304" pitchFamily="18" charset="0"/>
                <a:ea typeface="宋体" panose="02010600030101010101" pitchFamily="2" charset="-122"/>
              </a:rPr>
              <a:t>Pt(+) </a:t>
            </a:r>
            <a:r>
              <a:rPr lang="zh-CN" altLang="en-US" sz="3000" b="0" dirty="0">
                <a:solidFill>
                  <a:schemeClr val="tx1"/>
                </a:solidFill>
                <a:latin typeface="Times New Roman" panose="02020603050405020304" pitchFamily="18" charset="0"/>
                <a:ea typeface="宋体" panose="02010600030101010101" pitchFamily="2" charset="-122"/>
              </a:rPr>
              <a:t>；   </a:t>
            </a:r>
            <a:r>
              <a:rPr lang="en-US" altLang="zh-CN" sz="3000" b="0" dirty="0">
                <a:solidFill>
                  <a:schemeClr val="tx1"/>
                </a:solidFill>
                <a:latin typeface="Times New Roman" panose="02020603050405020304" pitchFamily="18" charset="0"/>
                <a:ea typeface="宋体" panose="02010600030101010101" pitchFamily="2" charset="-122"/>
              </a:rPr>
              <a:t>(-) Pt</a:t>
            </a:r>
            <a:r>
              <a:rPr lang="en-US" altLang="zh-CN" sz="3000" b="0" dirty="0">
                <a:solidFill>
                  <a:schemeClr val="tx1"/>
                </a:solidFill>
                <a:latin typeface="Arial" panose="020B0604020202020204" pitchFamily="34" charset="0"/>
                <a:ea typeface="宋体" panose="02010600030101010101" pitchFamily="2" charset="-122"/>
              </a:rPr>
              <a:t>︱</a:t>
            </a:r>
            <a:r>
              <a:rPr lang="en-US" altLang="zh-CN" sz="3000" b="0" dirty="0">
                <a:solidFill>
                  <a:schemeClr val="tx1"/>
                </a:solidFill>
                <a:latin typeface="Times New Roman" panose="02020603050405020304" pitchFamily="18" charset="0"/>
                <a:ea typeface="宋体" panose="02010600030101010101" pitchFamily="2" charset="-122"/>
              </a:rPr>
              <a:t>Cl</a:t>
            </a:r>
            <a:r>
              <a:rPr lang="en-US" altLang="zh-CN" sz="3000" b="0" baseline="-30000" dirty="0">
                <a:solidFill>
                  <a:schemeClr val="tx1"/>
                </a:solidFill>
                <a:latin typeface="Times New Roman" panose="02020603050405020304" pitchFamily="18" charset="0"/>
                <a:ea typeface="宋体" panose="02010600030101010101" pitchFamily="2" charset="-122"/>
              </a:rPr>
              <a:t>2</a:t>
            </a:r>
            <a:r>
              <a:rPr lang="en-US" altLang="zh-CN" sz="3000" b="0" dirty="0">
                <a:solidFill>
                  <a:schemeClr val="tx1"/>
                </a:solidFill>
                <a:latin typeface="Times New Roman" panose="02020603050405020304" pitchFamily="18" charset="0"/>
                <a:ea typeface="宋体" panose="02010600030101010101" pitchFamily="2" charset="-122"/>
              </a:rPr>
              <a:t>(p) | Cl</a:t>
            </a:r>
            <a:r>
              <a:rPr lang="en-US" altLang="zh-CN" sz="3000" b="0" baseline="30000" dirty="0">
                <a:solidFill>
                  <a:schemeClr val="tx1"/>
                </a:solidFill>
                <a:latin typeface="宋体" panose="02010600030101010101" pitchFamily="2" charset="-122"/>
                <a:ea typeface="宋体" panose="02010600030101010101" pitchFamily="2" charset="-122"/>
              </a:rPr>
              <a:t>- </a:t>
            </a:r>
            <a:r>
              <a:rPr lang="en-US" altLang="zh-CN" sz="3000" b="0" dirty="0">
                <a:solidFill>
                  <a:schemeClr val="tx1"/>
                </a:solidFill>
                <a:latin typeface="Times New Roman" panose="02020603050405020304" pitchFamily="18" charset="0"/>
                <a:ea typeface="宋体" panose="02010600030101010101" pitchFamily="2" charset="-122"/>
              </a:rPr>
              <a:t>(c) </a:t>
            </a:r>
          </a:p>
        </p:txBody>
      </p:sp>
      <p:sp>
        <p:nvSpPr>
          <p:cNvPr id="8" name="矩形 7"/>
          <p:cNvSpPr/>
          <p:nvPr/>
        </p:nvSpPr>
        <p:spPr>
          <a:xfrm>
            <a:off x="1428728" y="4143380"/>
            <a:ext cx="5880136" cy="1692771"/>
          </a:xfrm>
          <a:prstGeom prst="rect">
            <a:avLst/>
          </a:prstGeom>
        </p:spPr>
        <p:txBody>
          <a:bodyPr wrap="none">
            <a:spAutoFit/>
          </a:bodyPr>
          <a:lstStyle/>
          <a:p>
            <a:pPr algn="ctr"/>
            <a:r>
              <a:rPr lang="zh-CN" altLang="en-US" sz="2600" dirty="0" smtClean="0">
                <a:solidFill>
                  <a:schemeClr val="tx1"/>
                </a:solidFill>
              </a:rPr>
              <a:t>总之，原电池</a:t>
            </a:r>
            <a:r>
              <a:rPr lang="zh-CN" altLang="en-US" sz="2600" dirty="0" smtClean="0">
                <a:solidFill>
                  <a:schemeClr val="tx1"/>
                </a:solidFill>
              </a:rPr>
              <a:t>的电池</a:t>
            </a:r>
            <a:r>
              <a:rPr lang="zh-CN" altLang="en-US" sz="2600" dirty="0" smtClean="0">
                <a:solidFill>
                  <a:schemeClr val="tx1"/>
                </a:solidFill>
              </a:rPr>
              <a:t>图示最起码要有：</a:t>
            </a:r>
            <a:endParaRPr lang="en-US" altLang="zh-CN" sz="2600" dirty="0" smtClean="0">
              <a:solidFill>
                <a:schemeClr val="tx1"/>
              </a:solidFill>
            </a:endParaRPr>
          </a:p>
          <a:p>
            <a:pPr algn="ctr"/>
            <a:r>
              <a:rPr lang="zh-CN" altLang="en-US" sz="2600" dirty="0" smtClean="0"/>
              <a:t>①</a:t>
            </a:r>
            <a:r>
              <a:rPr lang="en-US" altLang="zh-CN" sz="2600" dirty="0" smtClean="0">
                <a:solidFill>
                  <a:srgbClr val="0000CC"/>
                </a:solidFill>
              </a:rPr>
              <a:t>2</a:t>
            </a:r>
            <a:r>
              <a:rPr lang="zh-CN" altLang="en-US" sz="2600" dirty="0" smtClean="0">
                <a:solidFill>
                  <a:srgbClr val="0000CC"/>
                </a:solidFill>
              </a:rPr>
              <a:t>个电对要表示出来</a:t>
            </a:r>
            <a:endParaRPr lang="en-US" altLang="zh-CN" sz="2600" dirty="0" smtClean="0">
              <a:solidFill>
                <a:srgbClr val="0000CC"/>
              </a:solidFill>
            </a:endParaRPr>
          </a:p>
          <a:p>
            <a:pPr algn="ctr"/>
            <a:r>
              <a:rPr lang="zh-CN" altLang="en-US" sz="2600" dirty="0" smtClean="0"/>
              <a:t>②</a:t>
            </a:r>
            <a:r>
              <a:rPr lang="zh-CN" altLang="en-US" sz="2600" dirty="0" smtClean="0">
                <a:solidFill>
                  <a:srgbClr val="0000CC"/>
                </a:solidFill>
              </a:rPr>
              <a:t>正负极不能弄错</a:t>
            </a:r>
            <a:endParaRPr lang="zh-CN" altLang="en-US" sz="2600" dirty="0">
              <a:solidFill>
                <a:srgbClr val="0000CC"/>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5067"/>
                                        </p:tgtEl>
                                        <p:attrNameLst>
                                          <p:attrName>style.visibility</p:attrName>
                                        </p:attrNameLst>
                                      </p:cBhvr>
                                      <p:to>
                                        <p:strVal val="visible"/>
                                      </p:to>
                                    </p:set>
                                    <p:animEffect transition="in" filter="blinds(horizontal)">
                                      <p:cBhvr>
                                        <p:cTn id="7" dur="1000"/>
                                        <p:tgtEl>
                                          <p:spTgt spid="45067"/>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5074"/>
                                        </p:tgtEl>
                                        <p:attrNameLst>
                                          <p:attrName>style.visibility</p:attrName>
                                        </p:attrNameLst>
                                      </p:cBhvr>
                                      <p:to>
                                        <p:strVal val="visible"/>
                                      </p:to>
                                    </p:set>
                                    <p:animEffect transition="in" filter="blinds(horizontal)">
                                      <p:cBhvr>
                                        <p:cTn id="12" dur="1000"/>
                                        <p:tgtEl>
                                          <p:spTgt spid="4507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5068"/>
                                        </p:tgtEl>
                                        <p:attrNameLst>
                                          <p:attrName>style.visibility</p:attrName>
                                        </p:attrNameLst>
                                      </p:cBhvr>
                                      <p:to>
                                        <p:strVal val="visible"/>
                                      </p:to>
                                    </p:set>
                                    <p:animEffect transition="in" filter="blinds(horizontal)">
                                      <p:cBhvr>
                                        <p:cTn id="17" dur="1000"/>
                                        <p:tgtEl>
                                          <p:spTgt spid="4506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5070"/>
                                        </p:tgtEl>
                                        <p:attrNameLst>
                                          <p:attrName>style.visibility</p:attrName>
                                        </p:attrNameLst>
                                      </p:cBhvr>
                                      <p:to>
                                        <p:strVal val="visible"/>
                                      </p:to>
                                    </p:set>
                                    <p:animEffect transition="in" filter="blinds(horizontal)">
                                      <p:cBhvr>
                                        <p:cTn id="22" dur="1000"/>
                                        <p:tgtEl>
                                          <p:spTgt spid="4507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5076"/>
                                        </p:tgtEl>
                                        <p:attrNameLst>
                                          <p:attrName>style.visibility</p:attrName>
                                        </p:attrNameLst>
                                      </p:cBhvr>
                                      <p:to>
                                        <p:strVal val="visible"/>
                                      </p:to>
                                    </p:set>
                                    <p:animEffect transition="in" filter="blinds(horizontal)">
                                      <p:cBhvr>
                                        <p:cTn id="27" dur="1000"/>
                                        <p:tgtEl>
                                          <p:spTgt spid="4507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additive="base">
                                        <p:cTn id="32" dur="500" fill="hold"/>
                                        <p:tgtEl>
                                          <p:spTgt spid="8"/>
                                        </p:tgtEl>
                                        <p:attrNameLst>
                                          <p:attrName>ppt_x</p:attrName>
                                        </p:attrNameLst>
                                      </p:cBhvr>
                                      <p:tavLst>
                                        <p:tav tm="0">
                                          <p:val>
                                            <p:strVal val="#ppt_x"/>
                                          </p:val>
                                        </p:tav>
                                        <p:tav tm="100000">
                                          <p:val>
                                            <p:strVal val="#ppt_x"/>
                                          </p:val>
                                        </p:tav>
                                      </p:tavLst>
                                    </p:anim>
                                    <p:anim calcmode="lin" valueType="num">
                                      <p:cBhvr additive="base">
                                        <p:cTn id="33"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67" grpId="0" animBg="1"/>
      <p:bldP spid="45068" grpId="0"/>
      <p:bldP spid="45070" grpId="0" animBg="1"/>
      <p:bldP spid="45074" grpId="0" animBg="1"/>
      <p:bldP spid="45076" grpId="0" animBg="1"/>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7112" name="Text Box 8"/>
          <p:cNvSpPr txBox="1"/>
          <p:nvPr/>
        </p:nvSpPr>
        <p:spPr>
          <a:xfrm>
            <a:off x="762000" y="838200"/>
            <a:ext cx="7543800" cy="549275"/>
          </a:xfrm>
          <a:prstGeom prst="rect">
            <a:avLst/>
          </a:prstGeom>
          <a:noFill/>
          <a:ln w="9525">
            <a:noFill/>
          </a:ln>
        </p:spPr>
        <p:txBody>
          <a:bodyPr>
            <a:spAutoFit/>
          </a:bodyPr>
          <a:lstStyle/>
          <a:p>
            <a:pPr algn="just"/>
            <a:r>
              <a:rPr lang="en-US" altLang="zh-CN" sz="3000" i="0" dirty="0">
                <a:solidFill>
                  <a:schemeClr val="tx1"/>
                </a:solidFill>
                <a:latin typeface="Times New Roman" panose="02020603050405020304" pitchFamily="18" charset="0"/>
              </a:rPr>
              <a:t>Cr</a:t>
            </a:r>
            <a:r>
              <a:rPr lang="en-US" altLang="zh-CN" sz="3000" i="0" baseline="-30000" dirty="0">
                <a:solidFill>
                  <a:schemeClr val="tx1"/>
                </a:solidFill>
                <a:latin typeface="Times New Roman" panose="02020603050405020304" pitchFamily="18" charset="0"/>
              </a:rPr>
              <a:t>2</a:t>
            </a:r>
            <a:r>
              <a:rPr lang="en-US" altLang="zh-CN" sz="3000" i="0" dirty="0">
                <a:solidFill>
                  <a:schemeClr val="tx1"/>
                </a:solidFill>
                <a:latin typeface="Times New Roman" panose="02020603050405020304" pitchFamily="18" charset="0"/>
              </a:rPr>
              <a:t>O</a:t>
            </a:r>
            <a:r>
              <a:rPr lang="en-US" altLang="zh-CN" sz="3000" i="0" baseline="-30000" dirty="0">
                <a:solidFill>
                  <a:schemeClr val="tx1"/>
                </a:solidFill>
                <a:latin typeface="Times New Roman" panose="02020603050405020304" pitchFamily="18" charset="0"/>
              </a:rPr>
              <a:t>7</a:t>
            </a:r>
            <a:r>
              <a:rPr lang="en-US" altLang="zh-CN" sz="3000" i="0" baseline="30000" dirty="0">
                <a:solidFill>
                  <a:schemeClr val="tx1"/>
                </a:solidFill>
                <a:latin typeface="Times New Roman" panose="02020603050405020304" pitchFamily="18" charset="0"/>
              </a:rPr>
              <a:t>2-</a:t>
            </a:r>
            <a:r>
              <a:rPr lang="en-US" altLang="zh-CN" sz="3000" i="0" dirty="0">
                <a:solidFill>
                  <a:schemeClr val="tx1"/>
                </a:solidFill>
                <a:latin typeface="Times New Roman" panose="02020603050405020304" pitchFamily="18" charset="0"/>
              </a:rPr>
              <a:t>+6Cl</a:t>
            </a:r>
            <a:r>
              <a:rPr lang="en-US" altLang="zh-CN" sz="3000" i="0" baseline="30000" dirty="0">
                <a:solidFill>
                  <a:schemeClr val="tx1"/>
                </a:solidFill>
                <a:latin typeface="Times New Roman" panose="02020603050405020304" pitchFamily="18" charset="0"/>
              </a:rPr>
              <a:t>-</a:t>
            </a:r>
            <a:r>
              <a:rPr lang="en-US" altLang="zh-CN" sz="3000" i="0" dirty="0">
                <a:solidFill>
                  <a:schemeClr val="tx1"/>
                </a:solidFill>
                <a:latin typeface="Times New Roman" panose="02020603050405020304" pitchFamily="18" charset="0"/>
              </a:rPr>
              <a:t>+14H</a:t>
            </a:r>
            <a:r>
              <a:rPr lang="en-US" altLang="zh-CN" sz="3000" i="0" baseline="30000" dirty="0">
                <a:solidFill>
                  <a:schemeClr val="tx1"/>
                </a:solidFill>
                <a:latin typeface="Times New Roman" panose="02020603050405020304" pitchFamily="18" charset="0"/>
              </a:rPr>
              <a:t>+  </a:t>
            </a:r>
            <a:r>
              <a:rPr lang="en-US" altLang="zh-CN" sz="3000" i="0" dirty="0">
                <a:solidFill>
                  <a:schemeClr val="tx1"/>
                </a:solidFill>
                <a:latin typeface="Times New Roman" panose="02020603050405020304" pitchFamily="18" charset="0"/>
              </a:rPr>
              <a:t>→</a:t>
            </a:r>
            <a:r>
              <a:rPr lang="en-US" altLang="zh-CN" sz="3000" i="0" baseline="30000" dirty="0">
                <a:solidFill>
                  <a:schemeClr val="tx1"/>
                </a:solidFill>
                <a:latin typeface="Times New Roman" panose="02020603050405020304" pitchFamily="18" charset="0"/>
              </a:rPr>
              <a:t>  </a:t>
            </a:r>
            <a:r>
              <a:rPr lang="en-US" altLang="zh-CN" sz="3000" i="0" dirty="0">
                <a:solidFill>
                  <a:schemeClr val="tx1"/>
                </a:solidFill>
                <a:latin typeface="Times New Roman" panose="02020603050405020304" pitchFamily="18" charset="0"/>
              </a:rPr>
              <a:t>2Cr</a:t>
            </a:r>
            <a:r>
              <a:rPr lang="en-US" altLang="zh-CN" sz="3000" i="0" baseline="30000" dirty="0">
                <a:solidFill>
                  <a:schemeClr val="tx1"/>
                </a:solidFill>
                <a:latin typeface="Times New Roman" panose="02020603050405020304" pitchFamily="18" charset="0"/>
              </a:rPr>
              <a:t>3+</a:t>
            </a:r>
            <a:r>
              <a:rPr lang="en-US" altLang="zh-CN" sz="3000" i="0" dirty="0">
                <a:solidFill>
                  <a:schemeClr val="tx1"/>
                </a:solidFill>
                <a:latin typeface="Times New Roman" panose="02020603050405020304" pitchFamily="18" charset="0"/>
              </a:rPr>
              <a:t>+3Cl</a:t>
            </a:r>
            <a:r>
              <a:rPr lang="en-US" altLang="zh-CN" sz="3000" i="0" baseline="-30000" dirty="0">
                <a:solidFill>
                  <a:schemeClr val="tx1"/>
                </a:solidFill>
                <a:latin typeface="Times New Roman" panose="02020603050405020304" pitchFamily="18" charset="0"/>
              </a:rPr>
              <a:t>2</a:t>
            </a:r>
            <a:r>
              <a:rPr lang="en-US" altLang="zh-CN" sz="3000" i="0" dirty="0">
                <a:solidFill>
                  <a:schemeClr val="tx1"/>
                </a:solidFill>
                <a:latin typeface="Times New Roman" panose="02020603050405020304" pitchFamily="18" charset="0"/>
              </a:rPr>
              <a:t>↑+7H</a:t>
            </a:r>
            <a:r>
              <a:rPr lang="en-US" altLang="zh-CN" sz="3000" i="0" baseline="-30000" dirty="0">
                <a:solidFill>
                  <a:schemeClr val="tx1"/>
                </a:solidFill>
                <a:latin typeface="Times New Roman" panose="02020603050405020304" pitchFamily="18" charset="0"/>
              </a:rPr>
              <a:t>2</a:t>
            </a:r>
            <a:r>
              <a:rPr lang="en-US" altLang="zh-CN" sz="3000" i="0" dirty="0">
                <a:solidFill>
                  <a:schemeClr val="tx1"/>
                </a:solidFill>
                <a:latin typeface="Times New Roman" panose="02020603050405020304" pitchFamily="18" charset="0"/>
              </a:rPr>
              <a:t>O </a:t>
            </a:r>
          </a:p>
        </p:txBody>
      </p:sp>
      <p:grpSp>
        <p:nvGrpSpPr>
          <p:cNvPr id="2" name="Group 9"/>
          <p:cNvGrpSpPr/>
          <p:nvPr/>
        </p:nvGrpSpPr>
        <p:grpSpPr>
          <a:xfrm>
            <a:off x="304800" y="1676400"/>
            <a:ext cx="8229600" cy="1828800"/>
            <a:chOff x="288" y="1104"/>
            <a:chExt cx="5328" cy="1296"/>
          </a:xfrm>
        </p:grpSpPr>
        <p:sp>
          <p:nvSpPr>
            <p:cNvPr id="75797" name="Rectangle 10"/>
            <p:cNvSpPr/>
            <p:nvPr/>
          </p:nvSpPr>
          <p:spPr>
            <a:xfrm>
              <a:off x="336" y="1296"/>
              <a:ext cx="5280" cy="1104"/>
            </a:xfrm>
            <a:prstGeom prst="rect">
              <a:avLst/>
            </a:prstGeom>
            <a:gradFill rotWithShape="0">
              <a:gsLst>
                <a:gs pos="0">
                  <a:srgbClr val="FFCC99"/>
                </a:gs>
                <a:gs pos="50000">
                  <a:srgbClr val="FFE0C2"/>
                </a:gs>
                <a:gs pos="100000">
                  <a:srgbClr val="FFCC99"/>
                </a:gs>
              </a:gsLst>
              <a:lin ang="5400000" scaled="1"/>
              <a:tileRect/>
            </a:gradFill>
            <a:ln w="38100"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53252" name="Text Box 11"/>
            <p:cNvSpPr txBox="1">
              <a:spLocks noChangeArrowheads="1"/>
            </p:cNvSpPr>
            <p:nvPr/>
          </p:nvSpPr>
          <p:spPr bwMode="auto">
            <a:xfrm>
              <a:off x="288" y="1104"/>
              <a:ext cx="1536" cy="347"/>
            </a:xfrm>
            <a:prstGeom prst="rect">
              <a:avLst/>
            </a:prstGeom>
            <a:solidFill>
              <a:srgbClr val="FF9900"/>
            </a:solidFill>
            <a:ln w="9525">
              <a:noFill/>
              <a:miter lim="800000"/>
            </a:ln>
            <a:effectLst>
              <a:outerShdw dist="107763" dir="13500000" algn="ctr" rotWithShape="0">
                <a:schemeClr val="bg2"/>
              </a:outerShdw>
            </a:effectLst>
          </p:spPr>
          <p:txBody>
            <a:bodyPr>
              <a:spAutoFit/>
            </a:bodyPr>
            <a:lstStyle/>
            <a:p>
              <a:pPr marR="0" algn="ctr" defTabSz="914400">
                <a:buClrTx/>
                <a:buSzTx/>
                <a:buFontTx/>
                <a:buNone/>
                <a:defRPr/>
              </a:pPr>
              <a:r>
                <a:rPr kumimoji="0" lang="zh-CN" altLang="en-US" sz="2600" kern="1200" cap="none" spc="0" normalizeH="0" baseline="0" noProof="0" smtClean="0">
                  <a:solidFill>
                    <a:schemeClr val="tx1"/>
                  </a:solidFill>
                  <a:latin typeface="Times New Roman" panose="02020603050405020304" pitchFamily="18" charset="0"/>
                  <a:ea typeface="楷体_GB2312" pitchFamily="49" charset="-122"/>
                  <a:cs typeface="+mn-cs"/>
                </a:rPr>
                <a:t>电极反应</a:t>
              </a:r>
            </a:p>
          </p:txBody>
        </p:sp>
      </p:grpSp>
      <p:sp>
        <p:nvSpPr>
          <p:cNvPr id="47116" name="Text Box 12"/>
          <p:cNvSpPr txBox="1"/>
          <p:nvPr/>
        </p:nvSpPr>
        <p:spPr>
          <a:xfrm>
            <a:off x="838200" y="2819400"/>
            <a:ext cx="7391400" cy="488950"/>
          </a:xfrm>
          <a:prstGeom prst="rect">
            <a:avLst/>
          </a:prstGeom>
          <a:noFill/>
          <a:ln w="9525">
            <a:noFill/>
          </a:ln>
        </p:spPr>
        <p:txBody>
          <a:bodyPr>
            <a:spAutoFit/>
          </a:bodyPr>
          <a:lstStyle/>
          <a:p>
            <a:r>
              <a:rPr lang="en-US" altLang="zh-CN" sz="2600" dirty="0">
                <a:solidFill>
                  <a:schemeClr val="tx1"/>
                </a:solidFill>
                <a:latin typeface="Times New Roman" panose="02020603050405020304" pitchFamily="18" charset="0"/>
              </a:rPr>
              <a:t>Cr</a:t>
            </a:r>
            <a:r>
              <a:rPr lang="en-US" altLang="zh-CN" sz="2600" baseline="-30000" dirty="0">
                <a:solidFill>
                  <a:schemeClr val="tx1"/>
                </a:solidFill>
                <a:latin typeface="Times New Roman" panose="02020603050405020304" pitchFamily="18" charset="0"/>
              </a:rPr>
              <a:t>2</a:t>
            </a:r>
            <a:r>
              <a:rPr lang="en-US" altLang="zh-CN" sz="2600" dirty="0">
                <a:solidFill>
                  <a:schemeClr val="tx1"/>
                </a:solidFill>
                <a:latin typeface="Times New Roman" panose="02020603050405020304" pitchFamily="18" charset="0"/>
              </a:rPr>
              <a:t>O</a:t>
            </a:r>
            <a:r>
              <a:rPr lang="en-US" altLang="zh-CN" sz="2600" baseline="-30000" dirty="0">
                <a:solidFill>
                  <a:schemeClr val="tx1"/>
                </a:solidFill>
                <a:latin typeface="Times New Roman" panose="02020603050405020304" pitchFamily="18" charset="0"/>
              </a:rPr>
              <a:t>7</a:t>
            </a:r>
            <a:r>
              <a:rPr lang="en-US" altLang="zh-CN" sz="2600" baseline="30000" dirty="0">
                <a:solidFill>
                  <a:schemeClr val="tx1"/>
                </a:solidFill>
                <a:latin typeface="Times New Roman" panose="02020603050405020304" pitchFamily="18" charset="0"/>
              </a:rPr>
              <a:t>2- </a:t>
            </a:r>
            <a:r>
              <a:rPr lang="en-US" altLang="zh-CN" sz="2600" dirty="0">
                <a:solidFill>
                  <a:schemeClr val="tx1"/>
                </a:solidFill>
                <a:latin typeface="Times New Roman" panose="02020603050405020304" pitchFamily="18" charset="0"/>
              </a:rPr>
              <a:t>+ 14H</a:t>
            </a:r>
            <a:r>
              <a:rPr lang="en-US" altLang="zh-CN" sz="2600" baseline="3000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+ 6e</a:t>
            </a:r>
            <a:r>
              <a:rPr lang="en-US" altLang="zh-CN" sz="2600" baseline="3000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a:t>
            </a:r>
            <a:r>
              <a:rPr lang="en-US" altLang="zh-CN" sz="2600" baseline="3000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2Cr</a:t>
            </a:r>
            <a:r>
              <a:rPr lang="en-US" altLang="zh-CN" sz="2600" baseline="30000" dirty="0">
                <a:solidFill>
                  <a:schemeClr val="tx1"/>
                </a:solidFill>
                <a:latin typeface="Times New Roman" panose="02020603050405020304" pitchFamily="18" charset="0"/>
              </a:rPr>
              <a:t>3+ </a:t>
            </a:r>
            <a:r>
              <a:rPr lang="en-US" altLang="zh-CN" sz="2600" dirty="0">
                <a:solidFill>
                  <a:schemeClr val="tx1"/>
                </a:solidFill>
                <a:latin typeface="Times New Roman" panose="02020603050405020304" pitchFamily="18" charset="0"/>
              </a:rPr>
              <a:t>+ 7H</a:t>
            </a:r>
            <a:r>
              <a:rPr lang="en-US" altLang="zh-CN" sz="2600" baseline="-30000" dirty="0">
                <a:solidFill>
                  <a:schemeClr val="tx1"/>
                </a:solidFill>
                <a:latin typeface="Times New Roman" panose="02020603050405020304" pitchFamily="18" charset="0"/>
              </a:rPr>
              <a:t>2</a:t>
            </a:r>
            <a:r>
              <a:rPr lang="en-US" altLang="zh-CN" sz="2600" dirty="0">
                <a:solidFill>
                  <a:schemeClr val="tx1"/>
                </a:solidFill>
                <a:latin typeface="Times New Roman" panose="02020603050405020304" pitchFamily="18" charset="0"/>
              </a:rPr>
              <a:t>O       </a:t>
            </a:r>
            <a:r>
              <a:rPr lang="zh-CN" altLang="en-US" sz="2600" dirty="0">
                <a:solidFill>
                  <a:schemeClr val="tx1"/>
                </a:solidFill>
                <a:latin typeface="Times New Roman" panose="02020603050405020304" pitchFamily="18" charset="0"/>
              </a:rPr>
              <a:t>还原</a:t>
            </a:r>
          </a:p>
        </p:txBody>
      </p:sp>
      <p:sp>
        <p:nvSpPr>
          <p:cNvPr id="47117" name="Text Box 13"/>
          <p:cNvSpPr txBox="1"/>
          <p:nvPr/>
        </p:nvSpPr>
        <p:spPr>
          <a:xfrm>
            <a:off x="1143000" y="2133600"/>
            <a:ext cx="6705600" cy="488950"/>
          </a:xfrm>
          <a:prstGeom prst="rect">
            <a:avLst/>
          </a:prstGeom>
          <a:noFill/>
          <a:ln w="9525">
            <a:noFill/>
          </a:ln>
        </p:spPr>
        <p:txBody>
          <a:bodyPr>
            <a:spAutoFit/>
          </a:bodyPr>
          <a:lstStyle/>
          <a:p>
            <a:r>
              <a:rPr lang="en-US" altLang="zh-CN" sz="2600" dirty="0" smtClean="0">
                <a:solidFill>
                  <a:schemeClr val="tx1"/>
                </a:solidFill>
              </a:rPr>
              <a:t>Cl</a:t>
            </a:r>
            <a:r>
              <a:rPr lang="en-US" altLang="zh-CN" sz="2600" baseline="-30000" dirty="0" smtClean="0">
                <a:solidFill>
                  <a:schemeClr val="tx1"/>
                </a:solidFill>
              </a:rPr>
              <a:t>2</a:t>
            </a:r>
            <a:r>
              <a:rPr lang="en-US" altLang="zh-CN" sz="2600" dirty="0" smtClean="0">
                <a:solidFill>
                  <a:schemeClr val="tx1"/>
                </a:solidFill>
                <a:latin typeface="Times New Roman" panose="02020603050405020304" pitchFamily="18" charset="0"/>
              </a:rPr>
              <a:t> + </a:t>
            </a:r>
            <a:r>
              <a:rPr lang="en-US" altLang="zh-CN" sz="2600" dirty="0">
                <a:solidFill>
                  <a:schemeClr val="tx1"/>
                </a:solidFill>
                <a:latin typeface="Times New Roman" panose="02020603050405020304" pitchFamily="18" charset="0"/>
              </a:rPr>
              <a:t>2e</a:t>
            </a:r>
            <a:r>
              <a:rPr lang="en-US" altLang="zh-CN" sz="2600" baseline="30000" dirty="0">
                <a:solidFill>
                  <a:schemeClr val="tx1"/>
                </a:solidFill>
                <a:latin typeface="Times New Roman" panose="02020603050405020304" pitchFamily="18" charset="0"/>
              </a:rPr>
              <a:t>-</a:t>
            </a:r>
            <a:r>
              <a:rPr lang="en-US" altLang="zh-CN" sz="2600" dirty="0">
                <a:solidFill>
                  <a:schemeClr val="tx1"/>
                </a:solidFill>
                <a:latin typeface="Times New Roman" panose="02020603050405020304" pitchFamily="18" charset="0"/>
              </a:rPr>
              <a:t> → </a:t>
            </a:r>
            <a:r>
              <a:rPr lang="en-US" altLang="zh-CN" sz="2600" dirty="0" smtClean="0">
                <a:solidFill>
                  <a:schemeClr val="tx1"/>
                </a:solidFill>
              </a:rPr>
              <a:t>2Cl</a:t>
            </a:r>
            <a:r>
              <a:rPr lang="en-US" altLang="zh-CN" sz="2600" baseline="30000" dirty="0" smtClean="0">
                <a:solidFill>
                  <a:schemeClr val="tx1"/>
                </a:solidFill>
              </a:rPr>
              <a:t>-</a:t>
            </a:r>
            <a:r>
              <a:rPr lang="en-US" altLang="zh-CN" sz="2600" dirty="0" smtClean="0">
                <a:solidFill>
                  <a:schemeClr val="tx1"/>
                </a:solidFill>
              </a:rPr>
              <a:t>             </a:t>
            </a:r>
            <a:r>
              <a:rPr lang="zh-CN" altLang="en-US" sz="2600" dirty="0" smtClean="0">
                <a:solidFill>
                  <a:schemeClr val="tx1"/>
                </a:solidFill>
                <a:latin typeface="Times New Roman" panose="02020603050405020304" pitchFamily="18" charset="0"/>
              </a:rPr>
              <a:t>氧化</a:t>
            </a:r>
            <a:endParaRPr lang="zh-CN" altLang="en-US" sz="2600" dirty="0">
              <a:solidFill>
                <a:schemeClr val="tx1"/>
              </a:solidFill>
              <a:latin typeface="Times New Roman" panose="02020603050405020304" pitchFamily="18" charset="0"/>
            </a:endParaRPr>
          </a:p>
        </p:txBody>
      </p:sp>
      <p:grpSp>
        <p:nvGrpSpPr>
          <p:cNvPr id="3" name="Group 14"/>
          <p:cNvGrpSpPr/>
          <p:nvPr/>
        </p:nvGrpSpPr>
        <p:grpSpPr>
          <a:xfrm>
            <a:off x="685800" y="3962400"/>
            <a:ext cx="7467600" cy="1600200"/>
            <a:chOff x="288" y="2496"/>
            <a:chExt cx="5424" cy="1440"/>
          </a:xfrm>
        </p:grpSpPr>
        <p:grpSp>
          <p:nvGrpSpPr>
            <p:cNvPr id="75784" name="Group 15"/>
            <p:cNvGrpSpPr/>
            <p:nvPr/>
          </p:nvGrpSpPr>
          <p:grpSpPr>
            <a:xfrm>
              <a:off x="288" y="2496"/>
              <a:ext cx="5424" cy="1440"/>
              <a:chOff x="288" y="2496"/>
              <a:chExt cx="5424" cy="1440"/>
            </a:xfrm>
          </p:grpSpPr>
          <p:grpSp>
            <p:nvGrpSpPr>
              <p:cNvPr id="75786" name="Group 16"/>
              <p:cNvGrpSpPr/>
              <p:nvPr/>
            </p:nvGrpSpPr>
            <p:grpSpPr>
              <a:xfrm>
                <a:off x="288" y="2496"/>
                <a:ext cx="5328" cy="1392"/>
                <a:chOff x="288" y="2496"/>
                <a:chExt cx="5328" cy="1392"/>
              </a:xfrm>
            </p:grpSpPr>
            <p:sp>
              <p:nvSpPr>
                <p:cNvPr id="75795" name="Rectangle 17"/>
                <p:cNvSpPr/>
                <p:nvPr/>
              </p:nvSpPr>
              <p:spPr>
                <a:xfrm>
                  <a:off x="336" y="2688"/>
                  <a:ext cx="5280" cy="1200"/>
                </a:xfrm>
                <a:prstGeom prst="rect">
                  <a:avLst/>
                </a:prstGeom>
                <a:gradFill rotWithShape="0">
                  <a:gsLst>
                    <a:gs pos="0">
                      <a:srgbClr val="66FFCC"/>
                    </a:gs>
                    <a:gs pos="50000">
                      <a:srgbClr val="D1FFF0"/>
                    </a:gs>
                    <a:gs pos="100000">
                      <a:srgbClr val="66FFCC"/>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a:spcBef>
                      <a:spcPct val="0"/>
                    </a:spcBef>
                  </a:pPr>
                  <a:endParaRPr lang="zh-CN" altLang="zh-CN" sz="2600" b="0" dirty="0">
                    <a:solidFill>
                      <a:srgbClr val="0000CC"/>
                    </a:solidFill>
                    <a:latin typeface="Times New Roman" panose="02020603050405020304" pitchFamily="18" charset="0"/>
                  </a:endParaRPr>
                </a:p>
              </p:txBody>
            </p:sp>
            <p:sp>
              <p:nvSpPr>
                <p:cNvPr id="53259" name="Text Box 18"/>
                <p:cNvSpPr txBox="1">
                  <a:spLocks noChangeArrowheads="1"/>
                </p:cNvSpPr>
                <p:nvPr/>
              </p:nvSpPr>
              <p:spPr bwMode="auto">
                <a:xfrm>
                  <a:off x="288" y="2496"/>
                  <a:ext cx="1873" cy="440"/>
                </a:xfrm>
                <a:prstGeom prst="rect">
                  <a:avLst/>
                </a:prstGeom>
                <a:solidFill>
                  <a:srgbClr val="FFCC00"/>
                </a:solidFill>
                <a:ln w="9525">
                  <a:noFill/>
                  <a:miter lim="800000"/>
                </a:ln>
                <a:effectLst>
                  <a:outerShdw dist="107763" dir="13500000" algn="ctr" rotWithShape="0">
                    <a:schemeClr val="bg2"/>
                  </a:outerShdw>
                </a:effectLst>
              </p:spPr>
              <p:txBody>
                <a:bodyPr>
                  <a:spAutoFit/>
                </a:bodyPr>
                <a:lstStyle/>
                <a:p>
                  <a:pPr marR="0" algn="ctr" defTabSz="914400">
                    <a:buClrTx/>
                    <a:buSzTx/>
                    <a:buFontTx/>
                    <a:buNone/>
                    <a:defRPr/>
                  </a:pPr>
                  <a:r>
                    <a:rPr kumimoji="0" lang="zh-CN" altLang="en-US" sz="2600" kern="1200" cap="none" spc="0" normalizeH="0" baseline="0" noProof="0" smtClean="0">
                      <a:solidFill>
                        <a:srgbClr val="990000"/>
                      </a:solidFill>
                      <a:latin typeface="Times New Roman" panose="02020603050405020304" pitchFamily="18" charset="0"/>
                      <a:ea typeface="楷体_GB2312" pitchFamily="49" charset="-122"/>
                      <a:cs typeface="+mn-cs"/>
                    </a:rPr>
                    <a:t>原电池符号</a:t>
                  </a:r>
                </a:p>
              </p:txBody>
            </p:sp>
          </p:grpSp>
          <p:grpSp>
            <p:nvGrpSpPr>
              <p:cNvPr id="75787" name="Group 19"/>
              <p:cNvGrpSpPr/>
              <p:nvPr/>
            </p:nvGrpSpPr>
            <p:grpSpPr>
              <a:xfrm>
                <a:off x="432" y="2928"/>
                <a:ext cx="5280" cy="1008"/>
                <a:chOff x="432" y="2928"/>
                <a:chExt cx="5280" cy="1008"/>
              </a:xfrm>
            </p:grpSpPr>
            <p:sp>
              <p:nvSpPr>
                <p:cNvPr id="75788" name="Text Box 20"/>
                <p:cNvSpPr txBox="1"/>
                <p:nvPr/>
              </p:nvSpPr>
              <p:spPr>
                <a:xfrm>
                  <a:off x="768" y="3324"/>
                  <a:ext cx="4944" cy="612"/>
                </a:xfrm>
                <a:prstGeom prst="rect">
                  <a:avLst/>
                </a:prstGeom>
                <a:noFill/>
                <a:ln w="9525">
                  <a:noFill/>
                </a:ln>
              </p:spPr>
              <p:txBody>
                <a:bodyPr/>
                <a:lstStyle/>
                <a:p>
                  <a:pPr algn="ctr">
                    <a:lnSpc>
                      <a:spcPct val="125000"/>
                    </a:lnSpc>
                  </a:pPr>
                  <a:r>
                    <a:rPr lang="en-US" altLang="zh-CN" sz="2600" dirty="0">
                      <a:solidFill>
                        <a:srgbClr val="0000CC"/>
                      </a:solidFill>
                      <a:latin typeface="Times New Roman" panose="02020603050405020304" pitchFamily="18" charset="0"/>
                    </a:rPr>
                    <a:t>        Cr</a:t>
                  </a:r>
                  <a:r>
                    <a:rPr lang="en-US" altLang="zh-CN" sz="2600" baseline="-30000" dirty="0">
                      <a:solidFill>
                        <a:srgbClr val="0000CC"/>
                      </a:solidFill>
                      <a:latin typeface="Times New Roman" panose="02020603050405020304" pitchFamily="18" charset="0"/>
                    </a:rPr>
                    <a:t>2</a:t>
                  </a:r>
                  <a:r>
                    <a:rPr lang="en-US" altLang="zh-CN" sz="2600" dirty="0">
                      <a:solidFill>
                        <a:srgbClr val="0000CC"/>
                      </a:solidFill>
                      <a:latin typeface="Times New Roman" panose="02020603050405020304" pitchFamily="18" charset="0"/>
                    </a:rPr>
                    <a:t>O</a:t>
                  </a:r>
                  <a:r>
                    <a:rPr lang="en-US" altLang="zh-CN" sz="2600" baseline="-30000" dirty="0">
                      <a:solidFill>
                        <a:srgbClr val="0000CC"/>
                      </a:solidFill>
                      <a:latin typeface="Times New Roman" panose="02020603050405020304" pitchFamily="18" charset="0"/>
                    </a:rPr>
                    <a:t>7</a:t>
                  </a:r>
                  <a:r>
                    <a:rPr lang="en-US" altLang="zh-CN" sz="2600" baseline="30000" dirty="0">
                      <a:solidFill>
                        <a:srgbClr val="0000CC"/>
                      </a:solidFill>
                      <a:latin typeface="Times New Roman" panose="02020603050405020304" pitchFamily="18" charset="0"/>
                    </a:rPr>
                    <a:t>2-</a:t>
                  </a:r>
                  <a:r>
                    <a:rPr lang="en-US" altLang="zh-CN" sz="2600" dirty="0">
                      <a:solidFill>
                        <a:srgbClr val="0000CC"/>
                      </a:solidFill>
                      <a:latin typeface="Times New Roman" panose="02020603050405020304" pitchFamily="18" charset="0"/>
                    </a:rPr>
                    <a:t>(c</a:t>
                  </a:r>
                  <a:r>
                    <a:rPr lang="en-US" altLang="zh-CN" sz="2600" baseline="-30000" dirty="0">
                      <a:solidFill>
                        <a:srgbClr val="0000CC"/>
                      </a:solidFill>
                      <a:latin typeface="Times New Roman" panose="02020603050405020304" pitchFamily="18" charset="0"/>
                    </a:rPr>
                    <a:t>1</a:t>
                  </a:r>
                  <a:r>
                    <a:rPr lang="en-US" altLang="zh-CN" sz="2600" dirty="0">
                      <a:solidFill>
                        <a:srgbClr val="0000CC"/>
                      </a:solidFill>
                      <a:latin typeface="Times New Roman" panose="02020603050405020304" pitchFamily="18" charset="0"/>
                    </a:rPr>
                    <a:t>),  H</a:t>
                  </a:r>
                  <a:r>
                    <a:rPr lang="en-US" altLang="zh-CN" sz="2600" baseline="30000" dirty="0">
                      <a:solidFill>
                        <a:srgbClr val="0000CC"/>
                      </a:solidFill>
                      <a:latin typeface="Times New Roman" panose="02020603050405020304" pitchFamily="18" charset="0"/>
                    </a:rPr>
                    <a:t>+</a:t>
                  </a:r>
                  <a:r>
                    <a:rPr lang="en-US" altLang="zh-CN" sz="2600" dirty="0">
                      <a:solidFill>
                        <a:srgbClr val="0000CC"/>
                      </a:solidFill>
                      <a:latin typeface="Times New Roman" panose="02020603050405020304" pitchFamily="18" charset="0"/>
                    </a:rPr>
                    <a:t>(c</a:t>
                  </a:r>
                  <a:r>
                    <a:rPr lang="en-US" altLang="zh-CN" sz="2600" baseline="-30000" dirty="0">
                      <a:solidFill>
                        <a:srgbClr val="0000CC"/>
                      </a:solidFill>
                      <a:latin typeface="Times New Roman" panose="02020603050405020304" pitchFamily="18" charset="0"/>
                    </a:rPr>
                    <a:t>2</a:t>
                  </a:r>
                  <a:r>
                    <a:rPr lang="en-US" altLang="zh-CN" sz="2600" dirty="0">
                      <a:solidFill>
                        <a:srgbClr val="0000CC"/>
                      </a:solidFill>
                      <a:latin typeface="Times New Roman" panose="02020603050405020304" pitchFamily="18" charset="0"/>
                    </a:rPr>
                    <a:t>),  Cr</a:t>
                  </a:r>
                  <a:r>
                    <a:rPr lang="en-US" altLang="zh-CN" sz="2600" baseline="30000" dirty="0">
                      <a:solidFill>
                        <a:srgbClr val="0000CC"/>
                      </a:solidFill>
                      <a:latin typeface="Times New Roman" panose="02020603050405020304" pitchFamily="18" charset="0"/>
                    </a:rPr>
                    <a:t>3+</a:t>
                  </a:r>
                  <a:r>
                    <a:rPr lang="en-US" altLang="zh-CN" sz="2600" dirty="0">
                      <a:solidFill>
                        <a:srgbClr val="0000CC"/>
                      </a:solidFill>
                      <a:latin typeface="Times New Roman" panose="02020603050405020304" pitchFamily="18" charset="0"/>
                    </a:rPr>
                    <a:t>(c</a:t>
                  </a:r>
                  <a:r>
                    <a:rPr lang="en-US" altLang="zh-CN" sz="2600" baseline="-30000" dirty="0">
                      <a:solidFill>
                        <a:srgbClr val="0000CC"/>
                      </a:solidFill>
                      <a:latin typeface="Times New Roman" panose="02020603050405020304" pitchFamily="18" charset="0"/>
                    </a:rPr>
                    <a:t>3</a:t>
                  </a:r>
                  <a:r>
                    <a:rPr lang="en-US" altLang="zh-CN" sz="2600" dirty="0">
                      <a:solidFill>
                        <a:srgbClr val="0000CC"/>
                      </a:solidFill>
                      <a:latin typeface="Times New Roman" panose="02020603050405020304" pitchFamily="18" charset="0"/>
                    </a:rPr>
                    <a:t>)   Pt</a:t>
                  </a:r>
                </a:p>
              </p:txBody>
            </p:sp>
            <p:grpSp>
              <p:nvGrpSpPr>
                <p:cNvPr id="75789" name="Group 21"/>
                <p:cNvGrpSpPr/>
                <p:nvPr/>
              </p:nvGrpSpPr>
              <p:grpSpPr>
                <a:xfrm>
                  <a:off x="432" y="2928"/>
                  <a:ext cx="3024" cy="528"/>
                  <a:chOff x="480" y="2928"/>
                  <a:chExt cx="3024" cy="528"/>
                </a:xfrm>
              </p:grpSpPr>
              <p:sp>
                <p:nvSpPr>
                  <p:cNvPr id="75790" name="Text Box 22"/>
                  <p:cNvSpPr txBox="1"/>
                  <p:nvPr/>
                </p:nvSpPr>
                <p:spPr>
                  <a:xfrm>
                    <a:off x="480" y="2928"/>
                    <a:ext cx="3024" cy="528"/>
                  </a:xfrm>
                  <a:prstGeom prst="rect">
                    <a:avLst/>
                  </a:prstGeom>
                  <a:noFill/>
                  <a:ln w="9525">
                    <a:noFill/>
                  </a:ln>
                </p:spPr>
                <p:txBody>
                  <a:bodyPr/>
                  <a:lstStyle/>
                  <a:p>
                    <a:r>
                      <a:rPr lang="en-US" altLang="zh-CN" sz="2600" dirty="0">
                        <a:solidFill>
                          <a:srgbClr val="0000CC"/>
                        </a:solidFill>
                        <a:latin typeface="Times New Roman" panose="02020603050405020304" pitchFamily="18" charset="0"/>
                      </a:rPr>
                      <a:t>Pt ︱Cl</a:t>
                    </a:r>
                    <a:r>
                      <a:rPr lang="en-US" altLang="zh-CN" sz="2600" baseline="-30000" dirty="0">
                        <a:solidFill>
                          <a:srgbClr val="0000CC"/>
                        </a:solidFill>
                        <a:latin typeface="Times New Roman" panose="02020603050405020304" pitchFamily="18" charset="0"/>
                      </a:rPr>
                      <a:t>2</a:t>
                    </a:r>
                    <a:r>
                      <a:rPr lang="en-US" altLang="zh-CN" sz="2600" dirty="0">
                        <a:solidFill>
                          <a:srgbClr val="0000CC"/>
                        </a:solidFill>
                        <a:latin typeface="Times New Roman" panose="02020603050405020304" pitchFamily="18" charset="0"/>
                      </a:rPr>
                      <a:t>(p)            Cl </a:t>
                    </a:r>
                    <a:r>
                      <a:rPr lang="en-US" altLang="zh-CN" sz="2600" baseline="30000" dirty="0">
                        <a:solidFill>
                          <a:srgbClr val="0000CC"/>
                        </a:solidFill>
                        <a:latin typeface="Times New Roman" panose="02020603050405020304" pitchFamily="18" charset="0"/>
                      </a:rPr>
                      <a:t>- </a:t>
                    </a:r>
                    <a:r>
                      <a:rPr lang="en-US" altLang="zh-CN" sz="2600" dirty="0">
                        <a:solidFill>
                          <a:srgbClr val="0000CC"/>
                        </a:solidFill>
                        <a:latin typeface="Times New Roman" panose="02020603050405020304" pitchFamily="18" charset="0"/>
                      </a:rPr>
                      <a:t>(c)</a:t>
                    </a:r>
                  </a:p>
                </p:txBody>
              </p:sp>
              <p:grpSp>
                <p:nvGrpSpPr>
                  <p:cNvPr id="75791" name="Group 23"/>
                  <p:cNvGrpSpPr/>
                  <p:nvPr/>
                </p:nvGrpSpPr>
                <p:grpSpPr>
                  <a:xfrm>
                    <a:off x="3216" y="2976"/>
                    <a:ext cx="96" cy="384"/>
                    <a:chOff x="4704" y="2544"/>
                    <a:chExt cx="96" cy="480"/>
                  </a:xfrm>
                </p:grpSpPr>
                <p:sp>
                  <p:nvSpPr>
                    <p:cNvPr id="75793" name="Line 24"/>
                    <p:cNvSpPr/>
                    <p:nvPr/>
                  </p:nvSpPr>
                  <p:spPr>
                    <a:xfrm>
                      <a:off x="4704" y="2544"/>
                      <a:ext cx="0" cy="480"/>
                    </a:xfrm>
                    <a:prstGeom prst="line">
                      <a:avLst/>
                    </a:prstGeom>
                    <a:ln w="28575" cap="flat" cmpd="sng">
                      <a:solidFill>
                        <a:schemeClr val="tx1"/>
                      </a:solidFill>
                      <a:prstDash val="solid"/>
                      <a:headEnd type="none" w="med" len="med"/>
                      <a:tailEnd type="none" w="med" len="med"/>
                    </a:ln>
                  </p:spPr>
                </p:sp>
                <p:sp>
                  <p:nvSpPr>
                    <p:cNvPr id="75794" name="Line 25"/>
                    <p:cNvSpPr/>
                    <p:nvPr/>
                  </p:nvSpPr>
                  <p:spPr>
                    <a:xfrm>
                      <a:off x="4800" y="2544"/>
                      <a:ext cx="0" cy="480"/>
                    </a:xfrm>
                    <a:prstGeom prst="line">
                      <a:avLst/>
                    </a:prstGeom>
                    <a:ln w="28575" cap="flat" cmpd="sng">
                      <a:solidFill>
                        <a:schemeClr val="tx1"/>
                      </a:solidFill>
                      <a:prstDash val="solid"/>
                      <a:headEnd type="none" w="med" len="med"/>
                      <a:tailEnd type="none" w="med" len="med"/>
                    </a:ln>
                  </p:spPr>
                </p:sp>
              </p:grpSp>
              <p:sp>
                <p:nvSpPr>
                  <p:cNvPr id="75792" name="Line 26"/>
                  <p:cNvSpPr/>
                  <p:nvPr/>
                </p:nvSpPr>
                <p:spPr>
                  <a:xfrm>
                    <a:off x="2208" y="2976"/>
                    <a:ext cx="0" cy="384"/>
                  </a:xfrm>
                  <a:prstGeom prst="line">
                    <a:avLst/>
                  </a:prstGeom>
                  <a:ln w="28575" cap="flat" cmpd="sng">
                    <a:solidFill>
                      <a:schemeClr val="tx1"/>
                    </a:solidFill>
                    <a:prstDash val="solid"/>
                    <a:headEnd type="none" w="med" len="med"/>
                    <a:tailEnd type="none" w="med" len="med"/>
                  </a:ln>
                </p:spPr>
              </p:sp>
            </p:grpSp>
          </p:grpSp>
        </p:grpSp>
        <p:sp>
          <p:nvSpPr>
            <p:cNvPr id="75785" name="Line 27"/>
            <p:cNvSpPr/>
            <p:nvPr/>
          </p:nvSpPr>
          <p:spPr>
            <a:xfrm>
              <a:off x="4752" y="3456"/>
              <a:ext cx="0" cy="336"/>
            </a:xfrm>
            <a:prstGeom prst="line">
              <a:avLst/>
            </a:prstGeom>
            <a:ln w="38100" cap="flat" cmpd="sng">
              <a:solidFill>
                <a:schemeClr val="tx1"/>
              </a:solidFill>
              <a:prstDash val="solid"/>
              <a:headEnd type="none" w="med" len="med"/>
              <a:tailEnd type="none" w="med" len="med"/>
            </a:ln>
          </p:spPr>
        </p:sp>
      </p:grpSp>
      <p:sp>
        <p:nvSpPr>
          <p:cNvPr id="47132" name="Rectangle 28"/>
          <p:cNvSpPr>
            <a:spLocks noChangeArrowheads="1"/>
          </p:cNvSpPr>
          <p:nvPr/>
        </p:nvSpPr>
        <p:spPr bwMode="auto">
          <a:xfrm>
            <a:off x="228600" y="76200"/>
            <a:ext cx="4724400" cy="587375"/>
          </a:xfrm>
          <a:prstGeom prst="rect">
            <a:avLst/>
          </a:prstGeom>
          <a:gradFill rotWithShape="1">
            <a:gsLst>
              <a:gs pos="0">
                <a:srgbClr val="FFCC99">
                  <a:gamma/>
                  <a:shade val="46275"/>
                  <a:invGamma/>
                </a:srgbClr>
              </a:gs>
              <a:gs pos="50000">
                <a:srgbClr val="FFCC99"/>
              </a:gs>
              <a:gs pos="100000">
                <a:srgbClr val="FFCC99">
                  <a:gamma/>
                  <a:shade val="46275"/>
                  <a:invGamma/>
                </a:srgbClr>
              </a:gs>
            </a:gsLst>
            <a:lin ang="5400000" scaled="1"/>
          </a:gradFill>
          <a:ln w="9525">
            <a:noFill/>
            <a:miter lim="800000"/>
          </a:ln>
          <a:effectLst>
            <a:outerShdw sy="50000" kx="-2453608" rotWithShape="0">
              <a:schemeClr val="bg2">
                <a:alpha val="50000"/>
              </a:schemeClr>
            </a:outerShdw>
          </a:effectLst>
        </p:spPr>
        <p:txBody>
          <a:bodyPr anchor="ctr"/>
          <a:lstStyle/>
          <a:p>
            <a:pPr marL="0" marR="0" lvl="0" indent="0" algn="l" defTabSz="914400" rtl="0" eaLnBrk="1" fontAlgn="base" latinLnBrk="0" hangingPunct="1">
              <a:lnSpc>
                <a:spcPct val="70000"/>
              </a:lnSpc>
              <a:spcBef>
                <a:spcPct val="0"/>
              </a:spcBef>
              <a:spcAft>
                <a:spcPct val="0"/>
              </a:spcAft>
              <a:buClrTx/>
              <a:buSzTx/>
              <a:buFontTx/>
              <a:buNone/>
              <a:defRPr/>
            </a:pPr>
            <a:r>
              <a:rPr kumimoji="0" lang="zh-CN" altLang="en-US" sz="2600" b="1" i="0" u="none" strike="noStrike" kern="1200" cap="none" spc="0" normalizeH="0" baseline="0" noProof="0">
                <a:ln>
                  <a:noFill/>
                </a:ln>
                <a:solidFill>
                  <a:schemeClr val="tx1"/>
                </a:solidFill>
                <a:effectLst/>
                <a:uLnTx/>
                <a:uFillTx/>
                <a:latin typeface="Times New Roman" panose="02020603050405020304" pitchFamily="18" charset="0"/>
                <a:ea typeface="楷体_GB2312" pitchFamily="49" charset="-122"/>
                <a:cs typeface="+mn-cs"/>
              </a:rPr>
              <a:t>原电池的表示方法课堂练习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47132"/>
                                        </p:tgtEl>
                                        <p:attrNameLst>
                                          <p:attrName>style.visibility</p:attrName>
                                        </p:attrNameLst>
                                      </p:cBhvr>
                                      <p:to>
                                        <p:strVal val="visible"/>
                                      </p:to>
                                    </p:set>
                                    <p:animEffect transition="in" filter="checkerboard(across)">
                                      <p:cBhvr>
                                        <p:cTn id="7" dur="1000"/>
                                        <p:tgtEl>
                                          <p:spTgt spid="4713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47112"/>
                                        </p:tgtEl>
                                        <p:attrNameLst>
                                          <p:attrName>style.visibility</p:attrName>
                                        </p:attrNameLst>
                                      </p:cBhvr>
                                      <p:to>
                                        <p:strVal val="visible"/>
                                      </p:to>
                                    </p:set>
                                    <p:animEffect transition="in" filter="checkerboard(across)">
                                      <p:cBhvr>
                                        <p:cTn id="12" dur="1000"/>
                                        <p:tgtEl>
                                          <p:spTgt spid="4711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checkerboard(across)">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47117"/>
                                        </p:tgtEl>
                                        <p:attrNameLst>
                                          <p:attrName>style.visibility</p:attrName>
                                        </p:attrNameLst>
                                      </p:cBhvr>
                                      <p:to>
                                        <p:strVal val="visible"/>
                                      </p:to>
                                    </p:set>
                                    <p:animEffect transition="in" filter="checkerboard(across)">
                                      <p:cBhvr>
                                        <p:cTn id="22" dur="1000"/>
                                        <p:tgtEl>
                                          <p:spTgt spid="47117"/>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47116"/>
                                        </p:tgtEl>
                                        <p:attrNameLst>
                                          <p:attrName>style.visibility</p:attrName>
                                        </p:attrNameLst>
                                      </p:cBhvr>
                                      <p:to>
                                        <p:strVal val="visible"/>
                                      </p:to>
                                    </p:set>
                                    <p:animEffect transition="in" filter="checkerboard(across)">
                                      <p:cBhvr>
                                        <p:cTn id="27" dur="1000"/>
                                        <p:tgtEl>
                                          <p:spTgt spid="47116"/>
                                        </p:tgtEl>
                                      </p:cBhvr>
                                    </p:animEffect>
                                  </p:childTnLst>
                                </p:cTn>
                              </p:par>
                            </p:childTnLst>
                          </p:cTn>
                        </p:par>
                      </p:childTnLst>
                    </p:cTn>
                  </p:par>
                  <p:par>
                    <p:cTn id="28" fill="hold">
                      <p:stCondLst>
                        <p:cond delay="indefinite"/>
                      </p:stCondLst>
                      <p:childTnLst>
                        <p:par>
                          <p:cTn id="29" fill="hold">
                            <p:stCondLst>
                              <p:cond delay="0"/>
                            </p:stCondLst>
                            <p:childTnLst>
                              <p:par>
                                <p:cTn id="30" presetID="5"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checkerboard(across)">
                                      <p:cBhvr>
                                        <p:cTn id="3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12" grpId="0"/>
      <p:bldP spid="47116" grpId="0"/>
      <p:bldP spid="47117" grpId="0"/>
      <p:bldP spid="47132"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9159" name="Rectangle 7">
            <a:hlinkClick r:id="rId3" action="ppaction://hlinksldjump"/>
          </p:cNvPr>
          <p:cNvSpPr/>
          <p:nvPr/>
        </p:nvSpPr>
        <p:spPr>
          <a:xfrm>
            <a:off x="0" y="76200"/>
            <a:ext cx="5562600" cy="647700"/>
          </a:xfrm>
          <a:prstGeom prst="rect">
            <a:avLst/>
          </a:prstGeom>
          <a:gradFill rotWithShape="1">
            <a:gsLst>
              <a:gs pos="0">
                <a:srgbClr val="767600"/>
              </a:gs>
              <a:gs pos="50000">
                <a:srgbClr val="FFFF00"/>
              </a:gs>
              <a:gs pos="100000">
                <a:srgbClr val="767600"/>
              </a:gs>
            </a:gsLst>
            <a:lin ang="5400000" scaled="1"/>
            <a:tileRect/>
          </a:gradFill>
          <a:ln w="9525">
            <a:noFill/>
          </a:ln>
        </p:spPr>
        <p:txBody>
          <a:bodyPr>
            <a:spAutoFit/>
          </a:bodyPr>
          <a:lstStyle/>
          <a:p>
            <a:pPr>
              <a:lnSpc>
                <a:spcPct val="140000"/>
              </a:lnSpc>
              <a:spcBef>
                <a:spcPct val="20000"/>
              </a:spcBef>
            </a:pPr>
            <a:r>
              <a:rPr lang="en-US" altLang="zh-CN" sz="2600" i="0" dirty="0">
                <a:solidFill>
                  <a:srgbClr val="0000CC"/>
                </a:solidFill>
                <a:latin typeface="Times New Roman" panose="02020603050405020304" pitchFamily="18" charset="0"/>
              </a:rPr>
              <a:t> 7.2.3  </a:t>
            </a:r>
            <a:r>
              <a:rPr lang="zh-CN" altLang="en-US" sz="2600" dirty="0">
                <a:solidFill>
                  <a:srgbClr val="0000CC"/>
                </a:solidFill>
                <a:latin typeface="Times New Roman" panose="02020603050405020304" pitchFamily="18" charset="0"/>
              </a:rPr>
              <a:t>电解池与</a:t>
            </a:r>
            <a:r>
              <a:rPr lang="en-US" altLang="zh-CN" sz="2600" dirty="0">
                <a:solidFill>
                  <a:srgbClr val="0000CC"/>
                </a:solidFill>
                <a:latin typeface="Times New Roman" panose="02020603050405020304" pitchFamily="18" charset="0"/>
              </a:rPr>
              <a:t>Faraday</a:t>
            </a:r>
            <a:r>
              <a:rPr lang="zh-CN" altLang="en-US" sz="2600" dirty="0">
                <a:solidFill>
                  <a:srgbClr val="0000CC"/>
                </a:solidFill>
                <a:latin typeface="Times New Roman" panose="02020603050405020304" pitchFamily="18" charset="0"/>
              </a:rPr>
              <a:t>定律</a:t>
            </a:r>
            <a:r>
              <a:rPr lang="en-US" altLang="zh-CN" sz="2600" dirty="0">
                <a:solidFill>
                  <a:srgbClr val="0000CC"/>
                </a:solidFill>
                <a:latin typeface="Times New Roman" panose="02020603050405020304" pitchFamily="18" charset="0"/>
              </a:rPr>
              <a:t>(</a:t>
            </a:r>
            <a:r>
              <a:rPr lang="zh-CN" altLang="en-US" sz="2600" dirty="0">
                <a:solidFill>
                  <a:srgbClr val="0000CC"/>
                </a:solidFill>
                <a:latin typeface="Times New Roman" panose="02020603050405020304" pitchFamily="18" charset="0"/>
              </a:rPr>
              <a:t>自学</a:t>
            </a:r>
            <a:r>
              <a:rPr lang="en-US" altLang="zh-CN" sz="2600" dirty="0">
                <a:solidFill>
                  <a:srgbClr val="0000CC"/>
                </a:solidFill>
                <a:latin typeface="Times New Roman" panose="02020603050405020304" pitchFamily="18" charset="0"/>
              </a:rPr>
              <a:t>)</a:t>
            </a:r>
          </a:p>
        </p:txBody>
      </p:sp>
      <p:sp>
        <p:nvSpPr>
          <p:cNvPr id="49161" name="Rectangle 9"/>
          <p:cNvSpPr/>
          <p:nvPr/>
        </p:nvSpPr>
        <p:spPr>
          <a:xfrm>
            <a:off x="228600" y="838200"/>
            <a:ext cx="8686800" cy="1997075"/>
          </a:xfrm>
          <a:prstGeom prst="rect">
            <a:avLst/>
          </a:prstGeom>
          <a:noFill/>
          <a:ln w="9525">
            <a:noFill/>
          </a:ln>
        </p:spPr>
        <p:txBody>
          <a:bodyPr>
            <a:spAutoFit/>
          </a:bodyPr>
          <a:lstStyle/>
          <a:p>
            <a:pPr algn="ctr">
              <a:lnSpc>
                <a:spcPct val="120000"/>
              </a:lnSpc>
              <a:spcBef>
                <a:spcPct val="0"/>
              </a:spcBef>
            </a:pPr>
            <a:r>
              <a:rPr lang="en-US" altLang="zh-CN" sz="2600" i="0" dirty="0">
                <a:solidFill>
                  <a:schemeClr val="tx1"/>
                </a:solidFill>
                <a:latin typeface="Times New Roman" panose="02020603050405020304" pitchFamily="18" charset="0"/>
              </a:rPr>
              <a:t>1mol</a:t>
            </a:r>
            <a:r>
              <a:rPr lang="zh-CN" altLang="en-US" sz="2600" i="0" dirty="0">
                <a:solidFill>
                  <a:schemeClr val="tx1"/>
                </a:solidFill>
                <a:latin typeface="Times New Roman" panose="02020603050405020304" pitchFamily="18" charset="0"/>
              </a:rPr>
              <a:t>电子所带电量：  </a:t>
            </a:r>
          </a:p>
          <a:p>
            <a:pPr algn="ctr">
              <a:lnSpc>
                <a:spcPct val="120000"/>
              </a:lnSpc>
              <a:spcBef>
                <a:spcPct val="0"/>
              </a:spcBef>
            </a:pPr>
            <a:r>
              <a:rPr lang="en-US" altLang="en-US" sz="2600" i="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F </a:t>
            </a:r>
            <a:r>
              <a:rPr lang="en-US" altLang="zh-CN" sz="2600" i="0" dirty="0">
                <a:solidFill>
                  <a:schemeClr val="tx1"/>
                </a:solidFill>
                <a:latin typeface="Times New Roman" panose="02020603050405020304" pitchFamily="18" charset="0"/>
              </a:rPr>
              <a:t>= 1.6021773×10</a:t>
            </a:r>
            <a:r>
              <a:rPr lang="en-US" altLang="zh-CN" sz="2600" i="0" baseline="30000" dirty="0">
                <a:solidFill>
                  <a:schemeClr val="tx1"/>
                </a:solidFill>
                <a:latin typeface="Times New Roman" panose="02020603050405020304" pitchFamily="18" charset="0"/>
              </a:rPr>
              <a:t>-19</a:t>
            </a:r>
            <a:r>
              <a:rPr lang="en-US" altLang="zh-CN" sz="2600" i="0" dirty="0">
                <a:solidFill>
                  <a:schemeClr val="tx1"/>
                </a:solidFill>
                <a:latin typeface="Times New Roman" panose="02020603050405020304" pitchFamily="18" charset="0"/>
              </a:rPr>
              <a:t>C ×6.022137 ×10</a:t>
            </a:r>
            <a:r>
              <a:rPr lang="en-US" altLang="zh-CN" sz="2600" i="0" baseline="30000" dirty="0">
                <a:solidFill>
                  <a:schemeClr val="tx1"/>
                </a:solidFill>
                <a:latin typeface="Times New Roman" panose="02020603050405020304" pitchFamily="18" charset="0"/>
              </a:rPr>
              <a:t>23</a:t>
            </a:r>
            <a:r>
              <a:rPr lang="en-US" altLang="zh-CN" sz="2600" i="0" dirty="0">
                <a:solidFill>
                  <a:schemeClr val="tx1"/>
                </a:solidFill>
                <a:latin typeface="Times New Roman" panose="02020603050405020304" pitchFamily="18" charset="0"/>
              </a:rPr>
              <a:t>mol</a:t>
            </a:r>
            <a:r>
              <a:rPr lang="en-US" altLang="zh-CN" sz="2600" i="0" baseline="30000" dirty="0">
                <a:solidFill>
                  <a:schemeClr val="tx1"/>
                </a:solidFill>
                <a:latin typeface="Times New Roman" panose="02020603050405020304" pitchFamily="18" charset="0"/>
              </a:rPr>
              <a:t>-1</a:t>
            </a:r>
          </a:p>
          <a:p>
            <a:pPr>
              <a:lnSpc>
                <a:spcPct val="120000"/>
              </a:lnSpc>
              <a:spcBef>
                <a:spcPct val="0"/>
              </a:spcBef>
            </a:pPr>
            <a:r>
              <a:rPr lang="en-US" altLang="zh-CN" sz="2600" i="0" baseline="30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 9.648531×10</a:t>
            </a:r>
            <a:r>
              <a:rPr lang="en-US" altLang="zh-CN" sz="2600" i="0" baseline="30000" dirty="0">
                <a:solidFill>
                  <a:schemeClr val="tx1"/>
                </a:solidFill>
                <a:latin typeface="Times New Roman" panose="02020603050405020304" pitchFamily="18" charset="0"/>
              </a:rPr>
              <a:t>4</a:t>
            </a:r>
            <a:r>
              <a:rPr lang="en-US" altLang="zh-CN" sz="2600" i="0" dirty="0">
                <a:solidFill>
                  <a:schemeClr val="tx1"/>
                </a:solidFill>
                <a:latin typeface="Times New Roman" panose="02020603050405020304" pitchFamily="18" charset="0"/>
              </a:rPr>
              <a:t>C</a:t>
            </a:r>
            <a:r>
              <a:rPr lang="en-US" altLang="zh-CN" sz="2600" i="0" dirty="0">
                <a:solidFill>
                  <a:schemeClr val="tx1"/>
                </a:solidFill>
                <a:latin typeface="Times New Roman" panose="02020603050405020304" pitchFamily="18" charset="0"/>
                <a:sym typeface="Symbol" panose="05050102010706020507" pitchFamily="18" charset="2"/>
              </a:rPr>
              <a:t></a:t>
            </a:r>
            <a:r>
              <a:rPr lang="en-US" altLang="zh-CN" sz="2600" i="0" dirty="0">
                <a:solidFill>
                  <a:schemeClr val="tx1"/>
                </a:solidFill>
                <a:latin typeface="Times New Roman" panose="02020603050405020304" pitchFamily="18" charset="0"/>
              </a:rPr>
              <a:t>mol</a:t>
            </a:r>
            <a:r>
              <a:rPr lang="en-US" altLang="zh-CN" sz="2600" i="0" baseline="30000" dirty="0">
                <a:solidFill>
                  <a:schemeClr val="tx1"/>
                </a:solidFill>
                <a:latin typeface="Times New Roman" panose="02020603050405020304" pitchFamily="18" charset="0"/>
              </a:rPr>
              <a:t>-1 </a:t>
            </a:r>
            <a:endParaRPr lang="en-US" altLang="zh-CN" sz="2600" i="0" dirty="0">
              <a:solidFill>
                <a:schemeClr val="tx1"/>
              </a:solidFill>
              <a:latin typeface="Times New Roman" panose="02020603050405020304" pitchFamily="18" charset="0"/>
            </a:endParaRPr>
          </a:p>
          <a:p>
            <a:pPr algn="ctr">
              <a:lnSpc>
                <a:spcPct val="120000"/>
              </a:lnSpc>
              <a:spcBef>
                <a:spcPct val="0"/>
              </a:spcBef>
            </a:pPr>
            <a:r>
              <a:rPr lang="en-US" altLang="zh-CN" sz="2600" dirty="0">
                <a:solidFill>
                  <a:srgbClr val="C00000"/>
                </a:solidFill>
                <a:latin typeface="Times New Roman" panose="02020603050405020304" pitchFamily="18" charset="0"/>
              </a:rPr>
              <a:t>F </a:t>
            </a:r>
            <a:r>
              <a:rPr lang="zh-CN" altLang="zh-CN" sz="2600" i="0" dirty="0">
                <a:solidFill>
                  <a:schemeClr val="tx1"/>
                </a:solidFill>
                <a:latin typeface="Times New Roman" panose="02020603050405020304" pitchFamily="18" charset="0"/>
              </a:rPr>
              <a:t>被称为</a:t>
            </a:r>
            <a:r>
              <a:rPr lang="en-US" altLang="zh-CN" sz="2600" i="0" dirty="0">
                <a:solidFill>
                  <a:schemeClr val="tx1"/>
                </a:solidFill>
                <a:latin typeface="Times New Roman" panose="02020603050405020304" pitchFamily="18" charset="0"/>
              </a:rPr>
              <a:t>Faraday</a:t>
            </a:r>
            <a:r>
              <a:rPr lang="zh-CN" altLang="zh-CN" sz="2600" i="0" dirty="0">
                <a:solidFill>
                  <a:schemeClr val="tx1"/>
                </a:solidFill>
                <a:latin typeface="Times New Roman" panose="02020603050405020304" pitchFamily="18" charset="0"/>
              </a:rPr>
              <a:t>常数。</a:t>
            </a:r>
            <a:endParaRPr lang="zh-CN" altLang="en-US" sz="2600" i="0" dirty="0">
              <a:solidFill>
                <a:schemeClr val="tx1"/>
              </a:solidFill>
              <a:latin typeface="Times New Roman" panose="02020603050405020304" pitchFamily="18" charset="0"/>
            </a:endParaRPr>
          </a:p>
        </p:txBody>
      </p:sp>
      <p:sp>
        <p:nvSpPr>
          <p:cNvPr id="49162" name="Rectangle 10"/>
          <p:cNvSpPr/>
          <p:nvPr/>
        </p:nvSpPr>
        <p:spPr>
          <a:xfrm>
            <a:off x="152400" y="2971800"/>
            <a:ext cx="4267200" cy="609600"/>
          </a:xfrm>
          <a:prstGeom prst="rect">
            <a:avLst/>
          </a:prstGeom>
          <a:gradFill rotWithShape="1">
            <a:gsLst>
              <a:gs pos="0">
                <a:srgbClr val="767600"/>
              </a:gs>
              <a:gs pos="50000">
                <a:srgbClr val="FFFF00"/>
              </a:gs>
              <a:gs pos="100000">
                <a:srgbClr val="767600"/>
              </a:gs>
            </a:gsLst>
            <a:lin ang="5400000" scaled="1"/>
            <a:tileRect/>
          </a:gradFill>
          <a:ln w="9525">
            <a:noFill/>
          </a:ln>
        </p:spPr>
        <p:txBody>
          <a:bodyPr anchor="ctr" anchorCtr="0"/>
          <a:lstStyle/>
          <a:p>
            <a:pPr>
              <a:spcBef>
                <a:spcPct val="0"/>
              </a:spcBef>
            </a:pPr>
            <a:r>
              <a:rPr lang="en-US" altLang="zh-CN" sz="2600" dirty="0">
                <a:solidFill>
                  <a:srgbClr val="0000CC"/>
                </a:solidFill>
                <a:latin typeface="Times New Roman" panose="02020603050405020304" pitchFamily="18" charset="0"/>
              </a:rPr>
              <a:t>7.2.4 </a:t>
            </a:r>
            <a:r>
              <a:rPr lang="en-US" altLang="zh-CN" sz="2600" dirty="0">
                <a:solidFill>
                  <a:srgbClr val="0000CC"/>
                </a:solidFill>
                <a:latin typeface="Tahoma" panose="020B0604030504040204" pitchFamily="34" charset="0"/>
              </a:rPr>
              <a:t>  </a:t>
            </a:r>
            <a:r>
              <a:rPr lang="zh-CN" altLang="en-US" sz="2600" dirty="0">
                <a:solidFill>
                  <a:srgbClr val="0000CC"/>
                </a:solidFill>
                <a:latin typeface="Times New Roman" panose="02020603050405020304" pitchFamily="18" charset="0"/>
              </a:rPr>
              <a:t>原</a:t>
            </a:r>
            <a:r>
              <a:rPr lang="zh-CN" altLang="zh-CN" sz="2600" dirty="0">
                <a:solidFill>
                  <a:srgbClr val="0000CC"/>
                </a:solidFill>
                <a:latin typeface="Times New Roman" panose="02020603050405020304" pitchFamily="18" charset="0"/>
              </a:rPr>
              <a:t>电池电动势的测定</a:t>
            </a:r>
            <a:endParaRPr lang="zh-CN" altLang="en-US" sz="2600" dirty="0">
              <a:solidFill>
                <a:srgbClr val="0000CC"/>
              </a:solidFill>
              <a:latin typeface="Times New Roman" panose="02020603050405020304" pitchFamily="18" charset="0"/>
            </a:endParaRPr>
          </a:p>
        </p:txBody>
      </p:sp>
      <p:grpSp>
        <p:nvGrpSpPr>
          <p:cNvPr id="2" name="Group 14"/>
          <p:cNvGrpSpPr/>
          <p:nvPr/>
        </p:nvGrpSpPr>
        <p:grpSpPr>
          <a:xfrm>
            <a:off x="1600200" y="3733800"/>
            <a:ext cx="5711825" cy="488950"/>
            <a:chOff x="336" y="2496"/>
            <a:chExt cx="5424" cy="678"/>
          </a:xfrm>
        </p:grpSpPr>
        <p:sp>
          <p:nvSpPr>
            <p:cNvPr id="76807" name="Rectangle 15" descr="棕色大理石"/>
            <p:cNvSpPr/>
            <p:nvPr/>
          </p:nvSpPr>
          <p:spPr>
            <a:xfrm>
              <a:off x="432" y="2496"/>
              <a:ext cx="5184" cy="528"/>
            </a:xfrm>
            <a:prstGeom prst="rect">
              <a:avLst/>
            </a:prstGeom>
            <a:blipFill rotWithShape="0">
              <a:blip r:embed="rId4"/>
            </a:blipFill>
            <a:ln w="9525" cap="flat" cmpd="sng">
              <a:solidFill>
                <a:schemeClr val="tx1"/>
              </a:solidFill>
              <a:prstDash val="solid"/>
              <a:miter/>
              <a:headEnd type="none" w="med" len="med"/>
              <a:tailEnd type="none" w="med" len="med"/>
            </a:ln>
          </p:spPr>
          <p:txBody>
            <a:bodyPr wrap="none" anchor="ctr" anchorCtr="0"/>
            <a:lstStyle/>
            <a:p>
              <a:pPr algn="ctr">
                <a:spcBef>
                  <a:spcPct val="0"/>
                </a:spcBef>
              </a:pPr>
              <a:endParaRPr lang="zh-CN" altLang="zh-CN" sz="1800" i="0" dirty="0">
                <a:solidFill>
                  <a:schemeClr val="tx1"/>
                </a:solidFill>
                <a:latin typeface="Arial" panose="020B0604020202020204" pitchFamily="34" charset="0"/>
                <a:ea typeface="宋体" panose="02010600030101010101" pitchFamily="2" charset="-122"/>
              </a:endParaRPr>
            </a:p>
          </p:txBody>
        </p:sp>
        <p:sp>
          <p:nvSpPr>
            <p:cNvPr id="76808" name="Text Box 16"/>
            <p:cNvSpPr txBox="1"/>
            <p:nvPr/>
          </p:nvSpPr>
          <p:spPr>
            <a:xfrm>
              <a:off x="336" y="2496"/>
              <a:ext cx="2545" cy="678"/>
            </a:xfrm>
            <a:prstGeom prst="rect">
              <a:avLst/>
            </a:prstGeom>
            <a:gradFill rotWithShape="1">
              <a:gsLst>
                <a:gs pos="0">
                  <a:srgbClr val="765E00"/>
                </a:gs>
                <a:gs pos="50000">
                  <a:srgbClr val="FFCC00"/>
                </a:gs>
                <a:gs pos="100000">
                  <a:srgbClr val="765E00"/>
                </a:gs>
              </a:gsLst>
              <a:lin ang="5400000" scaled="1"/>
              <a:tileRect/>
            </a:gradFill>
            <a:ln w="9525">
              <a:noFill/>
            </a:ln>
          </p:spPr>
          <p:txBody>
            <a:bodyPr>
              <a:spAutoFit/>
            </a:bodyPr>
            <a:lstStyle/>
            <a:p>
              <a:pPr algn="ctr"/>
              <a:r>
                <a:rPr lang="en-US" altLang="zh-CN" sz="2600" i="0" dirty="0">
                  <a:solidFill>
                    <a:schemeClr val="tx1"/>
                  </a:solidFill>
                  <a:latin typeface="Times New Roman" panose="02020603050405020304" pitchFamily="18" charset="0"/>
                  <a:ea typeface="宋体" panose="02010600030101010101" pitchFamily="2" charset="-122"/>
                </a:rPr>
                <a:t>Zn | Zn</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宋体" panose="02010600030101010101" pitchFamily="2" charset="-122"/>
                </a:rPr>
                <a:t>c</a:t>
              </a:r>
              <a:r>
                <a:rPr lang="en-US" altLang="zh-CN" sz="2600" i="0" baseline="-30000" dirty="0">
                  <a:solidFill>
                    <a:schemeClr val="tx1"/>
                  </a:solidFill>
                  <a:latin typeface="Times New Roman" panose="02020603050405020304" pitchFamily="18" charset="0"/>
                  <a:ea typeface="宋体" panose="02010600030101010101" pitchFamily="2" charset="-122"/>
                </a:rPr>
                <a:t>1</a:t>
              </a: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76809" name="Text Box 17"/>
            <p:cNvSpPr txBox="1"/>
            <p:nvPr/>
          </p:nvSpPr>
          <p:spPr>
            <a:xfrm>
              <a:off x="3119" y="2496"/>
              <a:ext cx="2641" cy="678"/>
            </a:xfrm>
            <a:prstGeom prst="rect">
              <a:avLst/>
            </a:prstGeom>
            <a:gradFill rotWithShape="1">
              <a:gsLst>
                <a:gs pos="0">
                  <a:srgbClr val="765E00"/>
                </a:gs>
                <a:gs pos="50000">
                  <a:srgbClr val="FFCC00"/>
                </a:gs>
                <a:gs pos="100000">
                  <a:srgbClr val="765E00"/>
                </a:gs>
              </a:gsLst>
              <a:lin ang="5400000" scaled="1"/>
              <a:tileRect/>
            </a:gradFill>
            <a:ln w="9525">
              <a:noFill/>
            </a:ln>
          </p:spPr>
          <p:txBody>
            <a:bodyPr>
              <a:spAutoFit/>
            </a:bodyPr>
            <a:lstStyle/>
            <a:p>
              <a:pPr algn="ctr"/>
              <a:r>
                <a:rPr lang="en-US" altLang="zh-CN" sz="2600" i="0" dirty="0">
                  <a:solidFill>
                    <a:schemeClr val="tx1"/>
                  </a:solidFill>
                  <a:latin typeface="Times New Roman" panose="02020603050405020304" pitchFamily="18" charset="0"/>
                  <a:ea typeface="宋体" panose="02010600030101010101" pitchFamily="2" charset="-122"/>
                </a:rPr>
                <a:t>Cu</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宋体" panose="02010600030101010101" pitchFamily="2" charset="-122"/>
                </a:rPr>
                <a:t>c</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 | Cu</a:t>
              </a:r>
              <a:endParaRPr lang="en-US" altLang="zh-CN" sz="2600" i="0" dirty="0">
                <a:solidFill>
                  <a:schemeClr val="tx1"/>
                </a:solidFill>
                <a:latin typeface="宋体" panose="02010600030101010101" pitchFamily="2" charset="-122"/>
                <a:ea typeface="宋体" panose="02010600030101010101" pitchFamily="2" charset="-122"/>
              </a:endParaRPr>
            </a:p>
          </p:txBody>
        </p:sp>
        <p:grpSp>
          <p:nvGrpSpPr>
            <p:cNvPr id="76810" name="Group 18"/>
            <p:cNvGrpSpPr/>
            <p:nvPr/>
          </p:nvGrpSpPr>
          <p:grpSpPr>
            <a:xfrm>
              <a:off x="2947" y="2544"/>
              <a:ext cx="96" cy="384"/>
              <a:chOff x="2928" y="1104"/>
              <a:chExt cx="96" cy="384"/>
            </a:xfrm>
          </p:grpSpPr>
          <p:sp>
            <p:nvSpPr>
              <p:cNvPr id="76811" name="Line 19"/>
              <p:cNvSpPr/>
              <p:nvPr/>
            </p:nvSpPr>
            <p:spPr>
              <a:xfrm>
                <a:off x="2928" y="1104"/>
                <a:ext cx="0" cy="384"/>
              </a:xfrm>
              <a:prstGeom prst="line">
                <a:avLst/>
              </a:prstGeom>
              <a:ln w="28575" cap="flat" cmpd="sng">
                <a:solidFill>
                  <a:srgbClr val="FFFFCC"/>
                </a:solidFill>
                <a:prstDash val="solid"/>
                <a:headEnd type="none" w="med" len="med"/>
                <a:tailEnd type="none" w="med" len="med"/>
              </a:ln>
            </p:spPr>
          </p:sp>
          <p:sp>
            <p:nvSpPr>
              <p:cNvPr id="76812" name="Line 20"/>
              <p:cNvSpPr/>
              <p:nvPr/>
            </p:nvSpPr>
            <p:spPr>
              <a:xfrm>
                <a:off x="3024" y="1104"/>
                <a:ext cx="0" cy="384"/>
              </a:xfrm>
              <a:prstGeom prst="line">
                <a:avLst/>
              </a:prstGeom>
              <a:ln w="28575" cap="flat" cmpd="sng">
                <a:solidFill>
                  <a:srgbClr val="FFFFCC"/>
                </a:solidFill>
                <a:prstDash val="solid"/>
                <a:headEnd type="none" w="med" len="med"/>
                <a:tailEnd type="none" w="med" len="med"/>
              </a:ln>
            </p:spPr>
          </p:sp>
        </p:grpSp>
      </p:grpSp>
      <p:sp>
        <p:nvSpPr>
          <p:cNvPr id="49173" name="Text Box 21"/>
          <p:cNvSpPr txBox="1"/>
          <p:nvPr/>
        </p:nvSpPr>
        <p:spPr>
          <a:xfrm>
            <a:off x="0" y="4419600"/>
            <a:ext cx="8991600" cy="1520825"/>
          </a:xfrm>
          <a:prstGeom prst="rect">
            <a:avLst/>
          </a:prstGeom>
          <a:noFill/>
          <a:ln w="9525">
            <a:noFill/>
          </a:ln>
        </p:spPr>
        <p:txBody>
          <a:bodyPr>
            <a:spAutoFit/>
          </a:bodyPr>
          <a:lstStyle/>
          <a:p>
            <a:pPr>
              <a:lnSpc>
                <a:spcPct val="120000"/>
              </a:lnSpc>
            </a:pPr>
            <a:r>
              <a:rPr lang="en-US" altLang="zh-CN" sz="2600" dirty="0">
                <a:solidFill>
                  <a:schemeClr val="tx1"/>
                </a:solidFill>
                <a:latin typeface="Times New Roman" panose="02020603050405020304" pitchFamily="18" charset="0"/>
              </a:rPr>
              <a:t>         </a:t>
            </a:r>
            <a:r>
              <a:rPr lang="zh-CN" altLang="en-US" sz="2600" dirty="0">
                <a:solidFill>
                  <a:srgbClr val="0033CC"/>
                </a:solidFill>
                <a:latin typeface="Times New Roman" panose="02020603050405020304" pitchFamily="18" charset="0"/>
              </a:rPr>
              <a:t>原电池的</a:t>
            </a:r>
            <a:r>
              <a:rPr lang="zh-CN" altLang="en-US" sz="2600" dirty="0">
                <a:solidFill>
                  <a:srgbClr val="0033CC"/>
                </a:solidFill>
                <a:latin typeface="楷体_GB2312" pitchFamily="49" charset="-122"/>
              </a:rPr>
              <a:t>电动势</a:t>
            </a:r>
            <a:r>
              <a:rPr lang="en-US" altLang="zh-CN" sz="2600" dirty="0">
                <a:solidFill>
                  <a:srgbClr val="0033CC"/>
                </a:solidFill>
                <a:latin typeface="Times New Roman" panose="02020603050405020304" pitchFamily="18" charset="0"/>
              </a:rPr>
              <a:t>E</a:t>
            </a:r>
            <a:r>
              <a:rPr lang="en-US" altLang="zh-CN" sz="2600" baseline="-25000" dirty="0">
                <a:solidFill>
                  <a:srgbClr val="0033CC"/>
                </a:solidFill>
                <a:latin typeface="Times New Roman" panose="02020603050405020304" pitchFamily="18" charset="0"/>
              </a:rPr>
              <a:t>MF </a:t>
            </a:r>
            <a:r>
              <a:rPr lang="en-US" altLang="zh-CN" sz="2600" dirty="0">
                <a:solidFill>
                  <a:srgbClr val="0033CC"/>
                </a:solidFill>
                <a:latin typeface="Times New Roman" panose="02020603050405020304" pitchFamily="18" charset="0"/>
              </a:rPr>
              <a:t>(electromotive force)</a:t>
            </a:r>
            <a:r>
              <a:rPr lang="en-US" altLang="zh-CN" sz="2600" dirty="0">
                <a:solidFill>
                  <a:srgbClr val="0033CC"/>
                </a:solidFill>
                <a:latin typeface="楷体_GB2312" pitchFamily="49" charset="-122"/>
              </a:rPr>
              <a:t> </a:t>
            </a:r>
            <a:r>
              <a:rPr lang="zh-CN" altLang="en-US" sz="2600" dirty="0">
                <a:solidFill>
                  <a:schemeClr val="tx1"/>
                </a:solidFill>
                <a:latin typeface="楷体_GB2312" pitchFamily="49" charset="-122"/>
              </a:rPr>
              <a:t>：当原电池的电流趋近于零时，两极间的最大电位差（由数字电压表或电位差计来测定）。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9159"/>
                                        </p:tgtEl>
                                        <p:attrNameLst>
                                          <p:attrName>style.visibility</p:attrName>
                                        </p:attrNameLst>
                                      </p:cBhvr>
                                      <p:to>
                                        <p:strVal val="visible"/>
                                      </p:to>
                                    </p:set>
                                    <p:animEffect transition="in" filter="blinds(horizontal)">
                                      <p:cBhvr>
                                        <p:cTn id="7" dur="1000"/>
                                        <p:tgtEl>
                                          <p:spTgt spid="4915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9161"/>
                                        </p:tgtEl>
                                        <p:attrNameLst>
                                          <p:attrName>style.visibility</p:attrName>
                                        </p:attrNameLst>
                                      </p:cBhvr>
                                      <p:to>
                                        <p:strVal val="visible"/>
                                      </p:to>
                                    </p:set>
                                    <p:animEffect transition="in" filter="blinds(horizontal)">
                                      <p:cBhvr>
                                        <p:cTn id="12" dur="1000"/>
                                        <p:tgtEl>
                                          <p:spTgt spid="4916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9162"/>
                                        </p:tgtEl>
                                        <p:attrNameLst>
                                          <p:attrName>style.visibility</p:attrName>
                                        </p:attrNameLst>
                                      </p:cBhvr>
                                      <p:to>
                                        <p:strVal val="visible"/>
                                      </p:to>
                                    </p:set>
                                    <p:animEffect transition="in" filter="blinds(horizontal)">
                                      <p:cBhvr>
                                        <p:cTn id="17" dur="1000"/>
                                        <p:tgtEl>
                                          <p:spTgt spid="49162"/>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ox(out)">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9173"/>
                                        </p:tgtEl>
                                        <p:attrNameLst>
                                          <p:attrName>style.visibility</p:attrName>
                                        </p:attrNameLst>
                                      </p:cBhvr>
                                      <p:to>
                                        <p:strVal val="visible"/>
                                      </p:to>
                                    </p:set>
                                    <p:animEffect transition="in" filter="wipe(left)">
                                      <p:cBhvr>
                                        <p:cTn id="27" dur="500"/>
                                        <p:tgtEl>
                                          <p:spTgt spid="491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9" grpId="0" animBg="1"/>
      <p:bldP spid="49161" grpId="0"/>
      <p:bldP spid="49162" grpId="0" animBg="1"/>
      <p:bldP spid="4917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矩形 3"/>
          <p:cNvSpPr/>
          <p:nvPr/>
        </p:nvSpPr>
        <p:spPr>
          <a:xfrm>
            <a:off x="152400" y="76200"/>
            <a:ext cx="8763000" cy="3724275"/>
          </a:xfrm>
          <a:prstGeom prst="rect">
            <a:avLst/>
          </a:prstGeom>
          <a:noFill/>
          <a:ln w="9525">
            <a:noFill/>
          </a:ln>
        </p:spPr>
        <p:txBody>
          <a:bodyPr anchor="t" anchorCtr="0">
            <a:spAutoFit/>
          </a:bodyPr>
          <a:lstStyle/>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a:t>
            </a:r>
            <a:r>
              <a:rPr lang="zh-CN" altLang="en-US" sz="2600" i="1" dirty="0">
                <a:solidFill>
                  <a:srgbClr val="C00000"/>
                </a:solidFill>
                <a:latin typeface="Times New Roman" panose="02020603050405020304" pitchFamily="18" charset="0"/>
                <a:ea typeface="楷体_GB2312" pitchFamily="49" charset="-122"/>
              </a:rPr>
              <a:t>迈克尔</a:t>
            </a:r>
            <a:r>
              <a:rPr lang="en-US" altLang="zh-CN" sz="2600" i="1" dirty="0">
                <a:solidFill>
                  <a:srgbClr val="C00000"/>
                </a:solidFill>
                <a:latin typeface="Times New Roman" panose="02020603050405020304" pitchFamily="18" charset="0"/>
                <a:ea typeface="楷体_GB2312" pitchFamily="49" charset="-122"/>
              </a:rPr>
              <a:t>·</a:t>
            </a:r>
            <a:r>
              <a:rPr lang="zh-CN" altLang="en-US" sz="2600" i="1" dirty="0">
                <a:solidFill>
                  <a:srgbClr val="C00000"/>
                </a:solidFill>
                <a:latin typeface="Times New Roman" panose="02020603050405020304" pitchFamily="18" charset="0"/>
                <a:ea typeface="楷体_GB2312" pitchFamily="49" charset="-122"/>
              </a:rPr>
              <a:t>法拉第 （</a:t>
            </a:r>
            <a:r>
              <a:rPr lang="en-US" altLang="zh-CN" sz="2600" i="1" dirty="0">
                <a:solidFill>
                  <a:srgbClr val="C00000"/>
                </a:solidFill>
                <a:latin typeface="Times New Roman" panose="02020603050405020304" pitchFamily="18" charset="0"/>
                <a:ea typeface="楷体_GB2312" pitchFamily="49" charset="-122"/>
              </a:rPr>
              <a:t>Michael Faraday</a:t>
            </a:r>
            <a:r>
              <a:rPr lang="zh-CN" altLang="en-US" sz="2600" dirty="0">
                <a:solidFill>
                  <a:srgbClr val="000000"/>
                </a:solidFill>
                <a:latin typeface="Times New Roman" panose="02020603050405020304" pitchFamily="18" charset="0"/>
                <a:ea typeface="楷体_GB2312" pitchFamily="49" charset="-122"/>
              </a:rPr>
              <a:t>，</a:t>
            </a:r>
            <a:r>
              <a:rPr lang="en-US" altLang="zh-CN" sz="2600" dirty="0">
                <a:solidFill>
                  <a:srgbClr val="000000"/>
                </a:solidFill>
                <a:latin typeface="Times New Roman" panose="02020603050405020304" pitchFamily="18" charset="0"/>
                <a:ea typeface="楷体_GB2312" pitchFamily="49" charset="-122"/>
              </a:rPr>
              <a:t>1791</a:t>
            </a:r>
            <a:r>
              <a:rPr lang="zh-CN" altLang="en-US" sz="2600" dirty="0">
                <a:solidFill>
                  <a:srgbClr val="000000"/>
                </a:solidFill>
                <a:latin typeface="Times New Roman" panose="02020603050405020304" pitchFamily="18" charset="0"/>
                <a:ea typeface="楷体_GB2312" pitchFamily="49" charset="-122"/>
              </a:rPr>
              <a:t>～</a:t>
            </a:r>
            <a:r>
              <a:rPr lang="en-US" altLang="zh-CN" sz="2600" dirty="0">
                <a:solidFill>
                  <a:srgbClr val="000000"/>
                </a:solidFill>
                <a:latin typeface="Times New Roman" panose="02020603050405020304" pitchFamily="18" charset="0"/>
                <a:ea typeface="楷体_GB2312" pitchFamily="49" charset="-122"/>
              </a:rPr>
              <a:t>1867</a:t>
            </a:r>
            <a:r>
              <a:rPr lang="zh-CN" altLang="en-US" sz="2600" dirty="0">
                <a:solidFill>
                  <a:srgbClr val="000000"/>
                </a:solidFill>
                <a:latin typeface="Times New Roman" panose="02020603050405020304" pitchFamily="18" charset="0"/>
                <a:ea typeface="楷体_GB2312" pitchFamily="49" charset="-122"/>
              </a:rPr>
              <a:t>）英国物理学家、化学家，也是著名的自学成才的科学家。</a:t>
            </a:r>
            <a:endParaRPr lang="en-US" altLang="zh-CN" sz="2600" dirty="0">
              <a:solidFill>
                <a:srgbClr val="000000"/>
              </a:solidFill>
              <a:latin typeface="Times New Roman" panose="02020603050405020304" pitchFamily="18" charset="0"/>
              <a:ea typeface="楷体_GB2312" pitchFamily="49" charset="-122"/>
            </a:endParaRPr>
          </a:p>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a:t>
            </a:r>
            <a:r>
              <a:rPr lang="zh-CN" altLang="en-US" sz="2600" dirty="0">
                <a:solidFill>
                  <a:srgbClr val="000000"/>
                </a:solidFill>
                <a:latin typeface="Times New Roman" panose="02020603050405020304" pitchFamily="18" charset="0"/>
                <a:ea typeface="楷体_GB2312" pitchFamily="49" charset="-122"/>
              </a:rPr>
              <a:t>生于一个贫苦铁匠</a:t>
            </a:r>
            <a:r>
              <a:rPr lang="en-US" altLang="zh-CN" sz="2600" dirty="0">
                <a:solidFill>
                  <a:srgbClr val="000000"/>
                </a:solidFill>
                <a:latin typeface="Times New Roman" panose="02020603050405020304" pitchFamily="18" charset="0"/>
                <a:ea typeface="楷体_GB2312" pitchFamily="49" charset="-122"/>
              </a:rPr>
              <a:t>blacksmith</a:t>
            </a:r>
            <a:r>
              <a:rPr lang="zh-CN" altLang="en-US" sz="2600" dirty="0">
                <a:solidFill>
                  <a:srgbClr val="000000"/>
                </a:solidFill>
                <a:latin typeface="Times New Roman" panose="02020603050405020304" pitchFamily="18" charset="0"/>
                <a:ea typeface="楷体_GB2312" pitchFamily="49" charset="-122"/>
              </a:rPr>
              <a:t>家庭，</a:t>
            </a:r>
            <a:r>
              <a:rPr lang="en-US" altLang="zh-CN" sz="2600" dirty="0">
                <a:solidFill>
                  <a:srgbClr val="000000"/>
                </a:solidFill>
                <a:latin typeface="Times New Roman" panose="02020603050405020304" pitchFamily="18" charset="0"/>
                <a:ea typeface="楷体_GB2312" pitchFamily="49" charset="-122"/>
              </a:rPr>
              <a:t>received little formal education ---</a:t>
            </a:r>
            <a:r>
              <a:rPr lang="zh-CN" altLang="en-US" sz="2600" dirty="0">
                <a:solidFill>
                  <a:srgbClr val="000000"/>
                </a:solidFill>
                <a:latin typeface="Times New Roman" panose="02020603050405020304" pitchFamily="18" charset="0"/>
                <a:ea typeface="楷体_GB2312" pitchFamily="49" charset="-122"/>
              </a:rPr>
              <a:t>仅仅读了两年小学。</a:t>
            </a:r>
            <a:endParaRPr lang="en-US" altLang="zh-CN" sz="2600" dirty="0">
              <a:solidFill>
                <a:srgbClr val="000000"/>
              </a:solidFill>
              <a:latin typeface="Times New Roman" panose="02020603050405020304" pitchFamily="18" charset="0"/>
              <a:ea typeface="楷体_GB2312" pitchFamily="49" charset="-122"/>
            </a:endParaRPr>
          </a:p>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At the age of 14 he became an apprentice to a local bookbinder and bookseller. During his seven-year apprenticeship Faraday read many books.</a:t>
            </a:r>
            <a:endParaRPr lang="zh-CN" altLang="en-US" sz="2600" dirty="0">
              <a:solidFill>
                <a:srgbClr val="000000"/>
              </a:solidFill>
              <a:latin typeface="Times New Roman" panose="02020603050405020304" pitchFamily="18" charset="0"/>
              <a:ea typeface="楷体_GB2312" pitchFamily="49" charset="-122"/>
            </a:endParaRPr>
          </a:p>
        </p:txBody>
      </p:sp>
      <p:sp>
        <p:nvSpPr>
          <p:cNvPr id="77826" name="矩形 6"/>
          <p:cNvSpPr/>
          <p:nvPr/>
        </p:nvSpPr>
        <p:spPr>
          <a:xfrm>
            <a:off x="304800" y="3276600"/>
            <a:ext cx="8610600" cy="517525"/>
          </a:xfrm>
          <a:prstGeom prst="rect">
            <a:avLst/>
          </a:prstGeom>
          <a:noFill/>
          <a:ln w="9525">
            <a:noFill/>
          </a:ln>
        </p:spPr>
        <p:txBody>
          <a:bodyPr anchor="t" anchorCtr="0">
            <a:spAutoFit/>
          </a:bodyPr>
          <a:lstStyle/>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a:t>
            </a:r>
            <a:endParaRPr lang="zh-CN" altLang="en-US" sz="2600" dirty="0">
              <a:solidFill>
                <a:srgbClr val="000000"/>
              </a:solidFill>
              <a:latin typeface="Times New Roman" panose="02020603050405020304" pitchFamily="18" charset="0"/>
              <a:ea typeface="楷体_GB2312" pitchFamily="49" charset="-122"/>
            </a:endParaRPr>
          </a:p>
        </p:txBody>
      </p:sp>
      <p:pic>
        <p:nvPicPr>
          <p:cNvPr id="77827" name="Picture 5" descr="M Faraday Th Phillips oil 1842.jpg"/>
          <p:cNvPicPr>
            <a:picLocks noChangeAspect="1"/>
          </p:cNvPicPr>
          <p:nvPr/>
        </p:nvPicPr>
        <p:blipFill>
          <a:blip r:embed="rId2"/>
          <a:stretch>
            <a:fillRect/>
          </a:stretch>
        </p:blipFill>
        <p:spPr>
          <a:xfrm>
            <a:off x="152400" y="3810000"/>
            <a:ext cx="2095500" cy="2209800"/>
          </a:xfrm>
          <a:prstGeom prst="rect">
            <a:avLst/>
          </a:prstGeom>
          <a:noFill/>
          <a:ln w="9525">
            <a:noFill/>
          </a:ln>
        </p:spPr>
      </p:pic>
      <p:pic>
        <p:nvPicPr>
          <p:cNvPr id="77828" name="Picture 2" descr="https://upload.wikimedia.org/wikipedia/commons/thumb/5/5b/Faraday-Millikan-Gale-1913.jpg/190px-Faraday-Millikan-Gale-1913.jpg"/>
          <p:cNvPicPr>
            <a:picLocks noChangeAspect="1"/>
          </p:cNvPicPr>
          <p:nvPr/>
        </p:nvPicPr>
        <p:blipFill>
          <a:blip r:embed="rId3"/>
          <a:stretch>
            <a:fillRect/>
          </a:stretch>
        </p:blipFill>
        <p:spPr>
          <a:xfrm>
            <a:off x="6172200" y="3810000"/>
            <a:ext cx="2133600" cy="2419350"/>
          </a:xfrm>
          <a:prstGeom prst="rect">
            <a:avLst/>
          </a:prstGeom>
          <a:noFill/>
          <a:ln w="9525">
            <a:noFill/>
          </a:ln>
        </p:spPr>
      </p:pic>
      <p:pic>
        <p:nvPicPr>
          <p:cNvPr id="77829" name="Picture 4" descr="https://upload.wikimedia.org/wikipedia/commons/thumb/5/5c/Faraday_Cochran_Pickersgill.jpg/220px-Faraday_Cochran_Pickersgill.jpg"/>
          <p:cNvPicPr>
            <a:picLocks noChangeAspect="1"/>
          </p:cNvPicPr>
          <p:nvPr/>
        </p:nvPicPr>
        <p:blipFill>
          <a:blip r:embed="rId4"/>
          <a:stretch>
            <a:fillRect/>
          </a:stretch>
        </p:blipFill>
        <p:spPr>
          <a:xfrm>
            <a:off x="3352800" y="3810000"/>
            <a:ext cx="2476500" cy="2438400"/>
          </a:xfrm>
          <a:prstGeom prst="rect">
            <a:avLst/>
          </a:prstGeom>
          <a:noFill/>
          <a:ln w="9525">
            <a:noFill/>
          </a:ln>
        </p:spPr>
      </p:pic>
      <p:sp>
        <p:nvSpPr>
          <p:cNvPr id="77830" name="矩形 10"/>
          <p:cNvSpPr/>
          <p:nvPr/>
        </p:nvSpPr>
        <p:spPr>
          <a:xfrm>
            <a:off x="4114800" y="6324600"/>
            <a:ext cx="1330325" cy="412750"/>
          </a:xfrm>
          <a:prstGeom prst="rect">
            <a:avLst/>
          </a:prstGeom>
          <a:noFill/>
          <a:ln w="9525">
            <a:noFill/>
          </a:ln>
        </p:spPr>
        <p:txBody>
          <a:bodyPr anchor="t" anchorCtr="0">
            <a:spAutoFit/>
          </a:bodyPr>
          <a:lstStyle/>
          <a:p>
            <a:pPr algn="ctr" eaLnBrk="0" hangingPunct="0"/>
            <a:r>
              <a:rPr lang="en-US" altLang="zh-CN" sz="2600" dirty="0">
                <a:solidFill>
                  <a:srgbClr val="000000"/>
                </a:solidFill>
                <a:latin typeface="Times New Roman" panose="02020603050405020304" pitchFamily="18" charset="0"/>
                <a:ea typeface="楷体_GB2312" pitchFamily="49" charset="-122"/>
              </a:rPr>
              <a:t>30s</a:t>
            </a:r>
            <a:endParaRPr lang="zh-CN" altLang="en-US" dirty="0">
              <a:latin typeface="Times New Roman" panose="02020603050405020304" pitchFamily="18" charset="0"/>
              <a:ea typeface="楷体_GB2312" pitchFamily="49" charset="-122"/>
            </a:endParaRPr>
          </a:p>
        </p:txBody>
      </p:sp>
      <p:sp>
        <p:nvSpPr>
          <p:cNvPr id="77831" name="矩形 11"/>
          <p:cNvSpPr/>
          <p:nvPr/>
        </p:nvSpPr>
        <p:spPr>
          <a:xfrm>
            <a:off x="6629400" y="6324600"/>
            <a:ext cx="1330325" cy="412750"/>
          </a:xfrm>
          <a:prstGeom prst="rect">
            <a:avLst/>
          </a:prstGeom>
          <a:noFill/>
          <a:ln w="9525">
            <a:noFill/>
          </a:ln>
        </p:spPr>
        <p:txBody>
          <a:bodyPr anchor="t" anchorCtr="0">
            <a:spAutoFit/>
          </a:bodyPr>
          <a:lstStyle/>
          <a:p>
            <a:pPr algn="ctr" eaLnBrk="0" hangingPunct="0"/>
            <a:r>
              <a:rPr lang="en-US" altLang="zh-CN" sz="2600" dirty="0">
                <a:solidFill>
                  <a:srgbClr val="000000"/>
                </a:solidFill>
                <a:latin typeface="Times New Roman" panose="02020603050405020304" pitchFamily="18" charset="0"/>
                <a:ea typeface="楷体_GB2312" pitchFamily="49" charset="-122"/>
              </a:rPr>
              <a:t>70s</a:t>
            </a:r>
            <a:endParaRPr lang="zh-CN" altLang="en-US" dirty="0">
              <a:latin typeface="Times New Roman" panose="02020603050405020304" pitchFamily="18" charset="0"/>
              <a:ea typeface="楷体_GB2312" pitchFamily="49" charset="-122"/>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矩形 3"/>
          <p:cNvSpPr/>
          <p:nvPr/>
        </p:nvSpPr>
        <p:spPr>
          <a:xfrm>
            <a:off x="152400" y="76200"/>
            <a:ext cx="8839200" cy="3785652"/>
          </a:xfrm>
          <a:prstGeom prst="rect">
            <a:avLst/>
          </a:prstGeom>
          <a:noFill/>
          <a:ln w="9525">
            <a:noFill/>
          </a:ln>
        </p:spPr>
        <p:txBody>
          <a:bodyPr anchor="t" anchorCtr="0">
            <a:spAutoFit/>
          </a:bodyPr>
          <a:lstStyle/>
          <a:p>
            <a:pPr eaLnBrk="0" hangingPunct="0">
              <a:lnSpc>
                <a:spcPts val="3600"/>
              </a:lnSpc>
            </a:pPr>
            <a:r>
              <a:rPr lang="zh-CN" altLang="en-US" sz="2600" dirty="0">
                <a:solidFill>
                  <a:srgbClr val="000000"/>
                </a:solidFill>
                <a:latin typeface="Times New Roman" panose="02020603050405020304" pitchFamily="18" charset="0"/>
                <a:ea typeface="楷体_GB2312" pitchFamily="49" charset="-122"/>
              </a:rPr>
              <a:t>        法拉第的好学精神感动了一位书店的老主顾，在他的帮助下，法拉第有幸聆听了著名化学家</a:t>
            </a:r>
            <a:r>
              <a:rPr lang="en-US" altLang="zh-CN" sz="2600" dirty="0" err="1">
                <a:latin typeface="Times New Roman" panose="02020603050405020304" pitchFamily="18" charset="0"/>
                <a:ea typeface="楷体_GB2312" pitchFamily="49" charset="-122"/>
                <a:hlinkClick r:id="rId2" tooltip="Humphry Davy"/>
              </a:rPr>
              <a:t>Humphry</a:t>
            </a:r>
            <a:r>
              <a:rPr lang="en-US" altLang="zh-CN" sz="2600" dirty="0">
                <a:latin typeface="Times New Roman" panose="02020603050405020304" pitchFamily="18" charset="0"/>
                <a:ea typeface="楷体_GB2312" pitchFamily="49" charset="-122"/>
                <a:hlinkClick r:id="rId2" tooltip="Humphry Davy"/>
              </a:rPr>
              <a:t> </a:t>
            </a:r>
            <a:r>
              <a:rPr lang="en-US" altLang="zh-CN" sz="2600" dirty="0" smtClean="0">
                <a:latin typeface="Times New Roman" panose="02020603050405020304" pitchFamily="18" charset="0"/>
                <a:ea typeface="楷体_GB2312" pitchFamily="49" charset="-122"/>
                <a:hlinkClick r:id="rId2" tooltip="Humphry Davy"/>
              </a:rPr>
              <a:t>Davy</a:t>
            </a:r>
            <a:r>
              <a:rPr lang="en-US" altLang="zh-CN" sz="2600" dirty="0" smtClean="0">
                <a:solidFill>
                  <a:schemeClr val="tx1"/>
                </a:solidFill>
                <a:latin typeface="Times New Roman" panose="02020603050405020304" pitchFamily="18" charset="0"/>
                <a:ea typeface="楷体_GB2312" pitchFamily="49" charset="-122"/>
              </a:rPr>
              <a:t>(</a:t>
            </a:r>
            <a:r>
              <a:rPr lang="zh-CN" altLang="en-US" sz="2600" dirty="0" smtClean="0">
                <a:solidFill>
                  <a:schemeClr val="tx1"/>
                </a:solidFill>
                <a:latin typeface="Times New Roman" panose="02020603050405020304" pitchFamily="18" charset="0"/>
                <a:ea typeface="楷体_GB2312" pitchFamily="49" charset="-122"/>
              </a:rPr>
              <a:t>发现</a:t>
            </a:r>
            <a:r>
              <a:rPr lang="en-US" altLang="zh-CN" sz="2600" dirty="0" smtClean="0">
                <a:solidFill>
                  <a:schemeClr val="tx1"/>
                </a:solidFill>
                <a:latin typeface="Times New Roman" panose="02020603050405020304" pitchFamily="18" charset="0"/>
                <a:ea typeface="楷体_GB2312" pitchFamily="49" charset="-122"/>
              </a:rPr>
              <a:t>Na</a:t>
            </a:r>
            <a:r>
              <a:rPr lang="zh-CN" altLang="en-US" sz="2600" dirty="0" smtClean="0">
                <a:solidFill>
                  <a:schemeClr val="tx1"/>
                </a:solidFill>
                <a:latin typeface="Times New Roman" panose="02020603050405020304" pitchFamily="18" charset="0"/>
                <a:ea typeface="楷体_GB2312" pitchFamily="49" charset="-122"/>
              </a:rPr>
              <a:t>、</a:t>
            </a:r>
            <a:r>
              <a:rPr lang="en-US" altLang="zh-CN" sz="2600" dirty="0" smtClean="0">
                <a:solidFill>
                  <a:schemeClr val="tx1"/>
                </a:solidFill>
                <a:latin typeface="Times New Roman" panose="02020603050405020304" pitchFamily="18" charset="0"/>
                <a:ea typeface="楷体_GB2312" pitchFamily="49" charset="-122"/>
              </a:rPr>
              <a:t>K</a:t>
            </a:r>
            <a:r>
              <a:rPr lang="zh-CN" altLang="en-US" sz="2600" dirty="0" smtClean="0">
                <a:solidFill>
                  <a:schemeClr val="tx1"/>
                </a:solidFill>
                <a:latin typeface="Times New Roman" panose="02020603050405020304" pitchFamily="18" charset="0"/>
                <a:ea typeface="楷体_GB2312" pitchFamily="49" charset="-122"/>
              </a:rPr>
              <a:t>等</a:t>
            </a:r>
            <a:r>
              <a:rPr lang="en-US" sz="2600" b="0" i="0" dirty="0" smtClean="0"/>
              <a:t> </a:t>
            </a:r>
            <a:r>
              <a:rPr lang="en-US" sz="2600" dirty="0" smtClean="0">
                <a:solidFill>
                  <a:srgbClr val="0000CC"/>
                </a:solidFill>
              </a:rPr>
              <a:t>inhaled </a:t>
            </a:r>
            <a:r>
              <a:rPr lang="en-US" sz="2600" u="sng" dirty="0" smtClean="0">
                <a:solidFill>
                  <a:srgbClr val="0000CC"/>
                </a:solidFill>
                <a:hlinkClick r:id="rId3"/>
              </a:rPr>
              <a:t>nitrous oxide</a:t>
            </a:r>
            <a:r>
              <a:rPr lang="en-US" sz="2600" dirty="0" smtClean="0">
                <a:solidFill>
                  <a:srgbClr val="0000CC"/>
                </a:solidFill>
              </a:rPr>
              <a:t> (laughing gas) in order to test a claim that it was the “principle of contagion,”</a:t>
            </a:r>
            <a:r>
              <a:rPr lang="en-US" altLang="zh-CN" sz="2600" dirty="0" smtClean="0">
                <a:solidFill>
                  <a:srgbClr val="0000CC"/>
                </a:solidFill>
                <a:latin typeface="Times New Roman" panose="02020603050405020304" pitchFamily="18" charset="0"/>
                <a:ea typeface="楷体_GB2312" pitchFamily="49" charset="-122"/>
              </a:rPr>
              <a:t>)</a:t>
            </a:r>
            <a:r>
              <a:rPr lang="zh-CN" altLang="en-US" sz="2600" dirty="0" smtClean="0">
                <a:solidFill>
                  <a:srgbClr val="000000"/>
                </a:solidFill>
                <a:latin typeface="Times New Roman" panose="02020603050405020304" pitchFamily="18" charset="0"/>
                <a:ea typeface="楷体_GB2312" pitchFamily="49" charset="-122"/>
              </a:rPr>
              <a:t>的</a:t>
            </a:r>
            <a:r>
              <a:rPr lang="zh-CN" altLang="en-US" sz="2600" dirty="0">
                <a:solidFill>
                  <a:srgbClr val="000000"/>
                </a:solidFill>
                <a:latin typeface="Times New Roman" panose="02020603050405020304" pitchFamily="18" charset="0"/>
                <a:ea typeface="楷体_GB2312" pitchFamily="49" charset="-122"/>
              </a:rPr>
              <a:t>演讲。他把演讲内容全部记录下来并整理清楚，回去和朋友们认真讨论研究。他还把整理好的演讲记录送给戴维，并且附信，表明自己愿意献身科学事业。结果他如愿以偿。</a:t>
            </a:r>
            <a:r>
              <a:rPr lang="en-US" altLang="zh-CN" sz="2600" dirty="0">
                <a:solidFill>
                  <a:srgbClr val="000000"/>
                </a:solidFill>
                <a:latin typeface="Times New Roman" panose="02020603050405020304" pitchFamily="18" charset="0"/>
                <a:ea typeface="楷体_GB2312" pitchFamily="49" charset="-122"/>
              </a:rPr>
              <a:t>20</a:t>
            </a:r>
            <a:r>
              <a:rPr lang="zh-CN" altLang="en-US" sz="2600" dirty="0">
                <a:solidFill>
                  <a:srgbClr val="000000"/>
                </a:solidFill>
                <a:latin typeface="Times New Roman" panose="02020603050405020304" pitchFamily="18" charset="0"/>
                <a:ea typeface="楷体_GB2312" pitchFamily="49" charset="-122"/>
              </a:rPr>
              <a:t>岁做上了</a:t>
            </a:r>
            <a:r>
              <a:rPr lang="zh-CN" altLang="en-US" sz="2600" dirty="0">
                <a:solidFill>
                  <a:srgbClr val="000000"/>
                </a:solidFill>
                <a:latin typeface="Times New Roman" panose="02020603050405020304" pitchFamily="18" charset="0"/>
                <a:ea typeface="楷体_GB2312" pitchFamily="49" charset="-122"/>
                <a:hlinkClick r:id="rId4"/>
              </a:rPr>
              <a:t>戴维</a:t>
            </a:r>
            <a:r>
              <a:rPr lang="zh-CN" altLang="en-US" sz="2600" dirty="0">
                <a:solidFill>
                  <a:srgbClr val="000000"/>
                </a:solidFill>
                <a:latin typeface="Times New Roman" panose="02020603050405020304" pitchFamily="18" charset="0"/>
                <a:ea typeface="楷体_GB2312" pitchFamily="49" charset="-122"/>
              </a:rPr>
              <a:t>的实验助手。</a:t>
            </a:r>
          </a:p>
        </p:txBody>
      </p:sp>
      <p:sp>
        <p:nvSpPr>
          <p:cNvPr id="78850" name="矩形 5"/>
          <p:cNvSpPr/>
          <p:nvPr/>
        </p:nvSpPr>
        <p:spPr>
          <a:xfrm>
            <a:off x="285720" y="3786190"/>
            <a:ext cx="8763000" cy="2400300"/>
          </a:xfrm>
          <a:prstGeom prst="rect">
            <a:avLst/>
          </a:prstGeom>
          <a:noFill/>
          <a:ln w="9525">
            <a:noFill/>
          </a:ln>
        </p:spPr>
        <p:txBody>
          <a:bodyPr anchor="t" anchorCtr="0">
            <a:spAutoFit/>
          </a:bodyPr>
          <a:lstStyle/>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They both were injured in an explosion of this very sensitive substance---NCl</a:t>
            </a:r>
            <a:r>
              <a:rPr lang="en-US" altLang="zh-CN" sz="2600" baseline="-25000" dirty="0">
                <a:solidFill>
                  <a:srgbClr val="000000"/>
                </a:solidFill>
                <a:latin typeface="Times New Roman" panose="02020603050405020304" pitchFamily="18" charset="0"/>
                <a:ea typeface="楷体_GB2312" pitchFamily="49" charset="-122"/>
              </a:rPr>
              <a:t>3</a:t>
            </a:r>
            <a:r>
              <a:rPr lang="en-US" altLang="zh-CN" sz="2600" dirty="0">
                <a:solidFill>
                  <a:srgbClr val="000000"/>
                </a:solidFill>
                <a:latin typeface="Times New Roman" panose="02020603050405020304" pitchFamily="18" charset="0"/>
                <a:ea typeface="楷体_GB2312" pitchFamily="49" charset="-122"/>
              </a:rPr>
              <a:t>;  2NaCl+2H₂O =2NaOH+ H₂↑+ Cl₂↑;  </a:t>
            </a:r>
            <a:r>
              <a:rPr lang="zh-CN" altLang="en-US" sz="2600" dirty="0">
                <a:solidFill>
                  <a:srgbClr val="000000"/>
                </a:solidFill>
                <a:latin typeface="Times New Roman" panose="02020603050405020304" pitchFamily="18" charset="0"/>
                <a:ea typeface="楷体_GB2312" pitchFamily="49" charset="-122"/>
              </a:rPr>
              <a:t>发明了一种加热工具</a:t>
            </a:r>
            <a:r>
              <a:rPr lang="zh-CN" altLang="en-US" sz="2600" dirty="0">
                <a:solidFill>
                  <a:srgbClr val="000000"/>
                </a:solidFill>
                <a:latin typeface="Times New Roman" panose="02020603050405020304" pitchFamily="18" charset="0"/>
                <a:ea typeface="楷体_GB2312" pitchFamily="49" charset="-122"/>
                <a:hlinkClick r:id="rId5"/>
              </a:rPr>
              <a:t>本生灯</a:t>
            </a:r>
            <a:r>
              <a:rPr lang="zh-CN" altLang="en-US" sz="2600" dirty="0">
                <a:solidFill>
                  <a:srgbClr val="000000"/>
                </a:solidFill>
                <a:latin typeface="Times New Roman" panose="02020603050405020304" pitchFamily="18" charset="0"/>
                <a:ea typeface="楷体_GB2312" pitchFamily="49" charset="-122"/>
              </a:rPr>
              <a:t>、发现</a:t>
            </a:r>
            <a:r>
              <a:rPr lang="zh-CN" altLang="en-US" sz="2600" dirty="0">
                <a:solidFill>
                  <a:srgbClr val="000000"/>
                </a:solidFill>
                <a:latin typeface="Times New Roman" panose="02020603050405020304" pitchFamily="18" charset="0"/>
                <a:ea typeface="楷体_GB2312" pitchFamily="49" charset="-122"/>
                <a:hlinkClick r:id="rId6"/>
              </a:rPr>
              <a:t>电解定律</a:t>
            </a:r>
            <a:r>
              <a:rPr lang="en-US" altLang="zh-CN" sz="2600" dirty="0">
                <a:solidFill>
                  <a:srgbClr val="000000"/>
                </a:solidFill>
                <a:latin typeface="Times New Roman" panose="02020603050405020304" pitchFamily="18" charset="0"/>
                <a:ea typeface="楷体_GB2312" pitchFamily="49" charset="-122"/>
              </a:rPr>
              <a:t>;  </a:t>
            </a:r>
            <a:r>
              <a:rPr lang="zh-CN" altLang="en-US" sz="2600" dirty="0">
                <a:solidFill>
                  <a:srgbClr val="000000"/>
                </a:solidFill>
                <a:latin typeface="Times New Roman" panose="02020603050405020304" pitchFamily="18" charset="0"/>
                <a:ea typeface="楷体_GB2312" pitchFamily="49" charset="-122"/>
              </a:rPr>
              <a:t>发现了</a:t>
            </a:r>
            <a:r>
              <a:rPr lang="zh-CN" altLang="en-US" sz="2600" dirty="0">
                <a:solidFill>
                  <a:srgbClr val="000000"/>
                </a:solidFill>
                <a:latin typeface="Times New Roman" panose="02020603050405020304" pitchFamily="18" charset="0"/>
                <a:ea typeface="楷体_GB2312" pitchFamily="49" charset="-122"/>
                <a:hlinkClick r:id="rId7"/>
              </a:rPr>
              <a:t>苯</a:t>
            </a:r>
            <a:r>
              <a:rPr lang="zh-CN" altLang="en-US" sz="2600" dirty="0">
                <a:solidFill>
                  <a:srgbClr val="000000"/>
                </a:solidFill>
                <a:latin typeface="Times New Roman" panose="02020603050405020304" pitchFamily="18" charset="0"/>
                <a:ea typeface="楷体_GB2312" pitchFamily="49" charset="-122"/>
              </a:rPr>
              <a:t>、</a:t>
            </a:r>
            <a:r>
              <a:rPr lang="en-US" altLang="zh-CN" sz="2600" dirty="0">
                <a:solidFill>
                  <a:srgbClr val="000000"/>
                </a:solidFill>
                <a:latin typeface="Times New Roman" panose="02020603050405020304" pitchFamily="18" charset="0"/>
                <a:ea typeface="楷体_GB2312" pitchFamily="49" charset="-122"/>
              </a:rPr>
              <a:t>clathrate hydrate</a:t>
            </a:r>
            <a:r>
              <a:rPr lang="zh-CN" altLang="en-US" sz="2600" dirty="0">
                <a:solidFill>
                  <a:srgbClr val="000000"/>
                </a:solidFill>
                <a:latin typeface="Times New Roman" panose="02020603050405020304" pitchFamily="18" charset="0"/>
                <a:ea typeface="楷体_GB2312" pitchFamily="49" charset="-122"/>
              </a:rPr>
              <a:t>笼型水合物等化学物质</a:t>
            </a:r>
            <a:r>
              <a:rPr lang="en-US" altLang="zh-CN" sz="2600" dirty="0">
                <a:solidFill>
                  <a:srgbClr val="000000"/>
                </a:solidFill>
                <a:latin typeface="Times New Roman" panose="02020603050405020304" pitchFamily="18" charset="0"/>
                <a:ea typeface="楷体_GB2312" pitchFamily="49" charset="-122"/>
              </a:rPr>
              <a:t>;   </a:t>
            </a:r>
            <a:r>
              <a:rPr lang="zh-CN" altLang="en-US" sz="2600" dirty="0">
                <a:solidFill>
                  <a:srgbClr val="0000CC"/>
                </a:solidFill>
                <a:latin typeface="Times New Roman" panose="02020603050405020304" pitchFamily="18" charset="0"/>
                <a:ea typeface="楷体_GB2312" pitchFamily="49" charset="-122"/>
              </a:rPr>
              <a:t>很多现代的化学家视法拉第为有史以来最出色的实验科学家之一</a:t>
            </a:r>
            <a:r>
              <a:rPr lang="zh-CN" altLang="en-US" sz="2600" dirty="0">
                <a:solidFill>
                  <a:srgbClr val="000000"/>
                </a:solidFill>
                <a:latin typeface="Times New Roman" panose="02020603050405020304" pitchFamily="18" charset="0"/>
                <a:ea typeface="楷体_GB2312" pitchFamily="49" charset="-122"/>
              </a:rPr>
              <a:t>！</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矩形 3"/>
          <p:cNvSpPr/>
          <p:nvPr/>
        </p:nvSpPr>
        <p:spPr>
          <a:xfrm>
            <a:off x="76200" y="76200"/>
            <a:ext cx="8991600" cy="6556375"/>
          </a:xfrm>
          <a:prstGeom prst="rect">
            <a:avLst/>
          </a:prstGeom>
          <a:noFill/>
          <a:ln w="9525">
            <a:noFill/>
          </a:ln>
        </p:spPr>
        <p:txBody>
          <a:bodyPr anchor="t" anchorCtr="0">
            <a:spAutoFit/>
          </a:bodyPr>
          <a:lstStyle/>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In the class-based English society of the time, Faraday was not considered a </a:t>
            </a:r>
            <a:r>
              <a:rPr lang="en-US" altLang="zh-CN" sz="2600" dirty="0">
                <a:solidFill>
                  <a:srgbClr val="000000"/>
                </a:solidFill>
                <a:latin typeface="Times New Roman" panose="02020603050405020304" pitchFamily="18" charset="0"/>
                <a:ea typeface="楷体_GB2312" pitchFamily="49" charset="-122"/>
                <a:hlinkClick r:id="rId2" tooltip="Gentleman"/>
              </a:rPr>
              <a:t>gentleman</a:t>
            </a:r>
            <a:r>
              <a:rPr lang="en-US" altLang="zh-CN" sz="2600" dirty="0">
                <a:solidFill>
                  <a:srgbClr val="000000"/>
                </a:solidFill>
                <a:latin typeface="Times New Roman" panose="02020603050405020304" pitchFamily="18" charset="0"/>
                <a:ea typeface="楷体_GB2312" pitchFamily="49" charset="-122"/>
              </a:rPr>
              <a:t>. When Davy set out on a long tour of the continent in 1813–15, his </a:t>
            </a:r>
            <a:r>
              <a:rPr lang="en-US" altLang="zh-CN" sz="2600" u="sng" dirty="0" smtClean="0">
                <a:solidFill>
                  <a:srgbClr val="000000"/>
                </a:solidFill>
                <a:latin typeface="Times New Roman" panose="02020603050405020304" pitchFamily="18" charset="0"/>
                <a:ea typeface="楷体_GB2312" pitchFamily="49" charset="-122"/>
                <a:hlinkClick r:id="rId3" tooltip="Valet"/>
              </a:rPr>
              <a:t>valet</a:t>
            </a:r>
            <a:r>
              <a:rPr lang="en-US" altLang="zh-CN" sz="2600" u="sng" dirty="0" smtClean="0">
                <a:solidFill>
                  <a:srgbClr val="000000"/>
                </a:solidFill>
              </a:rPr>
              <a:t>/butler</a:t>
            </a:r>
            <a:r>
              <a:rPr lang="en-US" altLang="zh-CN" sz="2600" dirty="0">
                <a:solidFill>
                  <a:srgbClr val="000000"/>
                </a:solidFill>
                <a:latin typeface="Times New Roman" panose="02020603050405020304" pitchFamily="18" charset="0"/>
                <a:ea typeface="楷体_GB2312" pitchFamily="49" charset="-122"/>
              </a:rPr>
              <a:t> did not wish to go, so instead, Faraday went as Davy‘s scientific assistant and was asked to act as Davy’s valet until a replacement could be found in Paris. Faraday was forced to fill the role of valet as well as assistant throughout the trip. Davy‘s wife refused to treat Faraday as an equal (making him travel outside the coach, eat with the servants, etc.), and made Faraday so miserable that he contemplated returning to England alone and giving up science altogether. The trip did, however, give him access to the scientific elite of Europe and exposed him to a host of stimulating ideas---</a:t>
            </a:r>
            <a:r>
              <a:rPr lang="zh-CN" altLang="en-US" sz="2600" dirty="0">
                <a:solidFill>
                  <a:srgbClr val="000000"/>
                </a:solidFill>
                <a:latin typeface="Times New Roman" panose="02020603050405020304" pitchFamily="18" charset="0"/>
                <a:ea typeface="楷体_GB2312" pitchFamily="49" charset="-122"/>
              </a:rPr>
              <a:t>见到了许多著名的科学家，参加了各种学术交流活动，还学会了法语和意大利语。</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矩形 3"/>
          <p:cNvSpPr/>
          <p:nvPr/>
        </p:nvSpPr>
        <p:spPr>
          <a:xfrm>
            <a:off x="228600" y="228600"/>
            <a:ext cx="8763000" cy="3524250"/>
          </a:xfrm>
          <a:prstGeom prst="rect">
            <a:avLst/>
          </a:prstGeom>
          <a:noFill/>
          <a:ln w="9525">
            <a:noFill/>
          </a:ln>
        </p:spPr>
        <p:txBody>
          <a:bodyPr anchor="t" anchorCtr="0">
            <a:spAutoFit/>
          </a:bodyPr>
          <a:lstStyle/>
          <a:p>
            <a:pPr eaLnBrk="0" hangingPunct="0">
              <a:lnSpc>
                <a:spcPts val="3600"/>
              </a:lnSpc>
            </a:pPr>
            <a:r>
              <a:rPr lang="zh-CN" altLang="en-US" sz="2600" dirty="0">
                <a:solidFill>
                  <a:srgbClr val="000000"/>
                </a:solidFill>
                <a:latin typeface="Times New Roman" panose="02020603050405020304" pitchFamily="18" charset="0"/>
                <a:ea typeface="楷体_GB2312" pitchFamily="49" charset="-122"/>
              </a:rPr>
              <a:t>        迈克尔</a:t>
            </a:r>
            <a:r>
              <a:rPr lang="en-US" altLang="zh-CN" sz="2600" dirty="0">
                <a:solidFill>
                  <a:srgbClr val="000000"/>
                </a:solidFill>
                <a:latin typeface="Times New Roman" panose="02020603050405020304" pitchFamily="18" charset="0"/>
                <a:ea typeface="楷体_GB2312" pitchFamily="49" charset="-122"/>
              </a:rPr>
              <a:t>·</a:t>
            </a:r>
            <a:r>
              <a:rPr lang="zh-CN" altLang="en-US" sz="2600" dirty="0">
                <a:solidFill>
                  <a:srgbClr val="000000"/>
                </a:solidFill>
                <a:latin typeface="Times New Roman" panose="02020603050405020304" pitchFamily="18" charset="0"/>
                <a:ea typeface="楷体_GB2312" pitchFamily="49" charset="-122"/>
              </a:rPr>
              <a:t>法拉第是英国著名化学家</a:t>
            </a:r>
            <a:r>
              <a:rPr lang="zh-CN" altLang="en-US" sz="2600" dirty="0">
                <a:solidFill>
                  <a:srgbClr val="000000"/>
                </a:solidFill>
                <a:latin typeface="Times New Roman" panose="02020603050405020304" pitchFamily="18" charset="0"/>
                <a:ea typeface="楷体_GB2312" pitchFamily="49" charset="-122"/>
                <a:hlinkClick r:id="rId2"/>
              </a:rPr>
              <a:t>戴维</a:t>
            </a:r>
            <a:r>
              <a:rPr lang="zh-CN" altLang="en-US" sz="2600" dirty="0">
                <a:solidFill>
                  <a:srgbClr val="000000"/>
                </a:solidFill>
                <a:latin typeface="Times New Roman" panose="02020603050405020304" pitchFamily="18" charset="0"/>
                <a:ea typeface="楷体_GB2312" pitchFamily="49" charset="-122"/>
              </a:rPr>
              <a:t>的学生和助手，他的发现奠定了</a:t>
            </a:r>
            <a:r>
              <a:rPr lang="zh-CN" altLang="en-US" sz="2600" dirty="0">
                <a:solidFill>
                  <a:srgbClr val="000000"/>
                </a:solidFill>
                <a:latin typeface="Times New Roman" panose="02020603050405020304" pitchFamily="18" charset="0"/>
                <a:ea typeface="楷体_GB2312" pitchFamily="49" charset="-122"/>
                <a:hlinkClick r:id="rId3"/>
              </a:rPr>
              <a:t>电磁学</a:t>
            </a:r>
            <a:r>
              <a:rPr lang="zh-CN" altLang="en-US" sz="2600" dirty="0">
                <a:solidFill>
                  <a:srgbClr val="000000"/>
                </a:solidFill>
                <a:latin typeface="Times New Roman" panose="02020603050405020304" pitchFamily="18" charset="0"/>
                <a:ea typeface="楷体_GB2312" pitchFamily="49" charset="-122"/>
              </a:rPr>
              <a:t>的基础，是</a:t>
            </a:r>
            <a:r>
              <a:rPr lang="zh-CN" altLang="en-US" sz="2600" dirty="0">
                <a:solidFill>
                  <a:srgbClr val="000000"/>
                </a:solidFill>
                <a:latin typeface="Times New Roman" panose="02020603050405020304" pitchFamily="18" charset="0"/>
                <a:ea typeface="楷体_GB2312" pitchFamily="49" charset="-122"/>
                <a:hlinkClick r:id="rId4"/>
              </a:rPr>
              <a:t>麦克斯韦</a:t>
            </a:r>
            <a:r>
              <a:rPr lang="zh-CN" altLang="en-US" sz="2600" dirty="0">
                <a:solidFill>
                  <a:srgbClr val="000000"/>
                </a:solidFill>
                <a:latin typeface="Times New Roman" panose="02020603050405020304" pitchFamily="18" charset="0"/>
                <a:ea typeface="楷体_GB2312" pitchFamily="49" charset="-122"/>
              </a:rPr>
              <a:t>的先导。</a:t>
            </a:r>
            <a:r>
              <a:rPr lang="en-US" altLang="zh-CN" sz="2600" dirty="0">
                <a:solidFill>
                  <a:srgbClr val="000000"/>
                </a:solidFill>
                <a:latin typeface="Times New Roman" panose="02020603050405020304" pitchFamily="18" charset="0"/>
                <a:ea typeface="楷体_GB2312" pitchFamily="49" charset="-122"/>
              </a:rPr>
              <a:t>1831</a:t>
            </a:r>
            <a:r>
              <a:rPr lang="zh-CN" altLang="en-US" sz="2600" dirty="0">
                <a:solidFill>
                  <a:srgbClr val="000000"/>
                </a:solidFill>
                <a:latin typeface="Times New Roman" panose="02020603050405020304" pitchFamily="18" charset="0"/>
                <a:ea typeface="楷体_GB2312" pitchFamily="49" charset="-122"/>
              </a:rPr>
              <a:t>年</a:t>
            </a:r>
            <a:r>
              <a:rPr lang="en-US" altLang="zh-CN" sz="2600" dirty="0">
                <a:solidFill>
                  <a:srgbClr val="000000"/>
                </a:solidFill>
                <a:latin typeface="Times New Roman" panose="02020603050405020304" pitchFamily="18" charset="0"/>
                <a:ea typeface="楷体_GB2312" pitchFamily="49" charset="-122"/>
              </a:rPr>
              <a:t>10</a:t>
            </a:r>
            <a:r>
              <a:rPr lang="zh-CN" altLang="en-US" sz="2600" dirty="0">
                <a:solidFill>
                  <a:srgbClr val="000000"/>
                </a:solidFill>
                <a:latin typeface="Times New Roman" panose="02020603050405020304" pitchFamily="18" charset="0"/>
                <a:ea typeface="楷体_GB2312" pitchFamily="49" charset="-122"/>
              </a:rPr>
              <a:t>月</a:t>
            </a:r>
            <a:r>
              <a:rPr lang="en-US" altLang="zh-CN" sz="2600" dirty="0">
                <a:solidFill>
                  <a:srgbClr val="000000"/>
                </a:solidFill>
                <a:latin typeface="Times New Roman" panose="02020603050405020304" pitchFamily="18" charset="0"/>
                <a:ea typeface="楷体_GB2312" pitchFamily="49" charset="-122"/>
              </a:rPr>
              <a:t>17</a:t>
            </a:r>
            <a:r>
              <a:rPr lang="zh-CN" altLang="en-US" sz="2600" dirty="0">
                <a:solidFill>
                  <a:srgbClr val="000000"/>
                </a:solidFill>
                <a:latin typeface="Times New Roman" panose="02020603050405020304" pitchFamily="18" charset="0"/>
                <a:ea typeface="楷体_GB2312" pitchFamily="49" charset="-122"/>
              </a:rPr>
              <a:t>日，法拉第首次发现</a:t>
            </a:r>
            <a:r>
              <a:rPr lang="zh-CN" altLang="en-US" sz="2600" dirty="0">
                <a:solidFill>
                  <a:srgbClr val="000000"/>
                </a:solidFill>
                <a:latin typeface="Times New Roman" panose="02020603050405020304" pitchFamily="18" charset="0"/>
                <a:ea typeface="楷体_GB2312" pitchFamily="49" charset="-122"/>
                <a:hlinkClick r:id="rId5"/>
              </a:rPr>
              <a:t>电磁感应</a:t>
            </a:r>
            <a:r>
              <a:rPr lang="zh-CN" altLang="en-US" sz="2600" dirty="0">
                <a:solidFill>
                  <a:srgbClr val="000000"/>
                </a:solidFill>
                <a:latin typeface="Times New Roman" panose="02020603050405020304" pitchFamily="18" charset="0"/>
                <a:ea typeface="楷体_GB2312" pitchFamily="49" charset="-122"/>
              </a:rPr>
              <a:t>现象，并进而得到产生</a:t>
            </a:r>
            <a:r>
              <a:rPr lang="zh-CN" altLang="en-US" sz="2600" dirty="0">
                <a:solidFill>
                  <a:srgbClr val="000000"/>
                </a:solidFill>
                <a:latin typeface="Times New Roman" panose="02020603050405020304" pitchFamily="18" charset="0"/>
                <a:ea typeface="楷体_GB2312" pitchFamily="49" charset="-122"/>
                <a:hlinkClick r:id="rId6"/>
              </a:rPr>
              <a:t>交流电</a:t>
            </a:r>
            <a:r>
              <a:rPr lang="zh-CN" altLang="en-US" sz="2600" dirty="0">
                <a:solidFill>
                  <a:srgbClr val="000000"/>
                </a:solidFill>
                <a:latin typeface="Times New Roman" panose="02020603050405020304" pitchFamily="18" charset="0"/>
                <a:ea typeface="楷体_GB2312" pitchFamily="49" charset="-122"/>
              </a:rPr>
              <a:t>的方法。</a:t>
            </a:r>
            <a:r>
              <a:rPr lang="en-US" altLang="zh-CN" sz="2600" dirty="0">
                <a:solidFill>
                  <a:srgbClr val="000000"/>
                </a:solidFill>
                <a:latin typeface="Times New Roman" panose="02020603050405020304" pitchFamily="18" charset="0"/>
                <a:ea typeface="楷体_GB2312" pitchFamily="49" charset="-122"/>
              </a:rPr>
              <a:t>1831</a:t>
            </a:r>
            <a:r>
              <a:rPr lang="zh-CN" altLang="en-US" sz="2600" dirty="0">
                <a:solidFill>
                  <a:srgbClr val="000000"/>
                </a:solidFill>
                <a:latin typeface="Times New Roman" panose="02020603050405020304" pitchFamily="18" charset="0"/>
                <a:ea typeface="楷体_GB2312" pitchFamily="49" charset="-122"/>
              </a:rPr>
              <a:t>年</a:t>
            </a:r>
            <a:r>
              <a:rPr lang="en-US" altLang="zh-CN" sz="2600" dirty="0">
                <a:solidFill>
                  <a:srgbClr val="000000"/>
                </a:solidFill>
                <a:latin typeface="Times New Roman" panose="02020603050405020304" pitchFamily="18" charset="0"/>
                <a:ea typeface="楷体_GB2312" pitchFamily="49" charset="-122"/>
              </a:rPr>
              <a:t>10</a:t>
            </a:r>
            <a:r>
              <a:rPr lang="zh-CN" altLang="en-US" sz="2600" dirty="0">
                <a:solidFill>
                  <a:srgbClr val="000000"/>
                </a:solidFill>
                <a:latin typeface="Times New Roman" panose="02020603050405020304" pitchFamily="18" charset="0"/>
                <a:ea typeface="楷体_GB2312" pitchFamily="49" charset="-122"/>
              </a:rPr>
              <a:t>月</a:t>
            </a:r>
            <a:r>
              <a:rPr lang="en-US" altLang="zh-CN" sz="2600" dirty="0">
                <a:solidFill>
                  <a:srgbClr val="000000"/>
                </a:solidFill>
                <a:latin typeface="Times New Roman" panose="02020603050405020304" pitchFamily="18" charset="0"/>
                <a:ea typeface="楷体_GB2312" pitchFamily="49" charset="-122"/>
              </a:rPr>
              <a:t>28</a:t>
            </a:r>
            <a:r>
              <a:rPr lang="zh-CN" altLang="en-US" sz="2600" dirty="0">
                <a:solidFill>
                  <a:srgbClr val="000000"/>
                </a:solidFill>
                <a:latin typeface="Times New Roman" panose="02020603050405020304" pitchFamily="18" charset="0"/>
                <a:ea typeface="楷体_GB2312" pitchFamily="49" charset="-122"/>
              </a:rPr>
              <a:t>日法拉第发明了</a:t>
            </a:r>
            <a:r>
              <a:rPr lang="zh-CN" altLang="en-US" sz="2600" dirty="0">
                <a:solidFill>
                  <a:srgbClr val="000000"/>
                </a:solidFill>
                <a:latin typeface="Times New Roman" panose="02020603050405020304" pitchFamily="18" charset="0"/>
                <a:ea typeface="楷体_GB2312" pitchFamily="49" charset="-122"/>
                <a:hlinkClick r:id="rId7"/>
              </a:rPr>
              <a:t>圆盘发电机</a:t>
            </a:r>
            <a:r>
              <a:rPr lang="zh-CN" altLang="en-US" sz="2600" dirty="0">
                <a:solidFill>
                  <a:srgbClr val="000000"/>
                </a:solidFill>
                <a:latin typeface="Times New Roman" panose="02020603050405020304" pitchFamily="18" charset="0"/>
                <a:ea typeface="楷体_GB2312" pitchFamily="49" charset="-122"/>
              </a:rPr>
              <a:t>，是人类创造出的第一个发电机。</a:t>
            </a:r>
          </a:p>
          <a:p>
            <a:pPr eaLnBrk="0" hangingPunct="0">
              <a:lnSpc>
                <a:spcPts val="3600"/>
              </a:lnSpc>
            </a:pPr>
            <a:r>
              <a:rPr lang="zh-CN" altLang="en-US" sz="2600" dirty="0">
                <a:solidFill>
                  <a:srgbClr val="000000"/>
                </a:solidFill>
                <a:latin typeface="Times New Roman" panose="02020603050405020304" pitchFamily="18" charset="0"/>
                <a:ea typeface="楷体_GB2312" pitchFamily="49" charset="-122"/>
              </a:rPr>
              <a:t>        由于他在电磁学方面做出了伟大贡献，被称为“电学之父”和“交流电之父”。</a:t>
            </a:r>
          </a:p>
        </p:txBody>
      </p:sp>
      <p:sp>
        <p:nvSpPr>
          <p:cNvPr id="80898" name="矩形 4"/>
          <p:cNvSpPr/>
          <p:nvPr/>
        </p:nvSpPr>
        <p:spPr>
          <a:xfrm>
            <a:off x="152400" y="3733800"/>
            <a:ext cx="8839200" cy="2862263"/>
          </a:xfrm>
          <a:prstGeom prst="rect">
            <a:avLst/>
          </a:prstGeom>
          <a:noFill/>
          <a:ln w="9525">
            <a:noFill/>
          </a:ln>
        </p:spPr>
        <p:txBody>
          <a:bodyPr anchor="t" anchorCtr="0">
            <a:spAutoFit/>
          </a:bodyPr>
          <a:lstStyle/>
          <a:p>
            <a:pPr eaLnBrk="0" hangingPunct="0">
              <a:lnSpc>
                <a:spcPts val="3600"/>
              </a:lnSpc>
            </a:pPr>
            <a:r>
              <a:rPr lang="en-US" altLang="zh-CN" sz="2600" dirty="0">
                <a:solidFill>
                  <a:srgbClr val="000000"/>
                </a:solidFill>
                <a:latin typeface="Times New Roman" panose="02020603050405020304" pitchFamily="18" charset="0"/>
                <a:ea typeface="楷体_GB2312" pitchFamily="49" charset="-122"/>
              </a:rPr>
              <a:t>          Refused to participate  on the production of chemical weapons for the wars; Turned down a </a:t>
            </a:r>
            <a:r>
              <a:rPr lang="en-US" altLang="zh-CN" sz="2600" dirty="0">
                <a:solidFill>
                  <a:srgbClr val="000000"/>
                </a:solidFill>
                <a:latin typeface="Times New Roman" panose="02020603050405020304" pitchFamily="18" charset="0"/>
                <a:ea typeface="楷体_GB2312" pitchFamily="49" charset="-122"/>
                <a:hlinkClick r:id="rId8" tooltip="Orders, decorations, and medals of the United Kingdom"/>
              </a:rPr>
              <a:t>knighthood</a:t>
            </a:r>
            <a:r>
              <a:rPr lang="en-US" altLang="zh-CN" sz="2600" dirty="0">
                <a:solidFill>
                  <a:srgbClr val="000000"/>
                </a:solidFill>
                <a:latin typeface="Times New Roman" panose="02020603050405020304" pitchFamily="18" charset="0"/>
                <a:ea typeface="楷体_GB2312" pitchFamily="49" charset="-122"/>
              </a:rPr>
              <a:t>---is a title that is given to a man by a British king or queen for his achievements or his service to his country. A man who has been given a knighthood can put ‘Sir’ in front of his name instead of ‘Mr’.</a:t>
            </a:r>
            <a:r>
              <a:rPr lang="zh-CN" altLang="en-US" sz="2600" dirty="0">
                <a:solidFill>
                  <a:srgbClr val="000000"/>
                </a:solidFill>
                <a:latin typeface="Times New Roman" panose="02020603050405020304" pitchFamily="18" charset="0"/>
                <a:ea typeface="楷体_GB2312" pitchFamily="49" charset="-122"/>
              </a:rPr>
              <a:t> </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8"/>
          <p:cNvGrpSpPr/>
          <p:nvPr/>
        </p:nvGrpSpPr>
        <p:grpSpPr>
          <a:xfrm>
            <a:off x="3962400" y="838200"/>
            <a:ext cx="2239963" cy="522288"/>
            <a:chOff x="552" y="2714"/>
            <a:chExt cx="1411" cy="329"/>
          </a:xfrm>
        </p:grpSpPr>
        <p:sp>
          <p:nvSpPr>
            <p:cNvPr id="7178" name="Rectangle 19"/>
            <p:cNvSpPr/>
            <p:nvPr/>
          </p:nvSpPr>
          <p:spPr>
            <a:xfrm>
              <a:off x="1755" y="2750"/>
              <a:ext cx="208" cy="250"/>
            </a:xfrm>
            <a:prstGeom prst="rect">
              <a:avLst/>
            </a:prstGeom>
            <a:noFill/>
            <a:ln w="9525">
              <a:noFill/>
            </a:ln>
          </p:spPr>
          <p:txBody>
            <a:bodyPr wrap="none" lIns="0" tIns="0" rIns="0" bIns="0">
              <a:spAutoFit/>
            </a:bodyPr>
            <a:lstStyle/>
            <a:p>
              <a:pPr>
                <a:spcBef>
                  <a:spcPct val="0"/>
                </a:spcBef>
              </a:pPr>
              <a:r>
                <a:rPr lang="zh-CN" altLang="en-US" sz="2600" b="0" i="0" dirty="0">
                  <a:solidFill>
                    <a:schemeClr val="tx1"/>
                  </a:solidFill>
                  <a:latin typeface="Times New Roman" panose="02020603050405020304" pitchFamily="18" charset="0"/>
                  <a:ea typeface="宋体" panose="02010600030101010101" pitchFamily="2" charset="-122"/>
                </a:rPr>
                <a:t>。</a:t>
              </a:r>
            </a:p>
          </p:txBody>
        </p:sp>
        <p:sp>
          <p:nvSpPr>
            <p:cNvPr id="7179" name="Rectangle 20"/>
            <p:cNvSpPr/>
            <p:nvPr/>
          </p:nvSpPr>
          <p:spPr>
            <a:xfrm>
              <a:off x="1576" y="2743"/>
              <a:ext cx="150" cy="250"/>
            </a:xfrm>
            <a:prstGeom prst="rect">
              <a:avLst/>
            </a:prstGeom>
            <a:noFill/>
            <a:ln w="9525">
              <a:noFill/>
            </a:ln>
          </p:spPr>
          <p:txBody>
            <a:bodyPr wrap="none" lIns="0" tIns="0" rIns="0" bIns="0">
              <a:spAutoFit/>
            </a:bodyPr>
            <a:lstStyle/>
            <a:p>
              <a:pPr>
                <a:spcBef>
                  <a:spcPct val="0"/>
                </a:spcBef>
              </a:pPr>
              <a:r>
                <a:rPr lang="en-US" altLang="zh-CN" sz="2600" b="0" i="0" dirty="0">
                  <a:solidFill>
                    <a:schemeClr val="tx1"/>
                  </a:solidFill>
                  <a:latin typeface="Times New Roman" panose="02020603050405020304" pitchFamily="18" charset="0"/>
                  <a:ea typeface="宋体" panose="02010600030101010101" pitchFamily="2" charset="-122"/>
                </a:rPr>
                <a:t>V</a:t>
              </a:r>
            </a:p>
          </p:txBody>
        </p:sp>
        <p:sp>
          <p:nvSpPr>
            <p:cNvPr id="7180" name="Rectangle 21"/>
            <p:cNvSpPr/>
            <p:nvPr/>
          </p:nvSpPr>
          <p:spPr>
            <a:xfrm>
              <a:off x="1325" y="2743"/>
              <a:ext cx="208" cy="250"/>
            </a:xfrm>
            <a:prstGeom prst="rect">
              <a:avLst/>
            </a:prstGeom>
            <a:noFill/>
            <a:ln w="9525">
              <a:noFill/>
            </a:ln>
          </p:spPr>
          <p:txBody>
            <a:bodyPr wrap="none" lIns="0" tIns="0" rIns="0" bIns="0">
              <a:spAutoFit/>
            </a:bodyPr>
            <a:lstStyle/>
            <a:p>
              <a:pPr>
                <a:spcBef>
                  <a:spcPct val="0"/>
                </a:spcBef>
              </a:pPr>
              <a:r>
                <a:rPr lang="en-US" altLang="zh-CN" sz="2600" b="0" i="0" dirty="0">
                  <a:solidFill>
                    <a:schemeClr val="tx1"/>
                  </a:solidFill>
                  <a:latin typeface="Times New Roman" panose="02020603050405020304" pitchFamily="18" charset="0"/>
                  <a:ea typeface="宋体" panose="02010600030101010101" pitchFamily="2" charset="-122"/>
                </a:rPr>
                <a:t>10</a:t>
              </a:r>
            </a:p>
          </p:txBody>
        </p:sp>
        <p:sp>
          <p:nvSpPr>
            <p:cNvPr id="7181" name="Rectangle 22"/>
            <p:cNvSpPr/>
            <p:nvPr/>
          </p:nvSpPr>
          <p:spPr>
            <a:xfrm>
              <a:off x="1263" y="2743"/>
              <a:ext cx="52" cy="250"/>
            </a:xfrm>
            <a:prstGeom prst="rect">
              <a:avLst/>
            </a:prstGeom>
            <a:noFill/>
            <a:ln w="9525">
              <a:noFill/>
            </a:ln>
          </p:spPr>
          <p:txBody>
            <a:bodyPr wrap="none" lIns="0" tIns="0" rIns="0" bIns="0">
              <a:spAutoFit/>
            </a:bodyPr>
            <a:lstStyle/>
            <a:p>
              <a:pPr>
                <a:spcBef>
                  <a:spcPct val="0"/>
                </a:spcBef>
              </a:pPr>
              <a:r>
                <a:rPr lang="en-US" altLang="zh-CN" sz="2600" b="0" i="0" dirty="0">
                  <a:solidFill>
                    <a:schemeClr val="tx1"/>
                  </a:solidFill>
                  <a:latin typeface="Times New Roman" panose="02020603050405020304" pitchFamily="18" charset="0"/>
                  <a:ea typeface="宋体" panose="02010600030101010101" pitchFamily="2" charset="-122"/>
                </a:rPr>
                <a:t>.</a:t>
              </a:r>
            </a:p>
          </p:txBody>
        </p:sp>
        <p:sp>
          <p:nvSpPr>
            <p:cNvPr id="7182" name="Rectangle 23"/>
            <p:cNvSpPr/>
            <p:nvPr/>
          </p:nvSpPr>
          <p:spPr>
            <a:xfrm>
              <a:off x="1139" y="2743"/>
              <a:ext cx="104" cy="250"/>
            </a:xfrm>
            <a:prstGeom prst="rect">
              <a:avLst/>
            </a:prstGeom>
            <a:noFill/>
            <a:ln w="9525">
              <a:noFill/>
            </a:ln>
          </p:spPr>
          <p:txBody>
            <a:bodyPr wrap="none" lIns="0" tIns="0" rIns="0" bIns="0">
              <a:spAutoFit/>
            </a:bodyPr>
            <a:lstStyle/>
            <a:p>
              <a:pPr>
                <a:spcBef>
                  <a:spcPct val="0"/>
                </a:spcBef>
              </a:pPr>
              <a:r>
                <a:rPr lang="en-US" altLang="zh-CN" sz="2600" b="0" i="0" dirty="0">
                  <a:solidFill>
                    <a:schemeClr val="tx1"/>
                  </a:solidFill>
                  <a:latin typeface="Times New Roman" panose="02020603050405020304" pitchFamily="18" charset="0"/>
                  <a:ea typeface="宋体" panose="02010600030101010101" pitchFamily="2" charset="-122"/>
                </a:rPr>
                <a:t>1</a:t>
              </a:r>
            </a:p>
          </p:txBody>
        </p:sp>
        <p:sp>
          <p:nvSpPr>
            <p:cNvPr id="7183" name="Rectangle 24"/>
            <p:cNvSpPr/>
            <p:nvPr/>
          </p:nvSpPr>
          <p:spPr>
            <a:xfrm>
              <a:off x="973" y="2714"/>
              <a:ext cx="117" cy="250"/>
            </a:xfrm>
            <a:prstGeom prst="rect">
              <a:avLst/>
            </a:prstGeom>
            <a:noFill/>
            <a:ln w="9525">
              <a:noFill/>
            </a:ln>
          </p:spPr>
          <p:txBody>
            <a:bodyPr wrap="none" lIns="0" tIns="0" rIns="0" bIns="0">
              <a:spAutoFit/>
            </a:bodyPr>
            <a:lstStyle/>
            <a:p>
              <a:pPr>
                <a:spcBef>
                  <a:spcPct val="0"/>
                </a:spcBef>
              </a:pPr>
              <a:r>
                <a:rPr lang="en-US" altLang="zh-CN" sz="2600" b="0" i="0" dirty="0">
                  <a:solidFill>
                    <a:schemeClr val="tx1"/>
                  </a:solidFill>
                  <a:latin typeface="Times New Roman" panose="02020603050405020304" pitchFamily="18" charset="0"/>
                  <a:ea typeface="宋体" panose="02010600030101010101" pitchFamily="2" charset="-122"/>
                </a:rPr>
                <a:t>=</a:t>
              </a:r>
            </a:p>
          </p:txBody>
        </p:sp>
        <p:graphicFrame>
          <p:nvGraphicFramePr>
            <p:cNvPr id="7171" name="Object 25"/>
            <p:cNvGraphicFramePr>
              <a:graphicFrameLocks/>
            </p:cNvGraphicFramePr>
            <p:nvPr/>
          </p:nvGraphicFramePr>
          <p:xfrm>
            <a:off x="552" y="2736"/>
            <a:ext cx="389" cy="307"/>
          </p:xfrm>
          <a:graphic>
            <a:graphicData uri="http://schemas.openxmlformats.org/presentationml/2006/ole">
              <p:oleObj spid="_x0000_s52226" r:id="rId4" imgW="617220" imgH="487680" progId="">
                <p:embed/>
              </p:oleObj>
            </a:graphicData>
          </a:graphic>
        </p:graphicFrame>
      </p:grpSp>
      <p:sp>
        <p:nvSpPr>
          <p:cNvPr id="54298" name="Rectangle 26"/>
          <p:cNvSpPr/>
          <p:nvPr/>
        </p:nvSpPr>
        <p:spPr>
          <a:xfrm>
            <a:off x="152400" y="152400"/>
            <a:ext cx="8991600" cy="1282700"/>
          </a:xfrm>
          <a:prstGeom prst="rect">
            <a:avLst/>
          </a:prstGeom>
          <a:noFill/>
          <a:ln w="9525">
            <a:noFill/>
          </a:ln>
        </p:spPr>
        <p:txBody>
          <a:bodyPr>
            <a:spAutoFit/>
          </a:bodyPr>
          <a:lstStyle/>
          <a:p>
            <a:pPr>
              <a:spcBef>
                <a:spcPct val="0"/>
              </a:spcBef>
            </a:pPr>
            <a:r>
              <a:rPr lang="en-US" altLang="zh-CN" sz="2600" i="0" dirty="0">
                <a:solidFill>
                  <a:schemeClr val="tx1"/>
                </a:solidFill>
                <a:latin typeface="Times New Roman" panose="02020603050405020304" pitchFamily="18" charset="0"/>
              </a:rPr>
              <a:t>       </a:t>
            </a:r>
            <a:r>
              <a:rPr lang="zh-CN" altLang="en-US" sz="2600" dirty="0">
                <a:solidFill>
                  <a:srgbClr val="0033CC"/>
                </a:solidFill>
                <a:latin typeface="Times New Roman" panose="02020603050405020304" pitchFamily="18" charset="0"/>
              </a:rPr>
              <a:t>标准电动势</a:t>
            </a:r>
            <a:r>
              <a:rPr lang="en-US" altLang="zh-CN" sz="2600" dirty="0">
                <a:solidFill>
                  <a:srgbClr val="0033CC"/>
                </a:solidFill>
                <a:latin typeface="Times New Roman" panose="02020603050405020304" pitchFamily="18" charset="0"/>
              </a:rPr>
              <a:t>E</a:t>
            </a:r>
            <a:r>
              <a:rPr lang="en-US" altLang="zh-CN" sz="2600" baseline="-25000" dirty="0">
                <a:solidFill>
                  <a:srgbClr val="0033CC"/>
                </a:solidFill>
                <a:latin typeface="Times New Roman" panose="02020603050405020304" pitchFamily="18" charset="0"/>
              </a:rPr>
              <a:t>MF</a:t>
            </a:r>
            <a:r>
              <a:rPr lang="el-GR" altLang="zh-CN" sz="2600" baseline="30000" dirty="0">
                <a:solidFill>
                  <a:srgbClr val="0033CC"/>
                </a:solidFill>
                <a:latin typeface="Times New Roman" panose="02020603050405020304" pitchFamily="18" charset="0"/>
              </a:rPr>
              <a:t>Θ</a:t>
            </a:r>
            <a:r>
              <a:rPr lang="zh-CN" altLang="en-US" sz="2600" i="0" dirty="0">
                <a:solidFill>
                  <a:schemeClr val="tx1"/>
                </a:solidFill>
                <a:latin typeface="Times New Roman" panose="02020603050405020304" pitchFamily="18" charset="0"/>
              </a:rPr>
              <a:t>：当原电池的各物质都处于标态时测定的电动势。</a:t>
            </a:r>
          </a:p>
          <a:p>
            <a:pPr>
              <a:spcBef>
                <a:spcPct val="0"/>
              </a:spcBef>
            </a:pPr>
            <a:r>
              <a:rPr lang="zh-CN" altLang="en-US" sz="2600" i="0" dirty="0">
                <a:solidFill>
                  <a:schemeClr val="tx1"/>
                </a:solidFill>
                <a:latin typeface="Times New Roman" panose="02020603050405020304" pitchFamily="18" charset="0"/>
              </a:rPr>
              <a:t>        例如，铜锌原电池</a:t>
            </a:r>
          </a:p>
        </p:txBody>
      </p:sp>
      <p:graphicFrame>
        <p:nvGraphicFramePr>
          <p:cNvPr id="54301" name="Object 29"/>
          <p:cNvGraphicFramePr>
            <a:graphicFrameLocks/>
          </p:cNvGraphicFramePr>
          <p:nvPr/>
        </p:nvGraphicFramePr>
        <p:xfrm>
          <a:off x="3048000" y="4800600"/>
          <a:ext cx="3962400" cy="914400"/>
        </p:xfrm>
        <a:graphic>
          <a:graphicData uri="http://schemas.openxmlformats.org/presentationml/2006/ole">
            <p:oleObj spid="_x0000_s52225" r:id="rId5" imgW="889000" imgH="228600" progId="Equation.3">
              <p:embed/>
            </p:oleObj>
          </a:graphicData>
        </a:graphic>
      </p:graphicFrame>
      <p:sp>
        <p:nvSpPr>
          <p:cNvPr id="54302" name="Rectangle 30"/>
          <p:cNvSpPr/>
          <p:nvPr/>
        </p:nvSpPr>
        <p:spPr>
          <a:xfrm>
            <a:off x="2743200" y="3505200"/>
            <a:ext cx="4325938" cy="488950"/>
          </a:xfrm>
          <a:prstGeom prst="rect">
            <a:avLst/>
          </a:prstGeom>
          <a:noFill/>
          <a:ln w="9525">
            <a:noFill/>
          </a:ln>
        </p:spPr>
        <p:txBody>
          <a:bodyPr wrap="none">
            <a:spAutoFit/>
          </a:bodyPr>
          <a:lstStyle/>
          <a:p>
            <a:r>
              <a:rPr lang="zh-CN" altLang="en-US" sz="2600" i="0" dirty="0">
                <a:solidFill>
                  <a:schemeClr val="tx1"/>
                </a:solidFill>
                <a:latin typeface="Times New Roman" panose="02020603050405020304" pitchFamily="18" charset="0"/>
              </a:rPr>
              <a:t>电功</a:t>
            </a:r>
            <a:r>
              <a:rPr lang="en-US" altLang="zh-CN" sz="2600" i="0" dirty="0">
                <a:solidFill>
                  <a:schemeClr val="tx1"/>
                </a:solidFill>
                <a:latin typeface="Times New Roman" panose="02020603050405020304" pitchFamily="18" charset="0"/>
              </a:rPr>
              <a:t>(J)=</a:t>
            </a:r>
            <a:r>
              <a:rPr lang="zh-CN" altLang="en-US" sz="2600" i="0" dirty="0">
                <a:solidFill>
                  <a:schemeClr val="tx1"/>
                </a:solidFill>
                <a:latin typeface="Times New Roman" panose="02020603050405020304" pitchFamily="18" charset="0"/>
              </a:rPr>
              <a:t>电量</a:t>
            </a:r>
            <a:r>
              <a:rPr lang="en-US" altLang="zh-CN" sz="2600" i="0" dirty="0">
                <a:solidFill>
                  <a:schemeClr val="tx1"/>
                </a:solidFill>
                <a:latin typeface="Times New Roman" panose="02020603050405020304" pitchFamily="18" charset="0"/>
              </a:rPr>
              <a:t>(C)×</a:t>
            </a:r>
            <a:r>
              <a:rPr lang="zh-CN" altLang="en-US" sz="2600" i="0" dirty="0">
                <a:solidFill>
                  <a:schemeClr val="tx1"/>
                </a:solidFill>
                <a:latin typeface="Times New Roman" panose="02020603050405020304" pitchFamily="18" charset="0"/>
              </a:rPr>
              <a:t>电势差</a:t>
            </a:r>
            <a:r>
              <a:rPr lang="en-US" altLang="zh-CN" sz="2600" i="0" dirty="0">
                <a:solidFill>
                  <a:schemeClr val="tx1"/>
                </a:solidFill>
                <a:latin typeface="Times New Roman" panose="02020603050405020304" pitchFamily="18" charset="0"/>
              </a:rPr>
              <a:t>(V)</a:t>
            </a:r>
          </a:p>
        </p:txBody>
      </p:sp>
      <p:sp>
        <p:nvSpPr>
          <p:cNvPr id="54317" name="Rectangle 45"/>
          <p:cNvSpPr/>
          <p:nvPr/>
        </p:nvSpPr>
        <p:spPr>
          <a:xfrm>
            <a:off x="152400" y="1676400"/>
            <a:ext cx="6248400" cy="609600"/>
          </a:xfrm>
          <a:prstGeom prst="rect">
            <a:avLst/>
          </a:prstGeom>
          <a:gradFill rotWithShape="1">
            <a:gsLst>
              <a:gs pos="0">
                <a:srgbClr val="767600"/>
              </a:gs>
              <a:gs pos="50000">
                <a:srgbClr val="FFFF00"/>
              </a:gs>
              <a:gs pos="100000">
                <a:srgbClr val="767600"/>
              </a:gs>
            </a:gsLst>
            <a:lin ang="5400000" scaled="1"/>
            <a:tileRect/>
          </a:gradFill>
          <a:ln w="9525">
            <a:noFill/>
          </a:ln>
        </p:spPr>
        <p:txBody>
          <a:bodyPr anchor="ctr" anchorCtr="0"/>
          <a:lstStyle/>
          <a:p>
            <a:pPr>
              <a:spcBef>
                <a:spcPct val="0"/>
              </a:spcBef>
            </a:pPr>
            <a:r>
              <a:rPr lang="en-US" altLang="zh-CN" sz="2600" dirty="0">
                <a:solidFill>
                  <a:schemeClr val="tx1"/>
                </a:solidFill>
                <a:latin typeface="Times New Roman" panose="02020603050405020304" pitchFamily="18" charset="0"/>
              </a:rPr>
              <a:t>7.2.5   </a:t>
            </a:r>
            <a:r>
              <a:rPr lang="zh-CN" altLang="en-US" sz="2600" dirty="0">
                <a:solidFill>
                  <a:schemeClr val="tx1"/>
                </a:solidFill>
                <a:latin typeface="Times New Roman" panose="02020603050405020304" pitchFamily="18" charset="0"/>
              </a:rPr>
              <a:t>原</a:t>
            </a:r>
            <a:r>
              <a:rPr lang="zh-CN" altLang="zh-CN" sz="2600" dirty="0">
                <a:solidFill>
                  <a:schemeClr val="tx1"/>
                </a:solidFill>
                <a:latin typeface="Times New Roman" panose="02020603050405020304" pitchFamily="18" charset="0"/>
              </a:rPr>
              <a:t>电池电动势与</a:t>
            </a:r>
            <a:r>
              <a:rPr lang="en-US" altLang="zh-CN" sz="2600" dirty="0">
                <a:solidFill>
                  <a:schemeClr val="tx1"/>
                </a:solidFill>
                <a:latin typeface="Times New Roman" panose="02020603050405020304" pitchFamily="18" charset="0"/>
              </a:rPr>
              <a:t>Gibbs</a:t>
            </a:r>
            <a:r>
              <a:rPr lang="zh-CN" altLang="en-US" sz="2600" dirty="0">
                <a:solidFill>
                  <a:schemeClr val="tx1"/>
                </a:solidFill>
                <a:latin typeface="Times New Roman" panose="02020603050405020304" pitchFamily="18" charset="0"/>
              </a:rPr>
              <a:t>函数的关系</a:t>
            </a:r>
          </a:p>
        </p:txBody>
      </p:sp>
      <p:sp>
        <p:nvSpPr>
          <p:cNvPr id="54318" name="Rectangle 46"/>
          <p:cNvSpPr/>
          <p:nvPr/>
        </p:nvSpPr>
        <p:spPr>
          <a:xfrm>
            <a:off x="533400" y="2438400"/>
            <a:ext cx="8458200" cy="885825"/>
          </a:xfrm>
          <a:prstGeom prst="rect">
            <a:avLst/>
          </a:prstGeom>
          <a:noFill/>
          <a:ln w="9525">
            <a:noFill/>
          </a:ln>
        </p:spPr>
        <p:txBody>
          <a:bodyPr>
            <a:spAutoFit/>
          </a:bodyPr>
          <a:lstStyle/>
          <a:p>
            <a:pPr>
              <a:spcBef>
                <a:spcPct val="0"/>
              </a:spcBef>
            </a:pPr>
            <a:r>
              <a:rPr lang="zh-CN" altLang="en-US" sz="2600" dirty="0">
                <a:solidFill>
                  <a:schemeClr val="tx1"/>
                </a:solidFill>
                <a:latin typeface="Times New Roman" panose="02020603050405020304" pitchFamily="18" charset="0"/>
              </a:rPr>
              <a:t>原</a:t>
            </a:r>
            <a:r>
              <a:rPr lang="zh-CN" altLang="zh-CN" sz="2600" dirty="0">
                <a:solidFill>
                  <a:schemeClr val="tx1"/>
                </a:solidFill>
                <a:latin typeface="Times New Roman" panose="02020603050405020304" pitchFamily="18" charset="0"/>
              </a:rPr>
              <a:t>电池必须</a:t>
            </a:r>
            <a:r>
              <a:rPr lang="zh-CN" altLang="en-US" sz="2600" dirty="0">
                <a:solidFill>
                  <a:schemeClr val="tx1"/>
                </a:solidFill>
                <a:latin typeface="Times New Roman" panose="02020603050405020304" pitchFamily="18" charset="0"/>
              </a:rPr>
              <a:t>是</a:t>
            </a:r>
            <a:r>
              <a:rPr lang="zh-CN" altLang="zh-CN" sz="2600" dirty="0">
                <a:solidFill>
                  <a:schemeClr val="tx1"/>
                </a:solidFill>
                <a:latin typeface="Times New Roman" panose="02020603050405020304" pitchFamily="18" charset="0"/>
              </a:rPr>
              <a:t>可逆电池</a:t>
            </a:r>
            <a:r>
              <a:rPr lang="zh-CN" altLang="en-US" sz="2600" dirty="0">
                <a:solidFill>
                  <a:schemeClr val="tx1"/>
                </a:solidFill>
                <a:latin typeface="Times New Roman" panose="02020603050405020304" pitchFamily="18" charset="0"/>
              </a:rPr>
              <a:t>：具备两条件</a:t>
            </a:r>
          </a:p>
          <a:p>
            <a:pPr algn="ctr">
              <a:spcBef>
                <a:spcPct val="0"/>
              </a:spcBef>
            </a:pPr>
            <a:r>
              <a:rPr lang="zh-CN" altLang="en-US" sz="2600" dirty="0">
                <a:solidFill>
                  <a:schemeClr val="tx1"/>
                </a:solidFill>
                <a:latin typeface="Times New Roman" panose="02020603050405020304" pitchFamily="18" charset="0"/>
              </a:rPr>
              <a:t>            </a:t>
            </a:r>
            <a:r>
              <a:rPr lang="en-US" altLang="zh-CN" sz="2600" dirty="0">
                <a:solidFill>
                  <a:schemeClr val="tx1"/>
                </a:solidFill>
                <a:latin typeface="Times New Roman" panose="02020603050405020304" pitchFamily="18" charset="0"/>
              </a:rPr>
              <a:t>(i)</a:t>
            </a:r>
            <a:r>
              <a:rPr lang="zh-CN" altLang="en-US" sz="2600" dirty="0">
                <a:solidFill>
                  <a:schemeClr val="tx1"/>
                </a:solidFill>
                <a:latin typeface="Times New Roman" panose="02020603050405020304" pitchFamily="18" charset="0"/>
              </a:rPr>
              <a:t>两电极可逆；</a:t>
            </a:r>
            <a:r>
              <a:rPr lang="en-US" altLang="zh-CN" sz="2600" dirty="0">
                <a:solidFill>
                  <a:schemeClr val="tx1"/>
                </a:solidFill>
                <a:latin typeface="Times New Roman" panose="02020603050405020304" pitchFamily="18" charset="0"/>
              </a:rPr>
              <a:t>(ii)</a:t>
            </a:r>
            <a:r>
              <a:rPr lang="zh-CN" altLang="en-US" sz="2600" dirty="0">
                <a:solidFill>
                  <a:schemeClr val="tx1"/>
                </a:solidFill>
                <a:latin typeface="Times New Roman" panose="02020603050405020304" pitchFamily="18" charset="0"/>
              </a:rPr>
              <a:t>通过的电流无限小</a:t>
            </a:r>
          </a:p>
        </p:txBody>
      </p:sp>
      <p:sp>
        <p:nvSpPr>
          <p:cNvPr id="54319" name="Rectangle 47"/>
          <p:cNvSpPr/>
          <p:nvPr/>
        </p:nvSpPr>
        <p:spPr>
          <a:xfrm>
            <a:off x="304800" y="4114800"/>
            <a:ext cx="4267200" cy="488950"/>
          </a:xfrm>
          <a:prstGeom prst="rect">
            <a:avLst/>
          </a:prstGeom>
          <a:noFill/>
          <a:ln w="9525">
            <a:noFill/>
          </a:ln>
        </p:spPr>
        <p:txBody>
          <a:bodyPr>
            <a:spAutoFit/>
          </a:bodyPr>
          <a:lstStyle/>
          <a:p>
            <a:pPr>
              <a:spcBef>
                <a:spcPct val="0"/>
              </a:spcBef>
            </a:pPr>
            <a:r>
              <a:rPr lang="zh-CN" altLang="zh-CN" sz="2600" dirty="0">
                <a:solidFill>
                  <a:schemeClr val="tx1"/>
                </a:solidFill>
                <a:latin typeface="Times New Roman" panose="02020603050405020304" pitchFamily="18" charset="0"/>
              </a:rPr>
              <a:t>可逆电池的最大功W</a:t>
            </a:r>
            <a:r>
              <a:rPr lang="zh-CN" altLang="zh-CN" sz="2600" baseline="-25000" dirty="0">
                <a:solidFill>
                  <a:schemeClr val="tx1"/>
                </a:solidFill>
                <a:latin typeface="Times New Roman" panose="02020603050405020304" pitchFamily="18" charset="0"/>
              </a:rPr>
              <a:t>max</a:t>
            </a:r>
            <a:r>
              <a:rPr lang="zh-CN" altLang="zh-CN" sz="2600" dirty="0">
                <a:solidFill>
                  <a:schemeClr val="tx1"/>
                </a:solidFill>
                <a:latin typeface="Times New Roman" panose="02020603050405020304" pitchFamily="18" charset="0"/>
              </a:rPr>
              <a:t>为：</a:t>
            </a:r>
            <a:endParaRPr lang="zh-CN" altLang="en-US" sz="26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4298"/>
                                        </p:tgtEl>
                                        <p:attrNameLst>
                                          <p:attrName>style.visibility</p:attrName>
                                        </p:attrNameLst>
                                      </p:cBhvr>
                                      <p:to>
                                        <p:strVal val="visible"/>
                                      </p:to>
                                    </p:set>
                                    <p:animEffect transition="in" filter="strips(downLeft)">
                                      <p:cBhvr>
                                        <p:cTn id="7" dur="1000"/>
                                        <p:tgtEl>
                                          <p:spTgt spid="54298"/>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strips(down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4317"/>
                                        </p:tgtEl>
                                        <p:attrNameLst>
                                          <p:attrName>style.visibility</p:attrName>
                                        </p:attrNameLst>
                                      </p:cBhvr>
                                      <p:to>
                                        <p:strVal val="visible"/>
                                      </p:to>
                                    </p:set>
                                    <p:animEffect transition="in" filter="strips(downLeft)">
                                      <p:cBhvr>
                                        <p:cTn id="17" dur="1000"/>
                                        <p:tgtEl>
                                          <p:spTgt spid="54317"/>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grpId="0" nodeType="clickEffect">
                                  <p:stCondLst>
                                    <p:cond delay="0"/>
                                  </p:stCondLst>
                                  <p:childTnLst>
                                    <p:set>
                                      <p:cBhvr>
                                        <p:cTn id="21" dur="1" fill="hold">
                                          <p:stCondLst>
                                            <p:cond delay="0"/>
                                          </p:stCondLst>
                                        </p:cTn>
                                        <p:tgtEl>
                                          <p:spTgt spid="54318"/>
                                        </p:tgtEl>
                                        <p:attrNameLst>
                                          <p:attrName>style.visibility</p:attrName>
                                        </p:attrNameLst>
                                      </p:cBhvr>
                                      <p:to>
                                        <p:strVal val="visible"/>
                                      </p:to>
                                    </p:set>
                                    <p:animEffect transition="in" filter="strips(downLeft)">
                                      <p:cBhvr>
                                        <p:cTn id="22" dur="1000"/>
                                        <p:tgtEl>
                                          <p:spTgt spid="5431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grpId="0" nodeType="clickEffect">
                                  <p:stCondLst>
                                    <p:cond delay="0"/>
                                  </p:stCondLst>
                                  <p:childTnLst>
                                    <p:set>
                                      <p:cBhvr>
                                        <p:cTn id="26" dur="1" fill="hold">
                                          <p:stCondLst>
                                            <p:cond delay="0"/>
                                          </p:stCondLst>
                                        </p:cTn>
                                        <p:tgtEl>
                                          <p:spTgt spid="54302"/>
                                        </p:tgtEl>
                                        <p:attrNameLst>
                                          <p:attrName>style.visibility</p:attrName>
                                        </p:attrNameLst>
                                      </p:cBhvr>
                                      <p:to>
                                        <p:strVal val="visible"/>
                                      </p:to>
                                    </p:set>
                                    <p:animEffect transition="in" filter="strips(downLeft)">
                                      <p:cBhvr>
                                        <p:cTn id="27" dur="1000"/>
                                        <p:tgtEl>
                                          <p:spTgt spid="54302"/>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54319"/>
                                        </p:tgtEl>
                                        <p:attrNameLst>
                                          <p:attrName>style.visibility</p:attrName>
                                        </p:attrNameLst>
                                      </p:cBhvr>
                                      <p:to>
                                        <p:strVal val="visible"/>
                                      </p:to>
                                    </p:set>
                                    <p:animEffect transition="in" filter="strips(downLeft)">
                                      <p:cBhvr>
                                        <p:cTn id="32" dur="1000"/>
                                        <p:tgtEl>
                                          <p:spTgt spid="5431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12" fill="hold" nodeType="clickEffect">
                                  <p:stCondLst>
                                    <p:cond delay="0"/>
                                  </p:stCondLst>
                                  <p:childTnLst>
                                    <p:set>
                                      <p:cBhvr>
                                        <p:cTn id="36" dur="1" fill="hold">
                                          <p:stCondLst>
                                            <p:cond delay="0"/>
                                          </p:stCondLst>
                                        </p:cTn>
                                        <p:tgtEl>
                                          <p:spTgt spid="54301"/>
                                        </p:tgtEl>
                                        <p:attrNameLst>
                                          <p:attrName>style.visibility</p:attrName>
                                        </p:attrNameLst>
                                      </p:cBhvr>
                                      <p:to>
                                        <p:strVal val="visible"/>
                                      </p:to>
                                    </p:set>
                                    <p:animEffect transition="in" filter="strips(downLeft)">
                                      <p:cBhvr>
                                        <p:cTn id="37" dur="1000"/>
                                        <p:tgtEl>
                                          <p:spTgt spid="54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98" grpId="0"/>
      <p:bldP spid="54302" grpId="0"/>
      <p:bldP spid="54317" grpId="0" animBg="1"/>
      <p:bldP spid="54318" grpId="0"/>
      <p:bldP spid="54319" grpId="0"/>
    </p:bld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56328" name="Object 8"/>
          <p:cNvGraphicFramePr>
            <a:graphicFrameLocks/>
          </p:cNvGraphicFramePr>
          <p:nvPr>
            <p:ph idx="1"/>
          </p:nvPr>
        </p:nvGraphicFramePr>
        <p:xfrm>
          <a:off x="3352800" y="2286000"/>
          <a:ext cx="3352800" cy="1447800"/>
        </p:xfrm>
        <a:graphic>
          <a:graphicData uri="http://schemas.openxmlformats.org/presentationml/2006/ole">
            <p:oleObj spid="_x0000_s60417" r:id="rId4" imgW="1028700" imgH="457200" progId="Equation.3">
              <p:embed/>
            </p:oleObj>
          </a:graphicData>
        </a:graphic>
      </p:graphicFrame>
      <p:grpSp>
        <p:nvGrpSpPr>
          <p:cNvPr id="20" name="Group 10"/>
          <p:cNvGrpSpPr/>
          <p:nvPr/>
        </p:nvGrpSpPr>
        <p:grpSpPr bwMode="auto">
          <a:xfrm>
            <a:off x="1371600" y="3962400"/>
            <a:ext cx="6434138" cy="704850"/>
            <a:chOff x="1296" y="3664"/>
            <a:chExt cx="3120" cy="455"/>
          </a:xfrm>
          <a:solidFill>
            <a:srgbClr val="FFC000"/>
          </a:solidFill>
        </p:grpSpPr>
      </p:grpSp>
      <p:sp>
        <p:nvSpPr>
          <p:cNvPr id="56343" name="Rectangle 23"/>
          <p:cNvSpPr/>
          <p:nvPr/>
        </p:nvSpPr>
        <p:spPr>
          <a:xfrm>
            <a:off x="457200" y="1600200"/>
            <a:ext cx="6248400" cy="488950"/>
          </a:xfrm>
          <a:prstGeom prst="rect">
            <a:avLst/>
          </a:prstGeom>
          <a:noFill/>
          <a:ln w="9525">
            <a:noFill/>
          </a:ln>
        </p:spPr>
        <p:txBody>
          <a:bodyPr>
            <a:spAutoFit/>
          </a:bodyPr>
          <a:lstStyle/>
          <a:p>
            <a:pPr>
              <a:spcBef>
                <a:spcPct val="0"/>
              </a:spcBef>
            </a:pPr>
            <a:r>
              <a:rPr lang="zh-CN" altLang="zh-CN" sz="2600" dirty="0">
                <a:solidFill>
                  <a:schemeClr val="tx1"/>
                </a:solidFill>
                <a:latin typeface="Times New Roman" panose="02020603050405020304" pitchFamily="18" charset="0"/>
              </a:rPr>
              <a:t>热力学表明，在恒温恒压下：</a:t>
            </a:r>
            <a:endParaRPr lang="zh-CN" altLang="en-US" sz="2600" dirty="0">
              <a:solidFill>
                <a:schemeClr val="tx1"/>
              </a:solidFill>
              <a:latin typeface="Times New Roman" panose="02020603050405020304" pitchFamily="18" charset="0"/>
            </a:endParaRPr>
          </a:p>
        </p:txBody>
      </p:sp>
      <p:sp>
        <p:nvSpPr>
          <p:cNvPr id="56344" name="Rectangle 24"/>
          <p:cNvSpPr/>
          <p:nvPr/>
        </p:nvSpPr>
        <p:spPr>
          <a:xfrm>
            <a:off x="2438400" y="990600"/>
            <a:ext cx="4572000" cy="488950"/>
          </a:xfrm>
          <a:prstGeom prst="rect">
            <a:avLst/>
          </a:prstGeom>
          <a:solidFill>
            <a:srgbClr val="FF99CC"/>
          </a:solidFill>
          <a:ln w="9525">
            <a:noFill/>
          </a:ln>
        </p:spPr>
        <p:txBody>
          <a:bodyPr>
            <a:spAutoFit/>
          </a:bodyPr>
          <a:lstStyle/>
          <a:p>
            <a:pPr algn="ctr">
              <a:spcBef>
                <a:spcPct val="0"/>
              </a:spcBef>
            </a:pPr>
            <a:r>
              <a:rPr lang="en-US" altLang="zh-CN" sz="2600" dirty="0">
                <a:solidFill>
                  <a:schemeClr val="tx1"/>
                </a:solidFill>
                <a:latin typeface="Times New Roman" panose="02020603050405020304" pitchFamily="18" charset="0"/>
                <a:ea typeface="宋体" panose="02010600030101010101" pitchFamily="2" charset="-122"/>
              </a:rPr>
              <a:t>F  </a:t>
            </a:r>
            <a:r>
              <a:rPr lang="en-US" altLang="zh-CN" sz="2600" i="0" dirty="0">
                <a:solidFill>
                  <a:schemeClr val="tx1"/>
                </a:solidFill>
                <a:latin typeface="Times New Roman" panose="02020603050405020304" pitchFamily="18" charset="0"/>
                <a:ea typeface="宋体" panose="02010600030101010101" pitchFamily="2" charset="-122"/>
              </a:rPr>
              <a:t>= 9.6485×10</a:t>
            </a:r>
            <a:r>
              <a:rPr lang="en-US" altLang="zh-CN" sz="2600" i="0" baseline="30000" dirty="0">
                <a:solidFill>
                  <a:schemeClr val="tx1"/>
                </a:solidFill>
                <a:latin typeface="Times New Roman" panose="02020603050405020304" pitchFamily="18" charset="0"/>
                <a:ea typeface="宋体" panose="02010600030101010101" pitchFamily="2" charset="-122"/>
              </a:rPr>
              <a:t>4</a:t>
            </a:r>
            <a:r>
              <a:rPr lang="en-US" altLang="zh-CN" sz="2600" i="0" dirty="0">
                <a:solidFill>
                  <a:schemeClr val="tx1"/>
                </a:solidFill>
                <a:latin typeface="Times New Roman" panose="02020603050405020304" pitchFamily="18" charset="0"/>
                <a:ea typeface="宋体" panose="02010600030101010101" pitchFamily="2" charset="-122"/>
              </a:rPr>
              <a:t>  C</a:t>
            </a: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i="0" dirty="0">
                <a:solidFill>
                  <a:schemeClr val="tx1"/>
                </a:solidFill>
                <a:latin typeface="Times New Roman" panose="02020603050405020304" pitchFamily="18" charset="0"/>
                <a:ea typeface="宋体" panose="02010600030101010101" pitchFamily="2" charset="-122"/>
              </a:rPr>
              <a:t>mol</a:t>
            </a:r>
            <a:r>
              <a:rPr lang="en-US" altLang="zh-CN" sz="2600" i="0" baseline="30000" dirty="0">
                <a:solidFill>
                  <a:schemeClr val="tx1"/>
                </a:solidFill>
                <a:latin typeface="Times New Roman" panose="02020603050405020304" pitchFamily="18" charset="0"/>
                <a:ea typeface="宋体" panose="02010600030101010101" pitchFamily="2" charset="-122"/>
              </a:rPr>
              <a:t>-1</a:t>
            </a:r>
          </a:p>
        </p:txBody>
      </p:sp>
      <p:sp>
        <p:nvSpPr>
          <p:cNvPr id="56345" name="Rectangle 25"/>
          <p:cNvSpPr/>
          <p:nvPr/>
        </p:nvSpPr>
        <p:spPr>
          <a:xfrm>
            <a:off x="0" y="5105400"/>
            <a:ext cx="8915400" cy="885825"/>
          </a:xfrm>
          <a:prstGeom prst="rect">
            <a:avLst/>
          </a:prstGeom>
          <a:noFill/>
          <a:ln w="9525">
            <a:noFill/>
          </a:ln>
        </p:spPr>
        <p:txBody>
          <a:bodyPr>
            <a:spAutoFit/>
          </a:bodyPr>
          <a:lstStyle/>
          <a:p>
            <a:pPr>
              <a:spcBef>
                <a:spcPct val="0"/>
              </a:spcBef>
            </a:pPr>
            <a:r>
              <a:rPr lang="en-US" altLang="zh-CN" sz="26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这样，可以通过标态下的</a:t>
            </a:r>
            <a:r>
              <a:rPr lang="en-US" altLang="zh-CN" sz="2600" i="0" dirty="0">
                <a:solidFill>
                  <a:schemeClr val="tx1"/>
                </a:solidFill>
                <a:latin typeface="Times New Roman" panose="02020603050405020304" pitchFamily="18" charset="0"/>
              </a:rPr>
              <a:t>Gibbs</a:t>
            </a:r>
            <a:r>
              <a:rPr lang="zh-CN" altLang="en-US" sz="2600" i="0" dirty="0">
                <a:solidFill>
                  <a:schemeClr val="tx1"/>
                </a:solidFill>
                <a:latin typeface="Times New Roman" panose="02020603050405020304" pitchFamily="18" charset="0"/>
              </a:rPr>
              <a:t>函数来计算</a:t>
            </a:r>
            <a:r>
              <a:rPr lang="en-US" altLang="zh-CN" sz="2600" i="0" dirty="0">
                <a:solidFill>
                  <a:schemeClr val="tx1"/>
                </a:solidFill>
                <a:latin typeface="Times New Roman" panose="02020603050405020304" pitchFamily="18" charset="0"/>
              </a:rPr>
              <a:t>Redox</a:t>
            </a:r>
            <a:r>
              <a:rPr lang="zh-CN" altLang="en-US" sz="2600" i="0" dirty="0">
                <a:solidFill>
                  <a:schemeClr val="tx1"/>
                </a:solidFill>
                <a:latin typeface="Times New Roman" panose="02020603050405020304" pitchFamily="18" charset="0"/>
              </a:rPr>
              <a:t>反应组成的原电池的电动势；反之亦然。</a:t>
            </a:r>
          </a:p>
        </p:txBody>
      </p:sp>
      <p:sp>
        <p:nvSpPr>
          <p:cNvPr id="56349" name="Rectangle 29"/>
          <p:cNvSpPr/>
          <p:nvPr/>
        </p:nvSpPr>
        <p:spPr>
          <a:xfrm>
            <a:off x="304800" y="457200"/>
            <a:ext cx="6858000" cy="488950"/>
          </a:xfrm>
          <a:prstGeom prst="rect">
            <a:avLst/>
          </a:prstGeom>
          <a:noFill/>
          <a:ln w="9525">
            <a:noFill/>
          </a:ln>
        </p:spPr>
        <p:txBody>
          <a:bodyPr>
            <a:spAutoFit/>
          </a:bodyPr>
          <a:lstStyle/>
          <a:p>
            <a:pPr>
              <a:spcBef>
                <a:spcPct val="0"/>
              </a:spcBef>
            </a:pPr>
            <a:r>
              <a:rPr lang="zh-CN" altLang="en-US" sz="2600" dirty="0">
                <a:solidFill>
                  <a:schemeClr val="tx1"/>
                </a:solidFill>
                <a:latin typeface="Times New Roman" panose="02020603050405020304" pitchFamily="18" charset="0"/>
              </a:rPr>
              <a:t>其中，</a:t>
            </a:r>
            <a:r>
              <a:rPr lang="en-US" altLang="zh-CN" sz="2600" dirty="0">
                <a:solidFill>
                  <a:schemeClr val="tx1"/>
                </a:solidFill>
                <a:latin typeface="Times New Roman" panose="02020603050405020304" pitchFamily="18" charset="0"/>
              </a:rPr>
              <a:t>Z</a:t>
            </a:r>
            <a:r>
              <a:rPr lang="zh-CN" altLang="en-US" sz="2600" dirty="0">
                <a:solidFill>
                  <a:schemeClr val="tx1"/>
                </a:solidFill>
                <a:latin typeface="Times New Roman" panose="02020603050405020304" pitchFamily="18" charset="0"/>
              </a:rPr>
              <a:t>为得失电子总数，</a:t>
            </a:r>
            <a:r>
              <a:rPr lang="en-US" altLang="zh-CN" sz="2600" dirty="0">
                <a:solidFill>
                  <a:schemeClr val="tx1"/>
                </a:solidFill>
                <a:latin typeface="Times New Roman" panose="02020603050405020304" pitchFamily="18" charset="0"/>
              </a:rPr>
              <a:t>F</a:t>
            </a:r>
            <a:r>
              <a:rPr lang="zh-CN" altLang="en-US" sz="2600" dirty="0">
                <a:solidFill>
                  <a:schemeClr val="tx1"/>
                </a:solidFill>
                <a:latin typeface="Times New Roman" panose="02020603050405020304" pitchFamily="18" charset="0"/>
              </a:rPr>
              <a:t>是</a:t>
            </a:r>
            <a:r>
              <a:rPr lang="en-US" altLang="zh-CN" sz="2600" i="0" dirty="0">
                <a:solidFill>
                  <a:schemeClr val="tx1"/>
                </a:solidFill>
                <a:latin typeface="Times New Roman" panose="02020603050405020304" pitchFamily="18" charset="0"/>
              </a:rPr>
              <a:t>Faraday</a:t>
            </a:r>
            <a:r>
              <a:rPr lang="zh-CN" altLang="zh-CN" sz="2600" i="0" dirty="0">
                <a:solidFill>
                  <a:schemeClr val="tx1"/>
                </a:solidFill>
                <a:latin typeface="Times New Roman" panose="02020603050405020304" pitchFamily="18" charset="0"/>
              </a:rPr>
              <a:t>常数</a:t>
            </a:r>
            <a:endParaRPr lang="zh-CN" altLang="en-US" sz="2600" b="0" i="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grpId="0" nodeType="clickEffect">
                                  <p:stCondLst>
                                    <p:cond delay="0"/>
                                  </p:stCondLst>
                                  <p:childTnLst>
                                    <p:set>
                                      <p:cBhvr>
                                        <p:cTn id="6" dur="1" fill="hold">
                                          <p:stCondLst>
                                            <p:cond delay="0"/>
                                          </p:stCondLst>
                                        </p:cTn>
                                        <p:tgtEl>
                                          <p:spTgt spid="56349"/>
                                        </p:tgtEl>
                                        <p:attrNameLst>
                                          <p:attrName>style.visibility</p:attrName>
                                        </p:attrNameLst>
                                      </p:cBhvr>
                                      <p:to>
                                        <p:strVal val="visible"/>
                                      </p:to>
                                    </p:set>
                                    <p:animEffect transition="in" filter="strips(downLeft)">
                                      <p:cBhvr>
                                        <p:cTn id="7" dur="1000"/>
                                        <p:tgtEl>
                                          <p:spTgt spid="56349"/>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12" fill="hold" grpId="0" nodeType="clickEffect">
                                  <p:stCondLst>
                                    <p:cond delay="0"/>
                                  </p:stCondLst>
                                  <p:childTnLst>
                                    <p:set>
                                      <p:cBhvr>
                                        <p:cTn id="11" dur="1" fill="hold">
                                          <p:stCondLst>
                                            <p:cond delay="0"/>
                                          </p:stCondLst>
                                        </p:cTn>
                                        <p:tgtEl>
                                          <p:spTgt spid="56344"/>
                                        </p:tgtEl>
                                        <p:attrNameLst>
                                          <p:attrName>style.visibility</p:attrName>
                                        </p:attrNameLst>
                                      </p:cBhvr>
                                      <p:to>
                                        <p:strVal val="visible"/>
                                      </p:to>
                                    </p:set>
                                    <p:animEffect transition="in" filter="strips(downLeft)">
                                      <p:cBhvr>
                                        <p:cTn id="12" dur="1000"/>
                                        <p:tgtEl>
                                          <p:spTgt spid="56344"/>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grpId="0" nodeType="clickEffect">
                                  <p:stCondLst>
                                    <p:cond delay="0"/>
                                  </p:stCondLst>
                                  <p:childTnLst>
                                    <p:set>
                                      <p:cBhvr>
                                        <p:cTn id="16" dur="1" fill="hold">
                                          <p:stCondLst>
                                            <p:cond delay="0"/>
                                          </p:stCondLst>
                                        </p:cTn>
                                        <p:tgtEl>
                                          <p:spTgt spid="56343"/>
                                        </p:tgtEl>
                                        <p:attrNameLst>
                                          <p:attrName>style.visibility</p:attrName>
                                        </p:attrNameLst>
                                      </p:cBhvr>
                                      <p:to>
                                        <p:strVal val="visible"/>
                                      </p:to>
                                    </p:set>
                                    <p:animEffect transition="in" filter="strips(downLeft)">
                                      <p:cBhvr>
                                        <p:cTn id="17" dur="1000"/>
                                        <p:tgtEl>
                                          <p:spTgt spid="56343"/>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56328"/>
                                        </p:tgtEl>
                                        <p:attrNameLst>
                                          <p:attrName>style.visibility</p:attrName>
                                        </p:attrNameLst>
                                      </p:cBhvr>
                                      <p:to>
                                        <p:strVal val="visible"/>
                                      </p:to>
                                    </p:set>
                                    <p:animEffect transition="in" filter="strips(downLeft)">
                                      <p:cBhvr>
                                        <p:cTn id="22" dur="1000"/>
                                        <p:tgtEl>
                                          <p:spTgt spid="56328"/>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12"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animEffect transition="in" filter="strips(downLeft)">
                                      <p:cBhvr>
                                        <p:cTn id="27" dur="10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grpId="0" nodeType="clickEffect">
                                  <p:stCondLst>
                                    <p:cond delay="0"/>
                                  </p:stCondLst>
                                  <p:childTnLst>
                                    <p:set>
                                      <p:cBhvr>
                                        <p:cTn id="31" dur="1" fill="hold">
                                          <p:stCondLst>
                                            <p:cond delay="0"/>
                                          </p:stCondLst>
                                        </p:cTn>
                                        <p:tgtEl>
                                          <p:spTgt spid="56345"/>
                                        </p:tgtEl>
                                        <p:attrNameLst>
                                          <p:attrName>style.visibility</p:attrName>
                                        </p:attrNameLst>
                                      </p:cBhvr>
                                      <p:to>
                                        <p:strVal val="visible"/>
                                      </p:to>
                                    </p:set>
                                    <p:animEffect transition="in" filter="strips(downLeft)">
                                      <p:cBhvr>
                                        <p:cTn id="32" dur="1000"/>
                                        <p:tgtEl>
                                          <p:spTgt spid="563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43" grpId="0"/>
      <p:bldP spid="56344" grpId="0" animBg="1"/>
      <p:bldP spid="56345" grpId="0"/>
      <p:bldP spid="56349" grpId="0"/>
    </p:bld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8375" name="Rectangle 7"/>
          <p:cNvSpPr/>
          <p:nvPr/>
        </p:nvSpPr>
        <p:spPr>
          <a:xfrm>
            <a:off x="1524000" y="0"/>
            <a:ext cx="6858000" cy="609600"/>
          </a:xfrm>
          <a:prstGeom prst="rect">
            <a:avLst/>
          </a:prstGeom>
          <a:gradFill rotWithShape="1">
            <a:gsLst>
              <a:gs pos="0">
                <a:srgbClr val="475E00"/>
              </a:gs>
              <a:gs pos="50000">
                <a:srgbClr val="99CC00"/>
              </a:gs>
              <a:gs pos="100000">
                <a:srgbClr val="475E00"/>
              </a:gs>
            </a:gsLst>
            <a:lin ang="5400000" scaled="1"/>
            <a:tileRect/>
          </a:gradFill>
          <a:ln w="9525">
            <a:noFill/>
          </a:ln>
        </p:spPr>
        <p:txBody>
          <a:bodyPr anchor="ctr" anchorCtr="0"/>
          <a:lstStyle/>
          <a:p>
            <a:pPr algn="ctr">
              <a:spcBef>
                <a:spcPct val="0"/>
              </a:spcBef>
            </a:pPr>
            <a:r>
              <a:rPr lang="en-US" altLang="zh-CN" sz="3000" i="0" dirty="0">
                <a:solidFill>
                  <a:srgbClr val="FF0000"/>
                </a:solidFill>
                <a:latin typeface="Tahoma" panose="020B0604030504040204" pitchFamily="34" charset="0"/>
              </a:rPr>
              <a:t>§7.3</a:t>
            </a:r>
            <a:r>
              <a:rPr lang="en-US" altLang="zh-CN" sz="3000" i="0" dirty="0">
                <a:solidFill>
                  <a:srgbClr val="FF0000"/>
                </a:solidFill>
                <a:latin typeface="Times New Roman" panose="02020603050405020304" pitchFamily="18" charset="0"/>
              </a:rPr>
              <a:t>    </a:t>
            </a:r>
            <a:r>
              <a:rPr lang="zh-CN" altLang="en-US" sz="3000" i="0" dirty="0">
                <a:solidFill>
                  <a:srgbClr val="FF0000"/>
                </a:solidFill>
                <a:latin typeface="Times New Roman" panose="02020603050405020304" pitchFamily="18" charset="0"/>
              </a:rPr>
              <a:t>电极电势</a:t>
            </a:r>
            <a:r>
              <a:rPr lang="en-US" altLang="zh-CN" sz="3000" i="0" dirty="0">
                <a:solidFill>
                  <a:srgbClr val="FF0000"/>
                </a:solidFill>
                <a:latin typeface="Times New Roman" panose="02020603050405020304" pitchFamily="18" charset="0"/>
              </a:rPr>
              <a:t>(electrode potential)</a:t>
            </a:r>
          </a:p>
        </p:txBody>
      </p:sp>
      <p:sp>
        <p:nvSpPr>
          <p:cNvPr id="58376" name="Rectangle 8"/>
          <p:cNvSpPr/>
          <p:nvPr/>
        </p:nvSpPr>
        <p:spPr>
          <a:xfrm>
            <a:off x="0" y="914400"/>
            <a:ext cx="3657600" cy="609600"/>
          </a:xfrm>
          <a:prstGeom prst="rect">
            <a:avLst/>
          </a:prstGeom>
          <a:gradFill rotWithShape="1">
            <a:gsLst>
              <a:gs pos="0">
                <a:srgbClr val="767600"/>
              </a:gs>
              <a:gs pos="50000">
                <a:srgbClr val="FFFF00"/>
              </a:gs>
              <a:gs pos="100000">
                <a:srgbClr val="767600"/>
              </a:gs>
            </a:gsLst>
            <a:lin ang="5400000" scaled="1"/>
            <a:tileRect/>
          </a:gradFill>
          <a:ln w="9525">
            <a:noFill/>
          </a:ln>
        </p:spPr>
        <p:txBody>
          <a:bodyPr anchor="ctr" anchorCtr="0"/>
          <a:lstStyle/>
          <a:p>
            <a:pPr>
              <a:spcBef>
                <a:spcPct val="0"/>
              </a:spcBef>
            </a:pPr>
            <a:r>
              <a:rPr lang="en-US" altLang="zh-CN" sz="2600" dirty="0">
                <a:solidFill>
                  <a:srgbClr val="0000CC"/>
                </a:solidFill>
                <a:latin typeface="Times New Roman" panose="02020603050405020304" pitchFamily="18" charset="0"/>
              </a:rPr>
              <a:t>7.3.1   </a:t>
            </a:r>
            <a:r>
              <a:rPr lang="zh-CN" altLang="en-US" sz="2600" dirty="0">
                <a:solidFill>
                  <a:srgbClr val="0000CC"/>
                </a:solidFill>
                <a:latin typeface="Times New Roman" panose="02020603050405020304" pitchFamily="18" charset="0"/>
              </a:rPr>
              <a:t>电极电势的产生</a:t>
            </a:r>
          </a:p>
        </p:txBody>
      </p:sp>
      <p:pic>
        <p:nvPicPr>
          <p:cNvPr id="58378" name="Picture 10"/>
          <p:cNvPicPr>
            <a:picLocks noChangeAspect="1"/>
          </p:cNvPicPr>
          <p:nvPr/>
        </p:nvPicPr>
        <p:blipFill>
          <a:blip r:embed="rId3"/>
          <a:stretch>
            <a:fillRect/>
          </a:stretch>
        </p:blipFill>
        <p:spPr>
          <a:xfrm>
            <a:off x="4038600" y="1295400"/>
            <a:ext cx="4953000" cy="4572000"/>
          </a:xfrm>
          <a:prstGeom prst="rect">
            <a:avLst/>
          </a:prstGeom>
          <a:noFill/>
          <a:ln w="9525">
            <a:noFill/>
          </a:ln>
        </p:spPr>
      </p:pic>
      <p:sp>
        <p:nvSpPr>
          <p:cNvPr id="58379" name="Text Box 11"/>
          <p:cNvSpPr txBox="1"/>
          <p:nvPr/>
        </p:nvSpPr>
        <p:spPr>
          <a:xfrm>
            <a:off x="533400" y="1981200"/>
            <a:ext cx="3124200" cy="4021138"/>
          </a:xfrm>
          <a:prstGeom prst="rect">
            <a:avLst/>
          </a:prstGeom>
          <a:noFill/>
          <a:ln w="9525">
            <a:noFill/>
          </a:ln>
        </p:spPr>
        <p:txBody>
          <a:bodyPr>
            <a:spAutoFit/>
          </a:bodyPr>
          <a:lstStyle/>
          <a:p>
            <a:pPr algn="just">
              <a:lnSpc>
                <a:spcPct val="110000"/>
              </a:lnSpc>
            </a:pPr>
            <a:r>
              <a:rPr lang="en-US" altLang="zh-CN" sz="2600" i="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把</a:t>
            </a:r>
            <a:r>
              <a:rPr lang="zh-CN" altLang="en-US" sz="2600" dirty="0">
                <a:solidFill>
                  <a:schemeClr val="tx1"/>
                </a:solidFill>
                <a:latin typeface="Times New Roman" panose="02020603050405020304" pitchFamily="18" charset="0"/>
              </a:rPr>
              <a:t>金属</a:t>
            </a:r>
            <a:r>
              <a:rPr lang="en-US" altLang="zh-CN" sz="2600" dirty="0">
                <a:solidFill>
                  <a:schemeClr val="tx1"/>
                </a:solidFill>
                <a:latin typeface="Times New Roman" panose="02020603050405020304" pitchFamily="18" charset="0"/>
              </a:rPr>
              <a:t>M</a:t>
            </a:r>
            <a:r>
              <a:rPr lang="zh-CN" altLang="en-US" sz="2600" dirty="0">
                <a:solidFill>
                  <a:schemeClr val="tx1"/>
                </a:solidFill>
                <a:latin typeface="Times New Roman" panose="02020603050405020304" pitchFamily="18" charset="0"/>
              </a:rPr>
              <a:t>与其盐</a:t>
            </a:r>
            <a:r>
              <a:rPr lang="en-US" altLang="zh-CN" sz="2600" dirty="0">
                <a:solidFill>
                  <a:schemeClr val="tx1"/>
                </a:solidFill>
                <a:latin typeface="Times New Roman" panose="02020603050405020304" pitchFamily="18" charset="0"/>
              </a:rPr>
              <a:t>M </a:t>
            </a:r>
            <a:r>
              <a:rPr lang="en-US" altLang="zh-CN" sz="2600" baseline="3000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溶液接触面之间的电势差</a:t>
            </a:r>
            <a:r>
              <a:rPr lang="zh-CN" altLang="en-US" sz="2600" i="0" dirty="0">
                <a:solidFill>
                  <a:schemeClr val="tx1"/>
                </a:solidFill>
                <a:latin typeface="Times New Roman" panose="02020603050405020304" pitchFamily="18" charset="0"/>
              </a:rPr>
              <a:t>，称为该金属的平衡电极电势，即金属离子与金属单质构成的氧化还原电对</a:t>
            </a:r>
            <a:r>
              <a:rPr lang="en-US" altLang="zh-CN" sz="2600" i="0" dirty="0">
                <a:solidFill>
                  <a:schemeClr val="tx1"/>
                </a:solidFill>
                <a:latin typeface="Times New Roman" panose="02020603050405020304" pitchFamily="18" charset="0"/>
              </a:rPr>
              <a:t>(M</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/M)</a:t>
            </a:r>
            <a:r>
              <a:rPr lang="zh-CN" altLang="en-US" sz="2600" i="0" dirty="0">
                <a:solidFill>
                  <a:schemeClr val="tx1"/>
                </a:solidFill>
                <a:latin typeface="Times New Roman" panose="02020603050405020304" pitchFamily="18" charset="0"/>
              </a:rPr>
              <a:t>的电极电势</a:t>
            </a:r>
            <a:r>
              <a:rPr lang="en-US" altLang="zh-CN" sz="2600" i="0" dirty="0">
                <a:solidFill>
                  <a:schemeClr val="tx1"/>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记为</a:t>
            </a:r>
            <a:r>
              <a:rPr lang="en-US" altLang="zh-CN" sz="2600" dirty="0">
                <a:solidFill>
                  <a:srgbClr val="C00000"/>
                </a:solidFill>
                <a:latin typeface="Times New Roman" panose="02020603050405020304" pitchFamily="18" charset="0"/>
                <a:sym typeface="Symbol" panose="05050102010706020507" pitchFamily="18" charset="2"/>
              </a:rPr>
              <a:t>E</a:t>
            </a:r>
            <a:r>
              <a:rPr lang="en-US" altLang="zh-CN" sz="2600" dirty="0">
                <a:solidFill>
                  <a:srgbClr val="C00000"/>
                </a:solidFill>
                <a:latin typeface="Times New Roman" panose="02020603050405020304" pitchFamily="18" charset="0"/>
              </a:rPr>
              <a:t>(M</a:t>
            </a:r>
            <a:r>
              <a:rPr lang="en-US" altLang="zh-CN" sz="2600" baseline="30000" dirty="0">
                <a:solidFill>
                  <a:srgbClr val="C00000"/>
                </a:solidFill>
                <a:latin typeface="Times New Roman" panose="02020603050405020304" pitchFamily="18" charset="0"/>
              </a:rPr>
              <a:t>+</a:t>
            </a:r>
            <a:r>
              <a:rPr lang="en-US" altLang="zh-CN" sz="2600" dirty="0">
                <a:solidFill>
                  <a:srgbClr val="C00000"/>
                </a:solidFill>
                <a:latin typeface="Times New Roman" panose="02020603050405020304" pitchFamily="18" charset="0"/>
              </a:rPr>
              <a:t>/M)</a:t>
            </a:r>
            <a:r>
              <a:rPr lang="zh-CN" altLang="en-US" sz="2600" i="0" dirty="0">
                <a:solidFill>
                  <a:schemeClr val="tx1"/>
                </a:solidFill>
                <a:latin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8375"/>
                                        </p:tgtEl>
                                        <p:attrNameLst>
                                          <p:attrName>style.visibility</p:attrName>
                                        </p:attrNameLst>
                                      </p:cBhvr>
                                      <p:to>
                                        <p:strVal val="visible"/>
                                      </p:to>
                                    </p:set>
                                    <p:animEffect transition="in" filter="box(in)">
                                      <p:cBhvr>
                                        <p:cTn id="7" dur="1000"/>
                                        <p:tgtEl>
                                          <p:spTgt spid="5837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8376"/>
                                        </p:tgtEl>
                                        <p:attrNameLst>
                                          <p:attrName>style.visibility</p:attrName>
                                        </p:attrNameLst>
                                      </p:cBhvr>
                                      <p:to>
                                        <p:strVal val="visible"/>
                                      </p:to>
                                    </p:set>
                                    <p:animEffect transition="in" filter="box(in)">
                                      <p:cBhvr>
                                        <p:cTn id="12" dur="1000"/>
                                        <p:tgtEl>
                                          <p:spTgt spid="58376"/>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58379"/>
                                        </p:tgtEl>
                                        <p:attrNameLst>
                                          <p:attrName>style.visibility</p:attrName>
                                        </p:attrNameLst>
                                      </p:cBhvr>
                                      <p:to>
                                        <p:strVal val="visible"/>
                                      </p:to>
                                    </p:set>
                                    <p:animEffect transition="in" filter="box(in)">
                                      <p:cBhvr>
                                        <p:cTn id="17" dur="1000"/>
                                        <p:tgtEl>
                                          <p:spTgt spid="58379"/>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58378"/>
                                        </p:tgtEl>
                                        <p:attrNameLst>
                                          <p:attrName>style.visibility</p:attrName>
                                        </p:attrNameLst>
                                      </p:cBhvr>
                                      <p:to>
                                        <p:strVal val="visible"/>
                                      </p:to>
                                    </p:set>
                                    <p:animEffect transition="in" filter="box(in)">
                                      <p:cBhvr>
                                        <p:cTn id="22" dur="1000"/>
                                        <p:tgtEl>
                                          <p:spTgt spid="583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75" grpId="0" animBg="1"/>
      <p:bldP spid="58376" grpId="0" animBg="1"/>
      <p:bldP spid="58379" grpId="0"/>
    </p:bld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0423" name="Text Box 7"/>
          <p:cNvSpPr txBox="1"/>
          <p:nvPr/>
        </p:nvSpPr>
        <p:spPr>
          <a:xfrm>
            <a:off x="1295400" y="1447800"/>
            <a:ext cx="6248400" cy="1093788"/>
          </a:xfrm>
          <a:prstGeom prst="rect">
            <a:avLst/>
          </a:prstGeom>
          <a:noFill/>
          <a:ln w="9525" cap="flat" cmpd="sng">
            <a:solidFill>
              <a:srgbClr val="000000"/>
            </a:solidFill>
            <a:prstDash val="solid"/>
            <a:miter/>
            <a:headEnd type="none" w="med" len="med"/>
            <a:tailEnd type="none" w="med" len="med"/>
          </a:ln>
          <a:scene3d>
            <a:camera prst="legacyPerspectiveTopLeft">
              <a:rot lat="0" lon="0" rev="0"/>
            </a:camera>
            <a:lightRig rig="legacyFlat2" dir="t"/>
          </a:scene3d>
          <a:sp3d prstMaterial="legacyMetal">
            <a:bevelT w="13500" h="13500" prst="angle"/>
            <a:bevelB w="13500" h="13500" prst="angle"/>
            <a:extrusionClr>
              <a:srgbClr val="CCFFCC"/>
            </a:extrusionClr>
          </a:sp3d>
        </p:spPr>
        <p:txBody>
          <a:bodyPr>
            <a:spAutoFit/>
            <a:flatTx/>
          </a:bodyPr>
          <a:lstStyle/>
          <a:p>
            <a:pPr algn="ctr"/>
            <a:r>
              <a:rPr lang="zh-CN" altLang="en-US" sz="2600" i="0" dirty="0">
                <a:solidFill>
                  <a:schemeClr val="tx1"/>
                </a:solidFill>
                <a:latin typeface="Times New Roman" panose="02020603050405020304" pitchFamily="18" charset="0"/>
              </a:rPr>
              <a:t>电极电势的绝对值现还无法测知，</a:t>
            </a:r>
          </a:p>
          <a:p>
            <a:pPr algn="ctr"/>
            <a:r>
              <a:rPr lang="zh-CN" altLang="en-US" sz="2600" i="0" dirty="0">
                <a:solidFill>
                  <a:schemeClr val="tx1"/>
                </a:solidFill>
                <a:latin typeface="Times New Roman" panose="02020603050405020304" pitchFamily="18" charset="0"/>
              </a:rPr>
              <a:t>但可用比较方法确定它的相对值</a:t>
            </a:r>
          </a:p>
        </p:txBody>
      </p:sp>
      <p:sp>
        <p:nvSpPr>
          <p:cNvPr id="60424" name="AutoShape 8"/>
          <p:cNvSpPr/>
          <p:nvPr/>
        </p:nvSpPr>
        <p:spPr>
          <a:xfrm>
            <a:off x="685800" y="2590800"/>
            <a:ext cx="7772400" cy="2438400"/>
          </a:xfrm>
          <a:prstGeom prst="upArrowCallout">
            <a:avLst>
              <a:gd name="adj1" fmla="val 68735"/>
              <a:gd name="adj2" fmla="val 68752"/>
              <a:gd name="adj3" fmla="val 16662"/>
              <a:gd name="adj4" fmla="val 77222"/>
            </a:avLst>
          </a:prstGeom>
          <a:gradFill rotWithShape="1">
            <a:gsLst>
              <a:gs pos="0">
                <a:srgbClr val="767647"/>
              </a:gs>
              <a:gs pos="50000">
                <a:srgbClr val="FFFF99"/>
              </a:gs>
              <a:gs pos="100000">
                <a:srgbClr val="767647"/>
              </a:gs>
            </a:gsLst>
            <a:lin ang="5400000" scaled="1"/>
            <a:tileRect/>
          </a:gradFill>
          <a:ln w="9525" cap="flat" cmpd="sng">
            <a:solidFill>
              <a:schemeClr val="bg1"/>
            </a:solidFill>
            <a:prstDash val="solid"/>
            <a:miter/>
            <a:headEnd type="none" w="med" len="med"/>
            <a:tailEnd type="none" w="med" len="med"/>
          </a:ln>
        </p:spPr>
        <p:txBody>
          <a:bodyPr wrap="none" anchor="ctr" anchorCtr="0"/>
          <a:lstStyle/>
          <a:p>
            <a:pPr algn="ctr">
              <a:lnSpc>
                <a:spcPct val="130000"/>
              </a:lnSpc>
              <a:spcBef>
                <a:spcPct val="10000"/>
              </a:spcBef>
            </a:pPr>
            <a:r>
              <a:rPr lang="zh-CN" altLang="en-US" sz="2600" i="0" dirty="0">
                <a:solidFill>
                  <a:schemeClr val="tx1"/>
                </a:solidFill>
                <a:latin typeface="楷体_GB2312" pitchFamily="49" charset="-122"/>
              </a:rPr>
              <a:t>选用标准氢电极作为比较标准，规定它</a:t>
            </a:r>
          </a:p>
          <a:p>
            <a:pPr algn="ctr">
              <a:lnSpc>
                <a:spcPct val="130000"/>
              </a:lnSpc>
              <a:spcBef>
                <a:spcPct val="10000"/>
              </a:spcBef>
            </a:pPr>
            <a:r>
              <a:rPr lang="zh-CN" altLang="en-US" sz="2600" i="0" dirty="0">
                <a:solidFill>
                  <a:schemeClr val="tx1"/>
                </a:solidFill>
                <a:latin typeface="楷体_GB2312" pitchFamily="49" charset="-122"/>
              </a:rPr>
              <a:t>的电极电势值为零</a:t>
            </a:r>
            <a:r>
              <a:rPr lang="en-US" altLang="zh-CN" sz="2600" i="0" dirty="0">
                <a:solidFill>
                  <a:schemeClr val="tx1"/>
                </a:solidFill>
                <a:latin typeface="楷体_GB2312" pitchFamily="49" charset="-122"/>
              </a:rPr>
              <a:t>.</a:t>
            </a:r>
            <a:r>
              <a:rPr lang="zh-CN" altLang="en-US" sz="2600" i="0" dirty="0">
                <a:solidFill>
                  <a:schemeClr val="tx1"/>
                </a:solidFill>
                <a:latin typeface="楷体_GB2312" pitchFamily="49" charset="-122"/>
              </a:rPr>
              <a:t>即</a:t>
            </a:r>
            <a:r>
              <a:rPr lang="en-US" altLang="zh-CN" sz="2600" dirty="0">
                <a:solidFill>
                  <a:srgbClr val="C00000"/>
                </a:solidFill>
                <a:latin typeface="Times New Roman" panose="02020603050405020304" pitchFamily="18" charset="0"/>
                <a:sym typeface="Symbol" panose="05050102010706020507" pitchFamily="18" charset="2"/>
              </a:rPr>
              <a:t>E</a:t>
            </a:r>
            <a:r>
              <a:rPr lang="en-US" altLang="zh-CN" sz="2600" baseline="30000" dirty="0">
                <a:solidFill>
                  <a:srgbClr val="C00000"/>
                </a:solidFill>
                <a:latin typeface="Times New Roman" panose="02020603050405020304" pitchFamily="18" charset="0"/>
                <a:sym typeface="Symbol" panose="05050102010706020507" pitchFamily="18" charset="2"/>
              </a:rPr>
              <a:t>        </a:t>
            </a:r>
            <a:r>
              <a:rPr lang="en-US" altLang="zh-CN" sz="2600" dirty="0">
                <a:solidFill>
                  <a:srgbClr val="C00000"/>
                </a:solidFill>
                <a:latin typeface="Times New Roman" panose="02020603050405020304" pitchFamily="18" charset="0"/>
              </a:rPr>
              <a:t>(H</a:t>
            </a:r>
            <a:r>
              <a:rPr lang="en-US" altLang="zh-CN" sz="2600" baseline="30000" dirty="0">
                <a:solidFill>
                  <a:srgbClr val="C00000"/>
                </a:solidFill>
                <a:latin typeface="Times New Roman" panose="02020603050405020304" pitchFamily="18" charset="0"/>
              </a:rPr>
              <a:t>+</a:t>
            </a:r>
            <a:r>
              <a:rPr lang="en-US" altLang="zh-CN" sz="2600" dirty="0">
                <a:solidFill>
                  <a:srgbClr val="C00000"/>
                </a:solidFill>
                <a:latin typeface="Times New Roman" panose="02020603050405020304" pitchFamily="18" charset="0"/>
              </a:rPr>
              <a:t>/H</a:t>
            </a:r>
            <a:r>
              <a:rPr lang="en-US" altLang="zh-CN" sz="2600" baseline="-30000" dirty="0">
                <a:solidFill>
                  <a:srgbClr val="C00000"/>
                </a:solidFill>
                <a:latin typeface="Times New Roman" panose="02020603050405020304" pitchFamily="18" charset="0"/>
              </a:rPr>
              <a:t>2</a:t>
            </a:r>
            <a:r>
              <a:rPr lang="en-US" altLang="zh-CN" sz="2600" dirty="0">
                <a:solidFill>
                  <a:srgbClr val="C00000"/>
                </a:solidFill>
                <a:latin typeface="Times New Roman" panose="02020603050405020304" pitchFamily="18" charset="0"/>
              </a:rPr>
              <a:t>)= 0 V  </a:t>
            </a:r>
          </a:p>
        </p:txBody>
      </p:sp>
      <p:sp>
        <p:nvSpPr>
          <p:cNvPr id="60435" name="Rectangle 19"/>
          <p:cNvSpPr/>
          <p:nvPr/>
        </p:nvSpPr>
        <p:spPr>
          <a:xfrm>
            <a:off x="0" y="685800"/>
            <a:ext cx="4419600" cy="488950"/>
          </a:xfrm>
          <a:prstGeom prst="rect">
            <a:avLst/>
          </a:prstGeom>
          <a:gradFill rotWithShape="1">
            <a:gsLst>
              <a:gs pos="0">
                <a:srgbClr val="767647"/>
              </a:gs>
              <a:gs pos="50000">
                <a:srgbClr val="FFFF99"/>
              </a:gs>
              <a:gs pos="100000">
                <a:srgbClr val="767647"/>
              </a:gs>
            </a:gsLst>
            <a:lin ang="5400000" scaled="1"/>
            <a:tileRect/>
          </a:gradFill>
          <a:ln w="9525">
            <a:noFill/>
          </a:ln>
        </p:spPr>
        <p:txBody>
          <a:bodyPr>
            <a:spAutoFit/>
          </a:bodyPr>
          <a:lstStyle/>
          <a:p>
            <a:pPr algn="ctr">
              <a:spcBef>
                <a:spcPct val="0"/>
              </a:spcBef>
            </a:pPr>
            <a:r>
              <a:rPr lang="en-US" altLang="zh-CN" sz="2600" i="0" dirty="0">
                <a:solidFill>
                  <a:schemeClr val="tx1"/>
                </a:solidFill>
                <a:latin typeface="Times New Roman" panose="02020603050405020304" pitchFamily="18" charset="0"/>
              </a:rPr>
              <a:t>1</a:t>
            </a:r>
            <a:r>
              <a:rPr lang="zh-CN" altLang="en-US" sz="2600" i="0" dirty="0">
                <a:solidFill>
                  <a:schemeClr val="tx1"/>
                </a:solidFill>
                <a:latin typeface="Times New Roman" panose="02020603050405020304" pitchFamily="18" charset="0"/>
              </a:rPr>
              <a:t>、标准氢电极</a:t>
            </a:r>
            <a:r>
              <a:rPr lang="en-US" altLang="zh-CN" sz="2600" i="0" dirty="0">
                <a:solidFill>
                  <a:schemeClr val="tx1"/>
                </a:solidFill>
                <a:latin typeface="Times New Roman" panose="02020603050405020304" pitchFamily="18" charset="0"/>
              </a:rPr>
              <a:t>(SHE)</a:t>
            </a:r>
          </a:p>
        </p:txBody>
      </p:sp>
      <p:sp>
        <p:nvSpPr>
          <p:cNvPr id="60437" name="Rectangle 21"/>
          <p:cNvSpPr/>
          <p:nvPr/>
        </p:nvSpPr>
        <p:spPr>
          <a:xfrm>
            <a:off x="381000" y="5410200"/>
            <a:ext cx="4114800" cy="519113"/>
          </a:xfrm>
          <a:prstGeom prst="rect">
            <a:avLst/>
          </a:prstGeom>
          <a:noFill/>
          <a:ln w="9525">
            <a:noFill/>
          </a:ln>
        </p:spPr>
        <p:txBody>
          <a:bodyPr>
            <a:spAutoFit/>
          </a:bodyPr>
          <a:lstStyle/>
          <a:p>
            <a:r>
              <a:rPr lang="zh-CN" altLang="en-US" i="0" dirty="0">
                <a:solidFill>
                  <a:schemeClr val="tx1"/>
                </a:solidFill>
                <a:latin typeface="楷体_GB2312" pitchFamily="49" charset="-122"/>
              </a:rPr>
              <a:t>标准氢电极示意图：</a:t>
            </a:r>
          </a:p>
        </p:txBody>
      </p:sp>
      <p:sp>
        <p:nvSpPr>
          <p:cNvPr id="60438" name="Rectangle 22"/>
          <p:cNvSpPr/>
          <p:nvPr/>
        </p:nvSpPr>
        <p:spPr>
          <a:xfrm>
            <a:off x="0" y="0"/>
            <a:ext cx="4343400" cy="533400"/>
          </a:xfrm>
          <a:prstGeom prst="rect">
            <a:avLst/>
          </a:prstGeom>
          <a:gradFill rotWithShape="1">
            <a:gsLst>
              <a:gs pos="0">
                <a:srgbClr val="767600"/>
              </a:gs>
              <a:gs pos="50000">
                <a:srgbClr val="FFFF00"/>
              </a:gs>
              <a:gs pos="100000">
                <a:srgbClr val="767600"/>
              </a:gs>
            </a:gsLst>
            <a:lin ang="5400000" scaled="1"/>
            <a:tileRect/>
          </a:gradFill>
          <a:ln w="9525">
            <a:noFill/>
          </a:ln>
        </p:spPr>
        <p:txBody>
          <a:bodyPr anchor="ctr" anchorCtr="0"/>
          <a:lstStyle/>
          <a:p>
            <a:pPr>
              <a:spcBef>
                <a:spcPct val="0"/>
              </a:spcBef>
            </a:pPr>
            <a:r>
              <a:rPr lang="en-US" altLang="zh-CN" sz="2600" dirty="0">
                <a:solidFill>
                  <a:srgbClr val="0000CC"/>
                </a:solidFill>
                <a:latin typeface="Times New Roman" panose="02020603050405020304" pitchFamily="18" charset="0"/>
              </a:rPr>
              <a:t>7.3.2   </a:t>
            </a:r>
            <a:r>
              <a:rPr lang="zh-CN" altLang="en-US" sz="2600" dirty="0">
                <a:solidFill>
                  <a:srgbClr val="0000CC"/>
                </a:solidFill>
                <a:latin typeface="Times New Roman" panose="02020603050405020304" pitchFamily="18" charset="0"/>
              </a:rPr>
              <a:t>标准电极电势的测定</a:t>
            </a:r>
          </a:p>
        </p:txBody>
      </p:sp>
      <p:graphicFrame>
        <p:nvGraphicFramePr>
          <p:cNvPr id="9218" name="Object 21"/>
          <p:cNvGraphicFramePr>
            <a:graphicFrameLocks/>
          </p:cNvGraphicFramePr>
          <p:nvPr/>
        </p:nvGraphicFramePr>
        <p:xfrm>
          <a:off x="5105400" y="4114800"/>
          <a:ext cx="352425" cy="260350"/>
        </p:xfrm>
        <a:graphic>
          <a:graphicData uri="http://schemas.openxmlformats.org/presentationml/2006/ole">
            <p:oleObj spid="_x0000_s62465" r:id="rId4" imgW="20669250" imgH="13163550" progId="">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60438"/>
                                        </p:tgtEl>
                                        <p:attrNameLst>
                                          <p:attrName>style.visibility</p:attrName>
                                        </p:attrNameLst>
                                      </p:cBhvr>
                                      <p:to>
                                        <p:strVal val="visible"/>
                                      </p:to>
                                    </p:set>
                                    <p:animEffect transition="in" filter="box(in)">
                                      <p:cBhvr>
                                        <p:cTn id="7" dur="1000"/>
                                        <p:tgtEl>
                                          <p:spTgt spid="60438"/>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60435"/>
                                        </p:tgtEl>
                                        <p:attrNameLst>
                                          <p:attrName>style.visibility</p:attrName>
                                        </p:attrNameLst>
                                      </p:cBhvr>
                                      <p:to>
                                        <p:strVal val="visible"/>
                                      </p:to>
                                    </p:set>
                                    <p:animEffect transition="in" filter="box(in)">
                                      <p:cBhvr>
                                        <p:cTn id="12" dur="1000"/>
                                        <p:tgtEl>
                                          <p:spTgt spid="6043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0423"/>
                                        </p:tgtEl>
                                        <p:attrNameLst>
                                          <p:attrName>style.visibility</p:attrName>
                                        </p:attrNameLst>
                                      </p:cBhvr>
                                      <p:to>
                                        <p:strVal val="visible"/>
                                      </p:to>
                                    </p:set>
                                    <p:animEffect transition="in" filter="box(in)">
                                      <p:cBhvr>
                                        <p:cTn id="17" dur="1000"/>
                                        <p:tgtEl>
                                          <p:spTgt spid="6042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0424"/>
                                        </p:tgtEl>
                                        <p:attrNameLst>
                                          <p:attrName>style.visibility</p:attrName>
                                        </p:attrNameLst>
                                      </p:cBhvr>
                                      <p:to>
                                        <p:strVal val="visible"/>
                                      </p:to>
                                    </p:set>
                                    <p:animEffect transition="in" filter="box(in)">
                                      <p:cBhvr>
                                        <p:cTn id="22" dur="1000"/>
                                        <p:tgtEl>
                                          <p:spTgt spid="60424"/>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0437"/>
                                        </p:tgtEl>
                                        <p:attrNameLst>
                                          <p:attrName>style.visibility</p:attrName>
                                        </p:attrNameLst>
                                      </p:cBhvr>
                                      <p:to>
                                        <p:strVal val="visible"/>
                                      </p:to>
                                    </p:set>
                                    <p:animEffect transition="in" filter="box(in)">
                                      <p:cBhvr>
                                        <p:cTn id="27" dur="1000"/>
                                        <p:tgtEl>
                                          <p:spTgt spid="60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23" grpId="0" animBg="1"/>
      <p:bldP spid="60424" grpId="0" animBg="1"/>
      <p:bldP spid="60435" grpId="0" animBg="1"/>
      <p:bldP spid="60437" grpId="0"/>
      <p:bldP spid="60438" grpId="0" animBg="1"/>
    </p:bld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4"/>
          <p:cNvGrpSpPr/>
          <p:nvPr/>
        </p:nvGrpSpPr>
        <p:grpSpPr>
          <a:xfrm>
            <a:off x="0" y="0"/>
            <a:ext cx="8991600" cy="6858000"/>
            <a:chOff x="230" y="436"/>
            <a:chExt cx="5258" cy="3493"/>
          </a:xfrm>
        </p:grpSpPr>
        <p:graphicFrame>
          <p:nvGraphicFramePr>
            <p:cNvPr id="10242" name="Object 5"/>
            <p:cNvGraphicFramePr>
              <a:graphicFrameLocks/>
            </p:cNvGraphicFramePr>
            <p:nvPr/>
          </p:nvGraphicFramePr>
          <p:xfrm>
            <a:off x="2064" y="436"/>
            <a:ext cx="2948" cy="3493"/>
          </p:xfrm>
          <a:graphic>
            <a:graphicData uri="http://schemas.openxmlformats.org/presentationml/2006/ole">
              <p:oleObj spid="_x0000_s66561" r:id="rId3" imgW="2534004" imgH="3677163" progId="PBrush">
                <p:embed/>
              </p:oleObj>
            </a:graphicData>
          </a:graphic>
        </p:graphicFrame>
        <p:sp>
          <p:nvSpPr>
            <p:cNvPr id="10245" name="Text Box 6"/>
            <p:cNvSpPr txBox="1"/>
            <p:nvPr/>
          </p:nvSpPr>
          <p:spPr>
            <a:xfrm>
              <a:off x="230" y="3172"/>
              <a:ext cx="2175" cy="148"/>
            </a:xfrm>
            <a:prstGeom prst="rect">
              <a:avLst/>
            </a:prstGeom>
            <a:noFill/>
            <a:ln w="9525">
              <a:noFill/>
            </a:ln>
          </p:spPr>
          <p:txBody>
            <a:bodyPr>
              <a:spAutoFit/>
            </a:bodyPr>
            <a:lstStyle/>
            <a:p>
              <a:endParaRPr lang="zh-CN" altLang="zh-CN" sz="2000" i="0" baseline="-25000" dirty="0">
                <a:solidFill>
                  <a:srgbClr val="0000CC"/>
                </a:solidFill>
                <a:latin typeface="宋体" panose="02010600030101010101" pitchFamily="2" charset="-122"/>
                <a:ea typeface="宋体" panose="02010600030101010101" pitchFamily="2" charset="-122"/>
              </a:endParaRPr>
            </a:p>
          </p:txBody>
        </p:sp>
        <p:sp>
          <p:nvSpPr>
            <p:cNvPr id="10246" name="Text Box 7"/>
            <p:cNvSpPr txBox="1"/>
            <p:nvPr/>
          </p:nvSpPr>
          <p:spPr>
            <a:xfrm>
              <a:off x="1519" y="1026"/>
              <a:ext cx="860" cy="233"/>
            </a:xfrm>
            <a:prstGeom prst="rect">
              <a:avLst/>
            </a:prstGeom>
            <a:noFill/>
            <a:ln w="9525">
              <a:noFill/>
            </a:ln>
          </p:spPr>
          <p:txBody>
            <a:bodyPr>
              <a:spAutoFit/>
            </a:bodyPr>
            <a:lstStyle/>
            <a:p>
              <a:r>
                <a:rPr lang="en-US" altLang="zh-CN" sz="2400" i="0" dirty="0">
                  <a:solidFill>
                    <a:schemeClr val="tx1"/>
                  </a:solidFill>
                  <a:latin typeface="Times New Roman" panose="02020603050405020304" pitchFamily="18" charset="0"/>
                  <a:ea typeface="Arial Unicode MS" panose="020B0604020202020204" charset="-122"/>
                </a:rPr>
                <a:t>H</a:t>
              </a:r>
              <a:r>
                <a:rPr lang="en-US" altLang="zh-CN" sz="2400" i="0" baseline="-25000" dirty="0">
                  <a:solidFill>
                    <a:schemeClr val="tx1"/>
                  </a:solidFill>
                  <a:latin typeface="Times New Roman" panose="02020603050405020304" pitchFamily="18" charset="0"/>
                  <a:ea typeface="Arial Unicode MS" panose="020B0604020202020204" charset="-122"/>
                </a:rPr>
                <a:t>2</a:t>
              </a:r>
              <a:r>
                <a:rPr lang="en-US" altLang="zh-CN" sz="2400" i="0" dirty="0">
                  <a:solidFill>
                    <a:schemeClr val="tx1"/>
                  </a:solidFill>
                  <a:latin typeface="幼圆" panose="02010509060101010101" pitchFamily="49" charset="-122"/>
                  <a:ea typeface="幼圆" panose="02010509060101010101" pitchFamily="49" charset="-122"/>
                </a:rPr>
                <a:t>←</a:t>
              </a:r>
            </a:p>
          </p:txBody>
        </p:sp>
        <p:sp>
          <p:nvSpPr>
            <p:cNvPr id="10247" name="Text Box 8"/>
            <p:cNvSpPr txBox="1"/>
            <p:nvPr/>
          </p:nvSpPr>
          <p:spPr>
            <a:xfrm>
              <a:off x="2369" y="2258"/>
              <a:ext cx="907" cy="233"/>
            </a:xfrm>
            <a:prstGeom prst="rect">
              <a:avLst/>
            </a:prstGeom>
            <a:noFill/>
            <a:ln w="9525">
              <a:noFill/>
            </a:ln>
          </p:spPr>
          <p:txBody>
            <a:bodyPr>
              <a:spAutoFit/>
            </a:bodyPr>
            <a:lstStyle/>
            <a:p>
              <a:r>
                <a:rPr lang="en-US" altLang="zh-CN" sz="2400" i="0" dirty="0">
                  <a:solidFill>
                    <a:schemeClr val="tx1"/>
                  </a:solidFill>
                  <a:latin typeface="Times New Roman" panose="02020603050405020304" pitchFamily="18" charset="0"/>
                  <a:ea typeface="宋体" panose="02010600030101010101" pitchFamily="2" charset="-122"/>
                </a:rPr>
                <a:t>Pt </a:t>
              </a:r>
              <a:r>
                <a:rPr lang="en-US" altLang="zh-CN" sz="2400" i="0" dirty="0">
                  <a:solidFill>
                    <a:schemeClr val="tx1"/>
                  </a:solidFill>
                  <a:latin typeface="宋体" panose="02010600030101010101" pitchFamily="2" charset="-122"/>
                  <a:ea typeface="宋体" panose="02010600030101010101" pitchFamily="2" charset="-122"/>
                </a:rPr>
                <a:t>→</a:t>
              </a:r>
              <a:endParaRPr lang="en-US" altLang="zh-CN" sz="2400" i="0" baseline="-25000" dirty="0">
                <a:solidFill>
                  <a:schemeClr val="tx1"/>
                </a:solidFill>
                <a:latin typeface="宋体" panose="02010600030101010101" pitchFamily="2" charset="-122"/>
                <a:ea typeface="宋体" panose="02010600030101010101" pitchFamily="2" charset="-122"/>
              </a:endParaRPr>
            </a:p>
          </p:txBody>
        </p:sp>
        <p:sp>
          <p:nvSpPr>
            <p:cNvPr id="10248" name="Text Box 9"/>
            <p:cNvSpPr txBox="1"/>
            <p:nvPr/>
          </p:nvSpPr>
          <p:spPr>
            <a:xfrm>
              <a:off x="3336" y="2884"/>
              <a:ext cx="2152" cy="249"/>
            </a:xfrm>
            <a:prstGeom prst="rect">
              <a:avLst/>
            </a:prstGeom>
            <a:noFill/>
            <a:ln w="9525">
              <a:noFill/>
            </a:ln>
          </p:spPr>
          <p:txBody>
            <a:bodyPr>
              <a:spAutoFit/>
            </a:bodyPr>
            <a:lstStyle/>
            <a:p>
              <a:r>
                <a:rPr lang="en-US" altLang="zh-CN" sz="2600" i="0" dirty="0">
                  <a:solidFill>
                    <a:schemeClr val="tx1"/>
                  </a:solidFill>
                  <a:latin typeface="幼圆" panose="02010509060101010101" pitchFamily="49" charset="-122"/>
                  <a:ea typeface="幼圆" panose="02010509060101010101" pitchFamily="49" charset="-122"/>
                </a:rPr>
                <a:t>←</a:t>
              </a:r>
              <a:r>
                <a:rPr lang="en-US" altLang="zh-CN" sz="2600" i="0" dirty="0">
                  <a:solidFill>
                    <a:schemeClr val="tx1"/>
                  </a:solidFill>
                  <a:latin typeface="Times New Roman" panose="02020603050405020304" pitchFamily="18" charset="0"/>
                  <a:ea typeface="Arial Unicode MS" panose="020B0604020202020204" charset="-122"/>
                </a:rPr>
                <a:t>H</a:t>
              </a:r>
              <a:r>
                <a:rPr lang="en-US" altLang="zh-CN" sz="2600" i="0" baseline="30000" dirty="0">
                  <a:solidFill>
                    <a:schemeClr val="tx1"/>
                  </a:solidFill>
                  <a:latin typeface="Times New Roman" panose="02020603050405020304" pitchFamily="18" charset="0"/>
                  <a:ea typeface="Arial Unicode MS" panose="020B0604020202020204" charset="-122"/>
                </a:rPr>
                <a:t>+</a:t>
              </a:r>
              <a:r>
                <a:rPr lang="en-US" altLang="zh-CN" sz="2600" i="0" dirty="0">
                  <a:solidFill>
                    <a:schemeClr val="tx1"/>
                  </a:solidFill>
                  <a:latin typeface="Times New Roman" panose="02020603050405020304" pitchFamily="18" charset="0"/>
                  <a:ea typeface="Arial Unicode MS" panose="020B0604020202020204" charset="-122"/>
                </a:rPr>
                <a:t>(1mol·L</a:t>
              </a:r>
              <a:r>
                <a:rPr lang="en-US" altLang="zh-CN" sz="2600" i="0" baseline="30000" dirty="0">
                  <a:solidFill>
                    <a:schemeClr val="tx1"/>
                  </a:solidFill>
                  <a:latin typeface="Times New Roman" panose="02020603050405020304" pitchFamily="18" charset="0"/>
                  <a:ea typeface="Arial Unicode MS" panose="020B0604020202020204" charset="-122"/>
                </a:rPr>
                <a:t>-1</a:t>
              </a:r>
              <a:r>
                <a:rPr lang="en-US" altLang="zh-CN" sz="2600" i="0" dirty="0">
                  <a:solidFill>
                    <a:schemeClr val="tx1"/>
                  </a:solidFill>
                  <a:latin typeface="Times New Roman" panose="02020603050405020304" pitchFamily="18" charset="0"/>
                  <a:ea typeface="Arial Unicode MS" panose="020B0604020202020204" charset="-122"/>
                </a:rPr>
                <a:t>)</a:t>
              </a:r>
              <a:endParaRPr lang="en-US" altLang="zh-CN" sz="2600" i="0" baseline="-25000" dirty="0">
                <a:solidFill>
                  <a:schemeClr val="tx1"/>
                </a:solidFill>
                <a:latin typeface="宋体" panose="02010600030101010101" pitchFamily="2" charset="-122"/>
                <a:ea typeface="宋体" panose="02010600030101010101" pitchFamily="2" charset="-122"/>
              </a:endParaRPr>
            </a:p>
          </p:txBody>
        </p:sp>
      </p:grpSp>
      <p:sp>
        <p:nvSpPr>
          <p:cNvPr id="10244" name="Rectangle 10"/>
          <p:cNvSpPr/>
          <p:nvPr/>
        </p:nvSpPr>
        <p:spPr>
          <a:xfrm>
            <a:off x="1295400" y="5992813"/>
            <a:ext cx="2181225" cy="492125"/>
          </a:xfrm>
          <a:prstGeom prst="rect">
            <a:avLst/>
          </a:prstGeom>
          <a:noFill/>
          <a:ln w="9525">
            <a:noFill/>
          </a:ln>
        </p:spPr>
        <p:txBody>
          <a:bodyPr wrap="none">
            <a:spAutoFit/>
          </a:bodyPr>
          <a:lstStyle/>
          <a:p>
            <a:r>
              <a:rPr lang="en-US" altLang="zh-CN" sz="2600" i="0" dirty="0">
                <a:solidFill>
                  <a:schemeClr val="tx1"/>
                </a:solidFill>
                <a:latin typeface="Arial" panose="020B0604020202020204" pitchFamily="34" charset="0"/>
                <a:ea typeface="宋体" panose="02010600030101010101" pitchFamily="2" charset="-122"/>
              </a:rPr>
              <a:t>H</a:t>
            </a:r>
            <a:r>
              <a:rPr lang="en-US" altLang="zh-CN" sz="2600" i="0" baseline="-25000" dirty="0">
                <a:solidFill>
                  <a:schemeClr val="tx1"/>
                </a:solidFill>
                <a:latin typeface="Arial" panose="020B0604020202020204" pitchFamily="34" charset="0"/>
                <a:ea typeface="宋体" panose="02010600030101010101" pitchFamily="2" charset="-122"/>
              </a:rPr>
              <a:t>2</a:t>
            </a:r>
            <a:r>
              <a:rPr lang="en-US" altLang="zh-CN" sz="2600" i="0" dirty="0">
                <a:solidFill>
                  <a:schemeClr val="tx1"/>
                </a:solidFill>
                <a:latin typeface="Arial" panose="020B0604020202020204" pitchFamily="34" charset="0"/>
                <a:ea typeface="宋体" panose="02010600030101010101" pitchFamily="2" charset="-122"/>
              </a:rPr>
              <a:t>(100kPa)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ppt_x"/>
                                          </p:val>
                                        </p:tav>
                                        <p:tav tm="100000">
                                          <p:val>
                                            <p:strVal val="#ppt_x"/>
                                          </p:val>
                                        </p:tav>
                                      </p:tavLst>
                                    </p:anim>
                                    <p:anim calcmode="lin" valueType="num">
                                      <p:cBhvr additive="base">
                                        <p:cTn id="8" dur="10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controls>
      <p:control spid="68609" name="ShockwaveFlash1" r:id="rId2" imgW="3886126" imgH="2895545"/>
    </p:controls>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381000" y="2362200"/>
            <a:ext cx="8610600" cy="2819400"/>
            <a:chOff x="384" y="1392"/>
            <a:chExt cx="5184" cy="1920"/>
          </a:xfrm>
        </p:grpSpPr>
        <p:sp>
          <p:nvSpPr>
            <p:cNvPr id="67586" name="Text Box 8"/>
            <p:cNvSpPr txBox="1">
              <a:spLocks noChangeArrowheads="1"/>
            </p:cNvSpPr>
            <p:nvPr/>
          </p:nvSpPr>
          <p:spPr bwMode="auto">
            <a:xfrm>
              <a:off x="1969" y="1392"/>
              <a:ext cx="2303" cy="437"/>
            </a:xfrm>
            <a:prstGeom prst="rect">
              <a:avLst/>
            </a:prstGeom>
            <a:gradFill rotWithShape="1">
              <a:gsLst>
                <a:gs pos="0">
                  <a:srgbClr val="765E00"/>
                </a:gs>
                <a:gs pos="50000">
                  <a:srgbClr val="FFCC00"/>
                </a:gs>
                <a:gs pos="100000">
                  <a:srgbClr val="765E00"/>
                </a:gs>
              </a:gsLst>
              <a:lin ang="5400000" scaled="1"/>
            </a:gradFill>
            <a:ln w="9525">
              <a:noFill/>
              <a:miter lim="800000"/>
            </a:ln>
            <a:effectLst>
              <a:outerShdw dist="35921" dir="2700000" algn="ctr" rotWithShape="0">
                <a:srgbClr val="FFCCFF"/>
              </a:outerShdw>
            </a:effectLst>
          </p:spPr>
          <p:txBody>
            <a:bodyPr>
              <a:spAutoFit/>
            </a:bodyPr>
            <a:lstStyle/>
            <a:p>
              <a:pPr marR="0" algn="ctr" defTabSz="914400">
                <a:buClrTx/>
                <a:buSzTx/>
                <a:buFontTx/>
                <a:buNone/>
                <a:defRPr/>
              </a:pPr>
              <a:r>
                <a:rPr kumimoji="0" lang="zh-CN" altLang="en-US" sz="3600" i="0" kern="1200" cap="none" spc="0" normalizeH="0" baseline="0" noProof="0" smtClean="0">
                  <a:solidFill>
                    <a:srgbClr val="0000CC"/>
                  </a:solidFill>
                  <a:latin typeface="楷体_GB2312" pitchFamily="49" charset="-122"/>
                  <a:ea typeface="楷体_GB2312" pitchFamily="49" charset="-122"/>
                  <a:cs typeface="+mn-cs"/>
                </a:rPr>
                <a:t>电极符号</a:t>
              </a:r>
            </a:p>
          </p:txBody>
        </p:sp>
        <p:sp>
          <p:nvSpPr>
            <p:cNvPr id="62473" name="AutoShape 9"/>
            <p:cNvSpPr>
              <a:spLocks noChangeArrowheads="1"/>
            </p:cNvSpPr>
            <p:nvPr/>
          </p:nvSpPr>
          <p:spPr bwMode="auto">
            <a:xfrm>
              <a:off x="384" y="1920"/>
              <a:ext cx="5184" cy="1392"/>
            </a:xfrm>
            <a:prstGeom prst="upArrowCallout">
              <a:avLst>
                <a:gd name="adj1" fmla="val 93103"/>
                <a:gd name="adj2" fmla="val 93103"/>
                <a:gd name="adj3" fmla="val 16667"/>
                <a:gd name="adj4" fmla="val 73917"/>
              </a:avLst>
            </a:prstGeom>
            <a:gradFill rotWithShape="1">
              <a:gsLst>
                <a:gs pos="0">
                  <a:srgbClr val="FFCC00">
                    <a:gamma/>
                    <a:shade val="46275"/>
                    <a:invGamma/>
                  </a:srgbClr>
                </a:gs>
                <a:gs pos="50000">
                  <a:srgbClr val="FFCC00"/>
                </a:gs>
                <a:gs pos="100000">
                  <a:srgbClr val="FFCC00">
                    <a:gamma/>
                    <a:shade val="46275"/>
                    <a:invGamma/>
                  </a:srgbClr>
                </a:gs>
              </a:gsLst>
              <a:lin ang="5400000" scaled="1"/>
            </a:gradFill>
            <a:ln w="9525">
              <a:solidFill>
                <a:schemeClr val="tx1"/>
              </a:solidFill>
              <a:miter lim="800000"/>
            </a:ln>
            <a:effectLst>
              <a:outerShdw dist="45791" dir="2021404" algn="ctr" rotWithShape="0">
                <a:srgbClr val="FFCCFF"/>
              </a:outerShdw>
            </a:effectLst>
          </p:spPr>
          <p:txBody>
            <a:bodyPr wrap="none" anchor="ct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 Pt</a:t>
              </a:r>
              <a:r>
                <a:rPr kumimoji="1" lang="zh-CN" altLang="en-US"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H</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2</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(100kPa) </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sym typeface="Symbol" panose="05050102010706020507" pitchFamily="18" charset="2"/>
                </a:rPr>
                <a:t> </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H</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(1mol</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L</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-1</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a:t>
              </a:r>
            </a:p>
            <a:p>
              <a:pPr marL="0" marR="0" lvl="0" indent="0" algn="ctr" defTabSz="914400" rtl="0" eaLnBrk="1" fontAlgn="base" latinLnBrk="0" hangingPunct="1">
                <a:lnSpc>
                  <a:spcPct val="70000"/>
                </a:lnSpc>
                <a:spcBef>
                  <a:spcPct val="50000"/>
                </a:spcBef>
                <a:spcAft>
                  <a:spcPct val="0"/>
                </a:spcAft>
                <a:buClrTx/>
                <a:buSzTx/>
                <a:buFontTx/>
                <a:buNone/>
                <a:defRPr/>
              </a:pP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H</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(1mol·L</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-1</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 </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sym typeface="Symbol" panose="05050102010706020507" pitchFamily="18" charset="2"/>
                </a:rPr>
                <a:t> </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H</a:t>
              </a:r>
              <a:r>
                <a:rPr kumimoji="1" lang="en-US" altLang="zh-CN" sz="3600" b="1" i="0"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mn-cs"/>
                </a:rPr>
                <a:t>2</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(100kPa)</a:t>
              </a:r>
              <a:r>
                <a:rPr kumimoji="1" lang="zh-CN" altLang="en-US"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a:t>
              </a:r>
              <a:r>
                <a:rPr kumimoji="1" lang="en-US" altLang="zh-CN" sz="3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Pt (+)</a:t>
              </a:r>
              <a:endParaRPr kumimoji="1" lang="en-US" altLang="zh-CN" sz="3600" b="0"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endParaRPr>
            </a:p>
          </p:txBody>
        </p:sp>
      </p:grpSp>
      <p:grpSp>
        <p:nvGrpSpPr>
          <p:cNvPr id="3" name="Group 10"/>
          <p:cNvGrpSpPr/>
          <p:nvPr/>
        </p:nvGrpSpPr>
        <p:grpSpPr>
          <a:xfrm>
            <a:off x="762000" y="152400"/>
            <a:ext cx="7467600" cy="2057400"/>
            <a:chOff x="432" y="192"/>
            <a:chExt cx="4992" cy="1344"/>
          </a:xfrm>
        </p:grpSpPr>
        <p:grpSp>
          <p:nvGrpSpPr>
            <p:cNvPr id="12311" name="Group 11"/>
            <p:cNvGrpSpPr/>
            <p:nvPr/>
          </p:nvGrpSpPr>
          <p:grpSpPr>
            <a:xfrm>
              <a:off x="432" y="192"/>
              <a:ext cx="4992" cy="1344"/>
              <a:chOff x="432" y="192"/>
              <a:chExt cx="4992" cy="1344"/>
            </a:xfrm>
          </p:grpSpPr>
          <p:sp>
            <p:nvSpPr>
              <p:cNvPr id="67590" name="Text Box 12"/>
              <p:cNvSpPr txBox="1">
                <a:spLocks noChangeArrowheads="1"/>
              </p:cNvSpPr>
              <p:nvPr/>
            </p:nvSpPr>
            <p:spPr bwMode="auto">
              <a:xfrm>
                <a:off x="432" y="192"/>
                <a:ext cx="4992" cy="459"/>
              </a:xfrm>
              <a:prstGeom prst="rect">
                <a:avLst/>
              </a:prstGeom>
              <a:gradFill rotWithShape="1">
                <a:gsLst>
                  <a:gs pos="0">
                    <a:srgbClr val="5E765E"/>
                  </a:gs>
                  <a:gs pos="50000">
                    <a:srgbClr val="CCFFCC"/>
                  </a:gs>
                  <a:gs pos="100000">
                    <a:srgbClr val="5E765E"/>
                  </a:gs>
                </a:gsLst>
                <a:lin ang="5400000" scaled="1"/>
              </a:gradFill>
              <a:ln w="9525">
                <a:noFill/>
                <a:miter lim="800000"/>
              </a:ln>
              <a:effectLst>
                <a:outerShdw dist="35921" dir="2700000" algn="ctr" rotWithShape="0">
                  <a:srgbClr val="FFFFCC"/>
                </a:outerShdw>
              </a:effectLst>
            </p:spPr>
            <p:txBody>
              <a:bodyPr>
                <a:spAutoFit/>
              </a:bodyPr>
              <a:lstStyle/>
              <a:p>
                <a:pPr marR="0" algn="ctr" defTabSz="914400">
                  <a:lnSpc>
                    <a:spcPct val="130000"/>
                  </a:lnSpc>
                  <a:buClrTx/>
                  <a:buSzTx/>
                  <a:buFontTx/>
                  <a:buNone/>
                  <a:defRPr/>
                </a:pPr>
                <a:r>
                  <a:rPr kumimoji="0" lang="zh-CN" altLang="en-US" sz="3600" i="0" kern="1200" cap="none" spc="0" normalizeH="0" baseline="0" noProof="0" smtClean="0">
                    <a:solidFill>
                      <a:srgbClr val="990000"/>
                    </a:solidFill>
                    <a:latin typeface="楷体_GB2312" pitchFamily="49" charset="-122"/>
                    <a:ea typeface="楷体_GB2312" pitchFamily="49" charset="-122"/>
                    <a:cs typeface="+mn-cs"/>
                  </a:rPr>
                  <a:t>标准氢电极的电极电势</a:t>
                </a:r>
                <a:endParaRPr kumimoji="0" lang="zh-CN" altLang="en-US" sz="3600" b="0" i="0" kern="1200" cap="none" spc="0" normalizeH="0" baseline="0" noProof="0" smtClean="0">
                  <a:solidFill>
                    <a:srgbClr val="990000"/>
                  </a:solidFill>
                  <a:latin typeface="楷体_GB2312" pitchFamily="49" charset="-122"/>
                  <a:ea typeface="楷体_GB2312" pitchFamily="49" charset="-122"/>
                  <a:cs typeface="+mn-cs"/>
                </a:endParaRPr>
              </a:p>
            </p:txBody>
          </p:sp>
          <p:sp>
            <p:nvSpPr>
              <p:cNvPr id="12318" name="AutoShape 13"/>
              <p:cNvSpPr/>
              <p:nvPr/>
            </p:nvSpPr>
            <p:spPr>
              <a:xfrm>
                <a:off x="1104" y="864"/>
                <a:ext cx="3216" cy="672"/>
              </a:xfrm>
              <a:prstGeom prst="upArrowCallout">
                <a:avLst>
                  <a:gd name="adj1" fmla="val 119642"/>
                  <a:gd name="adj2" fmla="val 119642"/>
                  <a:gd name="adj3" fmla="val 16662"/>
                  <a:gd name="adj4" fmla="val 66667"/>
                </a:avLst>
              </a:prstGeom>
              <a:gradFill rotWithShape="1">
                <a:gsLst>
                  <a:gs pos="0">
                    <a:srgbClr val="FBEAC7">
                      <a:alpha val="100000"/>
                    </a:srgbClr>
                  </a:gs>
                  <a:gs pos="17999">
                    <a:srgbClr val="FEE7F2">
                      <a:alpha val="100000"/>
                    </a:srgbClr>
                  </a:gs>
                  <a:gs pos="36000">
                    <a:srgbClr val="FAC77D">
                      <a:alpha val="100000"/>
                    </a:srgbClr>
                  </a:gs>
                  <a:gs pos="61000">
                    <a:srgbClr val="FBA97D">
                      <a:alpha val="100000"/>
                    </a:srgbClr>
                  </a:gs>
                  <a:gs pos="82001">
                    <a:srgbClr val="FBD49C">
                      <a:alpha val="100000"/>
                    </a:srgbClr>
                  </a:gs>
                  <a:gs pos="100000">
                    <a:srgbClr val="FEE7F2">
                      <a:alpha val="100000"/>
                    </a:srgbClr>
                  </a:gs>
                </a:gsLst>
                <a:lin ang="5400000"/>
                <a:tileRect/>
              </a:gradFill>
              <a:ln w="19050" cap="flat" cmpd="sng">
                <a:solidFill>
                  <a:schemeClr val="bg1"/>
                </a:solidFill>
                <a:prstDash val="solid"/>
                <a:miter/>
                <a:headEnd type="none" w="med" len="med"/>
                <a:tailEnd type="none" w="med" len="med"/>
              </a:ln>
            </p:spPr>
            <p:txBody>
              <a:bodyPr wrap="none" anchor="ctr" anchorCtr="0"/>
              <a:lstStyle/>
              <a:p>
                <a:pPr>
                  <a:lnSpc>
                    <a:spcPct val="180000"/>
                  </a:lnSpc>
                </a:pPr>
                <a:r>
                  <a:rPr lang="en-US" altLang="zh-CN" i="0" dirty="0">
                    <a:solidFill>
                      <a:srgbClr val="0000CC"/>
                    </a:solidFill>
                    <a:latin typeface="楷体_GB2312" pitchFamily="49" charset="-122"/>
                  </a:rPr>
                  <a:t>       </a:t>
                </a:r>
                <a:r>
                  <a:rPr lang="en-US" altLang="zh-CN" sz="3600" i="0" dirty="0">
                    <a:solidFill>
                      <a:srgbClr val="0000CC"/>
                    </a:solidFill>
                    <a:latin typeface="Times New Roman" panose="02020603050405020304" pitchFamily="18" charset="0"/>
                  </a:rPr>
                  <a:t>(H</a:t>
                </a:r>
                <a:r>
                  <a:rPr lang="en-US" altLang="zh-CN" sz="3600" i="0" baseline="30000" dirty="0">
                    <a:solidFill>
                      <a:srgbClr val="0000CC"/>
                    </a:solidFill>
                    <a:latin typeface="Times New Roman" panose="02020603050405020304" pitchFamily="18" charset="0"/>
                  </a:rPr>
                  <a:t>+</a:t>
                </a:r>
                <a:r>
                  <a:rPr lang="en-US" altLang="zh-CN" sz="3600" i="0" dirty="0">
                    <a:solidFill>
                      <a:srgbClr val="0000CC"/>
                    </a:solidFill>
                    <a:latin typeface="Times New Roman" panose="02020603050405020304" pitchFamily="18" charset="0"/>
                  </a:rPr>
                  <a:t>/H</a:t>
                </a:r>
                <a:r>
                  <a:rPr lang="en-US" altLang="zh-CN" sz="3600" i="0" baseline="-30000" dirty="0">
                    <a:solidFill>
                      <a:srgbClr val="0000CC"/>
                    </a:solidFill>
                    <a:latin typeface="Times New Roman" panose="02020603050405020304" pitchFamily="18" charset="0"/>
                  </a:rPr>
                  <a:t>2</a:t>
                </a:r>
                <a:r>
                  <a:rPr lang="en-US" altLang="zh-CN" sz="3600" i="0" dirty="0">
                    <a:solidFill>
                      <a:srgbClr val="0000CC"/>
                    </a:solidFill>
                    <a:latin typeface="Times New Roman" panose="02020603050405020304" pitchFamily="18" charset="0"/>
                  </a:rPr>
                  <a:t>)= 0</a:t>
                </a:r>
                <a:r>
                  <a:rPr lang="en-US" altLang="zh-CN" i="0" dirty="0">
                    <a:solidFill>
                      <a:srgbClr val="0000CC"/>
                    </a:solidFill>
                    <a:latin typeface="Times New Roman" panose="02020603050405020304" pitchFamily="18" charset="0"/>
                  </a:rPr>
                  <a:t> V</a:t>
                </a:r>
                <a:endParaRPr lang="en-US" altLang="zh-CN" b="0" i="0" dirty="0">
                  <a:solidFill>
                    <a:srgbClr val="0000CC"/>
                  </a:solidFill>
                  <a:latin typeface="Times New Roman" panose="02020603050405020304" pitchFamily="18" charset="0"/>
                </a:endParaRPr>
              </a:p>
            </p:txBody>
          </p:sp>
        </p:grpSp>
        <p:grpSp>
          <p:nvGrpSpPr>
            <p:cNvPr id="12312" name="Group 14"/>
            <p:cNvGrpSpPr/>
            <p:nvPr/>
          </p:nvGrpSpPr>
          <p:grpSpPr>
            <a:xfrm>
              <a:off x="1604" y="1142"/>
              <a:ext cx="415" cy="369"/>
              <a:chOff x="1604" y="1056"/>
              <a:chExt cx="415" cy="369"/>
            </a:xfrm>
          </p:grpSpPr>
          <p:sp>
            <p:nvSpPr>
              <p:cNvPr id="12313" name="Text Box 15"/>
              <p:cNvSpPr txBox="1"/>
              <p:nvPr/>
            </p:nvSpPr>
            <p:spPr>
              <a:xfrm>
                <a:off x="1604" y="1060"/>
                <a:ext cx="409" cy="365"/>
              </a:xfrm>
              <a:prstGeom prst="rect">
                <a:avLst/>
              </a:prstGeom>
              <a:solidFill>
                <a:srgbClr val="FF6600"/>
              </a:solidFill>
              <a:ln w="9525">
                <a:noFill/>
              </a:ln>
            </p:spPr>
            <p:txBody>
              <a:bodyPr>
                <a:spAutoFit/>
              </a:bodyPr>
              <a:lstStyle/>
              <a:p>
                <a:r>
                  <a:rPr lang="en-US" altLang="zh-CN" sz="3600" dirty="0">
                    <a:solidFill>
                      <a:schemeClr val="tx1"/>
                    </a:solidFill>
                    <a:latin typeface="Times New Roman" panose="02020603050405020304" pitchFamily="18" charset="0"/>
                  </a:rPr>
                  <a:t>E</a:t>
                </a:r>
              </a:p>
            </p:txBody>
          </p:sp>
          <p:grpSp>
            <p:nvGrpSpPr>
              <p:cNvPr id="12314" name="Group 16" descr="大棋盘"/>
              <p:cNvGrpSpPr/>
              <p:nvPr/>
            </p:nvGrpSpPr>
            <p:grpSpPr>
              <a:xfrm>
                <a:off x="1920" y="1056"/>
                <a:ext cx="99" cy="84"/>
                <a:chOff x="720" y="1824"/>
                <a:chExt cx="96" cy="96"/>
              </a:xfrm>
            </p:grpSpPr>
            <p:sp>
              <p:nvSpPr>
                <p:cNvPr id="12315" name="Oval 17" descr="大棋盘"/>
                <p:cNvSpPr/>
                <p:nvPr/>
              </p:nvSpPr>
              <p:spPr>
                <a:xfrm>
                  <a:off x="720" y="1824"/>
                  <a:ext cx="96" cy="96"/>
                </a:xfrm>
                <a:prstGeom prst="ellipse">
                  <a:avLst/>
                </a:prstGeom>
                <a:pattFill prst="lgCheck">
                  <a:fgClr>
                    <a:schemeClr val="accent1"/>
                  </a:fgClr>
                  <a:bgClr>
                    <a:schemeClr val="bg1"/>
                  </a:bgClr>
                </a:pattFill>
                <a:ln w="2857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2316" name="Line 18" descr="大棋盘"/>
                <p:cNvSpPr/>
                <p:nvPr/>
              </p:nvSpPr>
              <p:spPr>
                <a:xfrm>
                  <a:off x="720" y="1872"/>
                  <a:ext cx="96" cy="0"/>
                </a:xfrm>
                <a:prstGeom prst="line">
                  <a:avLst/>
                </a:prstGeom>
                <a:ln w="28575" cap="flat" cmpd="sng">
                  <a:solidFill>
                    <a:schemeClr val="tx1"/>
                  </a:solidFill>
                  <a:prstDash val="solid"/>
                  <a:headEnd type="none" w="med" len="med"/>
                  <a:tailEnd type="none" w="med" len="med"/>
                </a:ln>
              </p:spPr>
            </p:sp>
          </p:grpSp>
        </p:grpSp>
      </p:grpSp>
      <p:grpSp>
        <p:nvGrpSpPr>
          <p:cNvPr id="7" name="组合 31"/>
          <p:cNvGrpSpPr/>
          <p:nvPr/>
        </p:nvGrpSpPr>
        <p:grpSpPr>
          <a:xfrm>
            <a:off x="685800" y="5486400"/>
            <a:ext cx="6911975" cy="579438"/>
            <a:chOff x="457200" y="5867399"/>
            <a:chExt cx="6911975" cy="579420"/>
          </a:xfrm>
        </p:grpSpPr>
        <p:sp>
          <p:nvSpPr>
            <p:cNvPr id="12294" name="Rectangle 19"/>
            <p:cNvSpPr/>
            <p:nvPr/>
          </p:nvSpPr>
          <p:spPr>
            <a:xfrm>
              <a:off x="457200" y="5867400"/>
              <a:ext cx="2362200" cy="549275"/>
            </a:xfrm>
            <a:prstGeom prst="rect">
              <a:avLst/>
            </a:prstGeom>
            <a:noFill/>
            <a:ln w="9525">
              <a:noFill/>
            </a:ln>
          </p:spPr>
          <p:txBody>
            <a:bodyPr lIns="0" tIns="0" rIns="0" bIns="0">
              <a:spAutoFit/>
            </a:bodyPr>
            <a:lstStyle/>
            <a:p>
              <a:pPr>
                <a:spcBef>
                  <a:spcPct val="0"/>
                </a:spcBef>
              </a:pPr>
              <a:r>
                <a:rPr lang="zh-CN" altLang="en-US" sz="3600" i="0" dirty="0">
                  <a:solidFill>
                    <a:srgbClr val="0000CC"/>
                  </a:solidFill>
                  <a:latin typeface="楷体_GB2312" pitchFamily="49" charset="-122"/>
                </a:rPr>
                <a:t>电极反应：</a:t>
              </a:r>
            </a:p>
          </p:txBody>
        </p:sp>
        <p:grpSp>
          <p:nvGrpSpPr>
            <p:cNvPr id="12295" name="Group 20"/>
            <p:cNvGrpSpPr/>
            <p:nvPr/>
          </p:nvGrpSpPr>
          <p:grpSpPr>
            <a:xfrm>
              <a:off x="2895600" y="5867399"/>
              <a:ext cx="4473575" cy="579420"/>
              <a:chOff x="665" y="1802"/>
              <a:chExt cx="2561" cy="358"/>
            </a:xfrm>
          </p:grpSpPr>
          <p:sp>
            <p:nvSpPr>
              <p:cNvPr id="12296" name="Rectangle 21"/>
              <p:cNvSpPr/>
              <p:nvPr/>
            </p:nvSpPr>
            <p:spPr>
              <a:xfrm>
                <a:off x="2923" y="1853"/>
                <a:ext cx="69"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a:t>
                </a:r>
              </a:p>
            </p:txBody>
          </p:sp>
          <p:sp>
            <p:nvSpPr>
              <p:cNvPr id="12297" name="Rectangle 22"/>
              <p:cNvSpPr/>
              <p:nvPr/>
            </p:nvSpPr>
            <p:spPr>
              <a:xfrm>
                <a:off x="3158" y="1853"/>
                <a:ext cx="68"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a:t>
                </a:r>
              </a:p>
            </p:txBody>
          </p:sp>
          <p:sp>
            <p:nvSpPr>
              <p:cNvPr id="12298" name="Rectangle 23"/>
              <p:cNvSpPr/>
              <p:nvPr/>
            </p:nvSpPr>
            <p:spPr>
              <a:xfrm>
                <a:off x="3004" y="1839"/>
                <a:ext cx="102"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g</a:t>
                </a:r>
              </a:p>
            </p:txBody>
          </p:sp>
          <p:sp>
            <p:nvSpPr>
              <p:cNvPr id="12299" name="Rectangle 24"/>
              <p:cNvSpPr/>
              <p:nvPr/>
            </p:nvSpPr>
            <p:spPr>
              <a:xfrm>
                <a:off x="2598" y="1839"/>
                <a:ext cx="158"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H</a:t>
                </a:r>
              </a:p>
            </p:txBody>
          </p:sp>
          <p:sp>
            <p:nvSpPr>
              <p:cNvPr id="12300" name="Rectangle 25"/>
              <p:cNvSpPr/>
              <p:nvPr/>
            </p:nvSpPr>
            <p:spPr>
              <a:xfrm>
                <a:off x="2534" y="1839"/>
                <a:ext cx="51"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 </a:t>
                </a:r>
              </a:p>
            </p:txBody>
          </p:sp>
          <p:sp>
            <p:nvSpPr>
              <p:cNvPr id="12301" name="Rectangle 26"/>
              <p:cNvSpPr/>
              <p:nvPr/>
            </p:nvSpPr>
            <p:spPr>
              <a:xfrm>
                <a:off x="2210" y="1839"/>
                <a:ext cx="51"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 </a:t>
                </a:r>
              </a:p>
            </p:txBody>
          </p:sp>
          <p:sp>
            <p:nvSpPr>
              <p:cNvPr id="12302" name="Rectangle 27"/>
              <p:cNvSpPr/>
              <p:nvPr/>
            </p:nvSpPr>
            <p:spPr>
              <a:xfrm>
                <a:off x="1832" y="1839"/>
                <a:ext cx="192"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2e</a:t>
                </a:r>
              </a:p>
            </p:txBody>
          </p:sp>
          <p:sp>
            <p:nvSpPr>
              <p:cNvPr id="12303" name="Rectangle 28"/>
              <p:cNvSpPr/>
              <p:nvPr/>
            </p:nvSpPr>
            <p:spPr>
              <a:xfrm>
                <a:off x="1238" y="1839"/>
                <a:ext cx="245" cy="264"/>
              </a:xfrm>
              <a:prstGeom prst="rect">
                <a:avLst/>
              </a:prstGeom>
              <a:noFill/>
              <a:ln w="9525">
                <a:noFill/>
              </a:ln>
            </p:spPr>
            <p:txBody>
              <a:bodyPr lIns="0" tIns="0" rIns="0" bIns="0">
                <a:spAutoFit/>
              </a:bodyPr>
              <a:lstStyle/>
              <a:p>
                <a:pPr>
                  <a:spcBef>
                    <a:spcPct val="0"/>
                  </a:spcBef>
                </a:pPr>
                <a:r>
                  <a:rPr lang="en-US" altLang="zh-CN" i="0" dirty="0">
                    <a:latin typeface="Times New Roman" panose="02020603050405020304" pitchFamily="18" charset="0"/>
                  </a:rPr>
                  <a:t>aq)</a:t>
                </a:r>
              </a:p>
            </p:txBody>
          </p:sp>
          <p:sp>
            <p:nvSpPr>
              <p:cNvPr id="12304" name="Rectangle 29"/>
              <p:cNvSpPr/>
              <p:nvPr/>
            </p:nvSpPr>
            <p:spPr>
              <a:xfrm>
                <a:off x="1145" y="1839"/>
                <a:ext cx="68"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a:t>
                </a:r>
              </a:p>
            </p:txBody>
          </p:sp>
          <p:sp>
            <p:nvSpPr>
              <p:cNvPr id="12305" name="Rectangle 30"/>
              <p:cNvSpPr/>
              <p:nvPr/>
            </p:nvSpPr>
            <p:spPr>
              <a:xfrm>
                <a:off x="806" y="1839"/>
                <a:ext cx="158"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H</a:t>
                </a:r>
              </a:p>
            </p:txBody>
          </p:sp>
          <p:sp>
            <p:nvSpPr>
              <p:cNvPr id="12306" name="Rectangle 31"/>
              <p:cNvSpPr/>
              <p:nvPr/>
            </p:nvSpPr>
            <p:spPr>
              <a:xfrm>
                <a:off x="665" y="1839"/>
                <a:ext cx="102"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2</a:t>
                </a:r>
              </a:p>
            </p:txBody>
          </p:sp>
          <p:sp>
            <p:nvSpPr>
              <p:cNvPr id="12307" name="Rectangle 32"/>
              <p:cNvSpPr/>
              <p:nvPr/>
            </p:nvSpPr>
            <p:spPr>
              <a:xfrm>
                <a:off x="2802" y="1896"/>
                <a:ext cx="102"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2</a:t>
                </a:r>
              </a:p>
            </p:txBody>
          </p:sp>
          <p:sp>
            <p:nvSpPr>
              <p:cNvPr id="12308" name="Rectangle 33"/>
              <p:cNvSpPr/>
              <p:nvPr/>
            </p:nvSpPr>
            <p:spPr>
              <a:xfrm>
                <a:off x="1631" y="1809"/>
                <a:ext cx="101" cy="264"/>
              </a:xfrm>
              <a:prstGeom prst="rect">
                <a:avLst/>
              </a:prstGeom>
              <a:noFill/>
              <a:ln w="9525">
                <a:noFill/>
              </a:ln>
            </p:spPr>
            <p:txBody>
              <a:bodyPr lIns="0" tIns="0" rIns="0" bIns="0">
                <a:spAutoFit/>
              </a:bodyPr>
              <a:lstStyle/>
              <a:p>
                <a:pPr>
                  <a:spcBef>
                    <a:spcPct val="0"/>
                  </a:spcBef>
                </a:pPr>
                <a:r>
                  <a:rPr lang="en-US" altLang="zh-CN" i="0" dirty="0">
                    <a:latin typeface="Times New Roman" panose="02020603050405020304" pitchFamily="18" charset="0"/>
                  </a:rPr>
                  <a:t>+</a:t>
                </a:r>
              </a:p>
            </p:txBody>
          </p:sp>
          <p:sp>
            <p:nvSpPr>
              <p:cNvPr id="12309" name="Rectangle 34"/>
              <p:cNvSpPr/>
              <p:nvPr/>
            </p:nvSpPr>
            <p:spPr>
              <a:xfrm>
                <a:off x="2103" y="1802"/>
                <a:ext cx="68"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a:t>
                </a:r>
              </a:p>
            </p:txBody>
          </p:sp>
          <p:sp>
            <p:nvSpPr>
              <p:cNvPr id="12310" name="Rectangle 35"/>
              <p:cNvSpPr/>
              <p:nvPr/>
            </p:nvSpPr>
            <p:spPr>
              <a:xfrm>
                <a:off x="1022" y="1802"/>
                <a:ext cx="116" cy="264"/>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a:t>
                </a:r>
              </a:p>
            </p:txBody>
          </p:sp>
          <p:graphicFrame>
            <p:nvGraphicFramePr>
              <p:cNvPr id="12290" name="Object 36"/>
              <p:cNvGraphicFramePr>
                <a:graphicFrameLocks/>
              </p:cNvGraphicFramePr>
              <p:nvPr/>
            </p:nvGraphicFramePr>
            <p:xfrm>
              <a:off x="2192" y="1944"/>
              <a:ext cx="410" cy="129"/>
            </p:xfrm>
            <a:graphic>
              <a:graphicData uri="http://schemas.openxmlformats.org/presentationml/2006/ole">
                <p:oleObj spid="_x0000_s69633" r:id="rId4" imgW="18726150" imgH="15268575" progId="">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in)">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35" name="Rectangle 27"/>
          <p:cNvSpPr/>
          <p:nvPr/>
        </p:nvSpPr>
        <p:spPr>
          <a:xfrm>
            <a:off x="-76200" y="0"/>
            <a:ext cx="3276600" cy="609600"/>
          </a:xfrm>
          <a:prstGeom prst="rect">
            <a:avLst/>
          </a:prstGeom>
          <a:gradFill rotWithShape="1">
            <a:gsLst>
              <a:gs pos="0">
                <a:srgbClr val="767647"/>
              </a:gs>
              <a:gs pos="50000">
                <a:srgbClr val="FFFF99"/>
              </a:gs>
              <a:gs pos="100000">
                <a:srgbClr val="767647"/>
              </a:gs>
            </a:gsLst>
            <a:lin ang="5400000" scaled="1"/>
            <a:tileRect/>
          </a:gradFill>
          <a:ln w="9525">
            <a:noFill/>
          </a:ln>
        </p:spPr>
        <p:txBody>
          <a:bodyPr anchor="ctr" anchorCtr="0"/>
          <a:lstStyle/>
          <a:p>
            <a:pPr>
              <a:spcBef>
                <a:spcPct val="0"/>
              </a:spcBef>
            </a:pPr>
            <a:r>
              <a:rPr lang="en-US" altLang="zh-CN" sz="2600" dirty="0">
                <a:solidFill>
                  <a:srgbClr val="0000CC"/>
                </a:solidFill>
                <a:latin typeface="Times New Roman" panose="02020603050405020304" pitchFamily="18" charset="0"/>
              </a:rPr>
              <a:t>2.    </a:t>
            </a:r>
            <a:r>
              <a:rPr lang="zh-CN" altLang="en-US" sz="2600" i="0" dirty="0">
                <a:solidFill>
                  <a:srgbClr val="0000CC"/>
                </a:solidFill>
                <a:latin typeface="Times New Roman" panose="02020603050405020304" pitchFamily="18" charset="0"/>
              </a:rPr>
              <a:t>甘汞电极</a:t>
            </a:r>
            <a:r>
              <a:rPr lang="en-US" altLang="zh-CN" sz="2600" i="0" dirty="0">
                <a:solidFill>
                  <a:srgbClr val="0000CC"/>
                </a:solidFill>
                <a:latin typeface="Times New Roman" panose="02020603050405020304" pitchFamily="18" charset="0"/>
              </a:rPr>
              <a:t>(SCE)</a:t>
            </a:r>
            <a:endParaRPr lang="en-US" altLang="zh-CN" sz="2600" dirty="0">
              <a:solidFill>
                <a:srgbClr val="0000CC"/>
              </a:solidFill>
              <a:latin typeface="Times New Roman" panose="02020603050405020304" pitchFamily="18" charset="0"/>
            </a:endParaRPr>
          </a:p>
        </p:txBody>
      </p:sp>
      <p:sp>
        <p:nvSpPr>
          <p:cNvPr id="13316" name="Rectangle 164"/>
          <p:cNvSpPr/>
          <p:nvPr/>
        </p:nvSpPr>
        <p:spPr>
          <a:xfrm flipH="1">
            <a:off x="1981200" y="1828800"/>
            <a:ext cx="11430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1</a:t>
            </a:r>
          </a:p>
        </p:txBody>
      </p:sp>
      <p:sp>
        <p:nvSpPr>
          <p:cNvPr id="13317" name="Rectangle 165"/>
          <p:cNvSpPr/>
          <p:nvPr/>
        </p:nvSpPr>
        <p:spPr>
          <a:xfrm flipH="1">
            <a:off x="1981200" y="2286000"/>
            <a:ext cx="11430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3</a:t>
            </a:r>
          </a:p>
        </p:txBody>
      </p:sp>
      <p:sp>
        <p:nvSpPr>
          <p:cNvPr id="13318" name="Rectangle 166"/>
          <p:cNvSpPr/>
          <p:nvPr/>
        </p:nvSpPr>
        <p:spPr>
          <a:xfrm flipH="1">
            <a:off x="1981200" y="2057400"/>
            <a:ext cx="16002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2</a:t>
            </a:r>
          </a:p>
        </p:txBody>
      </p:sp>
      <p:sp>
        <p:nvSpPr>
          <p:cNvPr id="13319" name="Rectangle 167"/>
          <p:cNvSpPr/>
          <p:nvPr/>
        </p:nvSpPr>
        <p:spPr>
          <a:xfrm flipH="1">
            <a:off x="2286000" y="4572000"/>
            <a:ext cx="11430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5</a:t>
            </a:r>
          </a:p>
        </p:txBody>
      </p:sp>
      <p:sp>
        <p:nvSpPr>
          <p:cNvPr id="13320" name="Rectangle 168"/>
          <p:cNvSpPr/>
          <p:nvPr/>
        </p:nvSpPr>
        <p:spPr>
          <a:xfrm flipH="1">
            <a:off x="2286000" y="5181600"/>
            <a:ext cx="11430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6</a:t>
            </a:r>
          </a:p>
        </p:txBody>
      </p:sp>
      <p:sp>
        <p:nvSpPr>
          <p:cNvPr id="13321" name="Rectangle 169"/>
          <p:cNvSpPr/>
          <p:nvPr/>
        </p:nvSpPr>
        <p:spPr>
          <a:xfrm flipH="1">
            <a:off x="2209800" y="3200400"/>
            <a:ext cx="1143000" cy="457200"/>
          </a:xfrm>
          <a:prstGeom prst="rect">
            <a:avLst/>
          </a:prstGeom>
          <a:noFill/>
          <a:ln w="9525">
            <a:noFill/>
          </a:ln>
        </p:spPr>
        <p:txBody>
          <a:bodyPr>
            <a:spAutoFit/>
          </a:bodyPr>
          <a:lstStyle/>
          <a:p>
            <a:pPr>
              <a:spcBef>
                <a:spcPct val="0"/>
              </a:spcBef>
            </a:pPr>
            <a:r>
              <a:rPr lang="en-US" altLang="zh-CN" sz="2400" dirty="0">
                <a:solidFill>
                  <a:srgbClr val="0000CC"/>
                </a:solidFill>
                <a:latin typeface="Arial" panose="020B0604020202020204" pitchFamily="34" charset="0"/>
              </a:rPr>
              <a:t>——</a:t>
            </a:r>
            <a:r>
              <a:rPr lang="en-US" altLang="zh-CN" sz="2400" dirty="0">
                <a:latin typeface="楷体_GB2312" pitchFamily="49" charset="-122"/>
              </a:rPr>
              <a:t>4</a:t>
            </a:r>
          </a:p>
        </p:txBody>
      </p:sp>
      <p:sp>
        <p:nvSpPr>
          <p:cNvPr id="13322" name="Rectangle 170"/>
          <p:cNvSpPr/>
          <p:nvPr/>
        </p:nvSpPr>
        <p:spPr>
          <a:xfrm flipH="1">
            <a:off x="685800" y="1981200"/>
            <a:ext cx="1143000" cy="457200"/>
          </a:xfrm>
          <a:prstGeom prst="rect">
            <a:avLst/>
          </a:prstGeom>
          <a:noFill/>
          <a:ln w="9525">
            <a:noFill/>
          </a:ln>
        </p:spPr>
        <p:txBody>
          <a:bodyPr>
            <a:spAutoFit/>
          </a:bodyPr>
          <a:lstStyle/>
          <a:p>
            <a:pPr>
              <a:spcBef>
                <a:spcPct val="0"/>
              </a:spcBef>
            </a:pPr>
            <a:r>
              <a:rPr lang="en-US" altLang="zh-CN" sz="2400" i="0" dirty="0">
                <a:latin typeface="楷体_GB2312" pitchFamily="49" charset="-122"/>
              </a:rPr>
              <a:t>7</a:t>
            </a:r>
            <a:r>
              <a:rPr lang="en-US" altLang="zh-CN" sz="2400" i="0" dirty="0">
                <a:solidFill>
                  <a:srgbClr val="0000CC"/>
                </a:solidFill>
                <a:latin typeface="Arial" panose="020B0604020202020204" pitchFamily="34" charset="0"/>
              </a:rPr>
              <a:t>——</a:t>
            </a:r>
            <a:endParaRPr lang="en-US" altLang="zh-CN" sz="2400" i="0" dirty="0">
              <a:solidFill>
                <a:srgbClr val="0000CC"/>
              </a:solidFill>
              <a:latin typeface="Arial" panose="020B0604020202020204" pitchFamily="34" charset="0"/>
              <a:ea typeface="宋体" panose="02010600030101010101" pitchFamily="2" charset="-122"/>
            </a:endParaRPr>
          </a:p>
        </p:txBody>
      </p:sp>
      <p:sp>
        <p:nvSpPr>
          <p:cNvPr id="68779" name="Rectangle 171"/>
          <p:cNvSpPr/>
          <p:nvPr/>
        </p:nvSpPr>
        <p:spPr>
          <a:xfrm flipH="1">
            <a:off x="5943600" y="1143000"/>
            <a:ext cx="2209800" cy="5113338"/>
          </a:xfrm>
          <a:prstGeom prst="rect">
            <a:avLst/>
          </a:prstGeom>
          <a:noFill/>
          <a:ln w="9525">
            <a:noFill/>
          </a:ln>
        </p:spPr>
        <p:txBody>
          <a:bodyPr>
            <a:spAutoFit/>
          </a:bodyPr>
          <a:lstStyle/>
          <a:p>
            <a:pPr>
              <a:spcBef>
                <a:spcPct val="0"/>
              </a:spcBef>
            </a:pPr>
            <a:r>
              <a:rPr lang="en-US" altLang="zh-CN" sz="2600" i="0" dirty="0">
                <a:solidFill>
                  <a:srgbClr val="006600"/>
                </a:solidFill>
                <a:latin typeface="Times New Roman" panose="02020603050405020304" pitchFamily="18" charset="0"/>
              </a:rPr>
              <a:t>1-Hg</a:t>
            </a:r>
          </a:p>
          <a:p>
            <a:pPr>
              <a:spcBef>
                <a:spcPct val="0"/>
              </a:spcBef>
            </a:pPr>
            <a:r>
              <a:rPr lang="en-US" altLang="zh-CN" sz="2600" i="0" dirty="0">
                <a:solidFill>
                  <a:srgbClr val="006600"/>
                </a:solidFill>
                <a:latin typeface="Times New Roman" panose="02020603050405020304" pitchFamily="18" charset="0"/>
              </a:rPr>
              <a:t>              </a:t>
            </a:r>
          </a:p>
          <a:p>
            <a:pPr>
              <a:spcBef>
                <a:spcPct val="0"/>
              </a:spcBef>
            </a:pPr>
            <a:r>
              <a:rPr lang="en-US" altLang="zh-CN" sz="2600" i="0" dirty="0">
                <a:solidFill>
                  <a:srgbClr val="006600"/>
                </a:solidFill>
                <a:latin typeface="Times New Roman" panose="02020603050405020304" pitchFamily="18" charset="0"/>
              </a:rPr>
              <a:t> 2-Hg</a:t>
            </a:r>
            <a:r>
              <a:rPr lang="en-US" altLang="zh-CN" sz="2600" i="0" baseline="-25000" dirty="0">
                <a:solidFill>
                  <a:srgbClr val="006600"/>
                </a:solidFill>
                <a:latin typeface="Times New Roman" panose="02020603050405020304" pitchFamily="18" charset="0"/>
              </a:rPr>
              <a:t>2</a:t>
            </a:r>
            <a:r>
              <a:rPr lang="en-US" altLang="zh-CN" sz="2600" i="0" dirty="0">
                <a:solidFill>
                  <a:srgbClr val="006600"/>
                </a:solidFill>
                <a:latin typeface="Times New Roman" panose="02020603050405020304" pitchFamily="18" charset="0"/>
              </a:rPr>
              <a:t>Cl</a:t>
            </a:r>
            <a:r>
              <a:rPr lang="en-US" altLang="zh-CN" sz="2600" i="0" baseline="-25000" dirty="0">
                <a:solidFill>
                  <a:srgbClr val="006600"/>
                </a:solidFill>
                <a:latin typeface="Times New Roman" panose="02020603050405020304" pitchFamily="18" charset="0"/>
              </a:rPr>
              <a:t>2</a:t>
            </a:r>
          </a:p>
          <a:p>
            <a:pPr>
              <a:spcBef>
                <a:spcPct val="0"/>
              </a:spcBef>
            </a:pPr>
            <a:endParaRPr lang="en-US" altLang="zh-CN" sz="2600" i="0" baseline="-25000" dirty="0">
              <a:solidFill>
                <a:srgbClr val="006600"/>
              </a:solidFill>
              <a:latin typeface="Times New Roman" panose="02020603050405020304" pitchFamily="18" charset="0"/>
            </a:endParaRPr>
          </a:p>
          <a:p>
            <a:pPr>
              <a:spcBef>
                <a:spcPct val="0"/>
              </a:spcBef>
            </a:pPr>
            <a:r>
              <a:rPr lang="en-US" altLang="zh-CN" sz="2600" i="0" dirty="0">
                <a:solidFill>
                  <a:srgbClr val="006600"/>
                </a:solidFill>
                <a:latin typeface="Times New Roman" panose="02020603050405020304" pitchFamily="18" charset="0"/>
              </a:rPr>
              <a:t>3-</a:t>
            </a:r>
            <a:r>
              <a:rPr lang="zh-CN" altLang="en-US" sz="2600" i="0" dirty="0">
                <a:solidFill>
                  <a:srgbClr val="006600"/>
                </a:solidFill>
                <a:latin typeface="Times New Roman" panose="02020603050405020304" pitchFamily="18" charset="0"/>
              </a:rPr>
              <a:t>素瓷</a:t>
            </a:r>
          </a:p>
          <a:p>
            <a:pPr>
              <a:spcBef>
                <a:spcPct val="0"/>
              </a:spcBef>
            </a:pPr>
            <a:r>
              <a:rPr lang="zh-CN" altLang="en-US" sz="2600" i="0" dirty="0">
                <a:solidFill>
                  <a:srgbClr val="006600"/>
                </a:solidFill>
                <a:latin typeface="Times New Roman" panose="02020603050405020304" pitchFamily="18" charset="0"/>
              </a:rPr>
              <a:t>           </a:t>
            </a:r>
          </a:p>
          <a:p>
            <a:pPr>
              <a:spcBef>
                <a:spcPct val="0"/>
              </a:spcBef>
            </a:pPr>
            <a:r>
              <a:rPr lang="en-US" altLang="zh-CN" sz="2600" i="0" dirty="0">
                <a:solidFill>
                  <a:srgbClr val="006600"/>
                </a:solidFill>
                <a:latin typeface="Times New Roman" panose="02020603050405020304" pitchFamily="18" charset="0"/>
              </a:rPr>
              <a:t>4-</a:t>
            </a:r>
            <a:r>
              <a:rPr lang="zh-CN" altLang="en-US" sz="2600" i="0" dirty="0">
                <a:solidFill>
                  <a:srgbClr val="006600"/>
                </a:solidFill>
                <a:latin typeface="Times New Roman" panose="02020603050405020304" pitchFamily="18" charset="0"/>
              </a:rPr>
              <a:t>饱和</a:t>
            </a:r>
            <a:r>
              <a:rPr lang="en-US" altLang="zh-CN" sz="2600" i="0" dirty="0">
                <a:solidFill>
                  <a:srgbClr val="006600"/>
                </a:solidFill>
                <a:latin typeface="Times New Roman" panose="02020603050405020304" pitchFamily="18" charset="0"/>
              </a:rPr>
              <a:t>KCl</a:t>
            </a:r>
          </a:p>
          <a:p>
            <a:pPr>
              <a:spcBef>
                <a:spcPct val="0"/>
              </a:spcBef>
            </a:pPr>
            <a:endParaRPr lang="en-US" altLang="zh-CN" sz="2600" i="0" dirty="0">
              <a:solidFill>
                <a:srgbClr val="006600"/>
              </a:solidFill>
              <a:latin typeface="Times New Roman" panose="02020603050405020304" pitchFamily="18" charset="0"/>
            </a:endParaRPr>
          </a:p>
          <a:p>
            <a:pPr>
              <a:spcBef>
                <a:spcPct val="0"/>
              </a:spcBef>
            </a:pPr>
            <a:r>
              <a:rPr lang="en-US" altLang="zh-CN" sz="2600" i="0" dirty="0">
                <a:solidFill>
                  <a:srgbClr val="006600"/>
                </a:solidFill>
                <a:latin typeface="Times New Roman" panose="02020603050405020304" pitchFamily="18" charset="0"/>
              </a:rPr>
              <a:t>5- KCl</a:t>
            </a:r>
            <a:r>
              <a:rPr lang="zh-CN" altLang="en-US" sz="2600" i="0" dirty="0">
                <a:solidFill>
                  <a:srgbClr val="006600"/>
                </a:solidFill>
                <a:latin typeface="Times New Roman" panose="02020603050405020304" pitchFamily="18" charset="0"/>
              </a:rPr>
              <a:t>晶体</a:t>
            </a:r>
          </a:p>
          <a:p>
            <a:pPr>
              <a:spcBef>
                <a:spcPct val="0"/>
              </a:spcBef>
            </a:pPr>
            <a:r>
              <a:rPr lang="zh-CN" altLang="en-US" sz="2600" i="0" dirty="0">
                <a:solidFill>
                  <a:srgbClr val="006600"/>
                </a:solidFill>
                <a:latin typeface="Times New Roman" panose="02020603050405020304" pitchFamily="18" charset="0"/>
              </a:rPr>
              <a:t>   </a:t>
            </a:r>
          </a:p>
          <a:p>
            <a:pPr>
              <a:spcBef>
                <a:spcPct val="0"/>
              </a:spcBef>
            </a:pPr>
            <a:r>
              <a:rPr lang="zh-CN" altLang="en-US" sz="2600" i="0" dirty="0">
                <a:solidFill>
                  <a:srgbClr val="006600"/>
                </a:solidFill>
                <a:latin typeface="Times New Roman" panose="02020603050405020304" pitchFamily="18" charset="0"/>
              </a:rPr>
              <a:t> </a:t>
            </a:r>
            <a:r>
              <a:rPr lang="en-US" altLang="zh-CN" sz="2600" i="0" dirty="0">
                <a:solidFill>
                  <a:srgbClr val="006600"/>
                </a:solidFill>
                <a:latin typeface="Times New Roman" panose="02020603050405020304" pitchFamily="18" charset="0"/>
              </a:rPr>
              <a:t>6-</a:t>
            </a:r>
            <a:r>
              <a:rPr lang="zh-CN" altLang="en-US" sz="2600" i="0" dirty="0">
                <a:solidFill>
                  <a:srgbClr val="006600"/>
                </a:solidFill>
                <a:latin typeface="Times New Roman" panose="02020603050405020304" pitchFamily="18" charset="0"/>
              </a:rPr>
              <a:t>素瓷 </a:t>
            </a:r>
          </a:p>
          <a:p>
            <a:pPr>
              <a:spcBef>
                <a:spcPct val="0"/>
              </a:spcBef>
            </a:pPr>
            <a:r>
              <a:rPr lang="zh-CN" altLang="en-US" sz="2600" i="0" dirty="0">
                <a:solidFill>
                  <a:srgbClr val="006600"/>
                </a:solidFill>
                <a:latin typeface="Times New Roman" panose="02020603050405020304" pitchFamily="18" charset="0"/>
              </a:rPr>
              <a:t>       </a:t>
            </a:r>
          </a:p>
          <a:p>
            <a:pPr>
              <a:spcBef>
                <a:spcPct val="0"/>
              </a:spcBef>
            </a:pPr>
            <a:r>
              <a:rPr lang="en-US" altLang="zh-CN" sz="2600" i="0" dirty="0">
                <a:solidFill>
                  <a:srgbClr val="006600"/>
                </a:solidFill>
                <a:latin typeface="Times New Roman" panose="02020603050405020304" pitchFamily="18" charset="0"/>
              </a:rPr>
              <a:t>7-</a:t>
            </a:r>
            <a:r>
              <a:rPr lang="zh-CN" altLang="en-US" sz="2600" i="0" dirty="0">
                <a:solidFill>
                  <a:srgbClr val="006600"/>
                </a:solidFill>
                <a:latin typeface="Times New Roman" panose="02020603050405020304" pitchFamily="18" charset="0"/>
              </a:rPr>
              <a:t>橡皮塞</a:t>
            </a:r>
          </a:p>
        </p:txBody>
      </p:sp>
    </p:spTree>
    <p:controls>
      <p:control spid="70657" name="ShockwaveFlash1" r:id="rId2" imgW="5181501" imgH="6172082"/>
    </p:controls>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8635"/>
                                        </p:tgtEl>
                                        <p:attrNameLst>
                                          <p:attrName>style.visibility</p:attrName>
                                        </p:attrNameLst>
                                      </p:cBhvr>
                                      <p:to>
                                        <p:strVal val="visible"/>
                                      </p:to>
                                    </p:set>
                                    <p:anim calcmode="lin" valueType="num">
                                      <p:cBhvr additive="base">
                                        <p:cTn id="7" dur="500" fill="hold"/>
                                        <p:tgtEl>
                                          <p:spTgt spid="68635"/>
                                        </p:tgtEl>
                                        <p:attrNameLst>
                                          <p:attrName>ppt_x</p:attrName>
                                        </p:attrNameLst>
                                      </p:cBhvr>
                                      <p:tavLst>
                                        <p:tav tm="0">
                                          <p:val>
                                            <p:strVal val="#ppt_x"/>
                                          </p:val>
                                        </p:tav>
                                        <p:tav tm="100000">
                                          <p:val>
                                            <p:strVal val="#ppt_x"/>
                                          </p:val>
                                        </p:tav>
                                      </p:tavLst>
                                    </p:anim>
                                    <p:anim calcmode="lin" valueType="num">
                                      <p:cBhvr additive="base">
                                        <p:cTn id="8" dur="500" fill="hold"/>
                                        <p:tgtEl>
                                          <p:spTgt spid="6863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68779"/>
                                        </p:tgtEl>
                                        <p:attrNameLst>
                                          <p:attrName>style.visibility</p:attrName>
                                        </p:attrNameLst>
                                      </p:cBhvr>
                                      <p:to>
                                        <p:strVal val="visible"/>
                                      </p:to>
                                    </p:set>
                                    <p:animEffect transition="in" filter="blinds(horizontal)">
                                      <p:cBhvr>
                                        <p:cTn id="13" dur="500"/>
                                        <p:tgtEl>
                                          <p:spTgt spid="687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35" grpId="0" animBg="1"/>
      <p:bldP spid="68779" grpId="0"/>
    </p:bld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4"/>
          <p:cNvGrpSpPr/>
          <p:nvPr/>
        </p:nvGrpSpPr>
        <p:grpSpPr>
          <a:xfrm>
            <a:off x="1371600" y="2590800"/>
            <a:ext cx="6396038" cy="468313"/>
            <a:chOff x="213" y="1710"/>
            <a:chExt cx="3837" cy="295"/>
          </a:xfrm>
        </p:grpSpPr>
        <p:sp>
          <p:nvSpPr>
            <p:cNvPr id="14427" name="Rectangle 5"/>
            <p:cNvSpPr/>
            <p:nvPr/>
          </p:nvSpPr>
          <p:spPr>
            <a:xfrm>
              <a:off x="3984" y="1726"/>
              <a:ext cx="66" cy="168"/>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1</a:t>
              </a:r>
            </a:p>
          </p:txBody>
        </p:sp>
        <p:sp>
          <p:nvSpPr>
            <p:cNvPr id="14428" name="Rectangle 6"/>
            <p:cNvSpPr/>
            <p:nvPr/>
          </p:nvSpPr>
          <p:spPr>
            <a:xfrm>
              <a:off x="3911" y="1710"/>
              <a:ext cx="66"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29" name="Rectangle 7"/>
            <p:cNvSpPr/>
            <p:nvPr/>
          </p:nvSpPr>
          <p:spPr>
            <a:xfrm>
              <a:off x="2531" y="1710"/>
              <a:ext cx="66"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30" name="Rectangle 8"/>
            <p:cNvSpPr/>
            <p:nvPr/>
          </p:nvSpPr>
          <p:spPr>
            <a:xfrm>
              <a:off x="3682" y="1717"/>
              <a:ext cx="5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p>
          </p:txBody>
        </p:sp>
        <p:sp>
          <p:nvSpPr>
            <p:cNvPr id="14431" name="Rectangle 9"/>
            <p:cNvSpPr/>
            <p:nvPr/>
          </p:nvSpPr>
          <p:spPr>
            <a:xfrm>
              <a:off x="2782" y="1717"/>
              <a:ext cx="114"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grpSp>
          <p:nvGrpSpPr>
            <p:cNvPr id="14432" name="Group 10"/>
            <p:cNvGrpSpPr/>
            <p:nvPr/>
          </p:nvGrpSpPr>
          <p:grpSpPr>
            <a:xfrm>
              <a:off x="213" y="1747"/>
              <a:ext cx="3697" cy="258"/>
              <a:chOff x="-6" y="1747"/>
              <a:chExt cx="3697" cy="258"/>
            </a:xfrm>
          </p:grpSpPr>
          <p:sp>
            <p:nvSpPr>
              <p:cNvPr id="14433" name="Rectangle 11"/>
              <p:cNvSpPr/>
              <p:nvPr/>
            </p:nvSpPr>
            <p:spPr>
              <a:xfrm>
                <a:off x="3557" y="1747"/>
                <a:ext cx="134"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L</a:t>
                </a:r>
              </a:p>
            </p:txBody>
          </p:sp>
          <p:sp>
            <p:nvSpPr>
              <p:cNvPr id="14434" name="Rectangle 12"/>
              <p:cNvSpPr/>
              <p:nvPr/>
            </p:nvSpPr>
            <p:spPr>
              <a:xfrm>
                <a:off x="3049" y="1747"/>
                <a:ext cx="322"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mol</a:t>
                </a:r>
              </a:p>
            </p:txBody>
          </p:sp>
          <p:sp>
            <p:nvSpPr>
              <p:cNvPr id="14435" name="Rectangle 13"/>
              <p:cNvSpPr/>
              <p:nvPr/>
            </p:nvSpPr>
            <p:spPr>
              <a:xfrm>
                <a:off x="2919" y="1747"/>
                <a:ext cx="10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0</a:t>
                </a:r>
              </a:p>
            </p:txBody>
          </p:sp>
          <p:sp>
            <p:nvSpPr>
              <p:cNvPr id="14436" name="Rectangle 14"/>
              <p:cNvSpPr/>
              <p:nvPr/>
            </p:nvSpPr>
            <p:spPr>
              <a:xfrm>
                <a:off x="2857" y="1747"/>
                <a:ext cx="5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37" name="Rectangle 15"/>
              <p:cNvSpPr/>
              <p:nvPr/>
            </p:nvSpPr>
            <p:spPr>
              <a:xfrm>
                <a:off x="2732" y="1747"/>
                <a:ext cx="10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1</a:t>
                </a:r>
              </a:p>
            </p:txBody>
          </p:sp>
          <p:sp>
            <p:nvSpPr>
              <p:cNvPr id="14438" name="Rectangle 16"/>
              <p:cNvSpPr/>
              <p:nvPr/>
            </p:nvSpPr>
            <p:spPr>
              <a:xfrm>
                <a:off x="2422" y="1747"/>
                <a:ext cx="66"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39" name="Rectangle 17"/>
              <p:cNvSpPr/>
              <p:nvPr/>
            </p:nvSpPr>
            <p:spPr>
              <a:xfrm>
                <a:off x="2064" y="1747"/>
                <a:ext cx="20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4440" name="Rectangle 18"/>
              <p:cNvSpPr/>
              <p:nvPr/>
            </p:nvSpPr>
            <p:spPr>
              <a:xfrm>
                <a:off x="1978" y="1747"/>
                <a:ext cx="66"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41" name="Rectangle 19"/>
              <p:cNvSpPr/>
              <p:nvPr/>
            </p:nvSpPr>
            <p:spPr>
              <a:xfrm>
                <a:off x="-6" y="1747"/>
                <a:ext cx="100"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42" name="Rectangle 20"/>
              <p:cNvSpPr/>
              <p:nvPr/>
            </p:nvSpPr>
            <p:spPr>
              <a:xfrm>
                <a:off x="107" y="1755"/>
                <a:ext cx="1463" cy="250"/>
              </a:xfrm>
              <a:prstGeom prst="rect">
                <a:avLst/>
              </a:prstGeom>
              <a:noFill/>
              <a:ln w="9525">
                <a:noFill/>
              </a:ln>
            </p:spPr>
            <p:txBody>
              <a:bodyPr lIns="0" tIns="0" rIns="0" bIns="0">
                <a:spAutoFit/>
              </a:bodyPr>
              <a:lstStyle/>
              <a:p>
                <a:pPr>
                  <a:spcBef>
                    <a:spcPct val="0"/>
                  </a:spcBef>
                </a:pPr>
                <a:r>
                  <a:rPr lang="zh-CN" altLang="en-US" sz="2600" i="0" dirty="0">
                    <a:solidFill>
                      <a:schemeClr val="tx1"/>
                    </a:solidFill>
                    <a:latin typeface="Times New Roman" panose="02020603050405020304" pitchFamily="18" charset="0"/>
                  </a:rPr>
                  <a:t>标准甘汞电极：</a:t>
                </a:r>
              </a:p>
            </p:txBody>
          </p:sp>
          <p:sp>
            <p:nvSpPr>
              <p:cNvPr id="14443" name="Rectangle 21"/>
              <p:cNvSpPr/>
              <p:nvPr/>
            </p:nvSpPr>
            <p:spPr>
              <a:xfrm>
                <a:off x="1860" y="1747"/>
                <a:ext cx="88" cy="252"/>
              </a:xfrm>
              <a:prstGeom prst="rect">
                <a:avLst/>
              </a:prstGeom>
              <a:noFill/>
              <a:ln w="9525">
                <a:noFill/>
              </a:ln>
            </p:spPr>
            <p:txBody>
              <a:bodyPr wrap="none" lIns="0" tIns="0" rIns="0" bIns="0">
                <a:spAutoFit/>
              </a:bodyPr>
              <a:lstStyle/>
              <a:p>
                <a:pPr>
                  <a:spcBef>
                    <a:spcPct val="0"/>
                  </a:spcBef>
                </a:pPr>
                <a:r>
                  <a:rPr lang="en-US" altLang="zh-CN" sz="2600" dirty="0">
                    <a:solidFill>
                      <a:schemeClr val="tx1"/>
                    </a:solidFill>
                    <a:latin typeface="Times New Roman" panose="02020603050405020304" pitchFamily="18" charset="0"/>
                    <a:ea typeface="宋体" panose="02010600030101010101" pitchFamily="2" charset="-122"/>
                  </a:rPr>
                  <a:t>c</a:t>
                </a:r>
                <a:endParaRPr lang="en-US" altLang="zh-CN" sz="2600" i="0" dirty="0">
                  <a:solidFill>
                    <a:schemeClr val="tx1"/>
                  </a:solidFill>
                  <a:latin typeface="Times New Roman" panose="02020603050405020304" pitchFamily="18" charset="0"/>
                  <a:ea typeface="宋体" panose="02010600030101010101" pitchFamily="2" charset="-122"/>
                </a:endParaRPr>
              </a:p>
            </p:txBody>
          </p:sp>
        </p:grpSp>
      </p:grpSp>
      <p:sp>
        <p:nvSpPr>
          <p:cNvPr id="170006" name="Text Box 22"/>
          <p:cNvSpPr txBox="1"/>
          <p:nvPr/>
        </p:nvSpPr>
        <p:spPr>
          <a:xfrm>
            <a:off x="2133600" y="5105400"/>
            <a:ext cx="5867400" cy="488950"/>
          </a:xfrm>
          <a:prstGeom prst="rect">
            <a:avLst/>
          </a:prstGeom>
          <a:noFill/>
          <a:ln w="9525">
            <a:noFill/>
          </a:ln>
        </p:spPr>
        <p:txBody>
          <a:bodyPr>
            <a:spAutoFit/>
          </a:bodyPr>
          <a:lstStyle/>
          <a:p>
            <a:pPr algn="ctr"/>
            <a:r>
              <a:rPr lang="en-US" altLang="zh-CN" sz="2600" dirty="0">
                <a:solidFill>
                  <a:srgbClr val="0033CC"/>
                </a:solidFill>
                <a:latin typeface="Times New Roman" panose="02020603050405020304" pitchFamily="18" charset="0"/>
                <a:ea typeface="宋体" panose="02010600030101010101" pitchFamily="2" charset="-122"/>
              </a:rPr>
              <a:t>E(Hg</a:t>
            </a:r>
            <a:r>
              <a:rPr lang="en-US" altLang="zh-CN" sz="2600" baseline="-25000" dirty="0">
                <a:solidFill>
                  <a:srgbClr val="0033CC"/>
                </a:solidFill>
                <a:latin typeface="Times New Roman" panose="02020603050405020304" pitchFamily="18" charset="0"/>
                <a:ea typeface="宋体" panose="02010600030101010101" pitchFamily="2" charset="-122"/>
              </a:rPr>
              <a:t>2</a:t>
            </a:r>
            <a:r>
              <a:rPr lang="en-US" altLang="zh-CN" sz="2600" dirty="0">
                <a:solidFill>
                  <a:srgbClr val="0033CC"/>
                </a:solidFill>
                <a:latin typeface="Times New Roman" panose="02020603050405020304" pitchFamily="18" charset="0"/>
                <a:ea typeface="宋体" panose="02010600030101010101" pitchFamily="2" charset="-122"/>
              </a:rPr>
              <a:t>Cl</a:t>
            </a:r>
            <a:r>
              <a:rPr lang="en-US" altLang="zh-CN" sz="2600" baseline="-25000" dirty="0">
                <a:solidFill>
                  <a:srgbClr val="0033CC"/>
                </a:solidFill>
                <a:latin typeface="Times New Roman" panose="02020603050405020304" pitchFamily="18" charset="0"/>
                <a:ea typeface="宋体" panose="02010600030101010101" pitchFamily="2" charset="-122"/>
              </a:rPr>
              <a:t>2</a:t>
            </a:r>
            <a:r>
              <a:rPr lang="en-US" altLang="zh-CN" sz="2600" dirty="0">
                <a:solidFill>
                  <a:srgbClr val="0033CC"/>
                </a:solidFill>
                <a:latin typeface="Times New Roman" panose="02020603050405020304" pitchFamily="18" charset="0"/>
                <a:ea typeface="宋体" panose="02010600030101010101" pitchFamily="2" charset="-122"/>
              </a:rPr>
              <a:t>/Hg) = 0.2415V</a:t>
            </a:r>
            <a:r>
              <a:rPr lang="zh-CN" altLang="en-US" sz="2600" dirty="0">
                <a:solidFill>
                  <a:srgbClr val="0033CC"/>
                </a:solidFill>
                <a:latin typeface="Times New Roman" panose="02020603050405020304" pitchFamily="18" charset="0"/>
                <a:ea typeface="宋体" panose="02010600030101010101" pitchFamily="2" charset="-122"/>
              </a:rPr>
              <a:t>（非标准）</a:t>
            </a:r>
          </a:p>
        </p:txBody>
      </p:sp>
      <p:grpSp>
        <p:nvGrpSpPr>
          <p:cNvPr id="4" name="Group 23"/>
          <p:cNvGrpSpPr/>
          <p:nvPr/>
        </p:nvGrpSpPr>
        <p:grpSpPr>
          <a:xfrm>
            <a:off x="1066800" y="1600200"/>
            <a:ext cx="7458075" cy="630238"/>
            <a:chOff x="303" y="1148"/>
            <a:chExt cx="5135" cy="440"/>
          </a:xfrm>
        </p:grpSpPr>
        <p:sp>
          <p:nvSpPr>
            <p:cNvPr id="14402" name="Rectangle 24"/>
            <p:cNvSpPr/>
            <p:nvPr/>
          </p:nvSpPr>
          <p:spPr>
            <a:xfrm>
              <a:off x="4924" y="1148"/>
              <a:ext cx="76"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03" name="Rectangle 25"/>
            <p:cNvSpPr/>
            <p:nvPr/>
          </p:nvSpPr>
          <p:spPr>
            <a:xfrm>
              <a:off x="3098" y="1148"/>
              <a:ext cx="153" cy="186"/>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Arial" panose="020B0604020202020204" pitchFamily="34" charset="0"/>
                  <a:ea typeface="宋体" panose="02010600030101010101" pitchFamily="2" charset="-122"/>
                </a:rPr>
                <a:t>—</a:t>
              </a:r>
            </a:p>
          </p:txBody>
        </p:sp>
        <p:sp>
          <p:nvSpPr>
            <p:cNvPr id="14404" name="Rectangle 26"/>
            <p:cNvSpPr/>
            <p:nvPr/>
          </p:nvSpPr>
          <p:spPr>
            <a:xfrm>
              <a:off x="4323" y="1156"/>
              <a:ext cx="131"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05" name="Rectangle 27"/>
            <p:cNvSpPr/>
            <p:nvPr/>
          </p:nvSpPr>
          <p:spPr>
            <a:xfrm>
              <a:off x="2672" y="1156"/>
              <a:ext cx="131"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grpSp>
          <p:nvGrpSpPr>
            <p:cNvPr id="14406" name="Group 28"/>
            <p:cNvGrpSpPr/>
            <p:nvPr/>
          </p:nvGrpSpPr>
          <p:grpSpPr>
            <a:xfrm>
              <a:off x="303" y="1186"/>
              <a:ext cx="5135" cy="402"/>
              <a:chOff x="84" y="1186"/>
              <a:chExt cx="5135" cy="402"/>
            </a:xfrm>
          </p:grpSpPr>
          <p:sp>
            <p:nvSpPr>
              <p:cNvPr id="14407" name="Rectangle 29"/>
              <p:cNvSpPr/>
              <p:nvPr/>
            </p:nvSpPr>
            <p:spPr>
              <a:xfrm>
                <a:off x="5143" y="1186"/>
                <a:ext cx="76"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08" name="Rectangle 30"/>
              <p:cNvSpPr/>
              <p:nvPr/>
            </p:nvSpPr>
            <p:spPr>
              <a:xfrm>
                <a:off x="4899" y="1186"/>
                <a:ext cx="241"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aq</a:t>
                </a:r>
              </a:p>
            </p:txBody>
          </p:sp>
          <p:sp>
            <p:nvSpPr>
              <p:cNvPr id="14409" name="Rectangle 31"/>
              <p:cNvSpPr/>
              <p:nvPr/>
            </p:nvSpPr>
            <p:spPr>
              <a:xfrm>
                <a:off x="4814" y="1186"/>
                <a:ext cx="76"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10" name="Rectangle 32"/>
              <p:cNvSpPr/>
              <p:nvPr/>
            </p:nvSpPr>
            <p:spPr>
              <a:xfrm>
                <a:off x="4455" y="1186"/>
                <a:ext cx="272" cy="277"/>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endParaRPr lang="en-US" altLang="zh-CN" sz="2600" i="0" baseline="30000" dirty="0">
                  <a:solidFill>
                    <a:schemeClr val="tx1"/>
                  </a:solidFill>
                  <a:latin typeface="Arial" panose="020B0604020202020204" pitchFamily="34" charset="0"/>
                  <a:ea typeface="宋体" panose="02010600030101010101" pitchFamily="2" charset="-122"/>
                </a:endParaRPr>
              </a:p>
            </p:txBody>
          </p:sp>
          <p:sp>
            <p:nvSpPr>
              <p:cNvPr id="14411" name="Rectangle 33"/>
              <p:cNvSpPr/>
              <p:nvPr/>
            </p:nvSpPr>
            <p:spPr>
              <a:xfrm>
                <a:off x="4401" y="1186"/>
                <a:ext cx="57"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12" name="Rectangle 34"/>
              <p:cNvSpPr/>
              <p:nvPr/>
            </p:nvSpPr>
            <p:spPr>
              <a:xfrm>
                <a:off x="4288" y="1186"/>
                <a:ext cx="114"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413" name="Rectangle 35"/>
              <p:cNvSpPr/>
              <p:nvPr/>
            </p:nvSpPr>
            <p:spPr>
              <a:xfrm>
                <a:off x="3398" y="1186"/>
                <a:ext cx="619"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2Hg(l)</a:t>
                </a:r>
              </a:p>
            </p:txBody>
          </p:sp>
          <p:sp>
            <p:nvSpPr>
              <p:cNvPr id="14414" name="Rectangle 36"/>
              <p:cNvSpPr/>
              <p:nvPr/>
            </p:nvSpPr>
            <p:spPr>
              <a:xfrm>
                <a:off x="3277" y="1186"/>
                <a:ext cx="114"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15" name="Rectangle 37"/>
              <p:cNvSpPr/>
              <p:nvPr/>
            </p:nvSpPr>
            <p:spPr>
              <a:xfrm>
                <a:off x="2980" y="1186"/>
                <a:ext cx="57"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16" name="Rectangle 38"/>
              <p:cNvSpPr/>
              <p:nvPr/>
            </p:nvSpPr>
            <p:spPr>
              <a:xfrm>
                <a:off x="2634" y="1186"/>
                <a:ext cx="216"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2e</a:t>
                </a:r>
              </a:p>
            </p:txBody>
          </p:sp>
          <p:sp>
            <p:nvSpPr>
              <p:cNvPr id="14417" name="Rectangle 39"/>
              <p:cNvSpPr/>
              <p:nvPr/>
            </p:nvSpPr>
            <p:spPr>
              <a:xfrm>
                <a:off x="2143" y="1186"/>
                <a:ext cx="240"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(s)</a:t>
                </a:r>
              </a:p>
            </p:txBody>
          </p:sp>
          <p:sp>
            <p:nvSpPr>
              <p:cNvPr id="14418" name="Rectangle 40"/>
              <p:cNvSpPr/>
              <p:nvPr/>
            </p:nvSpPr>
            <p:spPr>
              <a:xfrm>
                <a:off x="1795" y="1186"/>
                <a:ext cx="230"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4419" name="Rectangle 41"/>
              <p:cNvSpPr/>
              <p:nvPr/>
            </p:nvSpPr>
            <p:spPr>
              <a:xfrm>
                <a:off x="1390" y="1186"/>
                <a:ext cx="291"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Hg</a:t>
                </a:r>
              </a:p>
            </p:txBody>
          </p:sp>
          <p:sp>
            <p:nvSpPr>
              <p:cNvPr id="14420" name="Rectangle 42"/>
              <p:cNvSpPr/>
              <p:nvPr/>
            </p:nvSpPr>
            <p:spPr>
              <a:xfrm>
                <a:off x="1207" y="1186"/>
                <a:ext cx="172"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21" name="Rectangle 43"/>
              <p:cNvSpPr/>
              <p:nvPr/>
            </p:nvSpPr>
            <p:spPr>
              <a:xfrm>
                <a:off x="919" y="1186"/>
                <a:ext cx="228" cy="27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422" name="Rectangle 44"/>
              <p:cNvSpPr/>
              <p:nvPr/>
            </p:nvSpPr>
            <p:spPr>
              <a:xfrm>
                <a:off x="877" y="1186"/>
                <a:ext cx="76"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23" name="Rectangle 45"/>
              <p:cNvSpPr/>
              <p:nvPr/>
            </p:nvSpPr>
            <p:spPr>
              <a:xfrm>
                <a:off x="84" y="1194"/>
                <a:ext cx="1084" cy="277"/>
              </a:xfrm>
              <a:prstGeom prst="rect">
                <a:avLst/>
              </a:prstGeom>
              <a:noFill/>
              <a:ln w="9525">
                <a:noFill/>
              </a:ln>
            </p:spPr>
            <p:txBody>
              <a:bodyPr lIns="0" tIns="0" rIns="0" bIns="0">
                <a:spAutoFit/>
              </a:bodyPr>
              <a:lstStyle/>
              <a:p>
                <a:pPr>
                  <a:spcBef>
                    <a:spcPct val="0"/>
                  </a:spcBef>
                </a:pPr>
                <a:r>
                  <a:rPr lang="zh-CN" altLang="en-US" sz="2600" i="0" dirty="0">
                    <a:solidFill>
                      <a:schemeClr val="tx1"/>
                    </a:solidFill>
                    <a:latin typeface="Times New Roman" panose="02020603050405020304" pitchFamily="18" charset="0"/>
                  </a:rPr>
                  <a:t>电极反应</a:t>
                </a:r>
              </a:p>
            </p:txBody>
          </p:sp>
          <p:sp>
            <p:nvSpPr>
              <p:cNvPr id="14424" name="Rectangle 46"/>
              <p:cNvSpPr/>
              <p:nvPr/>
            </p:nvSpPr>
            <p:spPr>
              <a:xfrm>
                <a:off x="2025" y="1308"/>
                <a:ext cx="141" cy="277"/>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425" name="Rectangle 47"/>
              <p:cNvSpPr/>
              <p:nvPr/>
            </p:nvSpPr>
            <p:spPr>
              <a:xfrm>
                <a:off x="1710" y="1308"/>
                <a:ext cx="115" cy="28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426" name="Rectangle 48"/>
              <p:cNvSpPr/>
              <p:nvPr/>
            </p:nvSpPr>
            <p:spPr>
              <a:xfrm>
                <a:off x="1141" y="1194"/>
                <a:ext cx="206" cy="277"/>
              </a:xfrm>
              <a:prstGeom prst="rect">
                <a:avLst/>
              </a:prstGeom>
              <a:noFill/>
              <a:ln w="9525">
                <a:noFill/>
              </a:ln>
            </p:spPr>
            <p:txBody>
              <a:bodyPr lIns="0" tIns="0" rIns="0" bIns="0">
                <a:spAutoFit/>
              </a:bodyPr>
              <a:lstStyle/>
              <a:p>
                <a:pPr>
                  <a:spcBef>
                    <a:spcPct val="0"/>
                  </a:spcBef>
                </a:pPr>
                <a:endParaRPr lang="zh-CN" altLang="zh-CN" sz="2600" i="0" dirty="0">
                  <a:solidFill>
                    <a:schemeClr val="tx1"/>
                  </a:solidFill>
                  <a:latin typeface="Times New Roman" panose="02020603050405020304" pitchFamily="18" charset="0"/>
                  <a:ea typeface="宋体" panose="02010600030101010101" pitchFamily="2" charset="-122"/>
                </a:endParaRPr>
              </a:p>
            </p:txBody>
          </p:sp>
          <p:graphicFrame>
            <p:nvGraphicFramePr>
              <p:cNvPr id="14339" name="Object 49"/>
              <p:cNvGraphicFramePr>
                <a:graphicFrameLocks/>
              </p:cNvGraphicFramePr>
              <p:nvPr/>
            </p:nvGraphicFramePr>
            <p:xfrm>
              <a:off x="2976" y="1296"/>
              <a:ext cx="410" cy="129"/>
            </p:xfrm>
            <a:graphic>
              <a:graphicData uri="http://schemas.openxmlformats.org/presentationml/2006/ole">
                <p:oleObj spid="_x0000_s72706" r:id="rId3" imgW="18726150" imgH="15268575" progId="">
                  <p:embed/>
                </p:oleObj>
              </a:graphicData>
            </a:graphic>
          </p:graphicFrame>
        </p:grpSp>
      </p:grpSp>
      <p:grpSp>
        <p:nvGrpSpPr>
          <p:cNvPr id="6" name="Group 50"/>
          <p:cNvGrpSpPr/>
          <p:nvPr/>
        </p:nvGrpSpPr>
        <p:grpSpPr>
          <a:xfrm>
            <a:off x="2286000" y="3581400"/>
            <a:ext cx="4759325" cy="550863"/>
            <a:chOff x="1876" y="2274"/>
            <a:chExt cx="2542" cy="392"/>
          </a:xfrm>
        </p:grpSpPr>
        <p:sp>
          <p:nvSpPr>
            <p:cNvPr id="14391" name="Rectangle 51"/>
            <p:cNvSpPr/>
            <p:nvPr/>
          </p:nvSpPr>
          <p:spPr>
            <a:xfrm>
              <a:off x="4290" y="2304"/>
              <a:ext cx="128"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V</a:t>
              </a:r>
            </a:p>
          </p:txBody>
        </p:sp>
        <p:sp>
          <p:nvSpPr>
            <p:cNvPr id="14392" name="Rectangle 52"/>
            <p:cNvSpPr/>
            <p:nvPr/>
          </p:nvSpPr>
          <p:spPr>
            <a:xfrm>
              <a:off x="3914" y="2304"/>
              <a:ext cx="265" cy="283"/>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268</a:t>
              </a:r>
            </a:p>
          </p:txBody>
        </p:sp>
        <p:sp>
          <p:nvSpPr>
            <p:cNvPr id="14393" name="Rectangle 53"/>
            <p:cNvSpPr/>
            <p:nvPr/>
          </p:nvSpPr>
          <p:spPr>
            <a:xfrm>
              <a:off x="3851" y="2304"/>
              <a:ext cx="45"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394" name="Rectangle 54"/>
            <p:cNvSpPr/>
            <p:nvPr/>
          </p:nvSpPr>
          <p:spPr>
            <a:xfrm>
              <a:off x="3726" y="2304"/>
              <a:ext cx="89"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0</a:t>
              </a:r>
            </a:p>
          </p:txBody>
        </p:sp>
        <p:sp>
          <p:nvSpPr>
            <p:cNvPr id="14395" name="Rectangle 55"/>
            <p:cNvSpPr/>
            <p:nvPr/>
          </p:nvSpPr>
          <p:spPr>
            <a:xfrm>
              <a:off x="3018" y="2304"/>
              <a:ext cx="362" cy="283"/>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/Hg)</a:t>
              </a:r>
            </a:p>
          </p:txBody>
        </p:sp>
        <p:sp>
          <p:nvSpPr>
            <p:cNvPr id="14396" name="Rectangle 56"/>
            <p:cNvSpPr/>
            <p:nvPr/>
          </p:nvSpPr>
          <p:spPr>
            <a:xfrm>
              <a:off x="2609" y="2328"/>
              <a:ext cx="208" cy="283"/>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4397" name="Rectangle 57"/>
            <p:cNvSpPr/>
            <p:nvPr/>
          </p:nvSpPr>
          <p:spPr>
            <a:xfrm>
              <a:off x="2194" y="2304"/>
              <a:ext cx="287"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(Hg</a:t>
              </a:r>
            </a:p>
          </p:txBody>
        </p:sp>
        <p:sp>
          <p:nvSpPr>
            <p:cNvPr id="14398" name="Rectangle 58"/>
            <p:cNvSpPr/>
            <p:nvPr/>
          </p:nvSpPr>
          <p:spPr>
            <a:xfrm>
              <a:off x="2853" y="2382"/>
              <a:ext cx="89"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399" name="Rectangle 59"/>
            <p:cNvSpPr/>
            <p:nvPr/>
          </p:nvSpPr>
          <p:spPr>
            <a:xfrm>
              <a:off x="2486" y="2382"/>
              <a:ext cx="89" cy="284"/>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400" name="Rectangle 60"/>
            <p:cNvSpPr/>
            <p:nvPr/>
          </p:nvSpPr>
          <p:spPr>
            <a:xfrm>
              <a:off x="3534" y="2274"/>
              <a:ext cx="101" cy="28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401" name="Rectangle 61"/>
            <p:cNvSpPr/>
            <p:nvPr/>
          </p:nvSpPr>
          <p:spPr>
            <a:xfrm>
              <a:off x="1876" y="2304"/>
              <a:ext cx="139" cy="282"/>
            </a:xfrm>
            <a:prstGeom prst="rect">
              <a:avLst/>
            </a:prstGeom>
            <a:noFill/>
            <a:ln w="9525">
              <a:noFill/>
            </a:ln>
          </p:spPr>
          <p:txBody>
            <a:bodyPr lIns="0" tIns="0" rIns="0" bIns="0">
              <a:spAutoFit/>
            </a:bodyPr>
            <a:lstStyle/>
            <a:p>
              <a:pPr>
                <a:spcBef>
                  <a:spcPct val="0"/>
                </a:spcBef>
              </a:pPr>
              <a:r>
                <a:rPr lang="en-US" altLang="zh-CN" sz="2600" dirty="0">
                  <a:solidFill>
                    <a:schemeClr val="tx1"/>
                  </a:solidFill>
                  <a:latin typeface="Times New Roman" panose="02020603050405020304" pitchFamily="18" charset="0"/>
                  <a:ea typeface="宋体" panose="02010600030101010101" pitchFamily="2" charset="-122"/>
                </a:rPr>
                <a:t>E</a:t>
              </a:r>
              <a:endParaRPr lang="en-US" altLang="zh-CN" sz="2600" i="0" dirty="0">
                <a:solidFill>
                  <a:schemeClr val="tx1"/>
                </a:solidFill>
                <a:latin typeface="Times New Roman" panose="02020603050405020304" pitchFamily="18" charset="0"/>
                <a:ea typeface="宋体" panose="02010600030101010101" pitchFamily="2" charset="-122"/>
              </a:endParaRPr>
            </a:p>
          </p:txBody>
        </p:sp>
        <p:graphicFrame>
          <p:nvGraphicFramePr>
            <p:cNvPr id="14338" name="Object 62"/>
            <p:cNvGraphicFramePr>
              <a:graphicFrameLocks/>
            </p:cNvGraphicFramePr>
            <p:nvPr/>
          </p:nvGraphicFramePr>
          <p:xfrm>
            <a:off x="2056" y="2304"/>
            <a:ext cx="171" cy="168"/>
          </p:xfrm>
          <a:graphic>
            <a:graphicData uri="http://schemas.openxmlformats.org/presentationml/2006/ole">
              <p:oleObj spid="_x0000_s72705" r:id="rId4" imgW="20669250" imgH="13163550" progId="">
                <p:embed/>
              </p:oleObj>
            </a:graphicData>
          </a:graphic>
        </p:graphicFrame>
      </p:grpSp>
      <p:grpSp>
        <p:nvGrpSpPr>
          <p:cNvPr id="7" name="Group 63"/>
          <p:cNvGrpSpPr/>
          <p:nvPr/>
        </p:nvGrpSpPr>
        <p:grpSpPr>
          <a:xfrm>
            <a:off x="1219200" y="4343400"/>
            <a:ext cx="7307263" cy="466725"/>
            <a:chOff x="107" y="2829"/>
            <a:chExt cx="5554" cy="320"/>
          </a:xfrm>
        </p:grpSpPr>
        <p:sp>
          <p:nvSpPr>
            <p:cNvPr id="14372" name="Rectangle 64"/>
            <p:cNvSpPr/>
            <p:nvPr/>
          </p:nvSpPr>
          <p:spPr>
            <a:xfrm>
              <a:off x="5577" y="2867"/>
              <a:ext cx="84" cy="275"/>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3" name="Rectangle 65"/>
            <p:cNvSpPr/>
            <p:nvPr/>
          </p:nvSpPr>
          <p:spPr>
            <a:xfrm>
              <a:off x="5457" y="2867"/>
              <a:ext cx="126"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4" name="Rectangle 66"/>
            <p:cNvSpPr/>
            <p:nvPr/>
          </p:nvSpPr>
          <p:spPr>
            <a:xfrm>
              <a:off x="4419" y="2867"/>
              <a:ext cx="63"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5" name="Rectangle 67"/>
            <p:cNvSpPr/>
            <p:nvPr/>
          </p:nvSpPr>
          <p:spPr>
            <a:xfrm>
              <a:off x="4010" y="2867"/>
              <a:ext cx="447"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KCl</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6" name="Rectangle 68"/>
            <p:cNvSpPr/>
            <p:nvPr/>
          </p:nvSpPr>
          <p:spPr>
            <a:xfrm>
              <a:off x="3952" y="2867"/>
              <a:ext cx="63"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7" name="Rectangle 69"/>
            <p:cNvSpPr/>
            <p:nvPr/>
          </p:nvSpPr>
          <p:spPr>
            <a:xfrm>
              <a:off x="3876" y="2867"/>
              <a:ext cx="84"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8" name="Rectangle 70"/>
            <p:cNvSpPr/>
            <p:nvPr/>
          </p:nvSpPr>
          <p:spPr>
            <a:xfrm>
              <a:off x="3580" y="2867"/>
              <a:ext cx="169" cy="275"/>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L</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79" name="Rectangle 71"/>
            <p:cNvSpPr/>
            <p:nvPr/>
          </p:nvSpPr>
          <p:spPr>
            <a:xfrm>
              <a:off x="2762" y="2867"/>
              <a:ext cx="725" cy="275"/>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2.8mol</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80" name="Rectangle 72"/>
            <p:cNvSpPr/>
            <p:nvPr/>
          </p:nvSpPr>
          <p:spPr>
            <a:xfrm>
              <a:off x="2421" y="2867"/>
              <a:ext cx="84"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81" name="Rectangle 73"/>
            <p:cNvSpPr/>
            <p:nvPr/>
          </p:nvSpPr>
          <p:spPr>
            <a:xfrm>
              <a:off x="2064" y="2867"/>
              <a:ext cx="251"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82" name="Rectangle 74"/>
            <p:cNvSpPr/>
            <p:nvPr/>
          </p:nvSpPr>
          <p:spPr>
            <a:xfrm>
              <a:off x="1978" y="2867"/>
              <a:ext cx="84" cy="2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83" name="Rectangle 75"/>
            <p:cNvSpPr/>
            <p:nvPr/>
          </p:nvSpPr>
          <p:spPr>
            <a:xfrm>
              <a:off x="3788" y="2846"/>
              <a:ext cx="84" cy="18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1</a:t>
              </a:r>
              <a:endParaRPr lang="en-US" altLang="zh-CN" sz="2600" i="0" baseline="30000" dirty="0">
                <a:solidFill>
                  <a:schemeClr val="tx1"/>
                </a:solidFill>
                <a:latin typeface="Arial" panose="020B0604020202020204" pitchFamily="34" charset="0"/>
                <a:ea typeface="宋体" panose="02010600030101010101" pitchFamily="2" charset="-122"/>
              </a:endParaRPr>
            </a:p>
          </p:txBody>
        </p:sp>
        <p:sp>
          <p:nvSpPr>
            <p:cNvPr id="14384" name="Rectangle 76"/>
            <p:cNvSpPr/>
            <p:nvPr/>
          </p:nvSpPr>
          <p:spPr>
            <a:xfrm>
              <a:off x="4468" y="2874"/>
              <a:ext cx="1019" cy="275"/>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宋体" panose="02010600030101010101" pitchFamily="2" charset="-122"/>
                </a:rPr>
                <a:t>饱和溶液</a:t>
              </a:r>
              <a:endParaRPr lang="zh-CN" altLang="en-US" sz="2600" i="0" dirty="0">
                <a:solidFill>
                  <a:schemeClr val="tx1"/>
                </a:solidFill>
                <a:latin typeface="Arial" panose="020B0604020202020204" pitchFamily="34" charset="0"/>
              </a:endParaRPr>
            </a:p>
          </p:txBody>
        </p:sp>
        <p:sp>
          <p:nvSpPr>
            <p:cNvPr id="14385" name="Rectangle 77"/>
            <p:cNvSpPr/>
            <p:nvPr/>
          </p:nvSpPr>
          <p:spPr>
            <a:xfrm>
              <a:off x="107" y="2874"/>
              <a:ext cx="2021" cy="272"/>
            </a:xfrm>
            <a:prstGeom prst="rect">
              <a:avLst/>
            </a:prstGeom>
            <a:noFill/>
            <a:ln w="9525">
              <a:noFill/>
            </a:ln>
          </p:spPr>
          <p:txBody>
            <a:bodyPr lIns="0" tIns="0" rIns="0" bIns="0">
              <a:spAutoFit/>
            </a:bodyPr>
            <a:lstStyle/>
            <a:p>
              <a:pPr>
                <a:spcBef>
                  <a:spcPct val="0"/>
                </a:spcBef>
              </a:pPr>
              <a:r>
                <a:rPr lang="zh-CN" altLang="en-US" sz="2600" i="0" dirty="0">
                  <a:solidFill>
                    <a:schemeClr val="tx1"/>
                  </a:solidFill>
                  <a:latin typeface="楷体_GB2312" pitchFamily="49" charset="-122"/>
                </a:rPr>
                <a:t>饱和甘汞电极：</a:t>
              </a:r>
            </a:p>
          </p:txBody>
        </p:sp>
        <p:sp>
          <p:nvSpPr>
            <p:cNvPr id="14386" name="Rectangle 78"/>
            <p:cNvSpPr/>
            <p:nvPr/>
          </p:nvSpPr>
          <p:spPr>
            <a:xfrm>
              <a:off x="3714" y="2829"/>
              <a:ext cx="93" cy="18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Symbol" panose="05050102010706020507" pitchFamily="18" charset="2"/>
                  <a:ea typeface="宋体" panose="02010600030101010101" pitchFamily="2" charset="-122"/>
                </a:rPr>
                <a:t>-</a:t>
              </a:r>
              <a:endParaRPr lang="en-US" altLang="zh-CN" sz="2600" i="0" baseline="30000" dirty="0">
                <a:solidFill>
                  <a:schemeClr val="tx1"/>
                </a:solidFill>
                <a:latin typeface="Arial" panose="020B0604020202020204" pitchFamily="34" charset="0"/>
                <a:ea typeface="宋体" panose="02010600030101010101" pitchFamily="2" charset="-122"/>
              </a:endParaRPr>
            </a:p>
          </p:txBody>
        </p:sp>
        <p:sp>
          <p:nvSpPr>
            <p:cNvPr id="14387" name="Rectangle 79"/>
            <p:cNvSpPr/>
            <p:nvPr/>
          </p:nvSpPr>
          <p:spPr>
            <a:xfrm>
              <a:off x="2313" y="2829"/>
              <a:ext cx="97" cy="183"/>
            </a:xfrm>
            <a:prstGeom prst="rect">
              <a:avLst/>
            </a:prstGeom>
            <a:noFill/>
            <a:ln w="9525">
              <a:noFill/>
            </a:ln>
          </p:spPr>
          <p:txBody>
            <a:bodyPr lIns="0" tIns="0" rIns="0" bIns="0">
              <a:spAutoFit/>
            </a:bodyPr>
            <a:lstStyle/>
            <a:p>
              <a:pPr>
                <a:spcBef>
                  <a:spcPct val="0"/>
                </a:spcBef>
              </a:pPr>
              <a:r>
                <a:rPr lang="en-US" altLang="zh-CN" sz="2600" i="0" baseline="30000" dirty="0">
                  <a:solidFill>
                    <a:schemeClr val="tx1"/>
                  </a:solidFill>
                  <a:latin typeface="Symbol" panose="05050102010706020507" pitchFamily="18" charset="2"/>
                  <a:ea typeface="宋体" panose="02010600030101010101" pitchFamily="2" charset="-122"/>
                </a:rPr>
                <a:t>-</a:t>
              </a:r>
              <a:endParaRPr lang="en-US" altLang="zh-CN" sz="2600" i="0" baseline="30000" dirty="0">
                <a:solidFill>
                  <a:schemeClr val="tx1"/>
                </a:solidFill>
                <a:latin typeface="Arial" panose="020B0604020202020204" pitchFamily="34" charset="0"/>
                <a:ea typeface="宋体" panose="02010600030101010101" pitchFamily="2" charset="-122"/>
              </a:endParaRPr>
            </a:p>
          </p:txBody>
        </p:sp>
        <p:sp>
          <p:nvSpPr>
            <p:cNvPr id="14388" name="Rectangle 80"/>
            <p:cNvSpPr/>
            <p:nvPr/>
          </p:nvSpPr>
          <p:spPr>
            <a:xfrm>
              <a:off x="3488" y="2836"/>
              <a:ext cx="127" cy="275"/>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Symbol" panose="05050102010706020507" pitchFamily="18" charset="2"/>
                  <a:ea typeface="宋体" panose="02010600030101010101" pitchFamily="2" charset="-122"/>
                  <a:sym typeface="Symbol" panose="05050102010706020507" pitchFamily="18" charset="2"/>
                </a:rPr>
                <a:t> </a:t>
              </a:r>
            </a:p>
          </p:txBody>
        </p:sp>
        <p:sp>
          <p:nvSpPr>
            <p:cNvPr id="14389" name="Rectangle 81"/>
            <p:cNvSpPr/>
            <p:nvPr/>
          </p:nvSpPr>
          <p:spPr>
            <a:xfrm>
              <a:off x="2563" y="2836"/>
              <a:ext cx="146" cy="272"/>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Symbol" panose="05050102010706020507" pitchFamily="18" charset="2"/>
                  <a:ea typeface="宋体" panose="02010600030101010101" pitchFamily="2" charset="-122"/>
                </a:rPr>
                <a:t>=</a:t>
              </a:r>
              <a:endParaRPr lang="en-US" altLang="zh-CN" sz="2600" i="0" dirty="0">
                <a:solidFill>
                  <a:schemeClr val="tx1"/>
                </a:solidFill>
                <a:latin typeface="Arial" panose="020B0604020202020204" pitchFamily="34" charset="0"/>
                <a:ea typeface="宋体" panose="02010600030101010101" pitchFamily="2" charset="-122"/>
              </a:endParaRPr>
            </a:p>
          </p:txBody>
        </p:sp>
        <p:sp>
          <p:nvSpPr>
            <p:cNvPr id="14390" name="Rectangle 82"/>
            <p:cNvSpPr/>
            <p:nvPr/>
          </p:nvSpPr>
          <p:spPr>
            <a:xfrm>
              <a:off x="1860" y="2866"/>
              <a:ext cx="120" cy="272"/>
            </a:xfrm>
            <a:prstGeom prst="rect">
              <a:avLst/>
            </a:prstGeom>
            <a:noFill/>
            <a:ln w="9525">
              <a:noFill/>
            </a:ln>
          </p:spPr>
          <p:txBody>
            <a:bodyPr lIns="0" tIns="0" rIns="0" bIns="0">
              <a:spAutoFit/>
            </a:bodyPr>
            <a:lstStyle/>
            <a:p>
              <a:pPr>
                <a:spcBef>
                  <a:spcPct val="0"/>
                </a:spcBef>
              </a:pPr>
              <a:r>
                <a:rPr lang="en-US" altLang="zh-CN" sz="2600" dirty="0">
                  <a:solidFill>
                    <a:schemeClr val="tx1"/>
                  </a:solidFill>
                  <a:latin typeface="Times New Roman" panose="02020603050405020304" pitchFamily="18" charset="0"/>
                  <a:ea typeface="宋体" panose="02010600030101010101" pitchFamily="2" charset="-122"/>
                </a:rPr>
                <a:t>c</a:t>
              </a:r>
              <a:endParaRPr lang="en-US" altLang="zh-CN" sz="2600" i="0" dirty="0">
                <a:solidFill>
                  <a:schemeClr val="tx1"/>
                </a:solidFill>
                <a:latin typeface="Arial" panose="020B0604020202020204" pitchFamily="34" charset="0"/>
                <a:ea typeface="宋体" panose="02010600030101010101" pitchFamily="2" charset="-122"/>
              </a:endParaRPr>
            </a:p>
          </p:txBody>
        </p:sp>
      </p:grpSp>
      <p:grpSp>
        <p:nvGrpSpPr>
          <p:cNvPr id="8" name="Group 83"/>
          <p:cNvGrpSpPr/>
          <p:nvPr/>
        </p:nvGrpSpPr>
        <p:grpSpPr>
          <a:xfrm>
            <a:off x="914400" y="762000"/>
            <a:ext cx="7454900" cy="612775"/>
            <a:chOff x="111" y="528"/>
            <a:chExt cx="5226" cy="570"/>
          </a:xfrm>
        </p:grpSpPr>
        <p:sp>
          <p:nvSpPr>
            <p:cNvPr id="14346" name="Line 84"/>
            <p:cNvSpPr/>
            <p:nvPr/>
          </p:nvSpPr>
          <p:spPr>
            <a:xfrm>
              <a:off x="2417" y="576"/>
              <a:ext cx="1" cy="313"/>
            </a:xfrm>
            <a:prstGeom prst="line">
              <a:avLst/>
            </a:prstGeom>
            <a:ln w="15875" cap="flat" cmpd="sng">
              <a:solidFill>
                <a:srgbClr val="000000"/>
              </a:solidFill>
              <a:prstDash val="solid"/>
              <a:headEnd type="none" w="med" len="med"/>
              <a:tailEnd type="none" w="med" len="med"/>
            </a:ln>
          </p:spPr>
        </p:sp>
        <p:sp>
          <p:nvSpPr>
            <p:cNvPr id="14347" name="Line 85"/>
            <p:cNvSpPr/>
            <p:nvPr/>
          </p:nvSpPr>
          <p:spPr>
            <a:xfrm>
              <a:off x="3602" y="542"/>
              <a:ext cx="1" cy="381"/>
            </a:xfrm>
            <a:prstGeom prst="line">
              <a:avLst/>
            </a:prstGeom>
            <a:ln w="15875" cap="flat" cmpd="sng">
              <a:solidFill>
                <a:srgbClr val="000000"/>
              </a:solidFill>
              <a:prstDash val="solid"/>
              <a:headEnd type="none" w="med" len="med"/>
              <a:tailEnd type="none" w="med" len="med"/>
            </a:ln>
          </p:spPr>
        </p:sp>
        <p:sp>
          <p:nvSpPr>
            <p:cNvPr id="14348" name="Rectangle 86"/>
            <p:cNvSpPr/>
            <p:nvPr/>
          </p:nvSpPr>
          <p:spPr>
            <a:xfrm>
              <a:off x="5260" y="565"/>
              <a:ext cx="77"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349" name="Rectangle 87"/>
            <p:cNvSpPr/>
            <p:nvPr/>
          </p:nvSpPr>
          <p:spPr>
            <a:xfrm>
              <a:off x="4958" y="565"/>
              <a:ext cx="156"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L</a:t>
              </a:r>
            </a:p>
          </p:txBody>
        </p:sp>
        <p:sp>
          <p:nvSpPr>
            <p:cNvPr id="14350" name="Rectangle 88"/>
            <p:cNvSpPr/>
            <p:nvPr/>
          </p:nvSpPr>
          <p:spPr>
            <a:xfrm>
              <a:off x="4135" y="565"/>
              <a:ext cx="669"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2.8mol</a:t>
              </a:r>
            </a:p>
          </p:txBody>
        </p:sp>
        <p:sp>
          <p:nvSpPr>
            <p:cNvPr id="14351" name="Rectangle 89"/>
            <p:cNvSpPr/>
            <p:nvPr/>
          </p:nvSpPr>
          <p:spPr>
            <a:xfrm>
              <a:off x="4046" y="565"/>
              <a:ext cx="77"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4352" name="Rectangle 90"/>
            <p:cNvSpPr/>
            <p:nvPr/>
          </p:nvSpPr>
          <p:spPr>
            <a:xfrm>
              <a:off x="3686" y="565"/>
              <a:ext cx="234"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4353" name="Rectangle 91"/>
            <p:cNvSpPr/>
            <p:nvPr/>
          </p:nvSpPr>
          <p:spPr>
            <a:xfrm>
              <a:off x="3632" y="565"/>
              <a:ext cx="58"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354" name="Rectangle 92"/>
            <p:cNvSpPr/>
            <p:nvPr/>
          </p:nvSpPr>
          <p:spPr>
            <a:xfrm>
              <a:off x="3513" y="565"/>
              <a:ext cx="58"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355" name="Rectangle 93"/>
            <p:cNvSpPr/>
            <p:nvPr/>
          </p:nvSpPr>
          <p:spPr>
            <a:xfrm>
              <a:off x="3258" y="565"/>
              <a:ext cx="244"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(s)</a:t>
              </a:r>
            </a:p>
          </p:txBody>
        </p:sp>
        <p:sp>
          <p:nvSpPr>
            <p:cNvPr id="14356" name="Rectangle 94"/>
            <p:cNvSpPr/>
            <p:nvPr/>
          </p:nvSpPr>
          <p:spPr>
            <a:xfrm>
              <a:off x="2909" y="565"/>
              <a:ext cx="234"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Cl</a:t>
              </a:r>
            </a:p>
          </p:txBody>
        </p:sp>
        <p:sp>
          <p:nvSpPr>
            <p:cNvPr id="14357" name="Rectangle 95"/>
            <p:cNvSpPr/>
            <p:nvPr/>
          </p:nvSpPr>
          <p:spPr>
            <a:xfrm>
              <a:off x="2505" y="565"/>
              <a:ext cx="299"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Hg</a:t>
              </a:r>
            </a:p>
          </p:txBody>
        </p:sp>
        <p:sp>
          <p:nvSpPr>
            <p:cNvPr id="14358" name="Rectangle 96"/>
            <p:cNvSpPr/>
            <p:nvPr/>
          </p:nvSpPr>
          <p:spPr>
            <a:xfrm>
              <a:off x="2447" y="565"/>
              <a:ext cx="58"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359" name="Rectangle 97"/>
            <p:cNvSpPr/>
            <p:nvPr/>
          </p:nvSpPr>
          <p:spPr>
            <a:xfrm>
              <a:off x="2348" y="565"/>
              <a:ext cx="58"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360" name="Rectangle 98"/>
            <p:cNvSpPr/>
            <p:nvPr/>
          </p:nvSpPr>
          <p:spPr>
            <a:xfrm>
              <a:off x="2125" y="565"/>
              <a:ext cx="220"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(l)</a:t>
              </a:r>
            </a:p>
          </p:txBody>
        </p:sp>
        <p:sp>
          <p:nvSpPr>
            <p:cNvPr id="14361" name="Rectangle 99"/>
            <p:cNvSpPr/>
            <p:nvPr/>
          </p:nvSpPr>
          <p:spPr>
            <a:xfrm>
              <a:off x="2072" y="565"/>
              <a:ext cx="58"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14362" name="Rectangle 100"/>
            <p:cNvSpPr/>
            <p:nvPr/>
          </p:nvSpPr>
          <p:spPr>
            <a:xfrm>
              <a:off x="1771" y="565"/>
              <a:ext cx="299"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Hg</a:t>
              </a:r>
            </a:p>
          </p:txBody>
        </p:sp>
        <p:sp>
          <p:nvSpPr>
            <p:cNvPr id="14363" name="Rectangle 101"/>
            <p:cNvSpPr/>
            <p:nvPr/>
          </p:nvSpPr>
          <p:spPr>
            <a:xfrm>
              <a:off x="1576" y="574"/>
              <a:ext cx="235"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Arial" panose="020B0604020202020204" pitchFamily="34" charset="0"/>
                  <a:ea typeface="宋体" panose="02010600030101010101" pitchFamily="2" charset="-122"/>
                </a:rPr>
                <a:t>︱</a:t>
              </a:r>
            </a:p>
          </p:txBody>
        </p:sp>
        <p:sp>
          <p:nvSpPr>
            <p:cNvPr id="14364" name="Rectangle 102"/>
            <p:cNvSpPr/>
            <p:nvPr/>
          </p:nvSpPr>
          <p:spPr>
            <a:xfrm>
              <a:off x="1363" y="565"/>
              <a:ext cx="220"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Pt</a:t>
              </a:r>
            </a:p>
          </p:txBody>
        </p:sp>
        <p:sp>
          <p:nvSpPr>
            <p:cNvPr id="14365" name="Rectangle 103"/>
            <p:cNvSpPr/>
            <p:nvPr/>
          </p:nvSpPr>
          <p:spPr>
            <a:xfrm>
              <a:off x="5170" y="544"/>
              <a:ext cx="78" cy="248"/>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1</a:t>
              </a:r>
            </a:p>
          </p:txBody>
        </p:sp>
        <p:sp>
          <p:nvSpPr>
            <p:cNvPr id="14366" name="Rectangle 104"/>
            <p:cNvSpPr/>
            <p:nvPr/>
          </p:nvSpPr>
          <p:spPr>
            <a:xfrm>
              <a:off x="3160" y="726"/>
              <a:ext cx="116" cy="369"/>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367" name="Rectangle 105"/>
            <p:cNvSpPr/>
            <p:nvPr/>
          </p:nvSpPr>
          <p:spPr>
            <a:xfrm>
              <a:off x="2828" y="726"/>
              <a:ext cx="117" cy="37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a:t>
              </a:r>
            </a:p>
          </p:txBody>
        </p:sp>
        <p:sp>
          <p:nvSpPr>
            <p:cNvPr id="14368" name="Rectangle 106"/>
            <p:cNvSpPr/>
            <p:nvPr/>
          </p:nvSpPr>
          <p:spPr>
            <a:xfrm>
              <a:off x="111" y="574"/>
              <a:ext cx="1402" cy="369"/>
            </a:xfrm>
            <a:prstGeom prst="rect">
              <a:avLst/>
            </a:prstGeom>
            <a:noFill/>
            <a:ln w="9525">
              <a:noFill/>
            </a:ln>
          </p:spPr>
          <p:txBody>
            <a:bodyPr lIns="0" tIns="0" rIns="0" bIns="0">
              <a:spAutoFit/>
            </a:bodyPr>
            <a:lstStyle/>
            <a:p>
              <a:pPr>
                <a:spcBef>
                  <a:spcPct val="0"/>
                </a:spcBef>
              </a:pPr>
              <a:r>
                <a:rPr lang="zh-CN" altLang="en-US" sz="2600" i="0" dirty="0">
                  <a:solidFill>
                    <a:schemeClr val="tx1"/>
                  </a:solidFill>
                  <a:latin typeface="Times New Roman" panose="02020603050405020304" pitchFamily="18" charset="0"/>
                </a:rPr>
                <a:t>表示方法：</a:t>
              </a:r>
            </a:p>
          </p:txBody>
        </p:sp>
        <p:sp>
          <p:nvSpPr>
            <p:cNvPr id="14369" name="Rectangle 107"/>
            <p:cNvSpPr/>
            <p:nvPr/>
          </p:nvSpPr>
          <p:spPr>
            <a:xfrm>
              <a:off x="5091" y="528"/>
              <a:ext cx="52" cy="248"/>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a:t>
              </a:r>
            </a:p>
          </p:txBody>
        </p:sp>
        <p:sp>
          <p:nvSpPr>
            <p:cNvPr id="14370" name="Rectangle 108"/>
            <p:cNvSpPr/>
            <p:nvPr/>
          </p:nvSpPr>
          <p:spPr>
            <a:xfrm>
              <a:off x="3935" y="528"/>
              <a:ext cx="87" cy="248"/>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Arial" panose="020B0604020202020204" pitchFamily="34" charset="0"/>
                  <a:ea typeface="宋体" panose="02010600030101010101" pitchFamily="2" charset="-122"/>
                </a:rPr>
                <a:t>–</a:t>
              </a:r>
            </a:p>
          </p:txBody>
        </p:sp>
        <p:sp>
          <p:nvSpPr>
            <p:cNvPr id="14371" name="Rectangle 109"/>
            <p:cNvSpPr/>
            <p:nvPr/>
          </p:nvSpPr>
          <p:spPr>
            <a:xfrm>
              <a:off x="4864" y="535"/>
              <a:ext cx="58" cy="37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600" i="0" dirty="0">
                <a:solidFill>
                  <a:schemeClr val="tx1"/>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10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10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70006"/>
                                        </p:tgtEl>
                                        <p:attrNameLst>
                                          <p:attrName>style.visibility</p:attrName>
                                        </p:attrNameLst>
                                      </p:cBhvr>
                                      <p:to>
                                        <p:strVal val="visible"/>
                                      </p:to>
                                    </p:set>
                                    <p:animEffect transition="in" filter="wipe(left)">
                                      <p:cBhvr>
                                        <p:cTn id="32" dur="1000"/>
                                        <p:tgtEl>
                                          <p:spTgt spid="1700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0006" grpId="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4521" name="Text Box 9"/>
          <p:cNvSpPr txBox="1">
            <a:spLocks noChangeArrowheads="1"/>
          </p:cNvSpPr>
          <p:nvPr/>
        </p:nvSpPr>
        <p:spPr bwMode="auto">
          <a:xfrm>
            <a:off x="304800" y="762000"/>
            <a:ext cx="8458200" cy="1933575"/>
          </a:xfrm>
          <a:prstGeom prst="rect">
            <a:avLst/>
          </a:prstGeom>
          <a:gradFill rotWithShape="0">
            <a:gsLst>
              <a:gs pos="0">
                <a:srgbClr val="FFFFCC"/>
              </a:gs>
              <a:gs pos="50000">
                <a:srgbClr val="FFFFF3"/>
              </a:gs>
              <a:gs pos="100000">
                <a:srgbClr val="FFFFCC"/>
              </a:gs>
            </a:gsLst>
            <a:lin ang="5400000" scaled="1"/>
          </a:gradFill>
          <a:ln w="57150">
            <a:solidFill>
              <a:schemeClr val="tx1"/>
            </a:solidFill>
            <a:miter lim="800000"/>
          </a:ln>
          <a:effectLst>
            <a:outerShdw dist="35921" dir="2700000" algn="ctr" rotWithShape="0">
              <a:srgbClr val="FFFFCC"/>
            </a:outerShdw>
          </a:effectLst>
        </p:spPr>
        <p:txBody>
          <a:bodyPr>
            <a:spAutoFit/>
          </a:bodyPr>
          <a:lstStyle/>
          <a:p>
            <a:pPr marR="0" defTabSz="914400">
              <a:lnSpc>
                <a:spcPct val="130000"/>
              </a:lnSpc>
              <a:buClrTx/>
              <a:buSzTx/>
              <a:buFontTx/>
              <a:buNone/>
              <a:defRPr/>
            </a:pPr>
            <a:r>
              <a:rPr kumimoji="0" lang="en-US" altLang="zh-CN" sz="3000" i="0" kern="1200" cap="none" spc="0" normalizeH="0" baseline="0" noProof="0" dirty="0" smtClean="0">
                <a:solidFill>
                  <a:schemeClr val="tx1"/>
                </a:solidFill>
                <a:latin typeface="+mj-lt"/>
                <a:ea typeface="幼圆" panose="02010509060101010101" pitchFamily="49" charset="-122"/>
                <a:cs typeface="+mn-cs"/>
              </a:rPr>
              <a:t>       </a:t>
            </a:r>
            <a:r>
              <a:rPr kumimoji="0" lang="zh-CN" altLang="en-US" sz="2600" i="0" kern="1200" cap="none" spc="0" normalizeH="0" baseline="0" noProof="0" dirty="0" smtClean="0">
                <a:solidFill>
                  <a:schemeClr val="tx1"/>
                </a:solidFill>
                <a:latin typeface="+mj-lt"/>
                <a:ea typeface="幼圆" panose="02010509060101010101" pitchFamily="49" charset="-122"/>
                <a:cs typeface="+mn-cs"/>
              </a:rPr>
              <a:t>欲确定某电极的电极电势：可把该电极与标准氢电极组成原电池</a:t>
            </a:r>
            <a:r>
              <a:rPr kumimoji="0" lang="en-US" altLang="zh-CN" sz="2600" i="0" kern="1200" cap="none" spc="0" normalizeH="0" baseline="0" noProof="0" dirty="0" smtClean="0">
                <a:solidFill>
                  <a:schemeClr val="tx1"/>
                </a:solidFill>
                <a:latin typeface="+mj-lt"/>
                <a:ea typeface="幼圆" panose="02010509060101010101" pitchFamily="49" charset="-122"/>
                <a:cs typeface="+mn-cs"/>
              </a:rPr>
              <a:t>,</a:t>
            </a:r>
            <a:r>
              <a:rPr kumimoji="0" lang="zh-CN" altLang="en-US" sz="2600" i="0" kern="1200" cap="none" spc="0" normalizeH="0" baseline="0" noProof="0" dirty="0" smtClean="0">
                <a:solidFill>
                  <a:schemeClr val="tx1"/>
                </a:solidFill>
                <a:latin typeface="+mj-lt"/>
                <a:ea typeface="幼圆" panose="02010509060101010101" pitchFamily="49" charset="-122"/>
                <a:cs typeface="+mn-cs"/>
              </a:rPr>
              <a:t>测其电动势</a:t>
            </a:r>
            <a:r>
              <a:rPr kumimoji="0" lang="en-US" altLang="zh-CN" sz="2600" i="0" kern="1200" cap="none" spc="0" normalizeH="0" baseline="0" noProof="0" dirty="0" smtClean="0">
                <a:solidFill>
                  <a:schemeClr val="tx1"/>
                </a:solidFill>
                <a:latin typeface="+mj-lt"/>
                <a:ea typeface="幼圆" panose="02010509060101010101" pitchFamily="49" charset="-122"/>
                <a:cs typeface="+mn-cs"/>
              </a:rPr>
              <a:t>(</a:t>
            </a:r>
            <a:r>
              <a:rPr kumimoji="0" lang="en-US" altLang="zh-CN" sz="2600" kern="1200" cap="none" spc="0" normalizeH="0" baseline="0" noProof="0" dirty="0" smtClean="0">
                <a:solidFill>
                  <a:schemeClr val="tx1"/>
                </a:solidFill>
                <a:latin typeface="+mj-lt"/>
                <a:ea typeface="幼圆" panose="02010509060101010101" pitchFamily="49" charset="-122"/>
                <a:cs typeface="+mn-cs"/>
              </a:rPr>
              <a:t>E</a:t>
            </a:r>
            <a:r>
              <a:rPr kumimoji="0" lang="en-US" altLang="zh-CN" sz="2600" kern="1200" cap="none" spc="0" normalizeH="0" baseline="30000" noProof="0" dirty="0" smtClean="0">
                <a:solidFill>
                  <a:schemeClr val="tx1"/>
                </a:solidFill>
                <a:latin typeface="+mj-lt"/>
                <a:ea typeface="幼圆" panose="02010509060101010101" pitchFamily="49" charset="-122"/>
                <a:cs typeface="+mn-cs"/>
              </a:rPr>
              <a:t> </a:t>
            </a:r>
            <a:r>
              <a:rPr kumimoji="0" lang="en-US" altLang="zh-CN" sz="2600" i="0" kern="1200" cap="none" spc="0" normalizeH="0" baseline="0" noProof="0" dirty="0" smtClean="0">
                <a:solidFill>
                  <a:schemeClr val="tx1"/>
                </a:solidFill>
                <a:latin typeface="+mj-lt"/>
                <a:ea typeface="幼圆" panose="02010509060101010101" pitchFamily="49" charset="-122"/>
                <a:cs typeface="+mn-cs"/>
              </a:rPr>
              <a:t>)</a:t>
            </a:r>
          </a:p>
          <a:p>
            <a:pPr marR="0" algn="ctr" defTabSz="914400">
              <a:lnSpc>
                <a:spcPct val="130000"/>
              </a:lnSpc>
              <a:buClrTx/>
              <a:buSzTx/>
              <a:buFontTx/>
              <a:buNone/>
              <a:defRPr/>
            </a:pPr>
            <a:r>
              <a:rPr kumimoji="0" lang="zh-CN" altLang="en-US" sz="2600" i="0" kern="1200" cap="none" spc="0" normalizeH="0" baseline="0" noProof="0" dirty="0" smtClean="0">
                <a:solidFill>
                  <a:schemeClr val="tx1"/>
                </a:solidFill>
                <a:latin typeface="+mj-lt"/>
                <a:ea typeface="幼圆" panose="02010509060101010101" pitchFamily="49" charset="-122"/>
                <a:cs typeface="+mn-cs"/>
              </a:rPr>
              <a:t>则 </a:t>
            </a:r>
            <a:r>
              <a:rPr kumimoji="0" lang="en-US" altLang="zh-CN" sz="2600" kern="1200" cap="none" spc="0" normalizeH="0" baseline="0" noProof="0" dirty="0" smtClean="0">
                <a:solidFill>
                  <a:schemeClr val="tx1"/>
                </a:solidFill>
                <a:latin typeface="+mj-lt"/>
                <a:ea typeface="幼圆" panose="02010509060101010101" pitchFamily="49" charset="-122"/>
                <a:cs typeface="+mn-cs"/>
              </a:rPr>
              <a:t>E </a:t>
            </a:r>
            <a:r>
              <a:rPr kumimoji="0" lang="zh-CN" altLang="en-US" sz="2600" i="0" kern="1200" cap="none" spc="0" normalizeH="0" baseline="0" noProof="0" dirty="0" smtClean="0">
                <a:solidFill>
                  <a:schemeClr val="tx1"/>
                </a:solidFill>
                <a:latin typeface="+mj-lt"/>
                <a:ea typeface="幼圆" panose="02010509060101010101" pitchFamily="49" charset="-122"/>
                <a:cs typeface="+mn-cs"/>
              </a:rPr>
              <a:t>即为待测电极的</a:t>
            </a:r>
            <a:r>
              <a:rPr kumimoji="0" lang="zh-CN" altLang="en-US" sz="2600" kern="1200" cap="none" spc="0" normalizeH="0" baseline="0" noProof="0" dirty="0" smtClean="0">
                <a:solidFill>
                  <a:schemeClr val="tx1"/>
                </a:solidFill>
                <a:latin typeface="+mj-lt"/>
                <a:ea typeface="幼圆" panose="02010509060101010101" pitchFamily="49" charset="-122"/>
                <a:cs typeface="+mn-cs"/>
              </a:rPr>
              <a:t>电极电势</a:t>
            </a:r>
            <a:endParaRPr kumimoji="0" lang="zh-CN" altLang="en-US" sz="2600" kern="1200" cap="none" spc="0" normalizeH="0" baseline="0" noProof="0" dirty="0" smtClean="0">
              <a:solidFill>
                <a:schemeClr val="tx1"/>
              </a:solidFill>
              <a:latin typeface="+mj-lt"/>
              <a:ea typeface="隶书" panose="02010509060101010101" pitchFamily="49" charset="-122"/>
              <a:cs typeface="+mn-cs"/>
            </a:endParaRPr>
          </a:p>
        </p:txBody>
      </p:sp>
      <p:grpSp>
        <p:nvGrpSpPr>
          <p:cNvPr id="2" name="Group 21"/>
          <p:cNvGrpSpPr/>
          <p:nvPr/>
        </p:nvGrpSpPr>
        <p:grpSpPr>
          <a:xfrm>
            <a:off x="152400" y="3429000"/>
            <a:ext cx="8991600" cy="3276600"/>
            <a:chOff x="336" y="528"/>
            <a:chExt cx="5280" cy="3456"/>
          </a:xfrm>
        </p:grpSpPr>
        <p:sp>
          <p:nvSpPr>
            <p:cNvPr id="78863" name="Rectangle 22"/>
            <p:cNvSpPr/>
            <p:nvPr/>
          </p:nvSpPr>
          <p:spPr>
            <a:xfrm>
              <a:off x="336" y="720"/>
              <a:ext cx="5280" cy="3264"/>
            </a:xfrm>
            <a:prstGeom prst="rect">
              <a:avLst/>
            </a:prstGeom>
            <a:solidFill>
              <a:schemeClr val="bg1"/>
            </a:solidFill>
            <a:ln w="38100"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72708" name="Text Box 23"/>
            <p:cNvSpPr txBox="1">
              <a:spLocks noChangeArrowheads="1"/>
            </p:cNvSpPr>
            <p:nvPr/>
          </p:nvSpPr>
          <p:spPr bwMode="auto">
            <a:xfrm>
              <a:off x="528" y="528"/>
              <a:ext cx="2928" cy="454"/>
            </a:xfrm>
            <a:prstGeom prst="rect">
              <a:avLst/>
            </a:prstGeom>
            <a:gradFill rotWithShape="1">
              <a:gsLst>
                <a:gs pos="0">
                  <a:srgbClr val="765E00"/>
                </a:gs>
                <a:gs pos="50000">
                  <a:srgbClr val="FFCC00"/>
                </a:gs>
                <a:gs pos="100000">
                  <a:srgbClr val="765E00"/>
                </a:gs>
              </a:gsLst>
              <a:lin ang="5400000" scaled="1"/>
            </a:gradFill>
            <a:ln w="9525">
              <a:noFill/>
              <a:miter lim="800000"/>
            </a:ln>
            <a:effectLst>
              <a:outerShdw dist="107763" dir="13500000" algn="ctr" rotWithShape="0">
                <a:srgbClr val="CC00CC"/>
              </a:outerShdw>
            </a:effectLst>
          </p:spPr>
          <p:txBody>
            <a:bodyPr>
              <a:spAutoFit/>
            </a:bodyPr>
            <a:lstStyle/>
            <a:p>
              <a:pPr marR="0" algn="ctr" defTabSz="914400">
                <a:lnSpc>
                  <a:spcPct val="85000"/>
                </a:lnSpc>
                <a:buClrTx/>
                <a:buSzTx/>
                <a:buFontTx/>
                <a:buNone/>
                <a:defRPr/>
              </a:pPr>
              <a:r>
                <a:rPr kumimoji="0" lang="zh-CN" altLang="en-US" sz="2600" i="0" kern="1200" cap="none" spc="0" normalizeH="0" baseline="0" noProof="0" smtClean="0">
                  <a:solidFill>
                    <a:schemeClr val="tx1"/>
                  </a:solidFill>
                  <a:latin typeface="幼圆" panose="02010509060101010101" pitchFamily="49" charset="-122"/>
                  <a:ea typeface="幼圆" panose="02010509060101010101" pitchFamily="49" charset="-122"/>
                  <a:cs typeface="+mn-cs"/>
                </a:rPr>
                <a:t>例</a:t>
              </a:r>
              <a:r>
                <a:rPr kumimoji="0" lang="en-US" altLang="zh-CN" sz="2600" i="0" kern="1200" cap="none" spc="0" normalizeH="0" baseline="0" noProof="0" smtClean="0">
                  <a:solidFill>
                    <a:schemeClr val="tx1"/>
                  </a:solidFill>
                  <a:latin typeface="幼圆" panose="02010509060101010101" pitchFamily="49" charset="-122"/>
                  <a:ea typeface="幼圆" panose="02010509060101010101" pitchFamily="49" charset="-122"/>
                  <a:cs typeface="+mn-cs"/>
                </a:rPr>
                <a:t>1. </a:t>
              </a:r>
              <a:r>
                <a:rPr kumimoji="0" lang="zh-CN" altLang="en-US" sz="2600" i="0" kern="1200" cap="none" spc="0" normalizeH="0" baseline="0" noProof="0" smtClean="0">
                  <a:solidFill>
                    <a:schemeClr val="tx1"/>
                  </a:solidFill>
                  <a:latin typeface="幼圆" panose="02010509060101010101" pitchFamily="49" charset="-122"/>
                  <a:ea typeface="幼圆" panose="02010509060101010101" pitchFamily="49" charset="-122"/>
                  <a:cs typeface="+mn-cs"/>
                </a:rPr>
                <a:t>测定</a:t>
              </a:r>
              <a:r>
                <a:rPr kumimoji="0" lang="en-US" altLang="zh-CN" sz="2600" kern="1200" cap="none" spc="0" normalizeH="0" baseline="0" noProof="0" smtClean="0">
                  <a:solidFill>
                    <a:schemeClr val="tx1"/>
                  </a:solidFill>
                  <a:latin typeface="幼圆" panose="02010509060101010101" pitchFamily="49" charset="-122"/>
                  <a:ea typeface="幼圆" panose="02010509060101010101" pitchFamily="49" charset="-122"/>
                  <a:cs typeface="+mn-cs"/>
                  <a:sym typeface="Symbol" panose="05050102010706020507" pitchFamily="18" charset="2"/>
                </a:rPr>
                <a:t>E</a:t>
              </a:r>
              <a:r>
                <a:rPr kumimoji="0" lang="el-GR" altLang="zh-CN" sz="2600" kern="1200" cap="none" spc="0" normalizeH="0" baseline="30000" noProof="0" smtClean="0">
                  <a:solidFill>
                    <a:schemeClr val="tx1"/>
                  </a:solidFill>
                  <a:latin typeface="幼圆" panose="02010509060101010101" pitchFamily="49" charset="-122"/>
                  <a:ea typeface="幼圆" panose="02010509060101010101" pitchFamily="49" charset="-122"/>
                  <a:cs typeface="+mn-cs"/>
                  <a:sym typeface="Symbol" panose="05050102010706020507" pitchFamily="18" charset="2"/>
                </a:rPr>
                <a:t>Θ</a:t>
              </a:r>
              <a:r>
                <a:rPr kumimoji="0" lang="en-US" altLang="zh-CN" sz="2600" i="0" kern="1200" cap="none" spc="0" normalizeH="0" baseline="0" noProof="0" smtClean="0">
                  <a:solidFill>
                    <a:schemeClr val="tx1"/>
                  </a:solidFill>
                  <a:latin typeface="幼圆" panose="02010509060101010101" pitchFamily="49" charset="-122"/>
                  <a:ea typeface="幼圆" panose="02010509060101010101" pitchFamily="49" charset="-122"/>
                  <a:cs typeface="+mn-cs"/>
                </a:rPr>
                <a:t>(Cu</a:t>
              </a:r>
              <a:r>
                <a:rPr kumimoji="0" lang="en-US" altLang="zh-CN" sz="2600" i="0" kern="1200" cap="none" spc="0" normalizeH="0" baseline="30000" noProof="0" smtClean="0">
                  <a:solidFill>
                    <a:schemeClr val="tx1"/>
                  </a:solidFill>
                  <a:latin typeface="幼圆" panose="02010509060101010101" pitchFamily="49" charset="-122"/>
                  <a:ea typeface="幼圆" panose="02010509060101010101" pitchFamily="49" charset="-122"/>
                  <a:cs typeface="+mn-cs"/>
                </a:rPr>
                <a:t>2+</a:t>
              </a:r>
              <a:r>
                <a:rPr kumimoji="0" lang="en-US" altLang="zh-CN" sz="2600" i="0" kern="1200" cap="none" spc="0" normalizeH="0" baseline="0" noProof="0" smtClean="0">
                  <a:solidFill>
                    <a:schemeClr val="tx1"/>
                  </a:solidFill>
                  <a:latin typeface="幼圆" panose="02010509060101010101" pitchFamily="49" charset="-122"/>
                  <a:ea typeface="幼圆" panose="02010509060101010101" pitchFamily="49" charset="-122"/>
                  <a:cs typeface="+mn-cs"/>
                </a:rPr>
                <a:t>/Cu)</a:t>
              </a:r>
              <a:endParaRPr kumimoji="0" lang="en-US" altLang="zh-CN" sz="2600" b="0" i="0" kern="1200" cap="none" spc="0" normalizeH="0" baseline="0" noProof="0" smtClean="0">
                <a:solidFill>
                  <a:schemeClr val="tx1"/>
                </a:solidFill>
                <a:latin typeface="幼圆" panose="02010509060101010101" pitchFamily="49" charset="-122"/>
                <a:ea typeface="幼圆" panose="02010509060101010101" pitchFamily="49" charset="-122"/>
                <a:cs typeface="+mn-cs"/>
              </a:endParaRPr>
            </a:p>
          </p:txBody>
        </p:sp>
      </p:grpSp>
      <p:sp>
        <p:nvSpPr>
          <p:cNvPr id="64536" name="Text Box 24"/>
          <p:cNvSpPr txBox="1"/>
          <p:nvPr/>
        </p:nvSpPr>
        <p:spPr>
          <a:xfrm>
            <a:off x="533400" y="4038600"/>
            <a:ext cx="3657600" cy="195263"/>
          </a:xfrm>
          <a:prstGeom prst="rect">
            <a:avLst/>
          </a:prstGeom>
          <a:noFill/>
          <a:ln w="9525">
            <a:noFill/>
          </a:ln>
        </p:spPr>
        <p:txBody>
          <a:bodyPr/>
          <a:lstStyle/>
          <a:p>
            <a:pPr>
              <a:lnSpc>
                <a:spcPct val="60000"/>
              </a:lnSpc>
            </a:pPr>
            <a:r>
              <a:rPr lang="zh-CN" altLang="en-US" sz="2600" i="0" dirty="0">
                <a:solidFill>
                  <a:schemeClr val="tx1"/>
                </a:solidFill>
                <a:latin typeface="楷体_GB2312" pitchFamily="49" charset="-122"/>
              </a:rPr>
              <a:t>设计原电池</a:t>
            </a:r>
          </a:p>
        </p:txBody>
      </p:sp>
      <p:sp>
        <p:nvSpPr>
          <p:cNvPr id="64537" name="Text Box 25"/>
          <p:cNvSpPr txBox="1"/>
          <p:nvPr/>
        </p:nvSpPr>
        <p:spPr>
          <a:xfrm>
            <a:off x="533400" y="5029200"/>
            <a:ext cx="7772400" cy="488950"/>
          </a:xfrm>
          <a:prstGeom prst="rect">
            <a:avLst/>
          </a:prstGeom>
          <a:noFill/>
          <a:ln w="9525">
            <a:noFill/>
          </a:ln>
        </p:spPr>
        <p:txBody>
          <a:bodyPr>
            <a:spAutoFit/>
          </a:bodyPr>
          <a:lstStyle/>
          <a:p>
            <a:pPr algn="ctr"/>
            <a:r>
              <a:rPr lang="zh-CN" altLang="en-US" sz="2600" i="0" dirty="0">
                <a:solidFill>
                  <a:schemeClr val="tx1"/>
                </a:solidFill>
                <a:latin typeface="楷体_GB2312" pitchFamily="49" charset="-122"/>
              </a:rPr>
              <a:t>测得原电池电动势：</a:t>
            </a:r>
            <a:r>
              <a:rPr lang="en-US" altLang="zh-CN" sz="2600" dirty="0">
                <a:solidFill>
                  <a:schemeClr val="tx1"/>
                </a:solidFill>
                <a:latin typeface="Times New Roman" panose="02020603050405020304" pitchFamily="18" charset="0"/>
              </a:rPr>
              <a:t>E</a:t>
            </a:r>
            <a:r>
              <a:rPr lang="en-US" altLang="zh-CN" sz="2600" baseline="-25000" dirty="0">
                <a:solidFill>
                  <a:schemeClr val="tx1"/>
                </a:solidFill>
                <a:latin typeface="Times New Roman" panose="02020603050405020304" pitchFamily="18" charset="0"/>
              </a:rPr>
              <a:t>MF</a:t>
            </a:r>
            <a:r>
              <a:rPr lang="el-GR" altLang="zh-CN" sz="2600" baseline="30000" dirty="0">
                <a:solidFill>
                  <a:schemeClr val="tx1"/>
                </a:solidFill>
                <a:latin typeface="Times New Roman" panose="02020603050405020304" pitchFamily="18" charset="0"/>
              </a:rPr>
              <a:t>Θ</a:t>
            </a:r>
            <a:r>
              <a:rPr lang="en-US" altLang="zh-CN" sz="2600" i="0" baseline="3000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 0.340 V=E</a:t>
            </a:r>
            <a:r>
              <a:rPr lang="en-US" altLang="zh-CN" sz="2600" i="0" baseline="-25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-E</a:t>
            </a:r>
            <a:r>
              <a:rPr lang="en-US" altLang="zh-CN" sz="2600" i="0" baseline="-25000" dirty="0">
                <a:solidFill>
                  <a:schemeClr val="tx1"/>
                </a:solidFill>
                <a:latin typeface="Times New Roman" panose="02020603050405020304" pitchFamily="18" charset="0"/>
              </a:rPr>
              <a:t>(-)</a:t>
            </a:r>
          </a:p>
        </p:txBody>
      </p:sp>
      <p:sp>
        <p:nvSpPr>
          <p:cNvPr id="64541" name="Text Box 29"/>
          <p:cNvSpPr txBox="1"/>
          <p:nvPr/>
        </p:nvSpPr>
        <p:spPr>
          <a:xfrm>
            <a:off x="228600" y="4419600"/>
            <a:ext cx="8458200" cy="488950"/>
          </a:xfrm>
          <a:prstGeom prst="rect">
            <a:avLst/>
          </a:prstGeom>
          <a:noFill/>
          <a:ln w="9525">
            <a:noFill/>
          </a:ln>
        </p:spPr>
        <p:txBody>
          <a:bodyPr>
            <a:spAutoFit/>
          </a:bodyPr>
          <a:lstStyle/>
          <a:p>
            <a:pPr algn="ctr"/>
            <a:r>
              <a:rPr lang="en-US" altLang="zh-CN" sz="2500" dirty="0">
                <a:solidFill>
                  <a:srgbClr val="0033CC"/>
                </a:solidFill>
                <a:latin typeface="Times New Roman" panose="02020603050405020304" pitchFamily="18" charset="0"/>
                <a:ea typeface="宋体" panose="02010600030101010101" pitchFamily="2" charset="-122"/>
              </a:rPr>
              <a:t>(</a:t>
            </a:r>
            <a:r>
              <a:rPr lang="en-US" altLang="zh-CN" sz="2500" dirty="0">
                <a:solidFill>
                  <a:srgbClr val="0033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500" dirty="0">
                <a:solidFill>
                  <a:srgbClr val="0033CC"/>
                </a:solidFill>
                <a:latin typeface="Times New Roman" panose="02020603050405020304" pitchFamily="18" charset="0"/>
                <a:ea typeface="宋体" panose="02010600030101010101" pitchFamily="2" charset="-122"/>
              </a:rPr>
              <a:t>) Pt</a:t>
            </a:r>
            <a:r>
              <a:rPr lang="en-US" altLang="zh-CN" sz="2600" dirty="0">
                <a:solidFill>
                  <a:srgbClr val="0033CC"/>
                </a:solidFill>
                <a:latin typeface="Arial" panose="020B0604020202020204" pitchFamily="34" charset="0"/>
                <a:ea typeface="宋体" panose="02010600030101010101" pitchFamily="2" charset="-122"/>
              </a:rPr>
              <a:t>∣</a:t>
            </a:r>
            <a:r>
              <a:rPr lang="en-US" altLang="zh-CN" sz="2500" dirty="0">
                <a:solidFill>
                  <a:srgbClr val="0033CC"/>
                </a:solidFill>
                <a:latin typeface="Times New Roman" panose="02020603050405020304" pitchFamily="18" charset="0"/>
                <a:ea typeface="宋体" panose="02010600030101010101" pitchFamily="2" charset="-122"/>
              </a:rPr>
              <a:t>H</a:t>
            </a:r>
            <a:r>
              <a:rPr lang="en-US" altLang="zh-CN" sz="2500" baseline="-30000" dirty="0">
                <a:solidFill>
                  <a:srgbClr val="0033CC"/>
                </a:solidFill>
                <a:latin typeface="Times New Roman" panose="02020603050405020304" pitchFamily="18" charset="0"/>
                <a:ea typeface="宋体" panose="02010600030101010101" pitchFamily="2" charset="-122"/>
              </a:rPr>
              <a:t>2</a:t>
            </a:r>
            <a:r>
              <a:rPr lang="en-US" altLang="zh-CN" sz="2500" dirty="0">
                <a:solidFill>
                  <a:srgbClr val="0033CC"/>
                </a:solidFill>
                <a:latin typeface="Times New Roman" panose="02020603050405020304" pitchFamily="18" charset="0"/>
                <a:ea typeface="宋体" panose="02010600030101010101" pitchFamily="2" charset="-122"/>
              </a:rPr>
              <a:t>(100kPa) | H</a:t>
            </a:r>
            <a:r>
              <a:rPr lang="en-US" altLang="zh-CN" sz="2500" baseline="30000" dirty="0">
                <a:solidFill>
                  <a:srgbClr val="0033CC"/>
                </a:solidFill>
                <a:latin typeface="Times New Roman" panose="02020603050405020304" pitchFamily="18" charset="0"/>
                <a:ea typeface="宋体" panose="02010600030101010101" pitchFamily="2" charset="-122"/>
              </a:rPr>
              <a:t>+</a:t>
            </a:r>
            <a:r>
              <a:rPr lang="en-US" altLang="zh-CN" sz="2500" dirty="0">
                <a:solidFill>
                  <a:srgbClr val="0033CC"/>
                </a:solidFill>
                <a:latin typeface="Times New Roman" panose="02020603050405020304" pitchFamily="18" charset="0"/>
                <a:ea typeface="宋体" panose="02010600030101010101" pitchFamily="2" charset="-122"/>
              </a:rPr>
              <a:t>(1mol</a:t>
            </a:r>
            <a:r>
              <a:rPr lang="en-US" altLang="zh-CN" sz="2500" dirty="0">
                <a:solidFill>
                  <a:srgbClr val="0033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500" dirty="0">
                <a:solidFill>
                  <a:srgbClr val="0033CC"/>
                </a:solidFill>
                <a:latin typeface="Times New Roman" panose="02020603050405020304" pitchFamily="18" charset="0"/>
                <a:ea typeface="宋体" panose="02010600030101010101" pitchFamily="2" charset="-122"/>
              </a:rPr>
              <a:t>L</a:t>
            </a:r>
            <a:r>
              <a:rPr lang="en-US" altLang="zh-CN" sz="2500" baseline="30000" dirty="0">
                <a:solidFill>
                  <a:srgbClr val="0033CC"/>
                </a:solidFill>
                <a:latin typeface="Times New Roman" panose="02020603050405020304" pitchFamily="18" charset="0"/>
                <a:ea typeface="宋体" panose="02010600030101010101" pitchFamily="2" charset="-122"/>
              </a:rPr>
              <a:t>-1</a:t>
            </a:r>
            <a:r>
              <a:rPr lang="en-US" altLang="zh-CN" sz="2500" dirty="0">
                <a:solidFill>
                  <a:srgbClr val="0033CC"/>
                </a:solidFill>
                <a:latin typeface="Times New Roman" panose="02020603050405020304" pitchFamily="18" charset="0"/>
                <a:ea typeface="宋体" panose="02010600030101010101" pitchFamily="2" charset="-122"/>
              </a:rPr>
              <a:t>) ||Cu</a:t>
            </a:r>
            <a:r>
              <a:rPr lang="en-US" altLang="zh-CN" sz="2500" baseline="30000" dirty="0">
                <a:solidFill>
                  <a:srgbClr val="0033CC"/>
                </a:solidFill>
                <a:latin typeface="Times New Roman" panose="02020603050405020304" pitchFamily="18" charset="0"/>
                <a:ea typeface="宋体" panose="02010600030101010101" pitchFamily="2" charset="-122"/>
              </a:rPr>
              <a:t>2+</a:t>
            </a:r>
            <a:r>
              <a:rPr lang="en-US" altLang="zh-CN" sz="2500" dirty="0">
                <a:solidFill>
                  <a:srgbClr val="0033CC"/>
                </a:solidFill>
                <a:latin typeface="Times New Roman" panose="02020603050405020304" pitchFamily="18" charset="0"/>
                <a:ea typeface="宋体" panose="02010600030101010101" pitchFamily="2" charset="-122"/>
              </a:rPr>
              <a:t>(1 mol</a:t>
            </a:r>
            <a:r>
              <a:rPr lang="en-US" altLang="zh-CN" sz="2500" dirty="0">
                <a:solidFill>
                  <a:srgbClr val="0033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500" dirty="0">
                <a:solidFill>
                  <a:srgbClr val="0033CC"/>
                </a:solidFill>
                <a:latin typeface="Times New Roman" panose="02020603050405020304" pitchFamily="18" charset="0"/>
                <a:ea typeface="宋体" panose="02010600030101010101" pitchFamily="2" charset="-122"/>
              </a:rPr>
              <a:t>L</a:t>
            </a:r>
            <a:r>
              <a:rPr lang="en-US" altLang="zh-CN" sz="2500" baseline="30000" dirty="0">
                <a:solidFill>
                  <a:srgbClr val="0033CC"/>
                </a:solidFill>
                <a:latin typeface="Times New Roman" panose="02020603050405020304" pitchFamily="18" charset="0"/>
                <a:ea typeface="宋体" panose="02010600030101010101" pitchFamily="2" charset="-122"/>
              </a:rPr>
              <a:t>-1</a:t>
            </a:r>
            <a:r>
              <a:rPr lang="en-US" altLang="zh-CN" sz="2500" dirty="0">
                <a:solidFill>
                  <a:srgbClr val="0033CC"/>
                </a:solidFill>
                <a:latin typeface="Times New Roman" panose="02020603050405020304" pitchFamily="18" charset="0"/>
                <a:ea typeface="宋体" panose="02010600030101010101" pitchFamily="2" charset="-122"/>
              </a:rPr>
              <a:t>) | Cu (+)</a:t>
            </a:r>
          </a:p>
        </p:txBody>
      </p:sp>
      <p:grpSp>
        <p:nvGrpSpPr>
          <p:cNvPr id="3" name="Group 30"/>
          <p:cNvGrpSpPr/>
          <p:nvPr/>
        </p:nvGrpSpPr>
        <p:grpSpPr>
          <a:xfrm>
            <a:off x="1752600" y="5638800"/>
            <a:ext cx="5943600" cy="950913"/>
            <a:chOff x="528" y="3120"/>
            <a:chExt cx="4944" cy="1805"/>
          </a:xfrm>
        </p:grpSpPr>
        <p:grpSp>
          <p:nvGrpSpPr>
            <p:cNvPr id="78857" name="Group 31"/>
            <p:cNvGrpSpPr/>
            <p:nvPr/>
          </p:nvGrpSpPr>
          <p:grpSpPr>
            <a:xfrm>
              <a:off x="528" y="3120"/>
              <a:ext cx="4944" cy="1805"/>
              <a:chOff x="528" y="3120"/>
              <a:chExt cx="4944" cy="1805"/>
            </a:xfrm>
          </p:grpSpPr>
          <p:sp>
            <p:nvSpPr>
              <p:cNvPr id="78861" name="Text Box 32"/>
              <p:cNvSpPr txBox="1"/>
              <p:nvPr/>
            </p:nvSpPr>
            <p:spPr>
              <a:xfrm>
                <a:off x="528" y="3120"/>
                <a:ext cx="4944" cy="1805"/>
              </a:xfrm>
              <a:prstGeom prst="rect">
                <a:avLst/>
              </a:prstGeom>
              <a:noFill/>
              <a:ln w="9525">
                <a:noFill/>
              </a:ln>
            </p:spPr>
            <p:txBody>
              <a:bodyPr>
                <a:spAutoFit/>
              </a:bodyPr>
              <a:lstStyle/>
              <a:p>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l-GR" altLang="zh-CN" sz="260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Θ</a:t>
                </a:r>
                <a:r>
                  <a:rPr lang="en-US" altLang="zh-CN" sz="2600" i="0" dirty="0">
                    <a:solidFill>
                      <a:schemeClr val="tx1"/>
                    </a:solidFill>
                    <a:latin typeface="Times New Roman" panose="02020603050405020304" pitchFamily="18" charset="0"/>
                    <a:ea typeface="宋体" panose="02010600030101010101" pitchFamily="2" charset="-122"/>
                  </a:rPr>
                  <a:t>(Cu</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/Cu) =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dirty="0">
                    <a:solidFill>
                      <a:schemeClr val="tx1"/>
                    </a:solidFill>
                    <a:latin typeface="Times New Roman" panose="02020603050405020304" pitchFamily="18" charset="0"/>
                    <a:ea typeface="宋体" panose="02010600030101010101" pitchFamily="2" charset="-122"/>
                  </a:rPr>
                  <a:t> -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a:t>
                </a:r>
              </a:p>
              <a:p>
                <a:pPr>
                  <a:lnSpc>
                    <a:spcPct val="60000"/>
                  </a:lnSpc>
                </a:pPr>
                <a:r>
                  <a:rPr lang="en-US" altLang="zh-CN" sz="2600" i="0" dirty="0">
                    <a:solidFill>
                      <a:schemeClr val="tx1"/>
                    </a:solidFill>
                    <a:latin typeface="Times New Roman" panose="02020603050405020304" pitchFamily="18" charset="0"/>
                    <a:ea typeface="宋体" panose="02010600030101010101" pitchFamily="2" charset="-122"/>
                  </a:rPr>
                  <a:t>                    = 0.340 V- 0 V= +0.340 V</a:t>
                </a:r>
              </a:p>
            </p:txBody>
          </p:sp>
          <p:sp>
            <p:nvSpPr>
              <p:cNvPr id="78862" name="Text Box 33"/>
              <p:cNvSpPr txBox="1"/>
              <p:nvPr/>
            </p:nvSpPr>
            <p:spPr>
              <a:xfrm>
                <a:off x="2799" y="3141"/>
                <a:ext cx="241" cy="928"/>
              </a:xfrm>
              <a:prstGeom prst="rect">
                <a:avLst/>
              </a:prstGeom>
              <a:noFill/>
              <a:ln w="9525">
                <a:noFill/>
              </a:ln>
            </p:spPr>
            <p:txBody>
              <a:bodyPr>
                <a:spAutoFit/>
              </a:bodyPr>
              <a:lstStyle/>
              <a:p>
                <a:endParaRPr lang="zh-CN" altLang="zh-CN" sz="2600" i="0" dirty="0">
                  <a:solidFill>
                    <a:schemeClr val="tx1"/>
                  </a:solidFill>
                  <a:latin typeface="Times New Roman" panose="02020603050405020304" pitchFamily="18" charset="0"/>
                  <a:ea typeface="Arial Unicode MS" panose="020B0604020202020204" charset="-122"/>
                </a:endParaRPr>
              </a:p>
            </p:txBody>
          </p:sp>
        </p:grpSp>
        <p:grpSp>
          <p:nvGrpSpPr>
            <p:cNvPr id="78858" name="Group 34"/>
            <p:cNvGrpSpPr/>
            <p:nvPr/>
          </p:nvGrpSpPr>
          <p:grpSpPr>
            <a:xfrm>
              <a:off x="2868" y="3203"/>
              <a:ext cx="91" cy="91"/>
              <a:chOff x="4649" y="255"/>
              <a:chExt cx="91" cy="91"/>
            </a:xfrm>
          </p:grpSpPr>
          <p:sp>
            <p:nvSpPr>
              <p:cNvPr id="78859" name="Oval 35"/>
              <p:cNvSpPr/>
              <p:nvPr/>
            </p:nvSpPr>
            <p:spPr>
              <a:xfrm>
                <a:off x="4649" y="255"/>
                <a:ext cx="91" cy="9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78860" name="Line 36"/>
              <p:cNvSpPr/>
              <p:nvPr/>
            </p:nvSpPr>
            <p:spPr>
              <a:xfrm>
                <a:off x="4649" y="300"/>
                <a:ext cx="91" cy="0"/>
              </a:xfrm>
              <a:prstGeom prst="line">
                <a:avLst/>
              </a:prstGeom>
              <a:ln w="9525" cap="flat" cmpd="sng">
                <a:solidFill>
                  <a:schemeClr val="tx1"/>
                </a:solidFill>
                <a:prstDash val="solid"/>
                <a:headEnd type="none" w="med" len="med"/>
                <a:tailEnd type="none" w="med" len="med"/>
              </a:ln>
            </p:spPr>
          </p:sp>
        </p:grpSp>
      </p:grpSp>
      <p:sp>
        <p:nvSpPr>
          <p:cNvPr id="64549" name="Rectangle 37"/>
          <p:cNvSpPr/>
          <p:nvPr/>
        </p:nvSpPr>
        <p:spPr>
          <a:xfrm>
            <a:off x="0" y="76200"/>
            <a:ext cx="4191000" cy="609600"/>
          </a:xfrm>
          <a:prstGeom prst="rect">
            <a:avLst/>
          </a:prstGeom>
          <a:gradFill rotWithShape="1">
            <a:gsLst>
              <a:gs pos="0">
                <a:srgbClr val="767647"/>
              </a:gs>
              <a:gs pos="50000">
                <a:srgbClr val="FFFF99"/>
              </a:gs>
              <a:gs pos="100000">
                <a:srgbClr val="767647"/>
              </a:gs>
            </a:gsLst>
            <a:lin ang="5400000" scaled="1"/>
            <a:tileRect/>
          </a:gradFill>
          <a:ln w="9525">
            <a:noFill/>
          </a:ln>
        </p:spPr>
        <p:txBody>
          <a:bodyPr anchor="ctr" anchorCtr="0"/>
          <a:lstStyle/>
          <a:p>
            <a:pPr algn="ctr">
              <a:spcBef>
                <a:spcPct val="0"/>
              </a:spcBef>
            </a:pPr>
            <a:r>
              <a:rPr lang="en-US" altLang="zh-CN" sz="3000" dirty="0">
                <a:solidFill>
                  <a:srgbClr val="0000CC"/>
                </a:solidFill>
                <a:latin typeface="楷体_GB2312" pitchFamily="49" charset="-122"/>
              </a:rPr>
              <a:t>3. </a:t>
            </a:r>
            <a:r>
              <a:rPr lang="zh-CN" altLang="en-US" sz="3000" dirty="0">
                <a:solidFill>
                  <a:srgbClr val="0000CC"/>
                </a:solidFill>
                <a:latin typeface="楷体_GB2312" pitchFamily="49" charset="-122"/>
              </a:rPr>
              <a:t>电极电势的测定</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49"/>
                                        </p:tgtEl>
                                        <p:attrNameLst>
                                          <p:attrName>style.visibility</p:attrName>
                                        </p:attrNameLst>
                                      </p:cBhvr>
                                      <p:to>
                                        <p:strVal val="visible"/>
                                      </p:to>
                                    </p:set>
                                    <p:anim calcmode="lin" valueType="num">
                                      <p:cBhvr additive="base">
                                        <p:cTn id="7" dur="1000" fill="hold"/>
                                        <p:tgtEl>
                                          <p:spTgt spid="64549"/>
                                        </p:tgtEl>
                                        <p:attrNameLst>
                                          <p:attrName>ppt_x</p:attrName>
                                        </p:attrNameLst>
                                      </p:cBhvr>
                                      <p:tavLst>
                                        <p:tav tm="0">
                                          <p:val>
                                            <p:strVal val="#ppt_x"/>
                                          </p:val>
                                        </p:tav>
                                        <p:tav tm="100000">
                                          <p:val>
                                            <p:strVal val="#ppt_x"/>
                                          </p:val>
                                        </p:tav>
                                      </p:tavLst>
                                    </p:anim>
                                    <p:anim calcmode="lin" valueType="num">
                                      <p:cBhvr additive="base">
                                        <p:cTn id="8" dur="1000" fill="hold"/>
                                        <p:tgtEl>
                                          <p:spTgt spid="6454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7" presetClass="entr" presetSubtype="10" fill="hold" grpId="0" nodeType="clickEffect">
                                  <p:stCondLst>
                                    <p:cond delay="0"/>
                                  </p:stCondLst>
                                  <p:childTnLst>
                                    <p:set>
                                      <p:cBhvr>
                                        <p:cTn id="12" dur="1" fill="hold">
                                          <p:stCondLst>
                                            <p:cond delay="0"/>
                                          </p:stCondLst>
                                        </p:cTn>
                                        <p:tgtEl>
                                          <p:spTgt spid="64521"/>
                                        </p:tgtEl>
                                        <p:attrNameLst>
                                          <p:attrName>style.visibility</p:attrName>
                                        </p:attrNameLst>
                                      </p:cBhvr>
                                      <p:to>
                                        <p:strVal val="visible"/>
                                      </p:to>
                                    </p:set>
                                    <p:anim calcmode="lin" valueType="num">
                                      <p:cBhvr>
                                        <p:cTn id="13" dur="1000" fill="hold"/>
                                        <p:tgtEl>
                                          <p:spTgt spid="64521"/>
                                        </p:tgtEl>
                                        <p:attrNameLst>
                                          <p:attrName>ppt_w</p:attrName>
                                        </p:attrNameLst>
                                      </p:cBhvr>
                                      <p:tavLst>
                                        <p:tav tm="0">
                                          <p:val>
                                            <p:fltVal val="0"/>
                                          </p:val>
                                        </p:tav>
                                        <p:tav tm="100000">
                                          <p:val>
                                            <p:strVal val="#ppt_w"/>
                                          </p:val>
                                        </p:tav>
                                      </p:tavLst>
                                    </p:anim>
                                    <p:anim calcmode="lin" valueType="num">
                                      <p:cBhvr>
                                        <p:cTn id="14" dur="1000" fill="hold"/>
                                        <p:tgtEl>
                                          <p:spTgt spid="64521"/>
                                        </p:tgtEl>
                                        <p:attrNameLst>
                                          <p:attrName>ppt_h</p:attrName>
                                        </p:attrNameLst>
                                      </p:cBhvr>
                                      <p:tavLst>
                                        <p:tav tm="0">
                                          <p:val>
                                            <p:strVal val="#ppt_h"/>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grpId="0" nodeType="clickEffect">
                                  <p:stCondLst>
                                    <p:cond delay="0"/>
                                  </p:stCondLst>
                                  <p:childTnLst>
                                    <p:set>
                                      <p:cBhvr>
                                        <p:cTn id="23" dur="1" fill="hold">
                                          <p:stCondLst>
                                            <p:cond delay="0"/>
                                          </p:stCondLst>
                                        </p:cTn>
                                        <p:tgtEl>
                                          <p:spTgt spid="64536"/>
                                        </p:tgtEl>
                                        <p:attrNameLst>
                                          <p:attrName>style.visibility</p:attrName>
                                        </p:attrNameLst>
                                      </p:cBhvr>
                                      <p:to>
                                        <p:strVal val="visible"/>
                                      </p:to>
                                    </p:set>
                                    <p:animEffect transition="in" filter="slide(fromBottom)">
                                      <p:cBhvr>
                                        <p:cTn id="24" dur="1000"/>
                                        <p:tgtEl>
                                          <p:spTgt spid="64536"/>
                                        </p:tgtEl>
                                      </p:cBhvr>
                                    </p:animEffect>
                                  </p:childTnLst>
                                </p:cTn>
                              </p:par>
                            </p:childTnLst>
                          </p:cTn>
                        </p:par>
                      </p:childTnLst>
                    </p:cTn>
                  </p:par>
                  <p:par>
                    <p:cTn id="25" fill="hold">
                      <p:stCondLst>
                        <p:cond delay="indefinite"/>
                      </p:stCondLst>
                      <p:childTnLst>
                        <p:par>
                          <p:cTn id="26" fill="hold">
                            <p:stCondLst>
                              <p:cond delay="0"/>
                            </p:stCondLst>
                            <p:childTnLst>
                              <p:par>
                                <p:cTn id="27" presetID="55" presetClass="entr" presetSubtype="0" fill="hold" grpId="0" nodeType="clickEffect">
                                  <p:stCondLst>
                                    <p:cond delay="0"/>
                                  </p:stCondLst>
                                  <p:childTnLst>
                                    <p:set>
                                      <p:cBhvr>
                                        <p:cTn id="28" dur="1" fill="hold">
                                          <p:stCondLst>
                                            <p:cond delay="0"/>
                                          </p:stCondLst>
                                        </p:cTn>
                                        <p:tgtEl>
                                          <p:spTgt spid="64541"/>
                                        </p:tgtEl>
                                        <p:attrNameLst>
                                          <p:attrName>style.visibility</p:attrName>
                                        </p:attrNameLst>
                                      </p:cBhvr>
                                      <p:to>
                                        <p:strVal val="visible"/>
                                      </p:to>
                                    </p:set>
                                    <p:anim calcmode="lin" valueType="num">
                                      <p:cBhvr>
                                        <p:cTn id="29" dur="1000" fill="hold"/>
                                        <p:tgtEl>
                                          <p:spTgt spid="64541"/>
                                        </p:tgtEl>
                                        <p:attrNameLst>
                                          <p:attrName>ppt_w</p:attrName>
                                        </p:attrNameLst>
                                      </p:cBhvr>
                                      <p:tavLst>
                                        <p:tav tm="0">
                                          <p:val>
                                            <p:strVal val="#ppt_w*0.70"/>
                                          </p:val>
                                        </p:tav>
                                        <p:tav tm="100000">
                                          <p:val>
                                            <p:strVal val="#ppt_w"/>
                                          </p:val>
                                        </p:tav>
                                      </p:tavLst>
                                    </p:anim>
                                    <p:anim calcmode="lin" valueType="num">
                                      <p:cBhvr>
                                        <p:cTn id="30" dur="1000" fill="hold"/>
                                        <p:tgtEl>
                                          <p:spTgt spid="64541"/>
                                        </p:tgtEl>
                                        <p:attrNameLst>
                                          <p:attrName>ppt_h</p:attrName>
                                        </p:attrNameLst>
                                      </p:cBhvr>
                                      <p:tavLst>
                                        <p:tav tm="0">
                                          <p:val>
                                            <p:strVal val="#ppt_h"/>
                                          </p:val>
                                        </p:tav>
                                        <p:tav tm="100000">
                                          <p:val>
                                            <p:strVal val="#ppt_h"/>
                                          </p:val>
                                        </p:tav>
                                      </p:tavLst>
                                    </p:anim>
                                    <p:animEffect transition="in" filter="fade">
                                      <p:cBhvr>
                                        <p:cTn id="31" dur="1000"/>
                                        <p:tgtEl>
                                          <p:spTgt spid="64541"/>
                                        </p:tgtEl>
                                      </p:cBhvr>
                                    </p:animEffect>
                                  </p:childTnLst>
                                </p:cTn>
                              </p:par>
                            </p:childTnLst>
                          </p:cTn>
                        </p:par>
                      </p:childTnLst>
                    </p:cTn>
                  </p:par>
                  <p:par>
                    <p:cTn id="32" fill="hold">
                      <p:stCondLst>
                        <p:cond delay="indefinite"/>
                      </p:stCondLst>
                      <p:childTnLst>
                        <p:par>
                          <p:cTn id="33" fill="hold">
                            <p:stCondLst>
                              <p:cond delay="0"/>
                            </p:stCondLst>
                            <p:childTnLst>
                              <p:par>
                                <p:cTn id="34" presetID="55" presetClass="entr" presetSubtype="0" fill="hold" grpId="0" nodeType="clickEffect">
                                  <p:stCondLst>
                                    <p:cond delay="0"/>
                                  </p:stCondLst>
                                  <p:childTnLst>
                                    <p:set>
                                      <p:cBhvr>
                                        <p:cTn id="35" dur="1" fill="hold">
                                          <p:stCondLst>
                                            <p:cond delay="0"/>
                                          </p:stCondLst>
                                        </p:cTn>
                                        <p:tgtEl>
                                          <p:spTgt spid="64537"/>
                                        </p:tgtEl>
                                        <p:attrNameLst>
                                          <p:attrName>style.visibility</p:attrName>
                                        </p:attrNameLst>
                                      </p:cBhvr>
                                      <p:to>
                                        <p:strVal val="visible"/>
                                      </p:to>
                                    </p:set>
                                    <p:anim calcmode="lin" valueType="num">
                                      <p:cBhvr>
                                        <p:cTn id="36" dur="1000" fill="hold"/>
                                        <p:tgtEl>
                                          <p:spTgt spid="64537"/>
                                        </p:tgtEl>
                                        <p:attrNameLst>
                                          <p:attrName>ppt_w</p:attrName>
                                        </p:attrNameLst>
                                      </p:cBhvr>
                                      <p:tavLst>
                                        <p:tav tm="0">
                                          <p:val>
                                            <p:strVal val="#ppt_w*0.70"/>
                                          </p:val>
                                        </p:tav>
                                        <p:tav tm="100000">
                                          <p:val>
                                            <p:strVal val="#ppt_w"/>
                                          </p:val>
                                        </p:tav>
                                      </p:tavLst>
                                    </p:anim>
                                    <p:anim calcmode="lin" valueType="num">
                                      <p:cBhvr>
                                        <p:cTn id="37" dur="1000" fill="hold"/>
                                        <p:tgtEl>
                                          <p:spTgt spid="64537"/>
                                        </p:tgtEl>
                                        <p:attrNameLst>
                                          <p:attrName>ppt_h</p:attrName>
                                        </p:attrNameLst>
                                      </p:cBhvr>
                                      <p:tavLst>
                                        <p:tav tm="0">
                                          <p:val>
                                            <p:strVal val="#ppt_h"/>
                                          </p:val>
                                        </p:tav>
                                        <p:tav tm="100000">
                                          <p:val>
                                            <p:strVal val="#ppt_h"/>
                                          </p:val>
                                        </p:tav>
                                      </p:tavLst>
                                    </p:anim>
                                    <p:animEffect transition="in" filter="fade">
                                      <p:cBhvr>
                                        <p:cTn id="38" dur="1000"/>
                                        <p:tgtEl>
                                          <p:spTgt spid="64537"/>
                                        </p:tgtEl>
                                      </p:cBhvr>
                                    </p:animEffect>
                                  </p:childTnLst>
                                </p:cTn>
                              </p:par>
                            </p:childTnLst>
                          </p:cTn>
                        </p:par>
                      </p:childTnLst>
                    </p:cTn>
                  </p:par>
                  <p:par>
                    <p:cTn id="39" fill="hold">
                      <p:stCondLst>
                        <p:cond delay="indefinite"/>
                      </p:stCondLst>
                      <p:childTnLst>
                        <p:par>
                          <p:cTn id="40" fill="hold">
                            <p:stCondLst>
                              <p:cond delay="0"/>
                            </p:stCondLst>
                            <p:childTnLst>
                              <p:par>
                                <p:cTn id="41" presetID="12" presetClass="entr" presetSubtype="4" fill="hold" nodeType="click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slide(fromBottom)">
                                      <p:cBhvr>
                                        <p:cTn id="43"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21" grpId="0" animBg="1"/>
      <p:bldP spid="64536" grpId="0"/>
      <p:bldP spid="64537" grpId="0"/>
      <p:bldP spid="64541" grpId="0"/>
      <p:bldP spid="64549" grpId="0" animBg="1"/>
    </p:bld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0" y="152400"/>
            <a:ext cx="8839200" cy="3124200"/>
            <a:chOff x="336" y="528"/>
            <a:chExt cx="5280" cy="3456"/>
          </a:xfrm>
        </p:grpSpPr>
        <p:sp>
          <p:nvSpPr>
            <p:cNvPr id="79883" name="Rectangle 9"/>
            <p:cNvSpPr/>
            <p:nvPr/>
          </p:nvSpPr>
          <p:spPr>
            <a:xfrm>
              <a:off x="336" y="720"/>
              <a:ext cx="5280" cy="3264"/>
            </a:xfrm>
            <a:prstGeom prst="rect">
              <a:avLst/>
            </a:prstGeom>
            <a:noFill/>
            <a:ln w="57150" cap="flat" cmpd="sng">
              <a:solidFill>
                <a:schemeClr val="tx1"/>
              </a:solidFill>
              <a:prstDash val="solid"/>
              <a:miter/>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74755" name="Text Box 10"/>
            <p:cNvSpPr txBox="1">
              <a:spLocks noChangeArrowheads="1"/>
            </p:cNvSpPr>
            <p:nvPr/>
          </p:nvSpPr>
          <p:spPr bwMode="auto">
            <a:xfrm>
              <a:off x="528" y="528"/>
              <a:ext cx="2928" cy="541"/>
            </a:xfrm>
            <a:prstGeom prst="rect">
              <a:avLst/>
            </a:prstGeom>
            <a:gradFill rotWithShape="1">
              <a:gsLst>
                <a:gs pos="0">
                  <a:srgbClr val="767600"/>
                </a:gs>
                <a:gs pos="50000">
                  <a:srgbClr val="FFFF00"/>
                </a:gs>
                <a:gs pos="100000">
                  <a:srgbClr val="767600"/>
                </a:gs>
              </a:gsLst>
              <a:lin ang="5400000" scaled="1"/>
            </a:gradFill>
            <a:ln w="9525">
              <a:noFill/>
              <a:miter lim="800000"/>
            </a:ln>
            <a:effectLst>
              <a:outerShdw dist="107763" dir="13500000" algn="ctr" rotWithShape="0">
                <a:srgbClr val="FFFFCC"/>
              </a:outerShdw>
            </a:effectLst>
          </p:spPr>
          <p:txBody>
            <a:bodyPr>
              <a:spAutoFit/>
            </a:bodyPr>
            <a:lstStyle/>
            <a:p>
              <a:pPr marR="0" algn="ctr" defTabSz="914400">
                <a:buClrTx/>
                <a:buSzTx/>
                <a:buFontTx/>
                <a:buNone/>
                <a:defRPr/>
              </a:pPr>
              <a:r>
                <a:rPr kumimoji="0" lang="zh-CN" altLang="en-US" sz="2600" kern="1200" cap="none" spc="0" normalizeH="0" baseline="0" noProof="0" smtClean="0">
                  <a:solidFill>
                    <a:schemeClr val="tx1"/>
                  </a:solidFill>
                  <a:latin typeface="Times New Roman" panose="02020603050405020304" pitchFamily="18" charset="0"/>
                  <a:ea typeface="楷体_GB2312" pitchFamily="49" charset="-122"/>
                  <a:cs typeface="+mn-cs"/>
                </a:rPr>
                <a:t>例</a:t>
              </a:r>
              <a:r>
                <a:rPr kumimoji="0" lang="en-US" altLang="zh-CN" sz="2600" kern="1200" cap="none" spc="0" normalizeH="0" baseline="0" noProof="0" smtClean="0">
                  <a:solidFill>
                    <a:schemeClr val="tx1"/>
                  </a:solidFill>
                  <a:latin typeface="Times New Roman" panose="02020603050405020304" pitchFamily="18" charset="0"/>
                  <a:ea typeface="楷体_GB2312" pitchFamily="49" charset="-122"/>
                  <a:cs typeface="+mn-cs"/>
                </a:rPr>
                <a:t>2.    </a:t>
              </a:r>
              <a:r>
                <a:rPr kumimoji="0" lang="zh-CN" altLang="en-US" sz="2600" kern="1200" cap="none" spc="0" normalizeH="0" baseline="0" noProof="0" smtClean="0">
                  <a:solidFill>
                    <a:schemeClr val="tx1"/>
                  </a:solidFill>
                  <a:latin typeface="Times New Roman" panose="02020603050405020304" pitchFamily="18" charset="0"/>
                  <a:ea typeface="楷体_GB2312" pitchFamily="49" charset="-122"/>
                  <a:cs typeface="+mn-cs"/>
                </a:rPr>
                <a:t>测定</a:t>
              </a:r>
              <a:r>
                <a:rPr kumimoji="0" lang="en-US" altLang="zh-CN" sz="2600" kern="1200" cap="none" spc="0" normalizeH="0" baseline="0" noProof="0" smtClean="0">
                  <a:solidFill>
                    <a:schemeClr val="tx1"/>
                  </a:solidFill>
                  <a:latin typeface="Times New Roman" panose="02020603050405020304" pitchFamily="18" charset="0"/>
                  <a:ea typeface="楷体_GB2312" pitchFamily="49" charset="-122"/>
                  <a:cs typeface="+mn-cs"/>
                  <a:sym typeface="Symbol" panose="05050102010706020507" pitchFamily="18" charset="2"/>
                </a:rPr>
                <a:t>E</a:t>
              </a:r>
              <a:r>
                <a:rPr kumimoji="0" lang="en-US" altLang="zh-CN" sz="2600" kern="1200" cap="none" spc="0" normalizeH="0" baseline="0" noProof="0" smtClean="0">
                  <a:solidFill>
                    <a:schemeClr val="tx1"/>
                  </a:solidFill>
                  <a:latin typeface="Times New Roman" panose="02020603050405020304" pitchFamily="18" charset="0"/>
                  <a:ea typeface="楷体_GB2312" pitchFamily="49" charset="-122"/>
                  <a:cs typeface="+mn-cs"/>
                </a:rPr>
                <a:t>(Zn</a:t>
              </a:r>
              <a:r>
                <a:rPr kumimoji="0" lang="en-US" altLang="zh-CN" sz="2600" kern="1200" cap="none" spc="0" normalizeH="0" baseline="30000" noProof="0" smtClean="0">
                  <a:solidFill>
                    <a:schemeClr val="tx1"/>
                  </a:solidFill>
                  <a:latin typeface="Times New Roman" panose="02020603050405020304" pitchFamily="18" charset="0"/>
                  <a:ea typeface="楷体_GB2312" pitchFamily="49" charset="-122"/>
                  <a:cs typeface="+mn-cs"/>
                </a:rPr>
                <a:t>2+</a:t>
              </a:r>
              <a:r>
                <a:rPr kumimoji="0" lang="en-US" altLang="zh-CN" sz="2600" kern="1200" cap="none" spc="0" normalizeH="0" baseline="0" noProof="0" smtClean="0">
                  <a:solidFill>
                    <a:schemeClr val="tx1"/>
                  </a:solidFill>
                  <a:latin typeface="Times New Roman" panose="02020603050405020304" pitchFamily="18" charset="0"/>
                  <a:ea typeface="楷体_GB2312" pitchFamily="49" charset="-122"/>
                  <a:cs typeface="+mn-cs"/>
                </a:rPr>
                <a:t>/Zn)</a:t>
              </a:r>
              <a:endParaRPr kumimoji="0" lang="en-US" altLang="zh-CN" sz="2600" b="0" kern="1200" cap="none" spc="0" normalizeH="0" baseline="0" noProof="0" smtClean="0">
                <a:solidFill>
                  <a:schemeClr val="tx1"/>
                </a:solidFill>
                <a:latin typeface="Times New Roman" panose="02020603050405020304" pitchFamily="18" charset="0"/>
                <a:ea typeface="楷体_GB2312" pitchFamily="49" charset="-122"/>
                <a:cs typeface="+mn-cs"/>
              </a:endParaRPr>
            </a:p>
          </p:txBody>
        </p:sp>
      </p:grpSp>
      <p:grpSp>
        <p:nvGrpSpPr>
          <p:cNvPr id="3" name="Group 11"/>
          <p:cNvGrpSpPr/>
          <p:nvPr/>
        </p:nvGrpSpPr>
        <p:grpSpPr>
          <a:xfrm>
            <a:off x="457200" y="838200"/>
            <a:ext cx="8077200" cy="765175"/>
            <a:chOff x="480" y="1008"/>
            <a:chExt cx="5088" cy="796"/>
          </a:xfrm>
        </p:grpSpPr>
        <p:sp>
          <p:nvSpPr>
            <p:cNvPr id="79881" name="Text Box 12"/>
            <p:cNvSpPr txBox="1"/>
            <p:nvPr/>
          </p:nvSpPr>
          <p:spPr>
            <a:xfrm>
              <a:off x="480" y="1008"/>
              <a:ext cx="2304" cy="363"/>
            </a:xfrm>
            <a:prstGeom prst="rect">
              <a:avLst/>
            </a:prstGeom>
            <a:noFill/>
            <a:ln w="9525">
              <a:noFill/>
            </a:ln>
          </p:spPr>
          <p:txBody>
            <a:bodyPr/>
            <a:lstStyle/>
            <a:p>
              <a:pPr>
                <a:lnSpc>
                  <a:spcPct val="60000"/>
                </a:lnSpc>
              </a:pPr>
              <a:r>
                <a:rPr lang="zh-CN" altLang="en-US" sz="2600" i="0" dirty="0">
                  <a:solidFill>
                    <a:schemeClr val="tx1"/>
                  </a:solidFill>
                  <a:latin typeface="Times New Roman" panose="02020603050405020304" pitchFamily="18" charset="0"/>
                </a:rPr>
                <a:t>设计原电池</a:t>
              </a:r>
            </a:p>
          </p:txBody>
        </p:sp>
        <p:sp>
          <p:nvSpPr>
            <p:cNvPr id="79882" name="Text Box 13"/>
            <p:cNvSpPr txBox="1"/>
            <p:nvPr/>
          </p:nvSpPr>
          <p:spPr>
            <a:xfrm>
              <a:off x="528" y="1295"/>
              <a:ext cx="5040" cy="509"/>
            </a:xfrm>
            <a:prstGeom prst="rect">
              <a:avLst/>
            </a:prstGeom>
            <a:noFill/>
            <a:ln w="9525">
              <a:noFill/>
            </a:ln>
          </p:spPr>
          <p:txBody>
            <a:bodyPr>
              <a:spAutoFit/>
            </a:bodyPr>
            <a:lstStyle/>
            <a:p>
              <a:pPr algn="just"/>
              <a:r>
                <a:rPr lang="en-US" altLang="zh-CN" sz="2600" i="0" dirty="0">
                  <a:solidFill>
                    <a:schemeClr val="tx1"/>
                  </a:solidFill>
                  <a:latin typeface="Times New Roman" panose="02020603050405020304" pitchFamily="18" charset="0"/>
                  <a:ea typeface="宋体" panose="02010600030101010101" pitchFamily="2" charset="-122"/>
                </a:rPr>
                <a:t> </a:t>
              </a:r>
              <a:r>
                <a:rPr lang="en-US" altLang="zh-CN" sz="2600" dirty="0">
                  <a:solidFill>
                    <a:srgbClr val="0033CC"/>
                  </a:solidFill>
                  <a:latin typeface="Times New Roman" panose="02020603050405020304" pitchFamily="18" charset="0"/>
                  <a:ea typeface="宋体" panose="02010600030101010101" pitchFamily="2" charset="-122"/>
                </a:rPr>
                <a:t>Zn | Zn</a:t>
              </a:r>
              <a:r>
                <a:rPr lang="en-US" altLang="zh-CN" sz="2600" baseline="30000" dirty="0">
                  <a:solidFill>
                    <a:srgbClr val="0033CC"/>
                  </a:solidFill>
                  <a:latin typeface="Times New Roman" panose="02020603050405020304" pitchFamily="18" charset="0"/>
                  <a:ea typeface="宋体" panose="02010600030101010101" pitchFamily="2" charset="-122"/>
                </a:rPr>
                <a:t>2+</a:t>
              </a:r>
              <a:r>
                <a:rPr lang="en-US" altLang="zh-CN" sz="2600" dirty="0">
                  <a:solidFill>
                    <a:srgbClr val="0033CC"/>
                  </a:solidFill>
                  <a:latin typeface="Times New Roman" panose="02020603050405020304" pitchFamily="18" charset="0"/>
                  <a:ea typeface="宋体" panose="02010600030101010101" pitchFamily="2" charset="-122"/>
                </a:rPr>
                <a:t>(1mol</a:t>
              </a:r>
              <a:r>
                <a:rPr lang="en-US" altLang="zh-CN" sz="2600" dirty="0">
                  <a:solidFill>
                    <a:srgbClr val="0033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rgbClr val="0033CC"/>
                  </a:solidFill>
                  <a:latin typeface="Times New Roman" panose="02020603050405020304" pitchFamily="18" charset="0"/>
                  <a:ea typeface="宋体" panose="02010600030101010101" pitchFamily="2" charset="-122"/>
                </a:rPr>
                <a:t>L</a:t>
              </a:r>
              <a:r>
                <a:rPr lang="en-US" altLang="zh-CN" sz="2600" baseline="30000" dirty="0">
                  <a:solidFill>
                    <a:srgbClr val="0033CC"/>
                  </a:solidFill>
                  <a:latin typeface="Times New Roman" panose="02020603050405020304" pitchFamily="18" charset="0"/>
                  <a:ea typeface="宋体" panose="02010600030101010101" pitchFamily="2" charset="-122"/>
                </a:rPr>
                <a:t>-1</a:t>
              </a:r>
              <a:r>
                <a:rPr lang="en-US" altLang="zh-CN" sz="2600" dirty="0">
                  <a:solidFill>
                    <a:srgbClr val="0033CC"/>
                  </a:solidFill>
                  <a:latin typeface="Times New Roman" panose="02020603050405020304" pitchFamily="18" charset="0"/>
                  <a:ea typeface="宋体" panose="02010600030101010101" pitchFamily="2" charset="-122"/>
                </a:rPr>
                <a:t>) ||H</a:t>
              </a:r>
              <a:r>
                <a:rPr lang="en-US" altLang="zh-CN" sz="2600" baseline="30000" dirty="0">
                  <a:solidFill>
                    <a:srgbClr val="0033CC"/>
                  </a:solidFill>
                  <a:latin typeface="Times New Roman" panose="02020603050405020304" pitchFamily="18" charset="0"/>
                  <a:ea typeface="宋体" panose="02010600030101010101" pitchFamily="2" charset="-122"/>
                </a:rPr>
                <a:t>+</a:t>
              </a:r>
              <a:r>
                <a:rPr lang="en-US" altLang="zh-CN" sz="2600" dirty="0">
                  <a:solidFill>
                    <a:srgbClr val="0033CC"/>
                  </a:solidFill>
                  <a:latin typeface="Times New Roman" panose="02020603050405020304" pitchFamily="18" charset="0"/>
                  <a:ea typeface="宋体" panose="02010600030101010101" pitchFamily="2" charset="-122"/>
                </a:rPr>
                <a:t>(1mol</a:t>
              </a:r>
              <a:r>
                <a:rPr lang="en-US" altLang="zh-CN" sz="2600" dirty="0">
                  <a:solidFill>
                    <a:srgbClr val="0033CC"/>
                  </a:solidFill>
                  <a:latin typeface="Times New Roman" panose="02020603050405020304" pitchFamily="18" charset="0"/>
                  <a:ea typeface="宋体" panose="02010600030101010101" pitchFamily="2" charset="-122"/>
                  <a:sym typeface="Symbol" panose="05050102010706020507" pitchFamily="18" charset="2"/>
                </a:rPr>
                <a:t></a:t>
              </a:r>
              <a:r>
                <a:rPr lang="en-US" altLang="zh-CN" sz="2600" dirty="0">
                  <a:solidFill>
                    <a:srgbClr val="0033CC"/>
                  </a:solidFill>
                  <a:latin typeface="Times New Roman" panose="02020603050405020304" pitchFamily="18" charset="0"/>
                  <a:ea typeface="宋体" panose="02010600030101010101" pitchFamily="2" charset="-122"/>
                </a:rPr>
                <a:t>L</a:t>
              </a:r>
              <a:r>
                <a:rPr lang="en-US" altLang="zh-CN" sz="2600" baseline="30000" dirty="0">
                  <a:solidFill>
                    <a:srgbClr val="0033CC"/>
                  </a:solidFill>
                  <a:latin typeface="Times New Roman" panose="02020603050405020304" pitchFamily="18" charset="0"/>
                  <a:ea typeface="宋体" panose="02010600030101010101" pitchFamily="2" charset="-122"/>
                </a:rPr>
                <a:t>-1</a:t>
              </a:r>
              <a:r>
                <a:rPr lang="en-US" altLang="zh-CN" sz="2600" dirty="0">
                  <a:solidFill>
                    <a:srgbClr val="0033CC"/>
                  </a:solidFill>
                  <a:latin typeface="Times New Roman" panose="02020603050405020304" pitchFamily="18" charset="0"/>
                  <a:ea typeface="宋体" panose="02010600030101010101" pitchFamily="2" charset="-122"/>
                </a:rPr>
                <a:t>) | H</a:t>
              </a:r>
              <a:r>
                <a:rPr lang="en-US" altLang="zh-CN" sz="2600" baseline="-30000" dirty="0">
                  <a:solidFill>
                    <a:srgbClr val="0033CC"/>
                  </a:solidFill>
                  <a:latin typeface="Times New Roman" panose="02020603050405020304" pitchFamily="18" charset="0"/>
                  <a:ea typeface="宋体" panose="02010600030101010101" pitchFamily="2" charset="-122"/>
                </a:rPr>
                <a:t>2</a:t>
              </a:r>
              <a:r>
                <a:rPr lang="en-US" altLang="zh-CN" sz="2600" dirty="0">
                  <a:solidFill>
                    <a:srgbClr val="0033CC"/>
                  </a:solidFill>
                  <a:latin typeface="Times New Roman" panose="02020603050405020304" pitchFamily="18" charset="0"/>
                  <a:ea typeface="宋体" panose="02010600030101010101" pitchFamily="2" charset="-122"/>
                </a:rPr>
                <a:t>(100kPa) </a:t>
              </a:r>
              <a:r>
                <a:rPr lang="en-US" altLang="zh-CN" sz="2600" dirty="0">
                  <a:solidFill>
                    <a:srgbClr val="0033CC"/>
                  </a:solidFill>
                  <a:latin typeface="Arial" panose="020B0604020202020204" pitchFamily="34" charset="0"/>
                  <a:ea typeface="宋体" panose="02010600030101010101" pitchFamily="2" charset="-122"/>
                </a:rPr>
                <a:t>︱</a:t>
              </a:r>
              <a:r>
                <a:rPr lang="en-US" altLang="zh-CN" sz="2600" dirty="0">
                  <a:solidFill>
                    <a:srgbClr val="0033CC"/>
                  </a:solidFill>
                  <a:latin typeface="Times New Roman" panose="02020603050405020304" pitchFamily="18" charset="0"/>
                  <a:ea typeface="宋体" panose="02010600030101010101" pitchFamily="2" charset="-122"/>
                </a:rPr>
                <a:t>Pt </a:t>
              </a:r>
            </a:p>
          </p:txBody>
        </p:sp>
      </p:grpSp>
      <p:sp>
        <p:nvSpPr>
          <p:cNvPr id="66574" name="Text Box 14"/>
          <p:cNvSpPr txBox="1"/>
          <p:nvPr/>
        </p:nvSpPr>
        <p:spPr>
          <a:xfrm>
            <a:off x="533400" y="1752600"/>
            <a:ext cx="7696200" cy="488950"/>
          </a:xfrm>
          <a:prstGeom prst="rect">
            <a:avLst/>
          </a:prstGeom>
          <a:noFill/>
          <a:ln w="9525">
            <a:noFill/>
          </a:ln>
        </p:spPr>
        <p:txBody>
          <a:bodyPr>
            <a:spAutoFit/>
          </a:bodyPr>
          <a:lstStyle/>
          <a:p>
            <a:pPr algn="ctr"/>
            <a:r>
              <a:rPr lang="zh-CN" altLang="en-US" sz="2600" i="0" dirty="0">
                <a:solidFill>
                  <a:schemeClr val="tx1"/>
                </a:solidFill>
                <a:latin typeface="楷体_GB2312" pitchFamily="49" charset="-122"/>
              </a:rPr>
              <a:t>测得原电池电动势：</a:t>
            </a:r>
            <a:r>
              <a:rPr lang="en-US" altLang="zh-CN" sz="2600" dirty="0">
                <a:solidFill>
                  <a:schemeClr val="tx1"/>
                </a:solidFill>
                <a:latin typeface="Times New Roman" panose="02020603050405020304" pitchFamily="18" charset="0"/>
              </a:rPr>
              <a:t>E</a:t>
            </a:r>
            <a:r>
              <a:rPr lang="en-US" altLang="zh-CN" sz="2600" i="0" dirty="0">
                <a:solidFill>
                  <a:schemeClr val="tx1"/>
                </a:solidFill>
                <a:latin typeface="Times New Roman" panose="02020603050405020304" pitchFamily="18" charset="0"/>
              </a:rPr>
              <a:t> = 0.7626 V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 -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 </a:t>
            </a:r>
          </a:p>
        </p:txBody>
      </p:sp>
      <p:sp>
        <p:nvSpPr>
          <p:cNvPr id="66593" name="Rectangle 33"/>
          <p:cNvSpPr/>
          <p:nvPr/>
        </p:nvSpPr>
        <p:spPr>
          <a:xfrm>
            <a:off x="381000" y="2209800"/>
            <a:ext cx="7848600" cy="950913"/>
          </a:xfrm>
          <a:prstGeom prst="rect">
            <a:avLst/>
          </a:prstGeom>
          <a:noFill/>
          <a:ln w="9525">
            <a:noFill/>
          </a:ln>
        </p:spPr>
        <p:txBody>
          <a:bodyPr>
            <a:spAutoFit/>
          </a:bodyPr>
          <a:lstStyle/>
          <a:p>
            <a:pPr algn="ct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dirty="0">
                <a:solidFill>
                  <a:schemeClr val="tx1"/>
                </a:solidFill>
                <a:latin typeface="Times New Roman" panose="02020603050405020304" pitchFamily="18" charset="0"/>
                <a:ea typeface="宋体" panose="02010600030101010101" pitchFamily="2" charset="-122"/>
              </a:rPr>
              <a:t>(Zn</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/Zn) =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baseline="30000" dirty="0">
                <a:solidFill>
                  <a:schemeClr val="tx1"/>
                </a:solidFill>
                <a:latin typeface="Times New Roman" panose="02020603050405020304" pitchFamily="18" charset="0"/>
                <a:ea typeface="宋体" panose="02010600030101010101" pitchFamily="2" charset="-122"/>
              </a:rPr>
              <a:t>+</a:t>
            </a:r>
            <a:r>
              <a:rPr lang="en-US" altLang="zh-CN" sz="2600" i="0" dirty="0">
                <a:solidFill>
                  <a:schemeClr val="tx1"/>
                </a:solidFill>
                <a:latin typeface="Times New Roman" panose="02020603050405020304" pitchFamily="18" charset="0"/>
                <a:ea typeface="宋体" panose="02010600030101010101" pitchFamily="2" charset="-122"/>
              </a:rPr>
              <a:t>/H</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 - </a:t>
            </a:r>
            <a:r>
              <a:rPr lang="en-US" altLang="zh-CN" sz="260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n-US" altLang="zh-CN" sz="2600" i="0" dirty="0">
                <a:solidFill>
                  <a:schemeClr val="tx1"/>
                </a:solidFill>
                <a:latin typeface="Times New Roman" panose="02020603050405020304" pitchFamily="18" charset="0"/>
                <a:ea typeface="宋体" panose="02010600030101010101" pitchFamily="2" charset="-122"/>
              </a:rPr>
              <a:t>(Zn</a:t>
            </a:r>
            <a:r>
              <a:rPr lang="en-US" altLang="zh-CN" sz="2600" i="0" baseline="30000" dirty="0">
                <a:solidFill>
                  <a:schemeClr val="tx1"/>
                </a:solidFill>
                <a:latin typeface="Times New Roman" panose="02020603050405020304" pitchFamily="18" charset="0"/>
                <a:ea typeface="宋体" panose="02010600030101010101" pitchFamily="2" charset="-122"/>
              </a:rPr>
              <a:t>2+/</a:t>
            </a:r>
            <a:r>
              <a:rPr lang="en-US" altLang="zh-CN" sz="2600" i="0" dirty="0">
                <a:solidFill>
                  <a:schemeClr val="tx1"/>
                </a:solidFill>
                <a:latin typeface="Times New Roman" panose="02020603050405020304" pitchFamily="18" charset="0"/>
                <a:ea typeface="宋体" panose="02010600030101010101" pitchFamily="2" charset="-122"/>
              </a:rPr>
              <a:t>Zn)</a:t>
            </a:r>
            <a:r>
              <a:rPr lang="en-US" altLang="zh-CN" sz="1800" b="0" i="0" dirty="0">
                <a:solidFill>
                  <a:schemeClr val="tx1"/>
                </a:solidFill>
                <a:latin typeface="Arial" panose="020B0604020202020204" pitchFamily="34" charset="0"/>
                <a:ea typeface="宋体" panose="02010600030101010101" pitchFamily="2" charset="-122"/>
              </a:rPr>
              <a:t> </a:t>
            </a:r>
            <a:endParaRPr lang="en-US" altLang="zh-CN" sz="2600" i="0" dirty="0">
              <a:solidFill>
                <a:schemeClr val="tx1"/>
              </a:solidFill>
              <a:latin typeface="Times New Roman" panose="02020603050405020304" pitchFamily="18" charset="0"/>
              <a:ea typeface="宋体" panose="02010600030101010101" pitchFamily="2" charset="-122"/>
            </a:endParaRPr>
          </a:p>
          <a:p>
            <a:pPr algn="ctr">
              <a:lnSpc>
                <a:spcPct val="60000"/>
              </a:lnSpc>
            </a:pPr>
            <a:r>
              <a:rPr lang="en-US" altLang="zh-CN" sz="2600" i="0" dirty="0">
                <a:solidFill>
                  <a:schemeClr val="tx1"/>
                </a:solidFill>
                <a:latin typeface="Times New Roman" panose="02020603050405020304" pitchFamily="18" charset="0"/>
                <a:ea typeface="宋体" panose="02010600030101010101" pitchFamily="2" charset="-122"/>
              </a:rPr>
              <a:t>                   = 0V- 0.7626 V= -0.7626 V</a:t>
            </a:r>
          </a:p>
        </p:txBody>
      </p:sp>
      <p:sp>
        <p:nvSpPr>
          <p:cNvPr id="66594" name="AutoShape 34"/>
          <p:cNvSpPr>
            <a:spLocks noChangeArrowheads="1"/>
          </p:cNvSpPr>
          <p:nvPr/>
        </p:nvSpPr>
        <p:spPr bwMode="auto">
          <a:xfrm>
            <a:off x="762000" y="4038600"/>
            <a:ext cx="7543800" cy="1371600"/>
          </a:xfrm>
          <a:prstGeom prst="upArrowCallout">
            <a:avLst>
              <a:gd name="adj1" fmla="val 79597"/>
              <a:gd name="adj2" fmla="val 84155"/>
              <a:gd name="adj3" fmla="val 7208"/>
              <a:gd name="adj4" fmla="val 79713"/>
            </a:avLst>
          </a:prstGeom>
          <a:gradFill rotWithShape="0">
            <a:gsLst>
              <a:gs pos="0">
                <a:srgbClr val="CCECFF"/>
              </a:gs>
              <a:gs pos="50000">
                <a:srgbClr val="CCECFF">
                  <a:gamma/>
                  <a:tint val="42353"/>
                  <a:invGamma/>
                </a:srgbClr>
              </a:gs>
              <a:gs pos="100000">
                <a:srgbClr val="CCECFF"/>
              </a:gs>
            </a:gsLst>
            <a:lin ang="5400000" scaled="1"/>
          </a:gradFill>
          <a:ln w="9525">
            <a:solidFill>
              <a:schemeClr val="tx1"/>
            </a:solidFill>
            <a:miter lim="800000"/>
          </a:ln>
          <a:effectLst/>
        </p:spPr>
        <p:txBody>
          <a:bodyPr wrap="none" anchor="ctr"/>
          <a:lstStyle/>
          <a:p>
            <a:pPr marL="0" marR="0" lvl="0" indent="0" algn="ctr" defTabSz="914400" rtl="0" eaLnBrk="1" fontAlgn="base" latinLnBrk="0" hangingPunct="1">
              <a:lnSpc>
                <a:spcPct val="130000"/>
              </a:lnSpc>
              <a:spcBef>
                <a:spcPct val="50000"/>
              </a:spcBef>
              <a:spcAft>
                <a:spcPct val="0"/>
              </a:spcAft>
              <a:buClrTx/>
              <a:buSzTx/>
              <a:buFontTx/>
              <a:buNone/>
              <a:defRPr/>
            </a:pPr>
            <a:endParaRPr kumimoji="1" lang="en-US" altLang="zh-CN"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j-lt"/>
              <a:ea typeface="楷体_GB2312" pitchFamily="49" charset="-122"/>
              <a:cs typeface="+mn-cs"/>
            </a:endParaRPr>
          </a:p>
          <a:p>
            <a:pPr marL="0" marR="0" lvl="0" indent="0" algn="ctr" defTabSz="914400" rtl="0" eaLnBrk="1" fontAlgn="base" latinLnBrk="0" hangingPunct="1">
              <a:lnSpc>
                <a:spcPct val="120000"/>
              </a:lnSpc>
              <a:spcBef>
                <a:spcPct val="0"/>
              </a:spcBef>
              <a:spcAft>
                <a:spcPct val="0"/>
              </a:spcAft>
              <a:buClrTx/>
              <a:buSzTx/>
              <a:buFontTx/>
              <a:buNone/>
              <a:defRPr/>
            </a:pPr>
            <a:r>
              <a:rPr kumimoji="1" lang="en-US" altLang="zh-CN" sz="2400" b="1" i="0"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1"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物质皆为纯净物有关物质的浓度为</a:t>
            </a:r>
          </a:p>
          <a:p>
            <a:pPr marL="0" marR="0" lvl="0" indent="0" algn="ctr" defTabSz="914400" rtl="0" eaLnBrk="1" fontAlgn="base" latinLnBrk="0" hangingPunct="1">
              <a:lnSpc>
                <a:spcPct val="120000"/>
              </a:lnSpc>
              <a:spcBef>
                <a:spcPct val="0"/>
              </a:spcBef>
              <a:spcAft>
                <a:spcPct val="0"/>
              </a:spcAft>
              <a:buClrTx/>
              <a:buSzTx/>
              <a:buFontTx/>
              <a:buNone/>
              <a:defRPr/>
            </a:pPr>
            <a:r>
              <a:rPr kumimoji="1" lang="en-US" altLang="zh-CN" sz="2600" b="1" i="1" u="none" strike="noStrike" kern="1200" cap="none" spc="0" normalizeH="0" baseline="0" noProof="0" dirty="0">
                <a:ln>
                  <a:noFill/>
                </a:ln>
                <a:solidFill>
                  <a:srgbClr val="C00000"/>
                </a:solidFill>
                <a:effectLst/>
                <a:uLnTx/>
                <a:uFillTx/>
                <a:latin typeface="+mj-lt"/>
                <a:ea typeface="楷体_GB2312" pitchFamily="49" charset="-122"/>
                <a:cs typeface="+mn-cs"/>
              </a:rPr>
              <a:t>1mol·L</a:t>
            </a:r>
            <a:r>
              <a:rPr kumimoji="1" lang="en-US" altLang="zh-CN" sz="2600" b="1" i="1" u="none" strike="noStrike" kern="1200" cap="none" spc="0" normalizeH="0" baseline="30000" noProof="0" dirty="0">
                <a:ln>
                  <a:noFill/>
                </a:ln>
                <a:solidFill>
                  <a:srgbClr val="C00000"/>
                </a:solidFill>
                <a:effectLst/>
                <a:uLnTx/>
                <a:uFillTx/>
                <a:latin typeface="+mj-lt"/>
                <a:ea typeface="楷体_GB2312" pitchFamily="49" charset="-122"/>
                <a:cs typeface="+mn-cs"/>
              </a:rPr>
              <a:t>-1</a:t>
            </a:r>
            <a:r>
              <a:rPr kumimoji="1" lang="zh-CN" altLang="en-US" sz="2600" b="1" i="0" u="none" strike="noStrike" kern="1200" cap="none" spc="0" normalizeH="0" baseline="0" noProof="0" dirty="0">
                <a:ln>
                  <a:noFill/>
                </a:ln>
                <a:solidFill>
                  <a:schemeClr val="tx1"/>
                </a:solidFill>
                <a:effectLst/>
                <a:uLnTx/>
                <a:uFillTx/>
                <a:latin typeface="+mj-lt"/>
                <a:ea typeface="楷体_GB2312" pitchFamily="49" charset="-122"/>
                <a:cs typeface="+mn-cs"/>
              </a:rPr>
              <a:t>涉及到的气体分压为</a:t>
            </a:r>
            <a:r>
              <a:rPr kumimoji="1" lang="en-US" altLang="zh-CN" sz="2600" b="1" i="1" u="none" strike="noStrike" kern="1200" cap="none" spc="0" normalizeH="0" baseline="0" noProof="0" dirty="0">
                <a:ln>
                  <a:noFill/>
                </a:ln>
                <a:solidFill>
                  <a:srgbClr val="C00000"/>
                </a:solidFill>
                <a:effectLst/>
                <a:uLnTx/>
                <a:uFillTx/>
                <a:latin typeface="+mj-lt"/>
                <a:ea typeface="楷体_GB2312" pitchFamily="49" charset="-122"/>
                <a:cs typeface="+mn-cs"/>
              </a:rPr>
              <a:t>100kPa</a:t>
            </a:r>
          </a:p>
          <a:p>
            <a:pPr marL="0" marR="0" lvl="0" indent="0" algn="ctr" defTabSz="914400" rtl="0" eaLnBrk="1" fontAlgn="base" latinLnBrk="0" hangingPunct="1">
              <a:lnSpc>
                <a:spcPct val="130000"/>
              </a:lnSpc>
              <a:spcBef>
                <a:spcPct val="0"/>
              </a:spcBef>
              <a:spcAft>
                <a:spcPct val="0"/>
              </a:spcAft>
              <a:buClrTx/>
              <a:buSzTx/>
              <a:buFontTx/>
              <a:buNone/>
              <a:defRPr/>
            </a:pPr>
            <a:endParaRPr kumimoji="1" lang="en-US" altLang="zh-CN" sz="2400" b="1" i="0" u="none" strike="noStrike" kern="1200" cap="none" spc="0" normalizeH="0" baseline="0" noProof="0" dirty="0">
              <a:ln>
                <a:noFill/>
              </a:ln>
              <a:solidFill>
                <a:schemeClr val="tx1"/>
              </a:solidFill>
              <a:effectLst>
                <a:outerShdw blurRad="38100" dist="38100" dir="2700000" algn="tl">
                  <a:srgbClr val="000000"/>
                </a:outerShdw>
              </a:effectLst>
              <a:uLnTx/>
              <a:uFillTx/>
              <a:latin typeface="+mj-lt"/>
              <a:ea typeface="楷体_GB2312" pitchFamily="49" charset="-122"/>
              <a:cs typeface="+mn-cs"/>
            </a:endParaRPr>
          </a:p>
        </p:txBody>
      </p:sp>
      <p:sp>
        <p:nvSpPr>
          <p:cNvPr id="66595" name="Text Box 35" descr="苏格兰方格呢"/>
          <p:cNvSpPr txBox="1">
            <a:spLocks noChangeArrowheads="1"/>
          </p:cNvSpPr>
          <p:nvPr/>
        </p:nvSpPr>
        <p:spPr bwMode="auto">
          <a:xfrm>
            <a:off x="2209800" y="3505200"/>
            <a:ext cx="4953000" cy="412750"/>
          </a:xfrm>
          <a:prstGeom prst="rect">
            <a:avLst/>
          </a:prstGeom>
          <a:pattFill prst="plaid">
            <a:fgClr>
              <a:schemeClr val="accent1"/>
            </a:fgClr>
            <a:bgClr>
              <a:schemeClr val="bg1"/>
            </a:bgClr>
          </a:pattFill>
          <a:ln w="57150">
            <a:solidFill>
              <a:srgbClr val="339966"/>
            </a:solidFill>
            <a:miter lim="800000"/>
          </a:ln>
          <a:effectLst/>
        </p:spPr>
        <p:txBody>
          <a:bodyPr>
            <a:spAutoFit/>
          </a:bodyPr>
          <a:lstStyle/>
          <a:p>
            <a:pPr marR="0" algn="ctr" defTabSz="914400">
              <a:lnSpc>
                <a:spcPct val="80000"/>
              </a:lnSpc>
              <a:buClrTx/>
              <a:buSzTx/>
              <a:buFontTx/>
              <a:buNone/>
              <a:defRPr/>
            </a:pPr>
            <a:r>
              <a:rPr kumimoji="1" lang="zh-CN" altLang="en-US" sz="2600" i="0" kern="1200" cap="none" spc="0" normalizeH="0" baseline="0" noProof="0">
                <a:solidFill>
                  <a:schemeClr val="tx1"/>
                </a:solidFill>
                <a:latin typeface="楷体_GB2312" pitchFamily="49" charset="-122"/>
                <a:ea typeface="楷体_GB2312" pitchFamily="49" charset="-122"/>
                <a:cs typeface="+mn-cs"/>
              </a:rPr>
              <a:t>待测电极处于</a:t>
            </a:r>
            <a:r>
              <a:rPr kumimoji="1" lang="zh-CN" altLang="en-US" sz="2600" i="0" kern="1200" cap="none" spc="0" normalizeH="0" baseline="0" noProof="0">
                <a:solidFill>
                  <a:schemeClr val="tx1"/>
                </a:solidFill>
                <a:effectLst>
                  <a:outerShdw blurRad="38100" dist="38100" dir="2700000" algn="tl">
                    <a:srgbClr val="C0C0C0"/>
                  </a:outerShdw>
                </a:effectLst>
                <a:latin typeface="楷体_GB2312" pitchFamily="49" charset="-122"/>
                <a:ea typeface="楷体_GB2312" pitchFamily="49" charset="-122"/>
                <a:cs typeface="+mn-cs"/>
              </a:rPr>
              <a:t>标准态</a:t>
            </a:r>
          </a:p>
        </p:txBody>
      </p:sp>
      <p:sp>
        <p:nvSpPr>
          <p:cNvPr id="66601" name="Rectangle 41"/>
          <p:cNvSpPr/>
          <p:nvPr/>
        </p:nvSpPr>
        <p:spPr>
          <a:xfrm>
            <a:off x="609600" y="5638800"/>
            <a:ext cx="7924800" cy="946150"/>
          </a:xfrm>
          <a:prstGeom prst="rect">
            <a:avLst/>
          </a:prstGeom>
          <a:noFill/>
          <a:ln w="9525">
            <a:noFill/>
          </a:ln>
        </p:spPr>
        <p:txBody>
          <a:bodyPr>
            <a:spAutoFit/>
          </a:bodyPr>
          <a:lstStyle/>
          <a:p>
            <a:pPr algn="ctr">
              <a:spcBef>
                <a:spcPct val="0"/>
              </a:spcBef>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所测得的电极电势即为标准电极电势记为</a:t>
            </a:r>
          </a:p>
          <a:p>
            <a:pPr algn="ctr">
              <a:spcBef>
                <a:spcPct val="0"/>
              </a:spcBef>
            </a:pPr>
            <a:r>
              <a:rPr lang="en-US" altLang="zh-CN" sz="3000" dirty="0">
                <a:solidFill>
                  <a:srgbClr val="C00000"/>
                </a:solidFill>
                <a:latin typeface="Times New Roman" panose="02020603050405020304" pitchFamily="18" charset="0"/>
                <a:sym typeface="Symbol" panose="05050102010706020507" pitchFamily="18" charset="2"/>
              </a:rPr>
              <a:t>E</a:t>
            </a:r>
            <a:r>
              <a:rPr lang="el-GR" altLang="zh-CN" sz="3000" baseline="30000" dirty="0">
                <a:solidFill>
                  <a:srgbClr val="C00000"/>
                </a:solidFill>
                <a:latin typeface="Times New Roman" panose="02020603050405020304" pitchFamily="18" charset="0"/>
                <a:sym typeface="Symbol" panose="05050102010706020507" pitchFamily="18" charset="2"/>
              </a:rPr>
              <a:t>Θ</a:t>
            </a:r>
            <a:r>
              <a:rPr lang="en-US" altLang="zh-CN" sz="3000" i="0" dirty="0">
                <a:solidFill>
                  <a:srgbClr val="C00000"/>
                </a:solidFill>
                <a:latin typeface="Times New Roman" panose="02020603050405020304" pitchFamily="18" charset="0"/>
                <a:sym typeface="Symbol" panose="05050102010706020507" pitchFamily="18" charset="2"/>
              </a:rPr>
              <a:t> </a:t>
            </a:r>
            <a:r>
              <a:rPr lang="en-US" altLang="zh-CN" sz="3000" i="0" dirty="0">
                <a:solidFill>
                  <a:srgbClr val="C00000"/>
                </a:solidFill>
                <a:latin typeface="Times New Roman" panose="02020603050405020304" pitchFamily="18" charset="0"/>
              </a:rPr>
              <a:t>(M+/M)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66574"/>
                                        </p:tgtEl>
                                        <p:attrNameLst>
                                          <p:attrName>style.visibility</p:attrName>
                                        </p:attrNameLst>
                                      </p:cBhvr>
                                      <p:to>
                                        <p:strVal val="visible"/>
                                      </p:to>
                                    </p:set>
                                    <p:animEffect transition="in" filter="box(in)">
                                      <p:cBhvr>
                                        <p:cTn id="17" dur="1000"/>
                                        <p:tgtEl>
                                          <p:spTgt spid="6657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grpId="0" nodeType="clickEffect">
                                  <p:stCondLst>
                                    <p:cond delay="0"/>
                                  </p:stCondLst>
                                  <p:childTnLst>
                                    <p:set>
                                      <p:cBhvr>
                                        <p:cTn id="21" dur="1" fill="hold">
                                          <p:stCondLst>
                                            <p:cond delay="0"/>
                                          </p:stCondLst>
                                        </p:cTn>
                                        <p:tgtEl>
                                          <p:spTgt spid="66593"/>
                                        </p:tgtEl>
                                        <p:attrNameLst>
                                          <p:attrName>style.visibility</p:attrName>
                                        </p:attrNameLst>
                                      </p:cBhvr>
                                      <p:to>
                                        <p:strVal val="visible"/>
                                      </p:to>
                                    </p:set>
                                    <p:animEffect transition="in" filter="box(in)">
                                      <p:cBhvr>
                                        <p:cTn id="22" dur="1000"/>
                                        <p:tgtEl>
                                          <p:spTgt spid="6659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66595"/>
                                        </p:tgtEl>
                                        <p:attrNameLst>
                                          <p:attrName>style.visibility</p:attrName>
                                        </p:attrNameLst>
                                      </p:cBhvr>
                                      <p:to>
                                        <p:strVal val="visible"/>
                                      </p:to>
                                    </p:set>
                                    <p:animEffect transition="in" filter="box(in)">
                                      <p:cBhvr>
                                        <p:cTn id="27" dur="1000"/>
                                        <p:tgtEl>
                                          <p:spTgt spid="66595"/>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66594"/>
                                        </p:tgtEl>
                                        <p:attrNameLst>
                                          <p:attrName>style.visibility</p:attrName>
                                        </p:attrNameLst>
                                      </p:cBhvr>
                                      <p:to>
                                        <p:strVal val="visible"/>
                                      </p:to>
                                    </p:set>
                                    <p:animEffect transition="in" filter="box(in)">
                                      <p:cBhvr>
                                        <p:cTn id="32" dur="1000"/>
                                        <p:tgtEl>
                                          <p:spTgt spid="6659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66601"/>
                                        </p:tgtEl>
                                        <p:attrNameLst>
                                          <p:attrName>style.visibility</p:attrName>
                                        </p:attrNameLst>
                                      </p:cBhvr>
                                      <p:to>
                                        <p:strVal val="visible"/>
                                      </p:to>
                                    </p:set>
                                    <p:animEffect transition="in" filter="box(in)">
                                      <p:cBhvr>
                                        <p:cTn id="37" dur="1000"/>
                                        <p:tgtEl>
                                          <p:spTgt spid="666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74" grpId="0"/>
      <p:bldP spid="66593" grpId="0"/>
      <p:bldP spid="66594" grpId="0" animBg="1"/>
      <p:bldP spid="66595" grpId="0" animBg="1"/>
      <p:bldP spid="66601" grpId="0"/>
    </p:bld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0663" name="Text Box 7"/>
          <p:cNvSpPr txBox="1"/>
          <p:nvPr/>
        </p:nvSpPr>
        <p:spPr>
          <a:xfrm>
            <a:off x="1143000" y="0"/>
            <a:ext cx="6477000" cy="557213"/>
          </a:xfrm>
          <a:prstGeom prst="rect">
            <a:avLst/>
          </a:prstGeom>
          <a:gradFill rotWithShape="1">
            <a:gsLst>
              <a:gs pos="0">
                <a:srgbClr val="007676"/>
              </a:gs>
              <a:gs pos="50000">
                <a:srgbClr val="00FFFF"/>
              </a:gs>
              <a:gs pos="100000">
                <a:srgbClr val="007676"/>
              </a:gs>
            </a:gsLst>
            <a:lin ang="5400000" scaled="1"/>
            <a:tileRect/>
          </a:gradFill>
          <a:ln w="9525">
            <a:noFill/>
          </a:ln>
        </p:spPr>
        <p:txBody>
          <a:bodyPr>
            <a:spAutoFit/>
          </a:bodyPr>
          <a:lstStyle/>
          <a:p>
            <a:pPr algn="ctr">
              <a:lnSpc>
                <a:spcPct val="130000"/>
              </a:lnSpc>
              <a:spcBef>
                <a:spcPct val="0"/>
              </a:spcBef>
            </a:pPr>
            <a:r>
              <a:rPr lang="zh-CN" altLang="en-US" sz="2600" i="0" dirty="0">
                <a:solidFill>
                  <a:schemeClr val="tx1"/>
                </a:solidFill>
                <a:latin typeface="楷体_GB2312" pitchFamily="49" charset="-122"/>
              </a:rPr>
              <a:t>常用电对的标准电极电势</a:t>
            </a:r>
            <a:r>
              <a:rPr lang="en-US" altLang="zh-CN" sz="2600" i="0" dirty="0">
                <a:solidFill>
                  <a:schemeClr val="tx1"/>
                </a:solidFill>
                <a:latin typeface="Times New Roman" panose="02020603050405020304" pitchFamily="18" charset="0"/>
              </a:rPr>
              <a:t>(298.15K)</a:t>
            </a:r>
          </a:p>
        </p:txBody>
      </p:sp>
      <p:grpSp>
        <p:nvGrpSpPr>
          <p:cNvPr id="2" name="Group 9"/>
          <p:cNvGrpSpPr/>
          <p:nvPr/>
        </p:nvGrpSpPr>
        <p:grpSpPr>
          <a:xfrm>
            <a:off x="228600" y="685800"/>
            <a:ext cx="8763000" cy="1920875"/>
            <a:chOff x="657" y="346"/>
            <a:chExt cx="4704" cy="1210"/>
          </a:xfrm>
        </p:grpSpPr>
        <p:sp>
          <p:nvSpPr>
            <p:cNvPr id="81016" name="Text Box 10"/>
            <p:cNvSpPr txBox="1"/>
            <p:nvPr/>
          </p:nvSpPr>
          <p:spPr>
            <a:xfrm>
              <a:off x="657" y="346"/>
              <a:ext cx="4704" cy="808"/>
            </a:xfrm>
            <a:prstGeom prst="rect">
              <a:avLst/>
            </a:prstGeom>
            <a:gradFill rotWithShape="1">
              <a:gsLst>
                <a:gs pos="0">
                  <a:srgbClr val="767647"/>
                </a:gs>
                <a:gs pos="50000">
                  <a:srgbClr val="FFFF99"/>
                </a:gs>
                <a:gs pos="100000">
                  <a:srgbClr val="767647"/>
                </a:gs>
              </a:gsLst>
              <a:lin ang="5400000" scaled="1"/>
              <a:tileRect/>
            </a:gradFill>
            <a:ln w="9525">
              <a:noFill/>
            </a:ln>
          </p:spPr>
          <p:txBody>
            <a:bodyPr>
              <a:spAutoFit/>
            </a:bodyPr>
            <a:lstStyle/>
            <a:p>
              <a:pPr>
                <a:spcBef>
                  <a:spcPct val="0"/>
                </a:spcBef>
              </a:pP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该表中为还原电势</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楷体_GB2312" pitchFamily="49" charset="-122"/>
                </a:rPr>
                <a:t>氧化型</a:t>
              </a:r>
              <a:r>
                <a:rPr lang="en-US" altLang="zh-CN" sz="2600" i="0" dirty="0">
                  <a:solidFill>
                    <a:schemeClr val="tx1"/>
                  </a:solidFill>
                  <a:latin typeface="楷体_GB2312" pitchFamily="49" charset="-122"/>
                </a:rPr>
                <a:t>+ne</a:t>
              </a:r>
              <a:r>
                <a:rPr lang="en-US" altLang="zh-CN" sz="2600" i="0" baseline="30000" dirty="0">
                  <a:solidFill>
                    <a:schemeClr val="tx1"/>
                  </a:solidFill>
                  <a:latin typeface="楷体_GB2312" pitchFamily="49" charset="-122"/>
                </a:rPr>
                <a:t>-</a:t>
              </a:r>
              <a:r>
                <a:rPr lang="en-US" altLang="zh-CN" sz="2600" i="0" dirty="0">
                  <a:solidFill>
                    <a:schemeClr val="tx1"/>
                  </a:solidFill>
                  <a:latin typeface="楷体_GB2312" pitchFamily="49" charset="-122"/>
                </a:rPr>
                <a:t>    </a:t>
              </a:r>
              <a:r>
                <a:rPr lang="zh-CN" altLang="en-US" sz="2600" i="0" dirty="0">
                  <a:solidFill>
                    <a:schemeClr val="tx1"/>
                  </a:solidFill>
                  <a:latin typeface="楷体_GB2312" pitchFamily="49" charset="-122"/>
                </a:rPr>
                <a:t>还原型</a:t>
              </a:r>
              <a:r>
                <a:rPr lang="zh-CN" altLang="en-US" sz="2600" i="0" dirty="0">
                  <a:solidFill>
                    <a:schemeClr val="tx1"/>
                  </a:solidFill>
                  <a:latin typeface="Times New Roman" panose="02020603050405020304" pitchFamily="18" charset="0"/>
                </a:rPr>
                <a:t>”</a:t>
              </a:r>
              <a:r>
                <a:rPr lang="zh-CN" altLang="en-US" sz="2600" i="0" dirty="0">
                  <a:solidFill>
                    <a:schemeClr val="tx1"/>
                  </a:solidFill>
                  <a:latin typeface="楷体_GB2312" pitchFamily="49" charset="-122"/>
                </a:rPr>
                <a:t> ：组成原电池时，待测电对为正极，发生还原反应</a:t>
              </a:r>
              <a:r>
                <a:rPr lang="en-US" altLang="zh-CN" sz="2600" i="0" dirty="0">
                  <a:solidFill>
                    <a:schemeClr val="tx1"/>
                  </a:solidFill>
                  <a:latin typeface="楷体_GB2312" pitchFamily="49" charset="-122"/>
                </a:rPr>
                <a:t>, </a:t>
              </a:r>
              <a:r>
                <a:rPr lang="en-US" altLang="zh-CN" sz="2600" dirty="0">
                  <a:solidFill>
                    <a:schemeClr val="tx1"/>
                  </a:solidFill>
                  <a:latin typeface="Times New Roman" panose="02020603050405020304" pitchFamily="18" charset="0"/>
                </a:rPr>
                <a:t>E </a:t>
              </a:r>
              <a:r>
                <a:rPr lang="en-US" altLang="zh-CN" sz="2600" i="0" dirty="0">
                  <a:solidFill>
                    <a:schemeClr val="tx1"/>
                  </a:solidFill>
                  <a:latin typeface="Times New Roman" panose="02020603050405020304" pitchFamily="18" charset="0"/>
                </a:rPr>
                <a:t>(M</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/M)</a:t>
              </a:r>
              <a:r>
                <a:rPr lang="zh-CN" altLang="en-US" sz="2600" i="0" dirty="0">
                  <a:solidFill>
                    <a:schemeClr val="tx1"/>
                  </a:solidFill>
                  <a:latin typeface="楷体_GB2312" pitchFamily="49" charset="-122"/>
                </a:rPr>
                <a:t>为正值；反之， </a:t>
              </a:r>
              <a:r>
                <a:rPr lang="en-US" altLang="zh-CN" sz="2600" dirty="0">
                  <a:solidFill>
                    <a:schemeClr val="tx1"/>
                  </a:solidFill>
                  <a:latin typeface="Times New Roman" panose="02020603050405020304" pitchFamily="18" charset="0"/>
                </a:rPr>
                <a:t>E </a:t>
              </a:r>
              <a:r>
                <a:rPr lang="en-US" altLang="zh-CN" sz="2600" i="0" dirty="0">
                  <a:solidFill>
                    <a:schemeClr val="tx1"/>
                  </a:solidFill>
                  <a:latin typeface="Times New Roman" panose="02020603050405020304" pitchFamily="18" charset="0"/>
                </a:rPr>
                <a:t>(M</a:t>
              </a:r>
              <a:r>
                <a:rPr lang="en-US" altLang="zh-CN" sz="2600" i="0" baseline="30000" dirty="0">
                  <a:solidFill>
                    <a:schemeClr val="tx1"/>
                  </a:solidFill>
                  <a:latin typeface="Times New Roman" panose="02020603050405020304" pitchFamily="18" charset="0"/>
                </a:rPr>
                <a:t>+</a:t>
              </a:r>
              <a:r>
                <a:rPr lang="en-US" altLang="zh-CN" sz="2600" i="0" dirty="0">
                  <a:solidFill>
                    <a:schemeClr val="tx1"/>
                  </a:solidFill>
                  <a:latin typeface="Times New Roman" panose="02020603050405020304" pitchFamily="18" charset="0"/>
                </a:rPr>
                <a:t>/M)</a:t>
              </a:r>
              <a:r>
                <a:rPr lang="zh-CN" altLang="en-US" sz="2600" i="0" dirty="0">
                  <a:solidFill>
                    <a:schemeClr val="tx1"/>
                  </a:solidFill>
                  <a:latin typeface="楷体_GB2312" pitchFamily="49" charset="-122"/>
                </a:rPr>
                <a:t>为负值：</a:t>
              </a:r>
            </a:p>
          </p:txBody>
        </p:sp>
        <p:grpSp>
          <p:nvGrpSpPr>
            <p:cNvPr id="81017" name="Group 11"/>
            <p:cNvGrpSpPr/>
            <p:nvPr/>
          </p:nvGrpSpPr>
          <p:grpSpPr>
            <a:xfrm>
              <a:off x="3251" y="1460"/>
              <a:ext cx="96" cy="96"/>
              <a:chOff x="336" y="576"/>
              <a:chExt cx="96" cy="96"/>
            </a:xfrm>
          </p:grpSpPr>
          <p:sp>
            <p:nvSpPr>
              <p:cNvPr id="81018" name="Oval 12"/>
              <p:cNvSpPr/>
              <p:nvPr/>
            </p:nvSpPr>
            <p:spPr>
              <a:xfrm>
                <a:off x="336" y="576"/>
                <a:ext cx="96" cy="96"/>
              </a:xfrm>
              <a:prstGeom prst="ellipse">
                <a:avLst/>
              </a:prstGeom>
              <a:noFill/>
              <a:ln w="19050" cap="flat" cmpd="sng">
                <a:solidFill>
                  <a:schemeClr val="bg1"/>
                </a:solidFill>
                <a:prstDash val="solid"/>
                <a:headEnd type="none" w="med" len="med"/>
                <a:tailEnd type="none" w="med" len="med"/>
              </a:ln>
            </p:spPr>
            <p:txBody>
              <a:bodyPr wrap="none" anchor="ctr" anchorCtr="0"/>
              <a:lstStyle/>
              <a:p>
                <a:endParaRPr lang="zh-CN" altLang="en-US" dirty="0">
                  <a:solidFill>
                    <a:schemeClr val="tx1"/>
                  </a:solidFill>
                  <a:latin typeface="Times New Roman" panose="02020603050405020304" pitchFamily="18" charset="0"/>
                </a:endParaRPr>
              </a:p>
            </p:txBody>
          </p:sp>
          <p:sp>
            <p:nvSpPr>
              <p:cNvPr id="81019" name="Line 13"/>
              <p:cNvSpPr/>
              <p:nvPr/>
            </p:nvSpPr>
            <p:spPr>
              <a:xfrm>
                <a:off x="336" y="624"/>
                <a:ext cx="96" cy="0"/>
              </a:xfrm>
              <a:prstGeom prst="line">
                <a:avLst/>
              </a:prstGeom>
              <a:ln w="19050" cap="flat" cmpd="sng">
                <a:solidFill>
                  <a:schemeClr val="bg1"/>
                </a:solidFill>
                <a:prstDash val="solid"/>
                <a:headEnd type="none" w="med" len="med"/>
                <a:tailEnd type="none" w="med" len="med"/>
              </a:ln>
            </p:spPr>
          </p:sp>
        </p:grpSp>
      </p:grpSp>
      <p:graphicFrame>
        <p:nvGraphicFramePr>
          <p:cNvPr id="80900" name="内容占位符 80899"/>
          <p:cNvGraphicFramePr>
            <a:graphicFrameLocks noGrp="1"/>
          </p:cNvGraphicFramePr>
          <p:nvPr>
            <p:ph/>
          </p:nvPr>
        </p:nvGraphicFramePr>
        <p:xfrm>
          <a:off x="228600" y="2057400"/>
          <a:ext cx="8610600" cy="4648200"/>
        </p:xfrm>
        <a:graphic>
          <a:graphicData uri="http://schemas.openxmlformats.org/drawingml/2006/table">
            <a:tbl>
              <a:tblPr/>
              <a:tblGrid>
                <a:gridCol w="2192338"/>
                <a:gridCol w="4711700"/>
                <a:gridCol w="1706562"/>
              </a:tblGrid>
              <a:tr h="554038">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zh-CN" altLang="en-US" sz="2400" i="0" dirty="0">
                          <a:solidFill>
                            <a:schemeClr val="tx1"/>
                          </a:solidFill>
                          <a:latin typeface="Times New Roman" panose="02020603050405020304" pitchFamily="18" charset="0"/>
                        </a:rPr>
                        <a:t>电对</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zh-CN" altLang="en-US" sz="2400" i="0" dirty="0">
                          <a:solidFill>
                            <a:schemeClr val="tx1"/>
                          </a:solidFill>
                          <a:latin typeface="Times New Roman" panose="02020603050405020304" pitchFamily="18" charset="0"/>
                        </a:rPr>
                        <a:t>电极反应</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dirty="0">
                          <a:solidFill>
                            <a:schemeClr val="tx1"/>
                          </a:solidFill>
                          <a:latin typeface="Times New Roman" panose="02020603050405020304" pitchFamily="18" charset="0"/>
                          <a:ea typeface="宋体" panose="02010600030101010101" pitchFamily="2" charset="-122"/>
                        </a:rPr>
                        <a:t>E  </a:t>
                      </a:r>
                      <a:r>
                        <a:rPr lang="en-US" altLang="zh-CN" sz="2400" i="0" dirty="0">
                          <a:solidFill>
                            <a:schemeClr val="tx1"/>
                          </a:solidFill>
                          <a:latin typeface="Times New Roman" panose="02020603050405020304" pitchFamily="18" charset="0"/>
                          <a:ea typeface="宋体" panose="02010600030101010101" pitchFamily="2" charset="-122"/>
                        </a:rPr>
                        <a:t>/V</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28575"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4025">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Li</a:t>
                      </a:r>
                      <a:r>
                        <a:rPr lang="en-US" altLang="zh-CN" sz="2400" i="0" baseline="30000" dirty="0">
                          <a:solidFill>
                            <a:schemeClr val="tx1"/>
                          </a:solidFill>
                          <a:latin typeface="Times New Roman" panose="02020603050405020304" pitchFamily="18" charset="0"/>
                          <a:ea typeface="宋体" panose="02010600030101010101" pitchFamily="2" charset="-122"/>
                        </a:rPr>
                        <a:t>+</a:t>
                      </a:r>
                      <a:r>
                        <a:rPr lang="en-US" altLang="zh-CN" sz="2400" i="0" dirty="0">
                          <a:solidFill>
                            <a:schemeClr val="tx1"/>
                          </a:solidFill>
                          <a:latin typeface="Times New Roman" panose="02020603050405020304" pitchFamily="18" charset="0"/>
                          <a:ea typeface="宋体" panose="02010600030101010101" pitchFamily="2" charset="-122"/>
                        </a:rPr>
                        <a:t>/Li</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Li</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Arial Unicode MS" panose="020B0604020202020204" charset="-122"/>
                        </a:rPr>
                        <a:t> </a:t>
                      </a:r>
                      <a:r>
                        <a:rPr lang="en-US" altLang="zh-CN" sz="2400" i="0" dirty="0">
                          <a:solidFill>
                            <a:schemeClr val="tx1"/>
                          </a:solidFill>
                          <a:latin typeface="Times New Roman" panose="02020603050405020304" pitchFamily="18" charset="0"/>
                          <a:ea typeface="宋体" panose="02010600030101010101" pitchFamily="2" charset="-122"/>
                        </a:rPr>
                        <a:t>Li</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-3.040</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K</a:t>
                      </a:r>
                      <a:r>
                        <a:rPr lang="en-US" altLang="zh-CN" sz="2400" i="0" baseline="30000" dirty="0">
                          <a:solidFill>
                            <a:schemeClr val="tx1"/>
                          </a:solidFill>
                          <a:latin typeface="Times New Roman" panose="02020603050405020304" pitchFamily="18" charset="0"/>
                          <a:ea typeface="宋体" panose="02010600030101010101" pitchFamily="2" charset="-122"/>
                        </a:rPr>
                        <a:t>+</a:t>
                      </a:r>
                      <a:r>
                        <a:rPr lang="en-US" altLang="zh-CN" sz="2400" i="0" dirty="0">
                          <a:solidFill>
                            <a:schemeClr val="tx1"/>
                          </a:solidFill>
                          <a:latin typeface="Times New Roman" panose="02020603050405020304" pitchFamily="18" charset="0"/>
                          <a:ea typeface="宋体" panose="02010600030101010101" pitchFamily="2" charset="-122"/>
                        </a:rPr>
                        <a:t>/K</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K</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Arial Unicode MS" panose="020B0604020202020204" charset="-122"/>
                        </a:rPr>
                        <a:t>  </a:t>
                      </a:r>
                      <a:r>
                        <a:rPr lang="en-US" altLang="zh-CN" sz="2400" i="0" dirty="0">
                          <a:solidFill>
                            <a:schemeClr val="tx1"/>
                          </a:solidFill>
                          <a:latin typeface="Times New Roman" panose="02020603050405020304" pitchFamily="18" charset="0"/>
                          <a:ea typeface="宋体" panose="02010600030101010101" pitchFamily="2" charset="-122"/>
                        </a:rPr>
                        <a:t>K</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-2.924</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Zn</a:t>
                      </a:r>
                      <a:r>
                        <a:rPr lang="en-US" altLang="zh-CN" sz="2400" i="0" baseline="30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/Zn</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Zn</a:t>
                      </a:r>
                      <a:r>
                        <a:rPr lang="en-US" altLang="zh-CN" sz="2400" i="0" baseline="30000" dirty="0">
                          <a:solidFill>
                            <a:schemeClr val="tx1"/>
                          </a:solidFill>
                          <a:latin typeface="Times New Roman" panose="02020603050405020304" pitchFamily="18" charset="0"/>
                          <a:ea typeface="宋体" panose="02010600030101010101" pitchFamily="2" charset="-122"/>
                        </a:rPr>
                        <a:t>2+ </a:t>
                      </a:r>
                      <a:r>
                        <a:rPr lang="en-US" altLang="zh-CN" sz="2400" i="0" dirty="0">
                          <a:solidFill>
                            <a:schemeClr val="tx1"/>
                          </a:solidFill>
                          <a:latin typeface="Times New Roman" panose="02020603050405020304" pitchFamily="18" charset="0"/>
                          <a:ea typeface="宋体" panose="02010600030101010101" pitchFamily="2" charset="-122"/>
                        </a:rPr>
                        <a:t>+ 2e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Arial Unicode MS" panose="020B0604020202020204" charset="-122"/>
                        </a:rPr>
                        <a:t> Zn</a:t>
                      </a:r>
                      <a:endParaRPr lang="en-US" altLang="zh-CN" sz="2400" i="0" dirty="0">
                        <a:solidFill>
                          <a:schemeClr val="tx1"/>
                        </a:solidFill>
                        <a:latin typeface="Times New Roman" panose="02020603050405020304" pitchFamily="18" charset="0"/>
                        <a:ea typeface="宋体" panose="0201060003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-0.7626</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4025">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dirty="0">
                          <a:solidFill>
                            <a:srgbClr val="0033CC"/>
                          </a:solidFill>
                          <a:latin typeface="Times New Roman" panose="02020603050405020304" pitchFamily="18" charset="0"/>
                          <a:ea typeface="宋体" panose="02010600030101010101" pitchFamily="2" charset="-122"/>
                        </a:rPr>
                        <a:t>H</a:t>
                      </a:r>
                      <a:r>
                        <a:rPr lang="en-US" altLang="zh-CN" sz="2400" baseline="30000" dirty="0">
                          <a:solidFill>
                            <a:srgbClr val="0033CC"/>
                          </a:solidFill>
                          <a:latin typeface="Times New Roman" panose="02020603050405020304" pitchFamily="18" charset="0"/>
                          <a:ea typeface="宋体" panose="02010600030101010101" pitchFamily="2" charset="-122"/>
                        </a:rPr>
                        <a:t>+</a:t>
                      </a:r>
                      <a:r>
                        <a:rPr lang="en-US" altLang="zh-CN" sz="2400" dirty="0">
                          <a:solidFill>
                            <a:srgbClr val="0033CC"/>
                          </a:solidFill>
                          <a:latin typeface="Times New Roman" panose="02020603050405020304" pitchFamily="18" charset="0"/>
                          <a:ea typeface="宋体" panose="02010600030101010101" pitchFamily="2" charset="-122"/>
                        </a:rPr>
                        <a:t>/H</a:t>
                      </a:r>
                      <a:r>
                        <a:rPr lang="en-US" altLang="zh-CN" sz="2400" baseline="-25000" dirty="0">
                          <a:solidFill>
                            <a:srgbClr val="0033CC"/>
                          </a:solidFill>
                          <a:latin typeface="Times New Roman" panose="02020603050405020304" pitchFamily="18" charset="0"/>
                          <a:ea typeface="宋体" panose="02010600030101010101" pitchFamily="2" charset="-122"/>
                        </a:rPr>
                        <a:t>2</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dirty="0">
                          <a:solidFill>
                            <a:srgbClr val="0033CC"/>
                          </a:solidFill>
                          <a:latin typeface="Times New Roman" panose="02020603050405020304" pitchFamily="18" charset="0"/>
                          <a:ea typeface="宋体" panose="02010600030101010101" pitchFamily="2" charset="-122"/>
                        </a:rPr>
                        <a:t>2H</a:t>
                      </a:r>
                      <a:r>
                        <a:rPr lang="en-US" altLang="zh-CN" sz="2400" baseline="30000" dirty="0">
                          <a:solidFill>
                            <a:srgbClr val="0033CC"/>
                          </a:solidFill>
                          <a:latin typeface="Times New Roman" panose="02020603050405020304" pitchFamily="18" charset="0"/>
                          <a:ea typeface="宋体" panose="02010600030101010101" pitchFamily="2" charset="-122"/>
                        </a:rPr>
                        <a:t>+</a:t>
                      </a:r>
                      <a:r>
                        <a:rPr lang="en-US" altLang="zh-CN" sz="2400" dirty="0">
                          <a:solidFill>
                            <a:srgbClr val="0033CC"/>
                          </a:solidFill>
                          <a:latin typeface="Times New Roman" panose="02020603050405020304" pitchFamily="18" charset="0"/>
                          <a:ea typeface="宋体" panose="02010600030101010101" pitchFamily="2" charset="-122"/>
                        </a:rPr>
                        <a:t> + 2e</a:t>
                      </a:r>
                      <a:r>
                        <a:rPr lang="en-US" altLang="zh-CN" sz="2400" baseline="30000" dirty="0">
                          <a:solidFill>
                            <a:srgbClr val="0033CC"/>
                          </a:solidFill>
                          <a:latin typeface="Times New Roman" panose="02020603050405020304" pitchFamily="18" charset="0"/>
                          <a:ea typeface="宋体" panose="02010600030101010101" pitchFamily="2" charset="-122"/>
                        </a:rPr>
                        <a:t>-          </a:t>
                      </a:r>
                      <a:r>
                        <a:rPr lang="en-US" altLang="zh-CN" sz="2400" dirty="0">
                          <a:solidFill>
                            <a:srgbClr val="0033CC"/>
                          </a:solidFill>
                          <a:latin typeface="Times New Roman" panose="02020603050405020304" pitchFamily="18" charset="0"/>
                          <a:ea typeface="宋体" panose="02010600030101010101" pitchFamily="2" charset="-122"/>
                        </a:rPr>
                        <a:t> 2H</a:t>
                      </a:r>
                      <a:r>
                        <a:rPr lang="en-US" altLang="zh-CN" sz="2400" baseline="-25000" dirty="0">
                          <a:solidFill>
                            <a:srgbClr val="0033CC"/>
                          </a:solidFill>
                          <a:latin typeface="Times New Roman" panose="02020603050405020304" pitchFamily="18" charset="0"/>
                          <a:ea typeface="宋体" panose="02010600030101010101" pitchFamily="2" charset="-122"/>
                        </a:rPr>
                        <a:t>2</a:t>
                      </a:r>
                      <a:endParaRPr lang="en-US" altLang="zh-CN" sz="2400" dirty="0">
                        <a:solidFill>
                          <a:srgbClr val="0033CC"/>
                        </a:solidFill>
                        <a:latin typeface="Times New Roman" panose="02020603050405020304" pitchFamily="18" charset="0"/>
                        <a:ea typeface="宋体" panose="02010600030101010101" pitchFamily="2" charset="-122"/>
                      </a:endParaRP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dirty="0">
                          <a:solidFill>
                            <a:srgbClr val="0033CC"/>
                          </a:solidFill>
                          <a:latin typeface="Times New Roman" panose="02020603050405020304" pitchFamily="18" charset="0"/>
                          <a:ea typeface="宋体" panose="02010600030101010101" pitchFamily="2" charset="-122"/>
                        </a:rPr>
                        <a:t>0</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Cu</a:t>
                      </a:r>
                      <a:r>
                        <a:rPr lang="en-US" altLang="zh-CN" sz="2400" i="0" baseline="30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/Cu</a:t>
                      </a:r>
                      <a:endParaRPr lang="en-US" altLang="zh-CN" sz="2400" i="0" baseline="-25000" dirty="0">
                        <a:solidFill>
                          <a:schemeClr val="tx1"/>
                        </a:solidFill>
                        <a:latin typeface="Times New Roman" panose="02020603050405020304" pitchFamily="18" charset="0"/>
                        <a:ea typeface="宋体" panose="02010600030101010101" pitchFamily="2" charset="-122"/>
                      </a:endParaRP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Cu</a:t>
                      </a:r>
                      <a:r>
                        <a:rPr lang="en-US" altLang="zh-CN" sz="2400" i="0" baseline="30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 + 2e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Cu</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0.340</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4025">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O</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/H</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O</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O</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+4H</a:t>
                      </a:r>
                      <a:r>
                        <a:rPr lang="en-US" altLang="zh-CN" sz="2400" i="0" baseline="30000" dirty="0">
                          <a:solidFill>
                            <a:schemeClr val="tx1"/>
                          </a:solidFill>
                          <a:latin typeface="Times New Roman" panose="02020603050405020304" pitchFamily="18" charset="0"/>
                          <a:ea typeface="宋体" panose="02010600030101010101" pitchFamily="2" charset="-122"/>
                        </a:rPr>
                        <a:t>+</a:t>
                      </a:r>
                      <a:r>
                        <a:rPr lang="en-US" altLang="zh-CN" sz="2400" i="0" dirty="0">
                          <a:solidFill>
                            <a:schemeClr val="tx1"/>
                          </a:solidFill>
                          <a:latin typeface="Times New Roman" panose="02020603050405020304" pitchFamily="18" charset="0"/>
                          <a:ea typeface="宋体" panose="02010600030101010101" pitchFamily="2" charset="-122"/>
                        </a:rPr>
                        <a:t> + 4e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2H</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O</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1.229</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3">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Cl</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/Cl</a:t>
                      </a:r>
                      <a:r>
                        <a:rPr lang="en-US" altLang="zh-CN" sz="2400" i="0" baseline="30000" dirty="0">
                          <a:solidFill>
                            <a:schemeClr val="tx1"/>
                          </a:solidFill>
                          <a:latin typeface="Times New Roman" panose="02020603050405020304" pitchFamily="18" charset="0"/>
                          <a:ea typeface="宋体" panose="02010600030101010101" pitchFamily="2" charset="-122"/>
                        </a:rPr>
                        <a:t>-</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Cl</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 + 2e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2Cl</a:t>
                      </a:r>
                      <a:r>
                        <a:rPr lang="en-US" altLang="zh-CN" sz="2400" i="0" baseline="30000" dirty="0">
                          <a:solidFill>
                            <a:schemeClr val="tx1"/>
                          </a:solidFill>
                          <a:latin typeface="Times New Roman" panose="02020603050405020304" pitchFamily="18" charset="0"/>
                          <a:ea typeface="宋体" panose="02010600030101010101" pitchFamily="2" charset="-122"/>
                        </a:rPr>
                        <a:t>-</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1.229</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4025">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F</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/HF(aq)</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F</a:t>
                      </a:r>
                      <a:r>
                        <a:rPr lang="en-US" altLang="zh-CN" sz="2400" i="0" baseline="-25000" dirty="0">
                          <a:solidFill>
                            <a:schemeClr val="tx1"/>
                          </a:solidFill>
                          <a:latin typeface="Times New Roman" panose="02020603050405020304" pitchFamily="18" charset="0"/>
                          <a:ea typeface="宋体" panose="02010600030101010101" pitchFamily="2" charset="-122"/>
                        </a:rPr>
                        <a:t>2</a:t>
                      </a:r>
                      <a:r>
                        <a:rPr lang="en-US" altLang="zh-CN" sz="2400" i="0" dirty="0">
                          <a:solidFill>
                            <a:schemeClr val="tx1"/>
                          </a:solidFill>
                          <a:latin typeface="Times New Roman" panose="02020603050405020304" pitchFamily="18" charset="0"/>
                          <a:ea typeface="宋体" panose="02010600030101010101" pitchFamily="2" charset="-122"/>
                        </a:rPr>
                        <a:t>+2H</a:t>
                      </a:r>
                      <a:r>
                        <a:rPr lang="en-US" altLang="zh-CN" sz="2400" i="0" baseline="30000" dirty="0">
                          <a:solidFill>
                            <a:schemeClr val="tx1"/>
                          </a:solidFill>
                          <a:latin typeface="Times New Roman" panose="02020603050405020304" pitchFamily="18" charset="0"/>
                          <a:ea typeface="宋体" panose="02010600030101010101" pitchFamily="2" charset="-122"/>
                        </a:rPr>
                        <a:t>+</a:t>
                      </a:r>
                      <a:r>
                        <a:rPr lang="en-US" altLang="zh-CN" sz="2400" i="0" dirty="0">
                          <a:solidFill>
                            <a:schemeClr val="tx1"/>
                          </a:solidFill>
                          <a:latin typeface="Times New Roman" panose="02020603050405020304" pitchFamily="18" charset="0"/>
                          <a:ea typeface="宋体" panose="02010600030101010101" pitchFamily="2" charset="-122"/>
                        </a:rPr>
                        <a:t> + 2e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2HF(aq)</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3.053</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12700" cap="flat" cmpd="sng">
                      <a:solidFill>
                        <a:srgbClr val="000000"/>
                      </a:solidFill>
                      <a:prstDash val="solid"/>
                      <a:headEnd type="none" w="med" len="med"/>
                      <a:tailEnd type="none" w="med" len="med"/>
                    </a:lnB>
                    <a:lnTlToBr>
                      <a:noFill/>
                    </a:lnTlToBr>
                    <a:lnBlToTr>
                      <a:noFill/>
                    </a:lnBlToTr>
                    <a:noFill/>
                  </a:tcPr>
                </a:tc>
              </a:tr>
              <a:tr h="455612">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XeF/Xe(g)</a:t>
                      </a:r>
                    </a:p>
                  </a:txBody>
                  <a:tcPr>
                    <a:lnL w="28575"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XeF</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宋体" panose="02010600030101010101" pitchFamily="2" charset="-122"/>
                        </a:rPr>
                        <a:t>+ e</a:t>
                      </a:r>
                      <a:r>
                        <a:rPr lang="en-US" altLang="zh-CN" sz="2400" i="0" baseline="30000" dirty="0">
                          <a:solidFill>
                            <a:schemeClr val="tx1"/>
                          </a:solidFill>
                          <a:latin typeface="Times New Roman" panose="02020603050405020304" pitchFamily="18" charset="0"/>
                          <a:ea typeface="宋体" panose="02010600030101010101" pitchFamily="2" charset="-122"/>
                        </a:rPr>
                        <a:t>-           </a:t>
                      </a:r>
                      <a:r>
                        <a:rPr lang="en-US" altLang="zh-CN" sz="2400" i="0" dirty="0">
                          <a:solidFill>
                            <a:schemeClr val="tx1"/>
                          </a:solidFill>
                          <a:latin typeface="Times New Roman" panose="02020603050405020304" pitchFamily="18" charset="0"/>
                          <a:ea typeface="Arial Unicode MS" panose="020B0604020202020204" charset="-122"/>
                        </a:rPr>
                        <a:t> Xe(g) + F</a:t>
                      </a:r>
                      <a:r>
                        <a:rPr lang="en-US" altLang="zh-CN" sz="2400" i="0" baseline="30000" dirty="0">
                          <a:solidFill>
                            <a:schemeClr val="tx1"/>
                          </a:solidFill>
                          <a:latin typeface="Times New Roman" panose="02020603050405020304" pitchFamily="18" charset="0"/>
                          <a:ea typeface="宋体" panose="02010600030101010101" pitchFamily="2" charset="-122"/>
                        </a:rPr>
                        <a:t>-</a:t>
                      </a:r>
                    </a:p>
                  </a:txBody>
                  <a:tcPr>
                    <a:lnL w="12700" cap="flat" cmpd="sng">
                      <a:solidFill>
                        <a:srgbClr val="000000"/>
                      </a:solidFill>
                      <a:prstDash val="solid"/>
                      <a:headEnd type="none" w="med" len="med"/>
                      <a:tailEnd type="none" w="med" len="med"/>
                    </a:lnL>
                    <a:lnR w="12700"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c>
                  <a:txBody>
                    <a:bodyPr/>
                    <a:lstStyle>
                      <a:lvl1pPr marL="0" lvl="0" indent="0" algn="l" defTabSz="914400" rtl="0" eaLnBrk="0" fontAlgn="base" latinLnBrk="0" hangingPunct="0">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defRPr>
                      </a:lvl1pPr>
                      <a:lvl2pPr marL="457200" lvl="1"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2pPr>
                      <a:lvl3pPr marL="914400" lvl="2"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3pPr>
                      <a:lvl4pPr marL="1371600" lvl="3"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4pPr>
                      <a:lvl5pPr marL="1828800" lvl="4" indent="0" algn="l" defTabSz="914400" rtl="0" eaLnBrk="1" fontAlgn="base" latinLnBrk="0" hangingPunct="1">
                        <a:lnSpc>
                          <a:spcPct val="100000"/>
                        </a:lnSpc>
                        <a:spcBef>
                          <a:spcPct val="50000"/>
                        </a:spcBef>
                        <a:spcAft>
                          <a:spcPct val="0"/>
                        </a:spcAft>
                        <a:buNone/>
                        <a:defRPr sz="2800" b="1" i="1" u="none" kern="1200" baseline="0">
                          <a:solidFill>
                            <a:srgbClr val="FF5050"/>
                          </a:solidFill>
                          <a:latin typeface="Times New Roman" panose="02020603050405020304" pitchFamily="18" charset="0"/>
                          <a:ea typeface="楷体_GB2312" pitchFamily="49" charset="-122"/>
                          <a:cs typeface="+mn-cs"/>
                        </a:defRPr>
                      </a:lvl5pPr>
                    </a:lstStyle>
                    <a:p>
                      <a:pPr lvl="0" algn="ctr" eaLnBrk="1" hangingPunct="1">
                        <a:lnSpc>
                          <a:spcPct val="95000"/>
                        </a:lnSpc>
                        <a:spcBef>
                          <a:spcPct val="20000"/>
                        </a:spcBef>
                        <a:buNone/>
                      </a:pPr>
                      <a:r>
                        <a:rPr lang="en-US" altLang="zh-CN" sz="2400" i="0" dirty="0">
                          <a:solidFill>
                            <a:schemeClr val="tx1"/>
                          </a:solidFill>
                          <a:latin typeface="Times New Roman" panose="02020603050405020304" pitchFamily="18" charset="0"/>
                          <a:ea typeface="宋体" panose="02010600030101010101" pitchFamily="2" charset="-122"/>
                        </a:rPr>
                        <a:t>3.4</a:t>
                      </a:r>
                    </a:p>
                  </a:txBody>
                  <a:tcPr>
                    <a:lnL w="12700" cap="flat" cmpd="sng">
                      <a:solidFill>
                        <a:srgbClr val="000000"/>
                      </a:solidFill>
                      <a:prstDash val="solid"/>
                      <a:headEnd type="none" w="med" len="med"/>
                      <a:tailEnd type="none" w="med" len="med"/>
                    </a:lnL>
                    <a:lnR w="28575" cap="flat" cmpd="sng">
                      <a:solidFill>
                        <a:srgbClr val="000000"/>
                      </a:solidFill>
                      <a:prstDash val="solid"/>
                      <a:headEnd type="none" w="med" len="med"/>
                      <a:tailEnd type="none" w="med" len="med"/>
                    </a:lnR>
                    <a:lnT w="12700" cap="flat" cmpd="sng">
                      <a:solidFill>
                        <a:srgbClr val="000000"/>
                      </a:solidFill>
                      <a:prstDash val="solid"/>
                      <a:headEnd type="none" w="med" len="med"/>
                      <a:tailEnd type="none" w="med" len="med"/>
                    </a:lnT>
                    <a:lnB w="28575" cap="flat" cmpd="sng">
                      <a:solidFill>
                        <a:srgbClr val="000000"/>
                      </a:solidFill>
                      <a:prstDash val="solid"/>
                      <a:headEnd type="none" w="med" len="med"/>
                      <a:tailEnd type="none" w="med" len="med"/>
                    </a:lnB>
                    <a:lnTlToBr>
                      <a:noFill/>
                    </a:lnTlToBr>
                    <a:lnBlToTr>
                      <a:noFill/>
                    </a:lnBlToTr>
                    <a:noFill/>
                  </a:tcPr>
                </a:tc>
              </a:tr>
            </a:tbl>
          </a:graphicData>
        </a:graphic>
      </p:graphicFrame>
      <p:grpSp>
        <p:nvGrpSpPr>
          <p:cNvPr id="80946" name="Group 70"/>
          <p:cNvGrpSpPr/>
          <p:nvPr/>
        </p:nvGrpSpPr>
        <p:grpSpPr>
          <a:xfrm>
            <a:off x="4876800" y="2743200"/>
            <a:ext cx="441325" cy="147638"/>
            <a:chOff x="703" y="4080"/>
            <a:chExt cx="278" cy="93"/>
          </a:xfrm>
        </p:grpSpPr>
        <p:grpSp>
          <p:nvGrpSpPr>
            <p:cNvPr id="81010" name="Group 71"/>
            <p:cNvGrpSpPr/>
            <p:nvPr/>
          </p:nvGrpSpPr>
          <p:grpSpPr>
            <a:xfrm>
              <a:off x="703" y="4080"/>
              <a:ext cx="272" cy="30"/>
              <a:chOff x="703" y="4080"/>
              <a:chExt cx="272" cy="30"/>
            </a:xfrm>
          </p:grpSpPr>
          <p:sp>
            <p:nvSpPr>
              <p:cNvPr id="81014" name="Line 72"/>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15" name="Line 73"/>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1011" name="Group 74"/>
            <p:cNvGrpSpPr/>
            <p:nvPr/>
          </p:nvGrpSpPr>
          <p:grpSpPr>
            <a:xfrm flipH="1" flipV="1">
              <a:off x="709" y="4143"/>
              <a:ext cx="272" cy="30"/>
              <a:chOff x="703" y="4080"/>
              <a:chExt cx="272" cy="30"/>
            </a:xfrm>
          </p:grpSpPr>
          <p:sp>
            <p:nvSpPr>
              <p:cNvPr id="81012" name="Line 75"/>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13" name="Line 76"/>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47" name="Group 130"/>
          <p:cNvGrpSpPr/>
          <p:nvPr/>
        </p:nvGrpSpPr>
        <p:grpSpPr>
          <a:xfrm>
            <a:off x="4876800" y="3200400"/>
            <a:ext cx="441325" cy="147638"/>
            <a:chOff x="703" y="4080"/>
            <a:chExt cx="278" cy="93"/>
          </a:xfrm>
        </p:grpSpPr>
        <p:grpSp>
          <p:nvGrpSpPr>
            <p:cNvPr id="81004" name="Group 131"/>
            <p:cNvGrpSpPr/>
            <p:nvPr/>
          </p:nvGrpSpPr>
          <p:grpSpPr>
            <a:xfrm>
              <a:off x="703" y="4080"/>
              <a:ext cx="272" cy="30"/>
              <a:chOff x="703" y="4080"/>
              <a:chExt cx="272" cy="30"/>
            </a:xfrm>
          </p:grpSpPr>
          <p:sp>
            <p:nvSpPr>
              <p:cNvPr id="81008" name="Line 132"/>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09" name="Line 133"/>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1005" name="Group 134"/>
            <p:cNvGrpSpPr/>
            <p:nvPr/>
          </p:nvGrpSpPr>
          <p:grpSpPr>
            <a:xfrm flipH="1" flipV="1">
              <a:off x="709" y="4143"/>
              <a:ext cx="272" cy="30"/>
              <a:chOff x="703" y="4080"/>
              <a:chExt cx="272" cy="30"/>
            </a:xfrm>
          </p:grpSpPr>
          <p:sp>
            <p:nvSpPr>
              <p:cNvPr id="81006" name="Line 135"/>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07" name="Line 136"/>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48" name="Group 137"/>
          <p:cNvGrpSpPr/>
          <p:nvPr/>
        </p:nvGrpSpPr>
        <p:grpSpPr>
          <a:xfrm>
            <a:off x="5029200" y="3581400"/>
            <a:ext cx="441325" cy="147638"/>
            <a:chOff x="703" y="4080"/>
            <a:chExt cx="278" cy="93"/>
          </a:xfrm>
        </p:grpSpPr>
        <p:grpSp>
          <p:nvGrpSpPr>
            <p:cNvPr id="80998" name="Group 138"/>
            <p:cNvGrpSpPr/>
            <p:nvPr/>
          </p:nvGrpSpPr>
          <p:grpSpPr>
            <a:xfrm>
              <a:off x="703" y="4080"/>
              <a:ext cx="272" cy="30"/>
              <a:chOff x="703" y="4080"/>
              <a:chExt cx="272" cy="30"/>
            </a:xfrm>
          </p:grpSpPr>
          <p:sp>
            <p:nvSpPr>
              <p:cNvPr id="81002" name="Line 139"/>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03" name="Line 140"/>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99" name="Group 141"/>
            <p:cNvGrpSpPr/>
            <p:nvPr/>
          </p:nvGrpSpPr>
          <p:grpSpPr>
            <a:xfrm flipH="1" flipV="1">
              <a:off x="709" y="4143"/>
              <a:ext cx="272" cy="30"/>
              <a:chOff x="703" y="4080"/>
              <a:chExt cx="272" cy="30"/>
            </a:xfrm>
          </p:grpSpPr>
          <p:sp>
            <p:nvSpPr>
              <p:cNvPr id="81000" name="Line 142"/>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1001" name="Line 143"/>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49" name="Group 144"/>
          <p:cNvGrpSpPr/>
          <p:nvPr/>
        </p:nvGrpSpPr>
        <p:grpSpPr>
          <a:xfrm>
            <a:off x="4876800" y="4038600"/>
            <a:ext cx="441325" cy="147638"/>
            <a:chOff x="703" y="4080"/>
            <a:chExt cx="278" cy="93"/>
          </a:xfrm>
        </p:grpSpPr>
        <p:grpSp>
          <p:nvGrpSpPr>
            <p:cNvPr id="80992" name="Group 145"/>
            <p:cNvGrpSpPr/>
            <p:nvPr/>
          </p:nvGrpSpPr>
          <p:grpSpPr>
            <a:xfrm>
              <a:off x="703" y="4080"/>
              <a:ext cx="272" cy="30"/>
              <a:chOff x="703" y="4080"/>
              <a:chExt cx="272" cy="30"/>
            </a:xfrm>
          </p:grpSpPr>
          <p:sp>
            <p:nvSpPr>
              <p:cNvPr id="80996" name="Line 146"/>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97" name="Line 147"/>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93" name="Group 148"/>
            <p:cNvGrpSpPr/>
            <p:nvPr/>
          </p:nvGrpSpPr>
          <p:grpSpPr>
            <a:xfrm flipH="1" flipV="1">
              <a:off x="709" y="4143"/>
              <a:ext cx="272" cy="30"/>
              <a:chOff x="703" y="4080"/>
              <a:chExt cx="272" cy="30"/>
            </a:xfrm>
          </p:grpSpPr>
          <p:sp>
            <p:nvSpPr>
              <p:cNvPr id="80994" name="Line 149"/>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95" name="Line 150"/>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0" name="Group 151"/>
          <p:cNvGrpSpPr/>
          <p:nvPr/>
        </p:nvGrpSpPr>
        <p:grpSpPr>
          <a:xfrm>
            <a:off x="4953000" y="4495800"/>
            <a:ext cx="441325" cy="147638"/>
            <a:chOff x="703" y="4080"/>
            <a:chExt cx="278" cy="93"/>
          </a:xfrm>
        </p:grpSpPr>
        <p:grpSp>
          <p:nvGrpSpPr>
            <p:cNvPr id="80986" name="Group 152"/>
            <p:cNvGrpSpPr/>
            <p:nvPr/>
          </p:nvGrpSpPr>
          <p:grpSpPr>
            <a:xfrm>
              <a:off x="703" y="4080"/>
              <a:ext cx="272" cy="30"/>
              <a:chOff x="703" y="4080"/>
              <a:chExt cx="272" cy="30"/>
            </a:xfrm>
          </p:grpSpPr>
          <p:sp>
            <p:nvSpPr>
              <p:cNvPr id="80990" name="Line 153"/>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91" name="Line 154"/>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87" name="Group 155"/>
            <p:cNvGrpSpPr/>
            <p:nvPr/>
          </p:nvGrpSpPr>
          <p:grpSpPr>
            <a:xfrm flipH="1" flipV="1">
              <a:off x="709" y="4143"/>
              <a:ext cx="272" cy="30"/>
              <a:chOff x="703" y="4080"/>
              <a:chExt cx="272" cy="30"/>
            </a:xfrm>
          </p:grpSpPr>
          <p:sp>
            <p:nvSpPr>
              <p:cNvPr id="80988" name="Line 156"/>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89" name="Line 157"/>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1" name="Group 158"/>
          <p:cNvGrpSpPr/>
          <p:nvPr/>
        </p:nvGrpSpPr>
        <p:grpSpPr>
          <a:xfrm>
            <a:off x="5029200" y="4953000"/>
            <a:ext cx="441325" cy="147638"/>
            <a:chOff x="703" y="4080"/>
            <a:chExt cx="278" cy="93"/>
          </a:xfrm>
        </p:grpSpPr>
        <p:grpSp>
          <p:nvGrpSpPr>
            <p:cNvPr id="80980" name="Group 159"/>
            <p:cNvGrpSpPr/>
            <p:nvPr/>
          </p:nvGrpSpPr>
          <p:grpSpPr>
            <a:xfrm>
              <a:off x="703" y="4080"/>
              <a:ext cx="272" cy="30"/>
              <a:chOff x="703" y="4080"/>
              <a:chExt cx="272" cy="30"/>
            </a:xfrm>
          </p:grpSpPr>
          <p:sp>
            <p:nvSpPr>
              <p:cNvPr id="80984" name="Line 160"/>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85" name="Line 161"/>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81" name="Group 162"/>
            <p:cNvGrpSpPr/>
            <p:nvPr/>
          </p:nvGrpSpPr>
          <p:grpSpPr>
            <a:xfrm flipH="1" flipV="1">
              <a:off x="709" y="4143"/>
              <a:ext cx="272" cy="30"/>
              <a:chOff x="703" y="4080"/>
              <a:chExt cx="272" cy="30"/>
            </a:xfrm>
          </p:grpSpPr>
          <p:sp>
            <p:nvSpPr>
              <p:cNvPr id="80982" name="Line 163"/>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83" name="Line 164"/>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2" name="Group 165"/>
          <p:cNvGrpSpPr/>
          <p:nvPr/>
        </p:nvGrpSpPr>
        <p:grpSpPr>
          <a:xfrm>
            <a:off x="4800600" y="5410200"/>
            <a:ext cx="441325" cy="147638"/>
            <a:chOff x="703" y="4080"/>
            <a:chExt cx="278" cy="93"/>
          </a:xfrm>
        </p:grpSpPr>
        <p:grpSp>
          <p:nvGrpSpPr>
            <p:cNvPr id="80974" name="Group 166"/>
            <p:cNvGrpSpPr/>
            <p:nvPr/>
          </p:nvGrpSpPr>
          <p:grpSpPr>
            <a:xfrm>
              <a:off x="703" y="4080"/>
              <a:ext cx="272" cy="30"/>
              <a:chOff x="703" y="4080"/>
              <a:chExt cx="272" cy="30"/>
            </a:xfrm>
          </p:grpSpPr>
          <p:sp>
            <p:nvSpPr>
              <p:cNvPr id="80978" name="Line 167"/>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79" name="Line 168"/>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75" name="Group 169"/>
            <p:cNvGrpSpPr/>
            <p:nvPr/>
          </p:nvGrpSpPr>
          <p:grpSpPr>
            <a:xfrm flipH="1" flipV="1">
              <a:off x="709" y="4143"/>
              <a:ext cx="272" cy="30"/>
              <a:chOff x="703" y="4080"/>
              <a:chExt cx="272" cy="30"/>
            </a:xfrm>
          </p:grpSpPr>
          <p:sp>
            <p:nvSpPr>
              <p:cNvPr id="80976" name="Line 170"/>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77" name="Line 171"/>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3" name="Group 172"/>
          <p:cNvGrpSpPr/>
          <p:nvPr/>
        </p:nvGrpSpPr>
        <p:grpSpPr>
          <a:xfrm>
            <a:off x="4800600" y="5867400"/>
            <a:ext cx="441325" cy="147638"/>
            <a:chOff x="703" y="4080"/>
            <a:chExt cx="278" cy="93"/>
          </a:xfrm>
        </p:grpSpPr>
        <p:grpSp>
          <p:nvGrpSpPr>
            <p:cNvPr id="80968" name="Group 173"/>
            <p:cNvGrpSpPr/>
            <p:nvPr/>
          </p:nvGrpSpPr>
          <p:grpSpPr>
            <a:xfrm>
              <a:off x="703" y="4080"/>
              <a:ext cx="272" cy="30"/>
              <a:chOff x="703" y="4080"/>
              <a:chExt cx="272" cy="30"/>
            </a:xfrm>
          </p:grpSpPr>
          <p:sp>
            <p:nvSpPr>
              <p:cNvPr id="80972" name="Line 174"/>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73" name="Line 175"/>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69" name="Group 176"/>
            <p:cNvGrpSpPr/>
            <p:nvPr/>
          </p:nvGrpSpPr>
          <p:grpSpPr>
            <a:xfrm flipH="1" flipV="1">
              <a:off x="709" y="4143"/>
              <a:ext cx="272" cy="30"/>
              <a:chOff x="703" y="4080"/>
              <a:chExt cx="272" cy="30"/>
            </a:xfrm>
          </p:grpSpPr>
          <p:sp>
            <p:nvSpPr>
              <p:cNvPr id="80970" name="Line 177"/>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71" name="Line 178"/>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4" name="Group 179"/>
          <p:cNvGrpSpPr/>
          <p:nvPr/>
        </p:nvGrpSpPr>
        <p:grpSpPr>
          <a:xfrm>
            <a:off x="4495800" y="6248400"/>
            <a:ext cx="441325" cy="147638"/>
            <a:chOff x="703" y="4080"/>
            <a:chExt cx="278" cy="93"/>
          </a:xfrm>
        </p:grpSpPr>
        <p:grpSp>
          <p:nvGrpSpPr>
            <p:cNvPr id="80962" name="Group 180"/>
            <p:cNvGrpSpPr/>
            <p:nvPr/>
          </p:nvGrpSpPr>
          <p:grpSpPr>
            <a:xfrm>
              <a:off x="703" y="4080"/>
              <a:ext cx="272" cy="30"/>
              <a:chOff x="703" y="4080"/>
              <a:chExt cx="272" cy="30"/>
            </a:xfrm>
          </p:grpSpPr>
          <p:sp>
            <p:nvSpPr>
              <p:cNvPr id="80966" name="Line 181"/>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67" name="Line 182"/>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63" name="Group 183"/>
            <p:cNvGrpSpPr/>
            <p:nvPr/>
          </p:nvGrpSpPr>
          <p:grpSpPr>
            <a:xfrm flipH="1" flipV="1">
              <a:off x="709" y="4143"/>
              <a:ext cx="272" cy="30"/>
              <a:chOff x="703" y="4080"/>
              <a:chExt cx="272" cy="30"/>
            </a:xfrm>
          </p:grpSpPr>
          <p:sp>
            <p:nvSpPr>
              <p:cNvPr id="80964" name="Line 184"/>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65" name="Line 185"/>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grpSp>
        <p:nvGrpSpPr>
          <p:cNvPr id="80955" name="Group 193"/>
          <p:cNvGrpSpPr/>
          <p:nvPr/>
        </p:nvGrpSpPr>
        <p:grpSpPr>
          <a:xfrm>
            <a:off x="5486400" y="838200"/>
            <a:ext cx="441325" cy="147638"/>
            <a:chOff x="703" y="4080"/>
            <a:chExt cx="278" cy="93"/>
          </a:xfrm>
        </p:grpSpPr>
        <p:grpSp>
          <p:nvGrpSpPr>
            <p:cNvPr id="80956" name="Group 194"/>
            <p:cNvGrpSpPr/>
            <p:nvPr/>
          </p:nvGrpSpPr>
          <p:grpSpPr>
            <a:xfrm>
              <a:off x="703" y="4080"/>
              <a:ext cx="272" cy="30"/>
              <a:chOff x="703" y="4080"/>
              <a:chExt cx="272" cy="30"/>
            </a:xfrm>
          </p:grpSpPr>
          <p:sp>
            <p:nvSpPr>
              <p:cNvPr id="80960" name="Line 195"/>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61" name="Line 196"/>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nvGrpSpPr>
            <p:cNvPr id="80957" name="Group 197"/>
            <p:cNvGrpSpPr/>
            <p:nvPr/>
          </p:nvGrpSpPr>
          <p:grpSpPr>
            <a:xfrm flipH="1" flipV="1">
              <a:off x="709" y="4143"/>
              <a:ext cx="272" cy="30"/>
              <a:chOff x="703" y="4080"/>
              <a:chExt cx="272" cy="30"/>
            </a:xfrm>
          </p:grpSpPr>
          <p:sp>
            <p:nvSpPr>
              <p:cNvPr id="80958" name="Line 198"/>
              <p:cNvSpPr/>
              <p:nvPr/>
            </p:nvSpPr>
            <p:spPr>
              <a:xfrm flipV="1">
                <a:off x="703" y="4110"/>
                <a:ext cx="272" cy="0"/>
              </a:xfrm>
              <a:prstGeom prst="line">
                <a:avLst/>
              </a:prstGeom>
              <a:ln w="9525" cap="flat" cmpd="sng">
                <a:solidFill>
                  <a:schemeClr val="tx1"/>
                </a:solidFill>
                <a:prstDash val="solid"/>
                <a:headEnd type="none" w="med" len="med"/>
                <a:tailEnd type="none" w="med" len="med"/>
              </a:ln>
            </p:spPr>
          </p:sp>
          <p:sp>
            <p:nvSpPr>
              <p:cNvPr id="80959" name="Line 199"/>
              <p:cNvSpPr/>
              <p:nvPr/>
            </p:nvSpPr>
            <p:spPr>
              <a:xfrm>
                <a:off x="930" y="4080"/>
                <a:ext cx="45" cy="23"/>
              </a:xfrm>
              <a:prstGeom prst="line">
                <a:avLst/>
              </a:prstGeom>
              <a:ln w="9525" cap="flat" cmpd="sng">
                <a:solidFill>
                  <a:schemeClr val="tx1"/>
                </a:solidFill>
                <a:prstDash val="solid"/>
                <a:headEnd type="none" w="med" len="med"/>
                <a:tailEnd type="none" w="med" len="med"/>
              </a:ln>
            </p:spPr>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0663"/>
                                        </p:tgtEl>
                                        <p:attrNameLst>
                                          <p:attrName>style.visibility</p:attrName>
                                        </p:attrNameLst>
                                      </p:cBhvr>
                                      <p:to>
                                        <p:strVal val="visible"/>
                                      </p:to>
                                    </p:set>
                                    <p:anim calcmode="lin" valueType="num">
                                      <p:cBhvr additive="base">
                                        <p:cTn id="7" dur="1000" fill="hold"/>
                                        <p:tgtEl>
                                          <p:spTgt spid="70663"/>
                                        </p:tgtEl>
                                        <p:attrNameLst>
                                          <p:attrName>ppt_x</p:attrName>
                                        </p:attrNameLst>
                                      </p:cBhvr>
                                      <p:tavLst>
                                        <p:tav tm="0">
                                          <p:val>
                                            <p:strVal val="#ppt_x"/>
                                          </p:val>
                                        </p:tav>
                                        <p:tav tm="100000">
                                          <p:val>
                                            <p:strVal val="#ppt_x"/>
                                          </p:val>
                                        </p:tav>
                                      </p:tavLst>
                                    </p:anim>
                                    <p:anim calcmode="lin" valueType="num">
                                      <p:cBhvr additive="base">
                                        <p:cTn id="8" dur="1000" fill="hold"/>
                                        <p:tgtEl>
                                          <p:spTgt spid="7066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blinds(horizontal)">
                                      <p:cBhvr>
                                        <p:cTn id="13" dur="500"/>
                                        <p:tgtEl>
                                          <p:spTgt spid="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80900"/>
                                        </p:tgtEl>
                                        <p:attrNameLst>
                                          <p:attrName>style.visibility</p:attrName>
                                        </p:attrNameLst>
                                      </p:cBhvr>
                                      <p:to>
                                        <p:strVal val="visible"/>
                                      </p:to>
                                    </p:set>
                                    <p:animEffect transition="in" filter="box(in)">
                                      <p:cBhvr>
                                        <p:cTn id="18" dur="1000"/>
                                        <p:tgtEl>
                                          <p:spTgt spid="809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663" grpId="0" animBg="1"/>
    </p:bld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2712" name="Rectangle 8"/>
          <p:cNvSpPr/>
          <p:nvPr/>
        </p:nvSpPr>
        <p:spPr>
          <a:xfrm>
            <a:off x="228600" y="1066800"/>
            <a:ext cx="8610600" cy="885825"/>
          </a:xfrm>
          <a:prstGeom prst="rect">
            <a:avLst/>
          </a:prstGeom>
          <a:noFill/>
          <a:ln w="9525">
            <a:noFill/>
          </a:ln>
        </p:spPr>
        <p:txBody>
          <a:bodyPr>
            <a:spAutoFit/>
          </a:bodyPr>
          <a:lstStyle/>
          <a:p>
            <a:pPr>
              <a:spcBef>
                <a:spcPct val="0"/>
              </a:spcBef>
            </a:pPr>
            <a:r>
              <a:rPr lang="en-US" altLang="zh-CN" sz="2600" dirty="0">
                <a:solidFill>
                  <a:schemeClr val="tx1"/>
                </a:solidFill>
                <a:latin typeface="Times New Roman" panose="02020603050405020304" pitchFamily="18" charset="0"/>
              </a:rPr>
              <a:t>         </a:t>
            </a:r>
            <a:r>
              <a:rPr lang="zh-CN" altLang="zh-CN" sz="2600" i="0" dirty="0">
                <a:solidFill>
                  <a:schemeClr val="tx1"/>
                </a:solidFill>
                <a:latin typeface="Times New Roman" panose="02020603050405020304" pitchFamily="18" charset="0"/>
              </a:rPr>
              <a:t>前面所谈到的都是标准电动势</a:t>
            </a:r>
            <a:r>
              <a:rPr lang="en-US" altLang="zh-CN" sz="2600" i="0" dirty="0">
                <a:solidFill>
                  <a:schemeClr val="tx1"/>
                </a:solidFill>
                <a:latin typeface="Times New Roman" panose="02020603050405020304" pitchFamily="18" charset="0"/>
                <a:ea typeface="宋体" panose="02010600030101010101" pitchFamily="2" charset="-122"/>
              </a:rPr>
              <a:t>E</a:t>
            </a:r>
            <a:r>
              <a:rPr lang="en-US" altLang="zh-CN" sz="2600" i="0" baseline="-25000" dirty="0">
                <a:solidFill>
                  <a:schemeClr val="tx1"/>
                </a:solidFill>
                <a:latin typeface="Times New Roman" panose="02020603050405020304" pitchFamily="18" charset="0"/>
                <a:ea typeface="宋体" panose="02010600030101010101" pitchFamily="2" charset="-122"/>
              </a:rPr>
              <a:t>MF</a:t>
            </a:r>
            <a:r>
              <a:rPr lang="el-GR" altLang="zh-CN" sz="2600" i="0" baseline="30000" dirty="0">
                <a:solidFill>
                  <a:schemeClr val="tx1"/>
                </a:solidFill>
                <a:latin typeface="Times New Roman" panose="02020603050405020304" pitchFamily="18" charset="0"/>
                <a:ea typeface="宋体" panose="02010600030101010101" pitchFamily="2" charset="-122"/>
              </a:rPr>
              <a:t>Θ</a:t>
            </a:r>
            <a:r>
              <a:rPr lang="zh-CN" altLang="zh-CN" sz="2600" b="0" i="0" dirty="0">
                <a:solidFill>
                  <a:schemeClr val="tx1"/>
                </a:solidFill>
                <a:latin typeface="Times New Roman" panose="02020603050405020304" pitchFamily="18" charset="0"/>
                <a:ea typeface="宋体" panose="02010600030101010101" pitchFamily="2" charset="-122"/>
              </a:rPr>
              <a:t> </a:t>
            </a:r>
            <a:r>
              <a:rPr lang="zh-CN" altLang="zh-CN" sz="2600" i="0" dirty="0">
                <a:solidFill>
                  <a:schemeClr val="tx1"/>
                </a:solidFill>
                <a:latin typeface="Times New Roman" panose="02020603050405020304" pitchFamily="18" charset="0"/>
              </a:rPr>
              <a:t>、标准电极电势</a:t>
            </a:r>
            <a:r>
              <a:rPr lang="en-US" altLang="zh-CN" sz="260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E</a:t>
            </a:r>
            <a:r>
              <a:rPr lang="el-GR" altLang="zh-CN" sz="2600" i="0" baseline="30000" dirty="0">
                <a:solidFill>
                  <a:schemeClr val="tx1"/>
                </a:solidFill>
                <a:latin typeface="Times New Roman" panose="02020603050405020304" pitchFamily="18" charset="0"/>
                <a:ea typeface="宋体" panose="02010600030101010101" pitchFamily="2" charset="-122"/>
                <a:sym typeface="Symbol" panose="05050102010706020507" pitchFamily="18" charset="2"/>
              </a:rPr>
              <a:t>Θ</a:t>
            </a:r>
            <a:r>
              <a:rPr lang="en-US" altLang="zh-CN" sz="2600" b="0" i="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zh-CN" altLang="zh-CN" sz="2600" i="0" dirty="0">
                <a:solidFill>
                  <a:schemeClr val="tx1"/>
                </a:solidFill>
                <a:latin typeface="Times New Roman" panose="02020603050405020304" pitchFamily="18" charset="0"/>
              </a:rPr>
              <a:t>。</a:t>
            </a:r>
            <a:endParaRPr lang="zh-CN" altLang="en-US" sz="2600" i="0" dirty="0">
              <a:solidFill>
                <a:schemeClr val="tx1"/>
              </a:solidFill>
              <a:latin typeface="Times New Roman" panose="02020603050405020304" pitchFamily="18" charset="0"/>
            </a:endParaRPr>
          </a:p>
        </p:txBody>
      </p:sp>
      <p:sp>
        <p:nvSpPr>
          <p:cNvPr id="72713" name="Rectangle 9"/>
          <p:cNvSpPr/>
          <p:nvPr/>
        </p:nvSpPr>
        <p:spPr>
          <a:xfrm>
            <a:off x="304800" y="2133600"/>
            <a:ext cx="8458200" cy="1282700"/>
          </a:xfrm>
          <a:prstGeom prst="rect">
            <a:avLst/>
          </a:prstGeom>
          <a:noFill/>
          <a:ln w="9525">
            <a:noFill/>
          </a:ln>
        </p:spPr>
        <p:txBody>
          <a:bodyPr>
            <a:spAutoFit/>
          </a:bodyPr>
          <a:lstStyle/>
          <a:p>
            <a:pPr>
              <a:spcBef>
                <a:spcPct val="0"/>
              </a:spcBef>
            </a:pPr>
            <a:r>
              <a:rPr lang="en-US" altLang="zh-CN" sz="2600" dirty="0">
                <a:solidFill>
                  <a:schemeClr val="tx1"/>
                </a:solidFill>
                <a:latin typeface="Times New Roman" panose="02020603050405020304" pitchFamily="18" charset="0"/>
              </a:rPr>
              <a:t>         </a:t>
            </a:r>
            <a:r>
              <a:rPr lang="zh-CN" altLang="en-US" sz="2600" i="0" dirty="0">
                <a:solidFill>
                  <a:schemeClr val="tx1"/>
                </a:solidFill>
                <a:latin typeface="Times New Roman" panose="02020603050405020304" pitchFamily="18" charset="0"/>
              </a:rPr>
              <a:t>若条件改变（如温度、浓度），如何求这时</a:t>
            </a:r>
            <a:r>
              <a:rPr lang="zh-CN" altLang="en-US" sz="2600" dirty="0">
                <a:solidFill>
                  <a:schemeClr val="tx1"/>
                </a:solidFill>
                <a:latin typeface="Times New Roman" panose="02020603050405020304" pitchFamily="18" charset="0"/>
              </a:rPr>
              <a:t>非标态下的的电动势</a:t>
            </a:r>
            <a:r>
              <a:rPr lang="en-US" altLang="zh-CN" sz="2600" i="0" dirty="0">
                <a:solidFill>
                  <a:schemeClr val="tx1"/>
                </a:solidFill>
                <a:latin typeface="Times New Roman" panose="02020603050405020304" pitchFamily="18" charset="0"/>
              </a:rPr>
              <a:t>E</a:t>
            </a:r>
            <a:r>
              <a:rPr lang="en-US" altLang="zh-CN" sz="2600" i="0" baseline="-25000" dirty="0">
                <a:solidFill>
                  <a:schemeClr val="tx1"/>
                </a:solidFill>
                <a:latin typeface="Times New Roman" panose="02020603050405020304" pitchFamily="18" charset="0"/>
              </a:rPr>
              <a:t>MF</a:t>
            </a:r>
            <a:r>
              <a:rPr lang="zh-CN" altLang="en-US" sz="2600" i="0" dirty="0">
                <a:solidFill>
                  <a:schemeClr val="tx1"/>
                </a:solidFill>
                <a:latin typeface="Times New Roman" panose="02020603050405020304" pitchFamily="18" charset="0"/>
              </a:rPr>
              <a:t>、</a:t>
            </a:r>
            <a:r>
              <a:rPr lang="zh-CN" altLang="en-US" sz="2600" dirty="0">
                <a:solidFill>
                  <a:schemeClr val="tx1"/>
                </a:solidFill>
                <a:latin typeface="Times New Roman" panose="02020603050405020304" pitchFamily="18" charset="0"/>
              </a:rPr>
              <a:t>电极电势</a:t>
            </a:r>
            <a:r>
              <a:rPr lang="zh-CN" altLang="el-GR" sz="2600" i="0" dirty="0">
                <a:solidFill>
                  <a:schemeClr val="tx1"/>
                </a:solidFill>
                <a:latin typeface="Times New Roman" panose="02020603050405020304" pitchFamily="18" charset="0"/>
              </a:rPr>
              <a:t> </a:t>
            </a:r>
            <a:r>
              <a:rPr lang="en-US" altLang="zh-CN" sz="2600" i="0" dirty="0">
                <a:solidFill>
                  <a:schemeClr val="tx1"/>
                </a:solidFill>
                <a:latin typeface="Times New Roman" panose="02020603050405020304" pitchFamily="18" charset="0"/>
              </a:rPr>
              <a:t>E</a:t>
            </a:r>
            <a:r>
              <a:rPr lang="zh-CN" altLang="en-US" sz="2600" i="0" dirty="0">
                <a:solidFill>
                  <a:schemeClr val="tx1"/>
                </a:solidFill>
                <a:latin typeface="Times New Roman" panose="02020603050405020304" pitchFamily="18" charset="0"/>
                <a:ea typeface="宋体" panose="02010600030101010101" pitchFamily="2" charset="-122"/>
              </a:rPr>
              <a:t>？</a:t>
            </a:r>
            <a:r>
              <a:rPr lang="zh-CN" altLang="en-US" sz="2600" dirty="0">
                <a:solidFill>
                  <a:schemeClr val="tx1"/>
                </a:solidFill>
                <a:latin typeface="Times New Roman" panose="02020603050405020304" pitchFamily="18" charset="0"/>
              </a:rPr>
              <a:t>我们可以利用</a:t>
            </a:r>
            <a:r>
              <a:rPr lang="en-US" altLang="zh-CN" sz="2600" dirty="0">
                <a:solidFill>
                  <a:schemeClr val="tx1"/>
                </a:solidFill>
                <a:latin typeface="Times New Roman" panose="02020603050405020304" pitchFamily="18" charset="0"/>
              </a:rPr>
              <a:t>Nernst</a:t>
            </a:r>
            <a:r>
              <a:rPr lang="zh-CN" altLang="en-US" sz="2600" dirty="0">
                <a:solidFill>
                  <a:schemeClr val="tx1"/>
                </a:solidFill>
                <a:latin typeface="Times New Roman" panose="02020603050405020304" pitchFamily="18" charset="0"/>
              </a:rPr>
              <a:t>方程式来计算。</a:t>
            </a:r>
          </a:p>
        </p:txBody>
      </p:sp>
      <p:sp>
        <p:nvSpPr>
          <p:cNvPr id="72714" name="Rectangle 10"/>
          <p:cNvSpPr/>
          <p:nvPr/>
        </p:nvSpPr>
        <p:spPr>
          <a:xfrm>
            <a:off x="381000" y="3733800"/>
            <a:ext cx="8382000" cy="885825"/>
          </a:xfrm>
          <a:prstGeom prst="rect">
            <a:avLst/>
          </a:prstGeom>
          <a:noFill/>
          <a:ln w="9525">
            <a:noFill/>
          </a:ln>
        </p:spPr>
        <p:txBody>
          <a:bodyPr>
            <a:spAutoFit/>
          </a:bodyPr>
          <a:lstStyle/>
          <a:p>
            <a:pPr>
              <a:spcBef>
                <a:spcPct val="0"/>
              </a:spcBef>
            </a:pPr>
            <a:r>
              <a:rPr lang="en-US" altLang="zh-CN" sz="2600" dirty="0">
                <a:solidFill>
                  <a:schemeClr val="tx1"/>
                </a:solidFill>
                <a:latin typeface="Times New Roman" panose="02020603050405020304" pitchFamily="18" charset="0"/>
              </a:rPr>
              <a:t>         </a:t>
            </a:r>
            <a:r>
              <a:rPr lang="zh-CN" altLang="zh-CN" sz="2600" i="0" dirty="0">
                <a:solidFill>
                  <a:schemeClr val="tx1"/>
                </a:solidFill>
                <a:latin typeface="Times New Roman" panose="02020603050405020304" pitchFamily="18" charset="0"/>
              </a:rPr>
              <a:t>理论上，任何一个</a:t>
            </a:r>
            <a:r>
              <a:rPr lang="en-US" altLang="zh-CN" sz="2600" i="0" dirty="0">
                <a:solidFill>
                  <a:schemeClr val="tx1"/>
                </a:solidFill>
                <a:latin typeface="Times New Roman" panose="02020603050405020304" pitchFamily="18" charset="0"/>
              </a:rPr>
              <a:t>Redox</a:t>
            </a:r>
            <a:r>
              <a:rPr lang="zh-CN" altLang="en-US" sz="2600" i="0" dirty="0">
                <a:solidFill>
                  <a:schemeClr val="tx1"/>
                </a:solidFill>
                <a:latin typeface="Times New Roman" panose="02020603050405020304" pitchFamily="18" charset="0"/>
              </a:rPr>
              <a:t>反应都可以组成一个原电池。即</a:t>
            </a:r>
          </a:p>
        </p:txBody>
      </p:sp>
      <p:grpSp>
        <p:nvGrpSpPr>
          <p:cNvPr id="2" name="Group 11"/>
          <p:cNvGrpSpPr/>
          <p:nvPr/>
        </p:nvGrpSpPr>
        <p:grpSpPr>
          <a:xfrm>
            <a:off x="2057400" y="4572000"/>
            <a:ext cx="5105400" cy="641350"/>
            <a:chOff x="1654" y="1076"/>
            <a:chExt cx="3040" cy="404"/>
          </a:xfrm>
        </p:grpSpPr>
        <p:sp>
          <p:nvSpPr>
            <p:cNvPr id="15383" name="Text Box 12"/>
            <p:cNvSpPr txBox="1"/>
            <p:nvPr/>
          </p:nvSpPr>
          <p:spPr>
            <a:xfrm>
              <a:off x="1654" y="1076"/>
              <a:ext cx="3040" cy="404"/>
            </a:xfrm>
            <a:prstGeom prst="rect">
              <a:avLst/>
            </a:prstGeom>
            <a:noFill/>
            <a:ln w="9525">
              <a:noFill/>
            </a:ln>
          </p:spPr>
          <p:txBody>
            <a:bodyPr>
              <a:spAutoFit/>
            </a:bodyPr>
            <a:lstStyle/>
            <a:p>
              <a:r>
                <a:rPr lang="en-US" altLang="zh-CN" sz="3600" dirty="0">
                  <a:solidFill>
                    <a:srgbClr val="C00000"/>
                  </a:solidFill>
                  <a:latin typeface="Times New Roman" panose="02020603050405020304" pitchFamily="18" charset="0"/>
                  <a:ea typeface="幼圆" panose="02010509060101010101" pitchFamily="49" charset="-122"/>
                </a:rPr>
                <a:t>Δ</a:t>
              </a:r>
              <a:r>
                <a:rPr lang="en-US" altLang="zh-CN" sz="3600" baseline="-25000" dirty="0">
                  <a:solidFill>
                    <a:srgbClr val="C00000"/>
                  </a:solidFill>
                  <a:latin typeface="Times New Roman" panose="02020603050405020304" pitchFamily="18" charset="0"/>
                  <a:ea typeface="幼圆" panose="02010509060101010101" pitchFamily="49" charset="-122"/>
                </a:rPr>
                <a:t>r </a:t>
              </a:r>
              <a:r>
                <a:rPr lang="en-US" altLang="zh-CN" sz="3600" dirty="0">
                  <a:solidFill>
                    <a:srgbClr val="C00000"/>
                  </a:solidFill>
                  <a:latin typeface="Times New Roman" panose="02020603050405020304" pitchFamily="18" charset="0"/>
                  <a:ea typeface="幼圆" panose="02010509060101010101" pitchFamily="49" charset="-122"/>
                </a:rPr>
                <a:t>G</a:t>
              </a:r>
              <a:r>
                <a:rPr lang="en-US" altLang="zh-CN" sz="3600" baseline="-25000" dirty="0">
                  <a:solidFill>
                    <a:srgbClr val="C00000"/>
                  </a:solidFill>
                  <a:latin typeface="Times New Roman" panose="02020603050405020304" pitchFamily="18" charset="0"/>
                  <a:ea typeface="幼圆" panose="02010509060101010101" pitchFamily="49" charset="-122"/>
                </a:rPr>
                <a:t>m</a:t>
              </a:r>
              <a:r>
                <a:rPr lang="en-US" altLang="zh-CN" sz="3600" dirty="0">
                  <a:solidFill>
                    <a:srgbClr val="C00000"/>
                  </a:solidFill>
                  <a:latin typeface="Times New Roman" panose="02020603050405020304" pitchFamily="18" charset="0"/>
                  <a:ea typeface="幼圆" panose="02010509060101010101" pitchFamily="49" charset="-122"/>
                </a:rPr>
                <a:t>=Δ</a:t>
              </a:r>
              <a:r>
                <a:rPr lang="en-US" altLang="zh-CN" sz="3600" baseline="-25000" dirty="0">
                  <a:solidFill>
                    <a:srgbClr val="C00000"/>
                  </a:solidFill>
                  <a:latin typeface="Times New Roman" panose="02020603050405020304" pitchFamily="18" charset="0"/>
                  <a:ea typeface="幼圆" panose="02010509060101010101" pitchFamily="49" charset="-122"/>
                </a:rPr>
                <a:t>r </a:t>
              </a:r>
              <a:r>
                <a:rPr lang="en-US" altLang="zh-CN" sz="3600" dirty="0">
                  <a:solidFill>
                    <a:srgbClr val="C00000"/>
                  </a:solidFill>
                  <a:latin typeface="Times New Roman" panose="02020603050405020304" pitchFamily="18" charset="0"/>
                  <a:ea typeface="幼圆" panose="02010509060101010101" pitchFamily="49" charset="-122"/>
                </a:rPr>
                <a:t>G</a:t>
              </a:r>
              <a:r>
                <a:rPr lang="en-US" altLang="zh-CN" sz="3600" baseline="-25000" dirty="0">
                  <a:solidFill>
                    <a:srgbClr val="C00000"/>
                  </a:solidFill>
                  <a:latin typeface="Times New Roman" panose="02020603050405020304" pitchFamily="18" charset="0"/>
                  <a:ea typeface="幼圆" panose="02010509060101010101" pitchFamily="49" charset="-122"/>
                </a:rPr>
                <a:t>m </a:t>
              </a:r>
              <a:r>
                <a:rPr lang="en-US" altLang="zh-CN" sz="3600" dirty="0">
                  <a:solidFill>
                    <a:srgbClr val="C00000"/>
                  </a:solidFill>
                  <a:latin typeface="Times New Roman" panose="02020603050405020304" pitchFamily="18" charset="0"/>
                  <a:ea typeface="幼圆" panose="02010509060101010101" pitchFamily="49" charset="-122"/>
                </a:rPr>
                <a:t>+ RT lnJ</a:t>
              </a:r>
            </a:p>
          </p:txBody>
        </p:sp>
        <p:grpSp>
          <p:nvGrpSpPr>
            <p:cNvPr id="15384" name="Group 13"/>
            <p:cNvGrpSpPr/>
            <p:nvPr/>
          </p:nvGrpSpPr>
          <p:grpSpPr>
            <a:xfrm>
              <a:off x="3219" y="1150"/>
              <a:ext cx="91" cy="91"/>
              <a:chOff x="657" y="3838"/>
              <a:chExt cx="91" cy="91"/>
            </a:xfrm>
          </p:grpSpPr>
          <p:sp>
            <p:nvSpPr>
              <p:cNvPr id="15385" name="Oval 14"/>
              <p:cNvSpPr/>
              <p:nvPr/>
            </p:nvSpPr>
            <p:spPr>
              <a:xfrm>
                <a:off x="657" y="3838"/>
                <a:ext cx="91" cy="91"/>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solidFill>
                    <a:srgbClr val="C00000"/>
                  </a:solidFill>
                  <a:latin typeface="Times New Roman" panose="02020603050405020304" pitchFamily="18" charset="0"/>
                </a:endParaRPr>
              </a:p>
            </p:txBody>
          </p:sp>
          <p:sp>
            <p:nvSpPr>
              <p:cNvPr id="15386" name="Line 15"/>
              <p:cNvSpPr/>
              <p:nvPr/>
            </p:nvSpPr>
            <p:spPr>
              <a:xfrm>
                <a:off x="657" y="3884"/>
                <a:ext cx="91" cy="0"/>
              </a:xfrm>
              <a:prstGeom prst="line">
                <a:avLst/>
              </a:prstGeom>
              <a:ln w="9525" cap="flat" cmpd="sng">
                <a:solidFill>
                  <a:schemeClr val="tx1"/>
                </a:solidFill>
                <a:prstDash val="solid"/>
                <a:headEnd type="none" w="med" len="med"/>
                <a:tailEnd type="none" w="med" len="med"/>
              </a:ln>
            </p:spPr>
          </p:sp>
        </p:grpSp>
      </p:grpSp>
      <p:grpSp>
        <p:nvGrpSpPr>
          <p:cNvPr id="4" name="Group 16"/>
          <p:cNvGrpSpPr/>
          <p:nvPr/>
        </p:nvGrpSpPr>
        <p:grpSpPr>
          <a:xfrm>
            <a:off x="1752600" y="5486400"/>
            <a:ext cx="5430838" cy="668338"/>
            <a:chOff x="1649" y="1485"/>
            <a:chExt cx="3421" cy="421"/>
          </a:xfrm>
        </p:grpSpPr>
        <p:sp>
          <p:nvSpPr>
            <p:cNvPr id="15370" name="Rectangle 17"/>
            <p:cNvSpPr/>
            <p:nvPr/>
          </p:nvSpPr>
          <p:spPr>
            <a:xfrm>
              <a:off x="4950" y="1515"/>
              <a:ext cx="120"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J</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1" name="Rectangle 18"/>
            <p:cNvSpPr/>
            <p:nvPr/>
          </p:nvSpPr>
          <p:spPr>
            <a:xfrm>
              <a:off x="4456" y="1515"/>
              <a:ext cx="310" cy="291"/>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RT</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2" name="Rectangle 19"/>
            <p:cNvSpPr/>
            <p:nvPr/>
          </p:nvSpPr>
          <p:spPr>
            <a:xfrm>
              <a:off x="2951" y="1515"/>
              <a:ext cx="467"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ZFE</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3" name="Rectangle 20"/>
            <p:cNvSpPr/>
            <p:nvPr/>
          </p:nvSpPr>
          <p:spPr>
            <a:xfrm>
              <a:off x="1988" y="1515"/>
              <a:ext cx="320"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FE</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4" name="Rectangle 21"/>
            <p:cNvSpPr/>
            <p:nvPr/>
          </p:nvSpPr>
          <p:spPr>
            <a:xfrm>
              <a:off x="4755" y="1515"/>
              <a:ext cx="187"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lg</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5" name="Rectangle 22"/>
            <p:cNvSpPr/>
            <p:nvPr/>
          </p:nvSpPr>
          <p:spPr>
            <a:xfrm>
              <a:off x="3879" y="1515"/>
              <a:ext cx="540"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2.303</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6" name="Rectangle 23"/>
            <p:cNvSpPr/>
            <p:nvPr/>
          </p:nvSpPr>
          <p:spPr>
            <a:xfrm>
              <a:off x="1837" y="1515"/>
              <a:ext cx="148" cy="291"/>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Times New Roman" panose="02020603050405020304" pitchFamily="18" charset="0"/>
                  <a:ea typeface="宋体" panose="02010600030101010101" pitchFamily="2" charset="-122"/>
                </a:rPr>
                <a:t>Z</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77" name="Rectangle 24"/>
            <p:cNvSpPr/>
            <p:nvPr/>
          </p:nvSpPr>
          <p:spPr>
            <a:xfrm>
              <a:off x="3409" y="1673"/>
              <a:ext cx="301" cy="233"/>
            </a:xfrm>
            <a:prstGeom prst="rect">
              <a:avLst/>
            </a:prstGeom>
            <a:noFill/>
            <a:ln w="9525">
              <a:noFill/>
            </a:ln>
          </p:spPr>
          <p:txBody>
            <a:bodyPr wrap="none" lIns="0" tIns="0" rIns="0" bIns="0">
              <a:spAutoFit/>
            </a:bodyPr>
            <a:lstStyle/>
            <a:p>
              <a:pPr>
                <a:spcBef>
                  <a:spcPct val="0"/>
                </a:spcBef>
              </a:pPr>
              <a:r>
                <a:rPr lang="en-US" altLang="zh-CN" sz="2400" dirty="0">
                  <a:solidFill>
                    <a:srgbClr val="C00000"/>
                  </a:solidFill>
                  <a:latin typeface="Times New Roman" panose="02020603050405020304" pitchFamily="18" charset="0"/>
                  <a:ea typeface="宋体" panose="02010600030101010101" pitchFamily="2" charset="-122"/>
                </a:rPr>
                <a:t>MF</a:t>
              </a:r>
              <a:endParaRPr lang="en-US" altLang="zh-CN" sz="2400" dirty="0">
                <a:solidFill>
                  <a:srgbClr val="C00000"/>
                </a:solidFill>
                <a:latin typeface="Arial" panose="020B0604020202020204" pitchFamily="34" charset="0"/>
                <a:ea typeface="宋体" panose="02010600030101010101" pitchFamily="2" charset="-122"/>
              </a:endParaRPr>
            </a:p>
          </p:txBody>
        </p:sp>
        <p:sp>
          <p:nvSpPr>
            <p:cNvPr id="15378" name="Rectangle 25"/>
            <p:cNvSpPr/>
            <p:nvPr/>
          </p:nvSpPr>
          <p:spPr>
            <a:xfrm>
              <a:off x="2303" y="1673"/>
              <a:ext cx="301" cy="233"/>
            </a:xfrm>
            <a:prstGeom prst="rect">
              <a:avLst/>
            </a:prstGeom>
            <a:noFill/>
            <a:ln w="9525">
              <a:noFill/>
            </a:ln>
          </p:spPr>
          <p:txBody>
            <a:bodyPr wrap="none" lIns="0" tIns="0" rIns="0" bIns="0">
              <a:spAutoFit/>
            </a:bodyPr>
            <a:lstStyle/>
            <a:p>
              <a:pPr>
                <a:spcBef>
                  <a:spcPct val="0"/>
                </a:spcBef>
              </a:pPr>
              <a:r>
                <a:rPr lang="en-US" altLang="zh-CN" sz="2400" dirty="0">
                  <a:solidFill>
                    <a:srgbClr val="C00000"/>
                  </a:solidFill>
                  <a:latin typeface="Times New Roman" panose="02020603050405020304" pitchFamily="18" charset="0"/>
                  <a:ea typeface="宋体" panose="02010600030101010101" pitchFamily="2" charset="-122"/>
                </a:rPr>
                <a:t>MF</a:t>
              </a:r>
              <a:endParaRPr lang="en-US" altLang="zh-CN" sz="2400" dirty="0">
                <a:solidFill>
                  <a:srgbClr val="C00000"/>
                </a:solidFill>
                <a:latin typeface="Arial" panose="020B0604020202020204" pitchFamily="34" charset="0"/>
                <a:ea typeface="宋体" panose="02010600030101010101" pitchFamily="2" charset="-122"/>
              </a:endParaRPr>
            </a:p>
          </p:txBody>
        </p:sp>
        <p:sp>
          <p:nvSpPr>
            <p:cNvPr id="15379" name="Rectangle 26"/>
            <p:cNvSpPr/>
            <p:nvPr/>
          </p:nvSpPr>
          <p:spPr>
            <a:xfrm>
              <a:off x="3692" y="1485"/>
              <a:ext cx="132"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Symbol" panose="05050102010706020507" pitchFamily="18" charset="2"/>
                  <a:ea typeface="宋体" panose="02010600030101010101" pitchFamily="2" charset="-122"/>
                </a:rPr>
                <a:t>+</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80" name="Rectangle 27"/>
            <p:cNvSpPr/>
            <p:nvPr/>
          </p:nvSpPr>
          <p:spPr>
            <a:xfrm>
              <a:off x="2800" y="1485"/>
              <a:ext cx="132"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Symbol" panose="05050102010706020507" pitchFamily="18" charset="2"/>
                  <a:ea typeface="宋体" panose="02010600030101010101" pitchFamily="2" charset="-122"/>
                </a:rPr>
                <a:t>-</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81" name="Rectangle 28"/>
            <p:cNvSpPr/>
            <p:nvPr/>
          </p:nvSpPr>
          <p:spPr>
            <a:xfrm>
              <a:off x="2601" y="1485"/>
              <a:ext cx="132"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Symbol" panose="05050102010706020507" pitchFamily="18" charset="2"/>
                  <a:ea typeface="宋体" panose="02010600030101010101" pitchFamily="2" charset="-122"/>
                </a:rPr>
                <a:t>=</a:t>
              </a:r>
              <a:endParaRPr lang="en-US" altLang="zh-CN" sz="3000" dirty="0">
                <a:solidFill>
                  <a:srgbClr val="C00000"/>
                </a:solidFill>
                <a:latin typeface="Arial" panose="020B0604020202020204" pitchFamily="34" charset="0"/>
                <a:ea typeface="宋体" panose="02010600030101010101" pitchFamily="2" charset="-122"/>
              </a:endParaRPr>
            </a:p>
          </p:txBody>
        </p:sp>
        <p:sp>
          <p:nvSpPr>
            <p:cNvPr id="15382" name="Rectangle 29"/>
            <p:cNvSpPr/>
            <p:nvPr/>
          </p:nvSpPr>
          <p:spPr>
            <a:xfrm>
              <a:off x="1649" y="1485"/>
              <a:ext cx="132" cy="288"/>
            </a:xfrm>
            <a:prstGeom prst="rect">
              <a:avLst/>
            </a:prstGeom>
            <a:noFill/>
            <a:ln w="9525">
              <a:noFill/>
            </a:ln>
          </p:spPr>
          <p:txBody>
            <a:bodyPr wrap="none" lIns="0" tIns="0" rIns="0" bIns="0">
              <a:spAutoFit/>
            </a:bodyPr>
            <a:lstStyle/>
            <a:p>
              <a:pPr>
                <a:spcBef>
                  <a:spcPct val="0"/>
                </a:spcBef>
              </a:pPr>
              <a:r>
                <a:rPr lang="en-US" altLang="zh-CN" sz="3000" dirty="0">
                  <a:solidFill>
                    <a:srgbClr val="C00000"/>
                  </a:solidFill>
                  <a:latin typeface="Symbol" panose="05050102010706020507" pitchFamily="18" charset="2"/>
                  <a:ea typeface="宋体" panose="02010600030101010101" pitchFamily="2" charset="-122"/>
                </a:rPr>
                <a:t>-</a:t>
              </a:r>
              <a:endParaRPr lang="en-US" altLang="zh-CN" sz="3000" dirty="0">
                <a:solidFill>
                  <a:srgbClr val="C00000"/>
                </a:solidFill>
                <a:latin typeface="Arial" panose="020B0604020202020204" pitchFamily="34" charset="0"/>
                <a:ea typeface="宋体" panose="02010600030101010101" pitchFamily="2" charset="-122"/>
              </a:endParaRPr>
            </a:p>
          </p:txBody>
        </p:sp>
        <p:graphicFrame>
          <p:nvGraphicFramePr>
            <p:cNvPr id="15362" name="Object 30"/>
            <p:cNvGraphicFramePr>
              <a:graphicFrameLocks/>
            </p:cNvGraphicFramePr>
            <p:nvPr/>
          </p:nvGraphicFramePr>
          <p:xfrm>
            <a:off x="3416" y="1488"/>
            <a:ext cx="171" cy="168"/>
          </p:xfrm>
          <a:graphic>
            <a:graphicData uri="http://schemas.openxmlformats.org/presentationml/2006/ole">
              <p:oleObj spid="_x0000_s74753" r:id="rId4" imgW="20669250" imgH="13163550" progId="">
                <p:embed/>
              </p:oleObj>
            </a:graphicData>
          </a:graphic>
        </p:graphicFrame>
      </p:grpSp>
      <p:sp>
        <p:nvSpPr>
          <p:cNvPr id="72741" name="Rectangle 37"/>
          <p:cNvSpPr/>
          <p:nvPr/>
        </p:nvSpPr>
        <p:spPr>
          <a:xfrm>
            <a:off x="0" y="533400"/>
            <a:ext cx="3124200" cy="519113"/>
          </a:xfrm>
          <a:prstGeom prst="rect">
            <a:avLst/>
          </a:prstGeom>
          <a:gradFill rotWithShape="1">
            <a:gsLst>
              <a:gs pos="0">
                <a:srgbClr val="767647"/>
              </a:gs>
              <a:gs pos="50000">
                <a:srgbClr val="FFFF99"/>
              </a:gs>
              <a:gs pos="100000">
                <a:srgbClr val="767647"/>
              </a:gs>
            </a:gsLst>
            <a:lin ang="5400000" scaled="1"/>
            <a:tileRect/>
          </a:gradFill>
          <a:ln w="9525" cap="flat" cmpd="sng">
            <a:prstDash val="solid"/>
            <a:miter/>
            <a:headEnd type="none" w="med" len="med"/>
            <a:tailEnd type="none" w="med" len="med"/>
          </a:ln>
          <a:scene3d>
            <a:camera prst="legacyPerspectiveTopLeft">
              <a:rot lat="0" lon="0" rev="0"/>
            </a:camera>
            <a:lightRig rig="legacyFlat2" dir="t"/>
          </a:scene3d>
          <a:sp3d prstMaterial="legacyMetal">
            <a:bevelT w="13500" h="13500" prst="angle"/>
            <a:bevelB w="13500" h="13500" prst="angle"/>
            <a:extrusionClr>
              <a:srgbClr val="FFFF99"/>
            </a:extrusionClr>
          </a:sp3d>
        </p:spPr>
        <p:txBody>
          <a:bodyPr>
            <a:spAutoFit/>
            <a:flatTx/>
          </a:bodyPr>
          <a:lstStyle/>
          <a:p>
            <a:r>
              <a:rPr lang="en-US" altLang="zh-CN"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a:t>
            </a:r>
            <a:r>
              <a:rPr lang="en-US" altLang="zh-CN" dirty="0">
                <a:solidFill>
                  <a:srgbClr val="0000CC"/>
                </a:solidFill>
                <a:latin typeface="Times New Roman" panose="02020603050405020304" pitchFamily="18" charset="0"/>
              </a:rPr>
              <a:t>Nernst</a:t>
            </a:r>
            <a:r>
              <a:rPr lang="zh-CN" altLang="en-US" dirty="0">
                <a:solidFill>
                  <a:srgbClr val="0000CC"/>
                </a:solidFill>
                <a:latin typeface="Times New Roman" panose="02020603050405020304" pitchFamily="18" charset="0"/>
                <a:ea typeface="宋体" panose="02010600030101010101" pitchFamily="2" charset="-122"/>
              </a:rPr>
              <a:t>方程式</a:t>
            </a:r>
          </a:p>
        </p:txBody>
      </p:sp>
      <p:sp>
        <p:nvSpPr>
          <p:cNvPr id="26" name="Rectangle 22"/>
          <p:cNvSpPr/>
          <p:nvPr/>
        </p:nvSpPr>
        <p:spPr>
          <a:xfrm>
            <a:off x="0" y="0"/>
            <a:ext cx="4343400" cy="533400"/>
          </a:xfrm>
          <a:prstGeom prst="rect">
            <a:avLst/>
          </a:prstGeom>
          <a:gradFill rotWithShape="1">
            <a:gsLst>
              <a:gs pos="0">
                <a:srgbClr val="767600"/>
              </a:gs>
              <a:gs pos="50000">
                <a:srgbClr val="FFFF00"/>
              </a:gs>
              <a:gs pos="100000">
                <a:srgbClr val="767600"/>
              </a:gs>
            </a:gsLst>
            <a:lin ang="5400000" scaled="1"/>
            <a:tileRect/>
          </a:gradFill>
          <a:ln w="9525">
            <a:noFill/>
          </a:ln>
        </p:spPr>
        <p:txBody>
          <a:bodyPr anchor="ctr" anchorCtr="0"/>
          <a:lstStyle/>
          <a:p>
            <a:pPr>
              <a:spcBef>
                <a:spcPct val="0"/>
              </a:spcBef>
            </a:pPr>
            <a:r>
              <a:rPr lang="en-US" altLang="zh-CN" sz="2600" dirty="0">
                <a:solidFill>
                  <a:srgbClr val="0000CC"/>
                </a:solidFill>
                <a:latin typeface="Times New Roman" panose="02020603050405020304" pitchFamily="18" charset="0"/>
              </a:rPr>
              <a:t>7.3.3   </a:t>
            </a:r>
            <a:r>
              <a:rPr lang="zh-CN" altLang="en-US" sz="2600" dirty="0">
                <a:solidFill>
                  <a:srgbClr val="0000CC"/>
                </a:solidFill>
                <a:latin typeface="Times New Roman" panose="02020603050405020304" pitchFamily="18" charset="0"/>
              </a:rPr>
              <a:t>标准电极电势的应用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741"/>
                                        </p:tgtEl>
                                        <p:attrNameLst>
                                          <p:attrName>style.visibility</p:attrName>
                                        </p:attrNameLst>
                                      </p:cBhvr>
                                      <p:to>
                                        <p:strVal val="visible"/>
                                      </p:to>
                                    </p:set>
                                    <p:animEffect transition="in" filter="blinds(horizontal)">
                                      <p:cBhvr>
                                        <p:cTn id="7" dur="1000"/>
                                        <p:tgtEl>
                                          <p:spTgt spid="72741"/>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72712"/>
                                        </p:tgtEl>
                                        <p:attrNameLst>
                                          <p:attrName>style.visibility</p:attrName>
                                        </p:attrNameLst>
                                      </p:cBhvr>
                                      <p:to>
                                        <p:strVal val="visible"/>
                                      </p:to>
                                    </p:set>
                                    <p:animEffect transition="in" filter="diamond(in)">
                                      <p:cBhvr>
                                        <p:cTn id="12" dur="1000"/>
                                        <p:tgtEl>
                                          <p:spTgt spid="72712"/>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grpId="0" nodeType="clickEffect">
                                  <p:stCondLst>
                                    <p:cond delay="0"/>
                                  </p:stCondLst>
                                  <p:childTnLst>
                                    <p:set>
                                      <p:cBhvr>
                                        <p:cTn id="16" dur="1" fill="hold">
                                          <p:stCondLst>
                                            <p:cond delay="0"/>
                                          </p:stCondLst>
                                        </p:cTn>
                                        <p:tgtEl>
                                          <p:spTgt spid="72713"/>
                                        </p:tgtEl>
                                        <p:attrNameLst>
                                          <p:attrName>style.visibility</p:attrName>
                                        </p:attrNameLst>
                                      </p:cBhvr>
                                      <p:to>
                                        <p:strVal val="visible"/>
                                      </p:to>
                                    </p:set>
                                    <p:animEffect transition="in" filter="diamond(in)">
                                      <p:cBhvr>
                                        <p:cTn id="17" dur="1000"/>
                                        <p:tgtEl>
                                          <p:spTgt spid="72713"/>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grpId="0" nodeType="clickEffect">
                                  <p:stCondLst>
                                    <p:cond delay="0"/>
                                  </p:stCondLst>
                                  <p:childTnLst>
                                    <p:set>
                                      <p:cBhvr>
                                        <p:cTn id="21" dur="1" fill="hold">
                                          <p:stCondLst>
                                            <p:cond delay="0"/>
                                          </p:stCondLst>
                                        </p:cTn>
                                        <p:tgtEl>
                                          <p:spTgt spid="72714"/>
                                        </p:tgtEl>
                                        <p:attrNameLst>
                                          <p:attrName>style.visibility</p:attrName>
                                        </p:attrNameLst>
                                      </p:cBhvr>
                                      <p:to>
                                        <p:strVal val="visible"/>
                                      </p:to>
                                    </p:set>
                                    <p:animEffect transition="in" filter="diamond(in)">
                                      <p:cBhvr>
                                        <p:cTn id="22" dur="1000"/>
                                        <p:tgtEl>
                                          <p:spTgt spid="72714"/>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diamond(in)">
                                      <p:cBhvr>
                                        <p:cTn id="27" dur="1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diamond(in)">
                                      <p:cBhvr>
                                        <p:cTn id="32" dur="1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box(in)">
                                      <p:cBhvr>
                                        <p:cTn id="3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p:bldP spid="72713" grpId="0"/>
      <p:bldP spid="72714" grpId="0"/>
      <p:bldP spid="72741" grpId="0" animBg="1"/>
      <p:bldP spid="26" grpId="0" animBg="1"/>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2743200" y="457200"/>
            <a:ext cx="4114800" cy="1068388"/>
            <a:chOff x="2167" y="1905"/>
            <a:chExt cx="2592" cy="673"/>
          </a:xfrm>
        </p:grpSpPr>
        <p:sp>
          <p:nvSpPr>
            <p:cNvPr id="16450" name="Rectangle 8"/>
            <p:cNvSpPr/>
            <p:nvPr/>
          </p:nvSpPr>
          <p:spPr>
            <a:xfrm>
              <a:off x="3918" y="2268"/>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F</a:t>
              </a:r>
              <a:endParaRPr lang="en-US" altLang="zh-CN" sz="1800" i="0" dirty="0">
                <a:solidFill>
                  <a:schemeClr val="tx1"/>
                </a:solidFill>
                <a:latin typeface="Arial" panose="020B0604020202020204" pitchFamily="34" charset="0"/>
                <a:ea typeface="宋体" panose="02010600030101010101" pitchFamily="2" charset="-122"/>
              </a:endParaRPr>
            </a:p>
          </p:txBody>
        </p:sp>
        <p:grpSp>
          <p:nvGrpSpPr>
            <p:cNvPr id="16451" name="Group 9"/>
            <p:cNvGrpSpPr/>
            <p:nvPr/>
          </p:nvGrpSpPr>
          <p:grpSpPr>
            <a:xfrm>
              <a:off x="2167" y="1905"/>
              <a:ext cx="2592" cy="673"/>
              <a:chOff x="2167" y="1905"/>
              <a:chExt cx="2592" cy="673"/>
            </a:xfrm>
          </p:grpSpPr>
          <p:sp>
            <p:nvSpPr>
              <p:cNvPr id="16452" name="Line 10"/>
              <p:cNvSpPr/>
              <p:nvPr/>
            </p:nvSpPr>
            <p:spPr>
              <a:xfrm>
                <a:off x="3461" y="2232"/>
                <a:ext cx="934" cy="1"/>
              </a:xfrm>
              <a:prstGeom prst="line">
                <a:avLst/>
              </a:prstGeom>
              <a:ln w="17463" cap="flat" cmpd="sng">
                <a:solidFill>
                  <a:srgbClr val="000000"/>
                </a:solidFill>
                <a:prstDash val="solid"/>
                <a:headEnd type="none" w="med" len="med"/>
                <a:tailEnd type="none" w="med" len="med"/>
              </a:ln>
            </p:spPr>
          </p:sp>
          <p:sp>
            <p:nvSpPr>
              <p:cNvPr id="16453" name="Rectangle 11"/>
              <p:cNvSpPr/>
              <p:nvPr/>
            </p:nvSpPr>
            <p:spPr>
              <a:xfrm>
                <a:off x="4630" y="2067"/>
                <a:ext cx="129"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J</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4" name="Rectangle 12"/>
              <p:cNvSpPr/>
              <p:nvPr/>
            </p:nvSpPr>
            <p:spPr>
              <a:xfrm>
                <a:off x="4055" y="1905"/>
                <a:ext cx="330"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RT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5" name="Rectangle 13"/>
              <p:cNvSpPr/>
              <p:nvPr/>
            </p:nvSpPr>
            <p:spPr>
              <a:xfrm>
                <a:off x="2832" y="2067"/>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6" name="Rectangle 14"/>
              <p:cNvSpPr/>
              <p:nvPr/>
            </p:nvSpPr>
            <p:spPr>
              <a:xfrm>
                <a:off x="2167" y="2067"/>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7" name="Rectangle 15"/>
              <p:cNvSpPr/>
              <p:nvPr/>
            </p:nvSpPr>
            <p:spPr>
              <a:xfrm>
                <a:off x="4435" y="2067"/>
                <a:ext cx="20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8" name="Rectangle 16"/>
              <p:cNvSpPr/>
              <p:nvPr/>
            </p:nvSpPr>
            <p:spPr>
              <a:xfrm>
                <a:off x="3767" y="2268"/>
                <a:ext cx="173"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Z</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59" name="Rectangle 17"/>
              <p:cNvSpPr/>
              <p:nvPr/>
            </p:nvSpPr>
            <p:spPr>
              <a:xfrm>
                <a:off x="3478" y="1905"/>
                <a:ext cx="58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2.303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60" name="Rectangle 18"/>
              <p:cNvSpPr/>
              <p:nvPr/>
            </p:nvSpPr>
            <p:spPr>
              <a:xfrm>
                <a:off x="2991" y="2225"/>
                <a:ext cx="23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61" name="Rectangle 19"/>
              <p:cNvSpPr/>
              <p:nvPr/>
            </p:nvSpPr>
            <p:spPr>
              <a:xfrm>
                <a:off x="2327" y="2225"/>
                <a:ext cx="23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62" name="Rectangle 20"/>
              <p:cNvSpPr/>
              <p:nvPr/>
            </p:nvSpPr>
            <p:spPr>
              <a:xfrm>
                <a:off x="3273" y="2037"/>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63" name="Rectangle 21"/>
              <p:cNvSpPr/>
              <p:nvPr/>
            </p:nvSpPr>
            <p:spPr>
              <a:xfrm>
                <a:off x="2625" y="2037"/>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16387" name="Object 22"/>
              <p:cNvGraphicFramePr>
                <a:graphicFrameLocks/>
              </p:cNvGraphicFramePr>
              <p:nvPr/>
            </p:nvGraphicFramePr>
            <p:xfrm>
              <a:off x="3013" y="2052"/>
              <a:ext cx="171" cy="168"/>
            </p:xfrm>
            <a:graphic>
              <a:graphicData uri="http://schemas.openxmlformats.org/presentationml/2006/ole">
                <p:oleObj spid="_x0000_s81922" r:id="rId4" imgW="271780" imgH="266700" progId="">
                  <p:embed/>
                </p:oleObj>
              </a:graphicData>
            </a:graphic>
          </p:graphicFrame>
        </p:grpSp>
      </p:grpSp>
      <p:grpSp>
        <p:nvGrpSpPr>
          <p:cNvPr id="4" name="Group 23"/>
          <p:cNvGrpSpPr/>
          <p:nvPr/>
        </p:nvGrpSpPr>
        <p:grpSpPr>
          <a:xfrm>
            <a:off x="1219200" y="2133600"/>
            <a:ext cx="4740275" cy="565150"/>
            <a:chOff x="1084" y="3008"/>
            <a:chExt cx="2986" cy="356"/>
          </a:xfrm>
        </p:grpSpPr>
        <p:sp>
          <p:nvSpPr>
            <p:cNvPr id="16439" name="Rectangle 24"/>
            <p:cNvSpPr/>
            <p:nvPr/>
          </p:nvSpPr>
          <p:spPr>
            <a:xfrm>
              <a:off x="3032" y="3054"/>
              <a:ext cx="1038"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Times New Roman" panose="02020603050405020304" pitchFamily="18" charset="0"/>
                  <a:ea typeface="宋体" panose="02010600030101010101" pitchFamily="2" charset="-122"/>
                </a:rPr>
                <a:t>代入得：</a:t>
              </a:r>
              <a:endParaRPr lang="zh-CN" altLang="en-US" sz="1800" i="0" dirty="0">
                <a:solidFill>
                  <a:schemeClr val="tx1"/>
                </a:solidFill>
                <a:latin typeface="Arial" panose="020B0604020202020204" pitchFamily="34" charset="0"/>
                <a:ea typeface="宋体" panose="02010600030101010101" pitchFamily="2" charset="-122"/>
              </a:endParaRPr>
            </a:p>
          </p:txBody>
        </p:sp>
        <p:grpSp>
          <p:nvGrpSpPr>
            <p:cNvPr id="16440" name="Group 25"/>
            <p:cNvGrpSpPr/>
            <p:nvPr/>
          </p:nvGrpSpPr>
          <p:grpSpPr>
            <a:xfrm>
              <a:off x="1084" y="3008"/>
              <a:ext cx="2643" cy="348"/>
              <a:chOff x="1084" y="3008"/>
              <a:chExt cx="2643" cy="348"/>
            </a:xfrm>
          </p:grpSpPr>
          <p:sp>
            <p:nvSpPr>
              <p:cNvPr id="16441" name="Rectangle 26"/>
              <p:cNvSpPr/>
              <p:nvPr/>
            </p:nvSpPr>
            <p:spPr>
              <a:xfrm>
                <a:off x="1084" y="3046"/>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2" name="Rectangle 27"/>
              <p:cNvSpPr/>
              <p:nvPr/>
            </p:nvSpPr>
            <p:spPr>
              <a:xfrm>
                <a:off x="3641" y="3046"/>
                <a:ext cx="86"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3" name="Rectangle 28"/>
              <p:cNvSpPr/>
              <p:nvPr/>
            </p:nvSpPr>
            <p:spPr>
              <a:xfrm>
                <a:off x="3004" y="3046"/>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4" name="Rectangle 29"/>
              <p:cNvSpPr/>
              <p:nvPr/>
            </p:nvSpPr>
            <p:spPr>
              <a:xfrm>
                <a:off x="2446" y="3046"/>
                <a:ext cx="416"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5" name="Rectangle 30"/>
              <p:cNvSpPr/>
              <p:nvPr/>
            </p:nvSpPr>
            <p:spPr>
              <a:xfrm>
                <a:off x="1514" y="3046"/>
                <a:ext cx="833"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96485C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6" name="Rectangle 31"/>
              <p:cNvSpPr/>
              <p:nvPr/>
            </p:nvSpPr>
            <p:spPr>
              <a:xfrm>
                <a:off x="2924" y="3024"/>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7" name="Rectangle 32"/>
              <p:cNvSpPr/>
              <p:nvPr/>
            </p:nvSpPr>
            <p:spPr>
              <a:xfrm>
                <a:off x="2351" y="3016"/>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sym typeface="Symbol" panose="05050102010706020507" pitchFamily="18" charset="2"/>
                  </a:rPr>
                  <a:t></a:t>
                </a:r>
              </a:p>
            </p:txBody>
          </p:sp>
          <p:sp>
            <p:nvSpPr>
              <p:cNvPr id="16448" name="Rectangle 33"/>
              <p:cNvSpPr/>
              <p:nvPr/>
            </p:nvSpPr>
            <p:spPr>
              <a:xfrm>
                <a:off x="1323" y="3016"/>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49" name="Rectangle 34"/>
              <p:cNvSpPr/>
              <p:nvPr/>
            </p:nvSpPr>
            <p:spPr>
              <a:xfrm>
                <a:off x="2850" y="3008"/>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grpSp>
        <p:nvGrpSpPr>
          <p:cNvPr id="6" name="Group 35"/>
          <p:cNvGrpSpPr/>
          <p:nvPr/>
        </p:nvGrpSpPr>
        <p:grpSpPr>
          <a:xfrm>
            <a:off x="1066800" y="1524000"/>
            <a:ext cx="7362825" cy="565150"/>
            <a:chOff x="789" y="2589"/>
            <a:chExt cx="4638" cy="356"/>
          </a:xfrm>
        </p:grpSpPr>
        <p:sp>
          <p:nvSpPr>
            <p:cNvPr id="16416" name="Rectangle 36"/>
            <p:cNvSpPr/>
            <p:nvPr/>
          </p:nvSpPr>
          <p:spPr>
            <a:xfrm>
              <a:off x="3091" y="2627"/>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R</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17" name="Rectangle 37"/>
            <p:cNvSpPr/>
            <p:nvPr/>
          </p:nvSpPr>
          <p:spPr>
            <a:xfrm>
              <a:off x="1060" y="2627"/>
              <a:ext cx="158"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18" name="Rectangle 38"/>
            <p:cNvSpPr/>
            <p:nvPr/>
          </p:nvSpPr>
          <p:spPr>
            <a:xfrm>
              <a:off x="5362" y="262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19" name="Rectangle 39"/>
            <p:cNvSpPr/>
            <p:nvPr/>
          </p:nvSpPr>
          <p:spPr>
            <a:xfrm>
              <a:off x="4996" y="2627"/>
              <a:ext cx="20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0" name="Rectangle 40"/>
            <p:cNvSpPr/>
            <p:nvPr/>
          </p:nvSpPr>
          <p:spPr>
            <a:xfrm>
              <a:off x="4302" y="2627"/>
              <a:ext cx="416"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1" name="Rectangle 41"/>
            <p:cNvSpPr/>
            <p:nvPr/>
          </p:nvSpPr>
          <p:spPr>
            <a:xfrm>
              <a:off x="3498" y="2627"/>
              <a:ext cx="71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8.314J</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2" name="Rectangle 42"/>
            <p:cNvSpPr/>
            <p:nvPr/>
          </p:nvSpPr>
          <p:spPr>
            <a:xfrm>
              <a:off x="2960" y="262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3" name="Rectangle 43"/>
            <p:cNvSpPr/>
            <p:nvPr/>
          </p:nvSpPr>
          <p:spPr>
            <a:xfrm>
              <a:off x="2797" y="2635"/>
              <a:ext cx="260"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Times New Roman" panose="02020603050405020304" pitchFamily="18" charset="0"/>
                  <a:ea typeface="宋体" panose="02010600030101010101" pitchFamily="2" charset="-122"/>
                </a:rPr>
                <a:t>将</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16424" name="Rectangle 44"/>
            <p:cNvSpPr/>
            <p:nvPr/>
          </p:nvSpPr>
          <p:spPr>
            <a:xfrm>
              <a:off x="2705" y="262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5" name="Rectangle 45"/>
            <p:cNvSpPr/>
            <p:nvPr/>
          </p:nvSpPr>
          <p:spPr>
            <a:xfrm>
              <a:off x="2653" y="262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6" name="Rectangle 46"/>
            <p:cNvSpPr/>
            <p:nvPr/>
          </p:nvSpPr>
          <p:spPr>
            <a:xfrm>
              <a:off x="2538" y="262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7" name="Rectangle 47"/>
            <p:cNvSpPr/>
            <p:nvPr/>
          </p:nvSpPr>
          <p:spPr>
            <a:xfrm>
              <a:off x="2374" y="2635"/>
              <a:ext cx="260"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Times New Roman" panose="02020603050405020304" pitchFamily="18" charset="0"/>
                  <a:ea typeface="宋体" panose="02010600030101010101" pitchFamily="2" charset="-122"/>
                </a:rPr>
                <a:t>时</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16428" name="Rectangle 48"/>
            <p:cNvSpPr/>
            <p:nvPr/>
          </p:nvSpPr>
          <p:spPr>
            <a:xfrm>
              <a:off x="1490" y="2627"/>
              <a:ext cx="91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298.15K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29" name="Rectangle 49"/>
            <p:cNvSpPr/>
            <p:nvPr/>
          </p:nvSpPr>
          <p:spPr>
            <a:xfrm>
              <a:off x="952" y="262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0" name="Rectangle 50"/>
            <p:cNvSpPr/>
            <p:nvPr/>
          </p:nvSpPr>
          <p:spPr>
            <a:xfrm>
              <a:off x="789" y="2635"/>
              <a:ext cx="260"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Times New Roman" panose="02020603050405020304" pitchFamily="18" charset="0"/>
                  <a:ea typeface="宋体" panose="02010600030101010101" pitchFamily="2" charset="-122"/>
                </a:rPr>
                <a:t>当</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16431" name="Rectangle 51"/>
            <p:cNvSpPr/>
            <p:nvPr/>
          </p:nvSpPr>
          <p:spPr>
            <a:xfrm>
              <a:off x="5274" y="2605"/>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2" name="Rectangle 52"/>
            <p:cNvSpPr/>
            <p:nvPr/>
          </p:nvSpPr>
          <p:spPr>
            <a:xfrm>
              <a:off x="4780" y="2605"/>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3" name="Rectangle 53"/>
            <p:cNvSpPr/>
            <p:nvPr/>
          </p:nvSpPr>
          <p:spPr>
            <a:xfrm>
              <a:off x="4900" y="259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sym typeface="Symbol" panose="05050102010706020507" pitchFamily="18" charset="2"/>
                </a:rPr>
                <a:t></a:t>
              </a:r>
            </a:p>
          </p:txBody>
        </p:sp>
        <p:sp>
          <p:nvSpPr>
            <p:cNvPr id="16434" name="Rectangle 54"/>
            <p:cNvSpPr/>
            <p:nvPr/>
          </p:nvSpPr>
          <p:spPr>
            <a:xfrm>
              <a:off x="4207" y="259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5" name="Rectangle 55"/>
            <p:cNvSpPr/>
            <p:nvPr/>
          </p:nvSpPr>
          <p:spPr>
            <a:xfrm>
              <a:off x="3311" y="2597"/>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6" name="Rectangle 56"/>
            <p:cNvSpPr/>
            <p:nvPr/>
          </p:nvSpPr>
          <p:spPr>
            <a:xfrm>
              <a:off x="1291" y="2597"/>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7" name="Rectangle 57"/>
            <p:cNvSpPr/>
            <p:nvPr/>
          </p:nvSpPr>
          <p:spPr>
            <a:xfrm>
              <a:off x="5201" y="2589"/>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16438" name="Rectangle 58"/>
            <p:cNvSpPr/>
            <p:nvPr/>
          </p:nvSpPr>
          <p:spPr>
            <a:xfrm>
              <a:off x="4707" y="2589"/>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7" name="Group 59"/>
          <p:cNvGrpSpPr/>
          <p:nvPr/>
        </p:nvGrpSpPr>
        <p:grpSpPr>
          <a:xfrm>
            <a:off x="1600200" y="2819400"/>
            <a:ext cx="6780213" cy="1068388"/>
            <a:chOff x="1020" y="3432"/>
            <a:chExt cx="4271" cy="673"/>
          </a:xfrm>
        </p:grpSpPr>
        <p:sp>
          <p:nvSpPr>
            <p:cNvPr id="16394" name="Line 60"/>
            <p:cNvSpPr/>
            <p:nvPr/>
          </p:nvSpPr>
          <p:spPr>
            <a:xfrm>
              <a:off x="3827" y="3758"/>
              <a:ext cx="899" cy="1"/>
            </a:xfrm>
            <a:prstGeom prst="line">
              <a:avLst/>
            </a:prstGeom>
            <a:ln w="17463" cap="flat" cmpd="sng">
              <a:solidFill>
                <a:srgbClr val="000000"/>
              </a:solidFill>
              <a:prstDash val="solid"/>
              <a:headEnd type="none" w="med" len="med"/>
              <a:tailEnd type="none" w="med" len="med"/>
            </a:ln>
          </p:spPr>
        </p:sp>
        <p:sp>
          <p:nvSpPr>
            <p:cNvPr id="16395" name="Rectangle 61"/>
            <p:cNvSpPr/>
            <p:nvPr/>
          </p:nvSpPr>
          <p:spPr>
            <a:xfrm>
              <a:off x="4961" y="3594"/>
              <a:ext cx="330" cy="310"/>
            </a:xfrm>
            <a:prstGeom prst="rect">
              <a:avLst/>
            </a:prstGeom>
            <a:noFill/>
            <a:ln w="9525">
              <a:noFill/>
            </a:ln>
          </p:spPr>
          <p:txBody>
            <a:bodyPr wrap="none" lIns="0" tIns="0" rIns="0" bIns="0">
              <a:spAutoFit/>
            </a:bodyPr>
            <a:lstStyle/>
            <a:p>
              <a:pPr>
                <a:spcBef>
                  <a:spcPct val="0"/>
                </a:spcBef>
              </a:pPr>
              <a:r>
                <a:rPr lang="en-US" altLang="zh-CN" sz="3200" dirty="0" smtClean="0">
                  <a:solidFill>
                    <a:srgbClr val="C00000"/>
                  </a:solidFill>
                  <a:latin typeface="Times New Roman" panose="02020603050405020304" pitchFamily="18" charset="0"/>
                  <a:ea typeface="宋体" panose="02010600030101010101" pitchFamily="2" charset="-122"/>
                </a:rPr>
                <a:t>1/J</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396" name="Rectangle 62"/>
            <p:cNvSpPr/>
            <p:nvPr/>
          </p:nvSpPr>
          <p:spPr>
            <a:xfrm>
              <a:off x="4197" y="3795"/>
              <a:ext cx="158" cy="310"/>
            </a:xfrm>
            <a:prstGeom prst="rect">
              <a:avLst/>
            </a:prstGeom>
            <a:noFill/>
            <a:ln w="9525">
              <a:noFill/>
            </a:ln>
          </p:spPr>
          <p:txBody>
            <a:bodyPr wrap="none" lIns="0" tIns="0" rIns="0" bIns="0">
              <a:spAutoFit/>
            </a:bodyPr>
            <a:lstStyle/>
            <a:p>
              <a:pPr>
                <a:spcBef>
                  <a:spcPct val="0"/>
                </a:spcBef>
              </a:pPr>
              <a:r>
                <a:rPr lang="en-US" altLang="zh-CN" sz="3200" dirty="0">
                  <a:solidFill>
                    <a:srgbClr val="C00000"/>
                  </a:solidFill>
                  <a:latin typeface="Times New Roman" panose="02020603050405020304" pitchFamily="18" charset="0"/>
                  <a:ea typeface="宋体" panose="02010600030101010101" pitchFamily="2" charset="-122"/>
                </a:rPr>
                <a:t>Z</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397" name="Rectangle 63"/>
            <p:cNvSpPr/>
            <p:nvPr/>
          </p:nvSpPr>
          <p:spPr>
            <a:xfrm>
              <a:off x="3968" y="3432"/>
              <a:ext cx="65" cy="310"/>
            </a:xfrm>
            <a:prstGeom prst="rect">
              <a:avLst/>
            </a:prstGeom>
            <a:noFill/>
            <a:ln w="9525">
              <a:noFill/>
            </a:ln>
          </p:spPr>
          <p:txBody>
            <a:bodyPr wrap="none" lIns="0" tIns="0" rIns="0" bIns="0">
              <a:spAutoFit/>
            </a:bodyPr>
            <a:lstStyle/>
            <a:p>
              <a:pPr>
                <a:spcBef>
                  <a:spcPct val="0"/>
                </a:spcBef>
              </a:pPr>
              <a:r>
                <a:rPr lang="en-US" altLang="zh-CN" sz="320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398" name="Rectangle 64"/>
            <p:cNvSpPr/>
            <p:nvPr/>
          </p:nvSpPr>
          <p:spPr>
            <a:xfrm>
              <a:off x="2441" y="3594"/>
              <a:ext cx="173" cy="310"/>
            </a:xfrm>
            <a:prstGeom prst="rect">
              <a:avLst/>
            </a:prstGeom>
            <a:noFill/>
            <a:ln w="9525">
              <a:noFill/>
            </a:ln>
          </p:spPr>
          <p:txBody>
            <a:bodyPr wrap="none" lIns="0" tIns="0" rIns="0" bIns="0">
              <a:spAutoFit/>
            </a:bodyPr>
            <a:lstStyle/>
            <a:p>
              <a:pPr>
                <a:spcBef>
                  <a:spcPct val="0"/>
                </a:spcBef>
              </a:pPr>
              <a:r>
                <a:rPr lang="en-US" altLang="zh-CN" sz="3200" dirty="0">
                  <a:solidFill>
                    <a:srgbClr val="C00000"/>
                  </a:solidFill>
                  <a:latin typeface="Times New Roman" panose="02020603050405020304" pitchFamily="18" charset="0"/>
                  <a:ea typeface="宋体" panose="02010600030101010101" pitchFamily="2" charset="-122"/>
                </a:rPr>
                <a:t>E</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399" name="Rectangle 65"/>
            <p:cNvSpPr/>
            <p:nvPr/>
          </p:nvSpPr>
          <p:spPr>
            <a:xfrm>
              <a:off x="1020" y="3594"/>
              <a:ext cx="173" cy="310"/>
            </a:xfrm>
            <a:prstGeom prst="rect">
              <a:avLst/>
            </a:prstGeom>
            <a:noFill/>
            <a:ln w="9525">
              <a:noFill/>
            </a:ln>
          </p:spPr>
          <p:txBody>
            <a:bodyPr wrap="none" lIns="0" tIns="0" rIns="0" bIns="0">
              <a:spAutoFit/>
            </a:bodyPr>
            <a:lstStyle/>
            <a:p>
              <a:pPr>
                <a:spcBef>
                  <a:spcPct val="0"/>
                </a:spcBef>
              </a:pPr>
              <a:r>
                <a:rPr lang="en-US" altLang="zh-CN" sz="3200" dirty="0">
                  <a:solidFill>
                    <a:srgbClr val="C00000"/>
                  </a:solidFill>
                  <a:latin typeface="Times New Roman" panose="02020603050405020304" pitchFamily="18" charset="0"/>
                  <a:ea typeface="宋体" panose="02010600030101010101" pitchFamily="2" charset="-122"/>
                </a:rPr>
                <a:t>E</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0" name="Rectangle 66"/>
            <p:cNvSpPr/>
            <p:nvPr/>
          </p:nvSpPr>
          <p:spPr>
            <a:xfrm>
              <a:off x="4766" y="3594"/>
              <a:ext cx="201" cy="310"/>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6401" name="Rectangle 67"/>
            <p:cNvSpPr/>
            <p:nvPr/>
          </p:nvSpPr>
          <p:spPr>
            <a:xfrm>
              <a:off x="4525" y="3432"/>
              <a:ext cx="187"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V</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2" name="Rectangle 68"/>
            <p:cNvSpPr/>
            <p:nvPr/>
          </p:nvSpPr>
          <p:spPr>
            <a:xfrm>
              <a:off x="4012" y="3432"/>
              <a:ext cx="517"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0592</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3" name="Rectangle 69"/>
            <p:cNvSpPr/>
            <p:nvPr/>
          </p:nvSpPr>
          <p:spPr>
            <a:xfrm>
              <a:off x="3840" y="3432"/>
              <a:ext cx="129"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0</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4" name="Rectangle 70"/>
            <p:cNvSpPr/>
            <p:nvPr/>
          </p:nvSpPr>
          <p:spPr>
            <a:xfrm>
              <a:off x="3512" y="3594"/>
              <a:ext cx="86"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5" name="Rectangle 71"/>
            <p:cNvSpPr/>
            <p:nvPr/>
          </p:nvSpPr>
          <p:spPr>
            <a:xfrm>
              <a:off x="3317" y="3594"/>
              <a:ext cx="201"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K</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6" name="Rectangle 72"/>
            <p:cNvSpPr/>
            <p:nvPr/>
          </p:nvSpPr>
          <p:spPr>
            <a:xfrm>
              <a:off x="2935" y="3594"/>
              <a:ext cx="388"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298</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7" name="Rectangle 73"/>
            <p:cNvSpPr/>
            <p:nvPr/>
          </p:nvSpPr>
          <p:spPr>
            <a:xfrm>
              <a:off x="2843" y="3594"/>
              <a:ext cx="86"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8" name="Rectangle 74"/>
            <p:cNvSpPr/>
            <p:nvPr/>
          </p:nvSpPr>
          <p:spPr>
            <a:xfrm>
              <a:off x="2091" y="3594"/>
              <a:ext cx="86"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09" name="Rectangle 75"/>
            <p:cNvSpPr/>
            <p:nvPr/>
          </p:nvSpPr>
          <p:spPr>
            <a:xfrm>
              <a:off x="1896" y="3594"/>
              <a:ext cx="201"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K</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10" name="Rectangle 76"/>
            <p:cNvSpPr/>
            <p:nvPr/>
          </p:nvSpPr>
          <p:spPr>
            <a:xfrm>
              <a:off x="1513" y="3594"/>
              <a:ext cx="388"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298</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11" name="Rectangle 77"/>
            <p:cNvSpPr/>
            <p:nvPr/>
          </p:nvSpPr>
          <p:spPr>
            <a:xfrm>
              <a:off x="1422" y="3594"/>
              <a:ext cx="86"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12" name="Rectangle 78"/>
            <p:cNvSpPr/>
            <p:nvPr/>
          </p:nvSpPr>
          <p:spPr>
            <a:xfrm>
              <a:off x="2601" y="3752"/>
              <a:ext cx="238" cy="184"/>
            </a:xfrm>
            <a:prstGeom prst="rect">
              <a:avLst/>
            </a:prstGeom>
            <a:noFill/>
            <a:ln w="9525">
              <a:noFill/>
            </a:ln>
          </p:spPr>
          <p:txBody>
            <a:bodyPr wrap="none" lIns="0" tIns="0" rIns="0" bIns="0">
              <a:spAutoFit/>
            </a:bodyPr>
            <a:lstStyle/>
            <a:p>
              <a:pPr>
                <a:spcBef>
                  <a:spcPct val="0"/>
                </a:spcBef>
              </a:pPr>
              <a:r>
                <a:rPr lang="en-US" altLang="zh-CN" sz="1900" i="0" dirty="0">
                  <a:solidFill>
                    <a:srgbClr val="C00000"/>
                  </a:solidFill>
                  <a:latin typeface="Times New Roman" panose="02020603050405020304" pitchFamily="18" charset="0"/>
                  <a:ea typeface="宋体" panose="02010600030101010101" pitchFamily="2" charset="-122"/>
                </a:rPr>
                <a:t>MF</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13" name="Rectangle 79"/>
            <p:cNvSpPr/>
            <p:nvPr/>
          </p:nvSpPr>
          <p:spPr>
            <a:xfrm>
              <a:off x="1179" y="3752"/>
              <a:ext cx="238" cy="184"/>
            </a:xfrm>
            <a:prstGeom prst="rect">
              <a:avLst/>
            </a:prstGeom>
            <a:noFill/>
            <a:ln w="9525">
              <a:noFill/>
            </a:ln>
          </p:spPr>
          <p:txBody>
            <a:bodyPr wrap="none" lIns="0" tIns="0" rIns="0" bIns="0">
              <a:spAutoFit/>
            </a:bodyPr>
            <a:lstStyle/>
            <a:p>
              <a:pPr>
                <a:spcBef>
                  <a:spcPct val="0"/>
                </a:spcBef>
              </a:pPr>
              <a:r>
                <a:rPr lang="en-US" altLang="zh-CN" sz="1900" i="0" dirty="0">
                  <a:solidFill>
                    <a:srgbClr val="C00000"/>
                  </a:solidFill>
                  <a:latin typeface="Times New Roman" panose="02020603050405020304" pitchFamily="18" charset="0"/>
                  <a:ea typeface="宋体" panose="02010600030101010101" pitchFamily="2" charset="-122"/>
                </a:rPr>
                <a:t>MF</a:t>
              </a:r>
              <a:endParaRPr lang="en-US" altLang="zh-CN" sz="1800" i="0" dirty="0">
                <a:solidFill>
                  <a:srgbClr val="C00000"/>
                </a:solidFill>
                <a:latin typeface="Arial" panose="020B0604020202020204" pitchFamily="34" charset="0"/>
                <a:ea typeface="宋体" panose="02010600030101010101" pitchFamily="2" charset="-122"/>
              </a:endParaRPr>
            </a:p>
          </p:txBody>
        </p:sp>
        <p:sp>
          <p:nvSpPr>
            <p:cNvPr id="16414" name="Rectangle 80"/>
            <p:cNvSpPr/>
            <p:nvPr/>
          </p:nvSpPr>
          <p:spPr>
            <a:xfrm>
              <a:off x="3640" y="3564"/>
              <a:ext cx="142" cy="310"/>
            </a:xfrm>
            <a:prstGeom prst="rect">
              <a:avLst/>
            </a:prstGeom>
            <a:noFill/>
            <a:ln w="9525">
              <a:noFill/>
            </a:ln>
          </p:spPr>
          <p:txBody>
            <a:bodyPr wrap="none" lIns="0" tIns="0" rIns="0" bIns="0">
              <a:spAutoFit/>
            </a:bodyPr>
            <a:lstStyle/>
            <a:p>
              <a:pPr>
                <a:spcBef>
                  <a:spcPct val="0"/>
                </a:spcBef>
              </a:pPr>
              <a:r>
                <a:rPr lang="en-US" altLang="zh-CN" sz="3200" i="0" dirty="0" smtClean="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6415" name="Rectangle 81"/>
            <p:cNvSpPr/>
            <p:nvPr/>
          </p:nvSpPr>
          <p:spPr>
            <a:xfrm>
              <a:off x="2234" y="3564"/>
              <a:ext cx="142" cy="310"/>
            </a:xfrm>
            <a:prstGeom prst="rect">
              <a:avLst/>
            </a:prstGeom>
            <a:noFill/>
            <a:ln w="9525">
              <a:noFill/>
            </a:ln>
          </p:spPr>
          <p:txBody>
            <a:bodyPr wrap="none" lIns="0" tIns="0" rIns="0" bIns="0">
              <a:spAutoFit/>
            </a:bodyPr>
            <a:lstStyle/>
            <a:p>
              <a:pPr>
                <a:spcBef>
                  <a:spcPct val="0"/>
                </a:spcBef>
              </a:pPr>
              <a:r>
                <a:rPr lang="en-US" altLang="zh-CN" sz="3200" i="0" dirty="0">
                  <a:solidFill>
                    <a:srgbClr val="C00000"/>
                  </a:solidFill>
                  <a:latin typeface="Symbol" panose="05050102010706020507" pitchFamily="18" charset="2"/>
                  <a:ea typeface="宋体" panose="02010600030101010101" pitchFamily="2" charset="-122"/>
                </a:rPr>
                <a:t>=</a:t>
              </a:r>
              <a:endParaRPr lang="en-US" altLang="zh-CN" sz="1800" i="0" dirty="0">
                <a:solidFill>
                  <a:srgbClr val="C00000"/>
                </a:solidFill>
                <a:latin typeface="Arial" panose="020B0604020202020204" pitchFamily="34" charset="0"/>
                <a:ea typeface="宋体" panose="02010600030101010101" pitchFamily="2" charset="-122"/>
              </a:endParaRPr>
            </a:p>
          </p:txBody>
        </p:sp>
        <p:graphicFrame>
          <p:nvGraphicFramePr>
            <p:cNvPr id="16386" name="Object 82"/>
            <p:cNvGraphicFramePr>
              <a:graphicFrameLocks/>
            </p:cNvGraphicFramePr>
            <p:nvPr/>
          </p:nvGraphicFramePr>
          <p:xfrm>
            <a:off x="2616" y="3576"/>
            <a:ext cx="171" cy="168"/>
          </p:xfrm>
          <a:graphic>
            <a:graphicData uri="http://schemas.openxmlformats.org/presentationml/2006/ole">
              <p:oleObj spid="_x0000_s81921" r:id="rId5" imgW="20669250" imgH="13163550" progId="">
                <p:embed/>
              </p:oleObj>
            </a:graphicData>
          </a:graphic>
        </p:graphicFrame>
      </p:grpSp>
      <p:sp>
        <p:nvSpPr>
          <p:cNvPr id="74835" name="Rectangle 83"/>
          <p:cNvSpPr/>
          <p:nvPr/>
        </p:nvSpPr>
        <p:spPr>
          <a:xfrm>
            <a:off x="152400" y="4724400"/>
            <a:ext cx="8763000" cy="1066800"/>
          </a:xfrm>
          <a:prstGeom prst="rect">
            <a:avLst/>
          </a:prstGeom>
          <a:noFill/>
          <a:ln w="9525">
            <a:noFill/>
          </a:ln>
        </p:spPr>
        <p:txBody>
          <a:bodyPr>
            <a:spAutoFit/>
          </a:bodyPr>
          <a:lstStyle/>
          <a:p>
            <a:pPr>
              <a:spcBef>
                <a:spcPct val="0"/>
              </a:spcBef>
            </a:pPr>
            <a:r>
              <a:rPr lang="en-US" altLang="zh-CN" sz="3200" dirty="0">
                <a:solidFill>
                  <a:schemeClr val="tx1"/>
                </a:solidFill>
                <a:latin typeface="Times New Roman" panose="02020603050405020304" pitchFamily="18" charset="0"/>
              </a:rPr>
              <a:t>        </a:t>
            </a:r>
            <a:r>
              <a:rPr lang="zh-CN" altLang="zh-CN" sz="3200" i="0" dirty="0">
                <a:solidFill>
                  <a:schemeClr val="tx1"/>
                </a:solidFill>
                <a:latin typeface="Times New Roman" panose="02020603050405020304" pitchFamily="18" charset="0"/>
              </a:rPr>
              <a:t>类似地，可以得到半反应（电极反应）的Nernst方程式：</a:t>
            </a:r>
            <a:endParaRPr lang="zh-CN" altLang="en-US" sz="3200" i="0" dirty="0">
              <a:solidFill>
                <a:schemeClr val="tx1"/>
              </a:solidFill>
              <a:latin typeface="Times New Roman" panose="02020603050405020304" pitchFamily="18" charset="0"/>
            </a:endParaRPr>
          </a:p>
        </p:txBody>
      </p:sp>
      <p:sp>
        <p:nvSpPr>
          <p:cNvPr id="74836" name="Rectangle 84"/>
          <p:cNvSpPr/>
          <p:nvPr/>
        </p:nvSpPr>
        <p:spPr>
          <a:xfrm>
            <a:off x="990600" y="3962400"/>
            <a:ext cx="7696200" cy="579438"/>
          </a:xfrm>
          <a:prstGeom prst="rect">
            <a:avLst/>
          </a:prstGeom>
          <a:noFill/>
          <a:ln w="9525">
            <a:noFill/>
          </a:ln>
        </p:spPr>
        <p:txBody>
          <a:bodyPr>
            <a:spAutoFit/>
          </a:bodyPr>
          <a:lstStyle/>
          <a:p>
            <a:pPr>
              <a:spcBef>
                <a:spcPct val="0"/>
              </a:spcBef>
            </a:pPr>
            <a:r>
              <a:rPr lang="zh-CN" altLang="zh-CN" sz="3200" i="0" dirty="0">
                <a:solidFill>
                  <a:schemeClr val="tx1"/>
                </a:solidFill>
                <a:latin typeface="Times New Roman" panose="02020603050405020304" pitchFamily="18" charset="0"/>
              </a:rPr>
              <a:t>这就是电池反应在</a:t>
            </a:r>
            <a:r>
              <a:rPr lang="zh-CN" altLang="en-US" sz="3200" i="0" dirty="0">
                <a:solidFill>
                  <a:schemeClr val="tx1"/>
                </a:solidFill>
                <a:latin typeface="Times New Roman" panose="02020603050405020304" pitchFamily="18" charset="0"/>
              </a:rPr>
              <a:t>常温下的</a:t>
            </a:r>
            <a:r>
              <a:rPr lang="zh-CN" altLang="zh-CN" sz="3200" i="0" dirty="0">
                <a:solidFill>
                  <a:schemeClr val="tx1"/>
                </a:solidFill>
                <a:latin typeface="Times New Roman" panose="02020603050405020304" pitchFamily="18" charset="0"/>
              </a:rPr>
              <a:t>Nernst方程式</a:t>
            </a:r>
            <a:endParaRPr lang="zh-CN" altLang="en-US" sz="3200" i="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4836"/>
                                        </p:tgtEl>
                                        <p:attrNameLst>
                                          <p:attrName>style.visibility</p:attrName>
                                        </p:attrNameLst>
                                      </p:cBhvr>
                                      <p:to>
                                        <p:strVal val="visible"/>
                                      </p:to>
                                    </p:set>
                                    <p:animEffect transition="in" filter="blinds(horizontal)">
                                      <p:cBhvr>
                                        <p:cTn id="27" dur="1000"/>
                                        <p:tgtEl>
                                          <p:spTgt spid="74836"/>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4835"/>
                                        </p:tgtEl>
                                        <p:attrNameLst>
                                          <p:attrName>style.visibility</p:attrName>
                                        </p:attrNameLst>
                                      </p:cBhvr>
                                      <p:to>
                                        <p:strVal val="visible"/>
                                      </p:to>
                                    </p:set>
                                    <p:animEffect transition="in" filter="blinds(horizontal)">
                                      <p:cBhvr>
                                        <p:cTn id="32" dur="1000"/>
                                        <p:tgtEl>
                                          <p:spTgt spid="748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835" grpId="0"/>
      <p:bldP spid="74836"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1447800" y="228600"/>
            <a:ext cx="5659438" cy="466725"/>
            <a:chOff x="-267" y="286"/>
            <a:chExt cx="3565" cy="294"/>
          </a:xfrm>
        </p:grpSpPr>
        <p:sp>
          <p:nvSpPr>
            <p:cNvPr id="17540" name="Rectangle 8"/>
            <p:cNvSpPr/>
            <p:nvPr/>
          </p:nvSpPr>
          <p:spPr>
            <a:xfrm>
              <a:off x="2559" y="322"/>
              <a:ext cx="104"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  </a:t>
              </a:r>
            </a:p>
          </p:txBody>
        </p:sp>
        <p:sp>
          <p:nvSpPr>
            <p:cNvPr id="17541" name="Rectangle 9"/>
            <p:cNvSpPr/>
            <p:nvPr/>
          </p:nvSpPr>
          <p:spPr>
            <a:xfrm>
              <a:off x="2268" y="322"/>
              <a:ext cx="52"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 </a:t>
              </a:r>
            </a:p>
          </p:txBody>
        </p:sp>
        <p:sp>
          <p:nvSpPr>
            <p:cNvPr id="17542" name="Rectangle 10"/>
            <p:cNvSpPr/>
            <p:nvPr/>
          </p:nvSpPr>
          <p:spPr>
            <a:xfrm>
              <a:off x="2050" y="322"/>
              <a:ext cx="92"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e</a:t>
              </a:r>
            </a:p>
          </p:txBody>
        </p:sp>
        <p:sp>
          <p:nvSpPr>
            <p:cNvPr id="17543" name="Rectangle 11"/>
            <p:cNvSpPr/>
            <p:nvPr/>
          </p:nvSpPr>
          <p:spPr>
            <a:xfrm>
              <a:off x="781" y="322"/>
              <a:ext cx="156"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   </a:t>
              </a:r>
            </a:p>
          </p:txBody>
        </p:sp>
        <p:sp>
          <p:nvSpPr>
            <p:cNvPr id="17544" name="Rectangle 12"/>
            <p:cNvSpPr/>
            <p:nvPr/>
          </p:nvSpPr>
          <p:spPr>
            <a:xfrm>
              <a:off x="2171" y="286"/>
              <a:ext cx="69"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a:t>
              </a:r>
            </a:p>
          </p:txBody>
        </p:sp>
        <p:sp>
          <p:nvSpPr>
            <p:cNvPr id="17545" name="Rectangle 13"/>
            <p:cNvSpPr/>
            <p:nvPr/>
          </p:nvSpPr>
          <p:spPr>
            <a:xfrm>
              <a:off x="1728" y="293"/>
              <a:ext cx="119"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rPr>
                <a:t>+</a:t>
              </a:r>
            </a:p>
          </p:txBody>
        </p:sp>
        <p:sp>
          <p:nvSpPr>
            <p:cNvPr id="17546" name="Rectangle 14"/>
            <p:cNvSpPr/>
            <p:nvPr/>
          </p:nvSpPr>
          <p:spPr>
            <a:xfrm>
              <a:off x="1912" y="322"/>
              <a:ext cx="127" cy="250"/>
            </a:xfrm>
            <a:prstGeom prst="rect">
              <a:avLst/>
            </a:prstGeom>
            <a:noFill/>
            <a:ln w="9525">
              <a:noFill/>
            </a:ln>
          </p:spPr>
          <p:txBody>
            <a:bodyPr wrap="none" lIns="0" tIns="0" rIns="0" bIns="0">
              <a:spAutoFit/>
            </a:bodyPr>
            <a:lstStyle/>
            <a:p>
              <a:pPr>
                <a:spcBef>
                  <a:spcPct val="0"/>
                </a:spcBef>
              </a:pPr>
              <a:r>
                <a:rPr lang="en-US" altLang="zh-CN" sz="2600" dirty="0">
                  <a:solidFill>
                    <a:schemeClr val="tx1"/>
                  </a:solidFill>
                  <a:latin typeface="Times New Roman" panose="02020603050405020304" pitchFamily="18" charset="0"/>
                </a:rPr>
                <a:t>Z</a:t>
              </a:r>
              <a:endParaRPr lang="en-US" altLang="zh-CN" sz="2600" i="0" dirty="0">
                <a:solidFill>
                  <a:schemeClr val="tx1"/>
                </a:solidFill>
                <a:latin typeface="Times New Roman" panose="02020603050405020304" pitchFamily="18" charset="0"/>
              </a:endParaRPr>
            </a:p>
          </p:txBody>
        </p:sp>
        <p:sp>
          <p:nvSpPr>
            <p:cNvPr id="17547" name="Rectangle 15"/>
            <p:cNvSpPr/>
            <p:nvPr/>
          </p:nvSpPr>
          <p:spPr>
            <a:xfrm>
              <a:off x="2671" y="330"/>
              <a:ext cx="627" cy="250"/>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Times New Roman" panose="02020603050405020304" pitchFamily="18" charset="0"/>
                </a:rPr>
                <a:t>还原型</a:t>
              </a:r>
            </a:p>
          </p:txBody>
        </p:sp>
        <p:sp>
          <p:nvSpPr>
            <p:cNvPr id="17548" name="Rectangle 16"/>
            <p:cNvSpPr/>
            <p:nvPr/>
          </p:nvSpPr>
          <p:spPr>
            <a:xfrm>
              <a:off x="957" y="330"/>
              <a:ext cx="627" cy="250"/>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Times New Roman" panose="02020603050405020304" pitchFamily="18" charset="0"/>
                </a:rPr>
                <a:t>氧化型</a:t>
              </a:r>
            </a:p>
          </p:txBody>
        </p:sp>
        <p:sp>
          <p:nvSpPr>
            <p:cNvPr id="17549" name="Rectangle 17"/>
            <p:cNvSpPr/>
            <p:nvPr/>
          </p:nvSpPr>
          <p:spPr>
            <a:xfrm>
              <a:off x="-267" y="330"/>
              <a:ext cx="1045" cy="250"/>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Times New Roman" panose="02020603050405020304" pitchFamily="18" charset="0"/>
                </a:rPr>
                <a:t>电极反应：</a:t>
              </a:r>
            </a:p>
          </p:txBody>
        </p:sp>
        <p:graphicFrame>
          <p:nvGraphicFramePr>
            <p:cNvPr id="17414" name="Object 18"/>
            <p:cNvGraphicFramePr>
              <a:graphicFrameLocks/>
            </p:cNvGraphicFramePr>
            <p:nvPr/>
          </p:nvGraphicFramePr>
          <p:xfrm>
            <a:off x="2272" y="424"/>
            <a:ext cx="410" cy="129"/>
          </p:xfrm>
          <a:graphic>
            <a:graphicData uri="http://schemas.openxmlformats.org/presentationml/2006/ole">
              <p:oleObj spid="_x0000_s83973" r:id="rId4" imgW="18726150" imgH="15268575" progId="">
                <p:embed/>
              </p:oleObj>
            </a:graphicData>
          </a:graphic>
        </p:graphicFrame>
      </p:grpSp>
      <p:grpSp>
        <p:nvGrpSpPr>
          <p:cNvPr id="3" name="Group 19"/>
          <p:cNvGrpSpPr/>
          <p:nvPr/>
        </p:nvGrpSpPr>
        <p:grpSpPr>
          <a:xfrm>
            <a:off x="457200" y="1905000"/>
            <a:ext cx="2632075" cy="442913"/>
            <a:chOff x="-228" y="1415"/>
            <a:chExt cx="1658" cy="279"/>
          </a:xfrm>
        </p:grpSpPr>
        <p:sp>
          <p:nvSpPr>
            <p:cNvPr id="17535" name="Rectangle 20"/>
            <p:cNvSpPr/>
            <p:nvPr/>
          </p:nvSpPr>
          <p:spPr>
            <a:xfrm>
              <a:off x="1378" y="1422"/>
              <a:ext cx="52"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7536" name="Rectangle 21"/>
            <p:cNvSpPr/>
            <p:nvPr/>
          </p:nvSpPr>
          <p:spPr>
            <a:xfrm>
              <a:off x="247" y="1444"/>
              <a:ext cx="734"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298.15K</a:t>
              </a:r>
            </a:p>
          </p:txBody>
        </p:sp>
        <p:sp>
          <p:nvSpPr>
            <p:cNvPr id="17537" name="Rectangle 22"/>
            <p:cNvSpPr/>
            <p:nvPr/>
          </p:nvSpPr>
          <p:spPr>
            <a:xfrm>
              <a:off x="56" y="1415"/>
              <a:ext cx="119" cy="25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7538" name="Rectangle 23"/>
            <p:cNvSpPr/>
            <p:nvPr/>
          </p:nvSpPr>
          <p:spPr>
            <a:xfrm>
              <a:off x="-228" y="1444"/>
              <a:ext cx="179" cy="250"/>
            </a:xfrm>
            <a:prstGeom prst="rect">
              <a:avLst/>
            </a:prstGeom>
            <a:noFill/>
            <a:ln w="9525">
              <a:noFill/>
            </a:ln>
          </p:spPr>
          <p:txBody>
            <a:bodyPr wrap="none" lIns="0" tIns="0" rIns="0" bIns="0">
              <a:spAutoFit/>
            </a:bodyPr>
            <a:lstStyle/>
            <a:p>
              <a:pPr>
                <a:spcBef>
                  <a:spcPct val="0"/>
                </a:spcBef>
              </a:pPr>
              <a:r>
                <a:rPr lang="en-US" altLang="zh-CN" sz="2600" dirty="0">
                  <a:solidFill>
                    <a:schemeClr val="tx1"/>
                  </a:solidFill>
                  <a:latin typeface="Times New Roman" panose="02020603050405020304" pitchFamily="18" charset="0"/>
                  <a:ea typeface="宋体" panose="02010600030101010101" pitchFamily="2" charset="-122"/>
                </a:rPr>
                <a:t> T</a:t>
              </a:r>
              <a:endParaRPr lang="en-US" altLang="zh-CN" sz="2600" i="0" dirty="0">
                <a:solidFill>
                  <a:schemeClr val="tx1"/>
                </a:solidFill>
                <a:latin typeface="Times New Roman" panose="02020603050405020304" pitchFamily="18" charset="0"/>
                <a:ea typeface="宋体" panose="02010600030101010101" pitchFamily="2" charset="-122"/>
              </a:endParaRPr>
            </a:p>
          </p:txBody>
        </p:sp>
        <p:sp>
          <p:nvSpPr>
            <p:cNvPr id="17539" name="Rectangle 24"/>
            <p:cNvSpPr/>
            <p:nvPr/>
          </p:nvSpPr>
          <p:spPr>
            <a:xfrm>
              <a:off x="1140" y="1430"/>
              <a:ext cx="209" cy="250"/>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Times New Roman" panose="02020603050405020304" pitchFamily="18" charset="0"/>
                  <a:ea typeface="宋体" panose="02010600030101010101" pitchFamily="2" charset="-122"/>
                </a:rPr>
                <a:t>时</a:t>
              </a:r>
            </a:p>
          </p:txBody>
        </p:sp>
      </p:grpSp>
      <p:grpSp>
        <p:nvGrpSpPr>
          <p:cNvPr id="4" name="Group 25"/>
          <p:cNvGrpSpPr/>
          <p:nvPr/>
        </p:nvGrpSpPr>
        <p:grpSpPr>
          <a:xfrm>
            <a:off x="1828800" y="914400"/>
            <a:ext cx="4973638" cy="1130300"/>
            <a:chOff x="416" y="710"/>
            <a:chExt cx="3133" cy="712"/>
          </a:xfrm>
        </p:grpSpPr>
        <p:sp>
          <p:nvSpPr>
            <p:cNvPr id="17514" name="Rectangle 26"/>
            <p:cNvSpPr/>
            <p:nvPr/>
          </p:nvSpPr>
          <p:spPr>
            <a:xfrm>
              <a:off x="3429" y="106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15" name="Rectangle 27"/>
            <p:cNvSpPr/>
            <p:nvPr/>
          </p:nvSpPr>
          <p:spPr>
            <a:xfrm>
              <a:off x="3427" y="710"/>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grpSp>
          <p:nvGrpSpPr>
            <p:cNvPr id="17516" name="Group 28"/>
            <p:cNvGrpSpPr/>
            <p:nvPr/>
          </p:nvGrpSpPr>
          <p:grpSpPr>
            <a:xfrm>
              <a:off x="416" y="710"/>
              <a:ext cx="3133" cy="712"/>
              <a:chOff x="389" y="710"/>
              <a:chExt cx="3133" cy="712"/>
            </a:xfrm>
          </p:grpSpPr>
          <p:sp>
            <p:nvSpPr>
              <p:cNvPr id="17517" name="Line 29"/>
              <p:cNvSpPr/>
              <p:nvPr/>
            </p:nvSpPr>
            <p:spPr>
              <a:xfrm>
                <a:off x="1338" y="1028"/>
                <a:ext cx="877" cy="1"/>
              </a:xfrm>
              <a:prstGeom prst="line">
                <a:avLst/>
              </a:prstGeom>
              <a:ln w="15875" cap="flat" cmpd="sng">
                <a:solidFill>
                  <a:srgbClr val="000000"/>
                </a:solidFill>
                <a:prstDash val="solid"/>
                <a:headEnd type="none" w="med" len="med"/>
                <a:tailEnd type="none" w="med" len="med"/>
              </a:ln>
            </p:spPr>
          </p:sp>
          <p:sp>
            <p:nvSpPr>
              <p:cNvPr id="17518" name="Line 30"/>
              <p:cNvSpPr/>
              <p:nvPr/>
            </p:nvSpPr>
            <p:spPr>
              <a:xfrm>
                <a:off x="2484" y="1028"/>
                <a:ext cx="1038" cy="1"/>
              </a:xfrm>
              <a:prstGeom prst="line">
                <a:avLst/>
              </a:prstGeom>
              <a:ln w="15875" cap="flat" cmpd="sng">
                <a:solidFill>
                  <a:srgbClr val="000000"/>
                </a:solidFill>
                <a:prstDash val="solid"/>
                <a:headEnd type="none" w="med" len="med"/>
                <a:tailEnd type="none" w="med" len="med"/>
              </a:ln>
            </p:spPr>
          </p:sp>
          <p:sp>
            <p:nvSpPr>
              <p:cNvPr id="17519" name="Rectangle 31"/>
              <p:cNvSpPr/>
              <p:nvPr/>
            </p:nvSpPr>
            <p:spPr>
              <a:xfrm>
                <a:off x="2612" y="106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0" name="Rectangle 32"/>
              <p:cNvSpPr/>
              <p:nvPr/>
            </p:nvSpPr>
            <p:spPr>
              <a:xfrm>
                <a:off x="2614" y="710"/>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1" name="Rectangle 33"/>
              <p:cNvSpPr/>
              <p:nvPr/>
            </p:nvSpPr>
            <p:spPr>
              <a:xfrm>
                <a:off x="2254" y="868"/>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2" name="Rectangle 34"/>
              <p:cNvSpPr/>
              <p:nvPr/>
            </p:nvSpPr>
            <p:spPr>
              <a:xfrm>
                <a:off x="1516" y="710"/>
                <a:ext cx="37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303</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3" name="Rectangle 35"/>
              <p:cNvSpPr/>
              <p:nvPr/>
            </p:nvSpPr>
            <p:spPr>
              <a:xfrm>
                <a:off x="1355" y="710"/>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4" name="Rectangle 36"/>
              <p:cNvSpPr/>
              <p:nvPr/>
            </p:nvSpPr>
            <p:spPr>
              <a:xfrm>
                <a:off x="1158" y="839"/>
                <a:ext cx="142" cy="301"/>
              </a:xfrm>
              <a:prstGeom prst="rect">
                <a:avLst/>
              </a:prstGeom>
              <a:noFill/>
              <a:ln w="9525">
                <a:noFill/>
              </a:ln>
            </p:spPr>
            <p:txBody>
              <a:bodyPr wrap="none" lIns="0" tIns="0" rIns="0" bIns="0">
                <a:spAutoFit/>
              </a:bodyPr>
              <a:lstStyle/>
              <a:p>
                <a:pPr>
                  <a:spcBef>
                    <a:spcPct val="0"/>
                  </a:spcBef>
                </a:pPr>
                <a:r>
                  <a:rPr lang="en-US" altLang="zh-CN" sz="3100" i="0" dirty="0" smtClean="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5" name="Rectangle 37"/>
              <p:cNvSpPr/>
              <p:nvPr/>
            </p:nvSpPr>
            <p:spPr>
              <a:xfrm>
                <a:off x="608" y="839"/>
                <a:ext cx="1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6" name="Rectangle 38"/>
              <p:cNvSpPr/>
              <p:nvPr/>
            </p:nvSpPr>
            <p:spPr>
              <a:xfrm>
                <a:off x="2497" y="1064"/>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7" name="Rectangle 39"/>
              <p:cNvSpPr/>
              <p:nvPr/>
            </p:nvSpPr>
            <p:spPr>
              <a:xfrm>
                <a:off x="2499" y="710"/>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8" name="Rectangle 40"/>
              <p:cNvSpPr/>
              <p:nvPr/>
            </p:nvSpPr>
            <p:spPr>
              <a:xfrm>
                <a:off x="1625" y="1064"/>
                <a:ext cx="316"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ZF</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29" name="Rectangle 41"/>
              <p:cNvSpPr/>
              <p:nvPr/>
            </p:nvSpPr>
            <p:spPr>
              <a:xfrm>
                <a:off x="1888" y="710"/>
                <a:ext cx="316"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RT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30" name="Rectangle 42"/>
              <p:cNvSpPr/>
              <p:nvPr/>
            </p:nvSpPr>
            <p:spPr>
              <a:xfrm>
                <a:off x="1478" y="710"/>
                <a:ext cx="62"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31" name="Rectangle 43"/>
              <p:cNvSpPr/>
              <p:nvPr/>
            </p:nvSpPr>
            <p:spPr>
              <a:xfrm>
                <a:off x="808" y="868"/>
                <a:ext cx="165"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32" name="Rectangle 44"/>
              <p:cNvSpPr/>
              <p:nvPr/>
            </p:nvSpPr>
            <p:spPr>
              <a:xfrm>
                <a:off x="389" y="868"/>
                <a:ext cx="165"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533" name="Rectangle 45"/>
              <p:cNvSpPr/>
              <p:nvPr/>
            </p:nvSpPr>
            <p:spPr>
              <a:xfrm>
                <a:off x="2657" y="719"/>
                <a:ext cx="747"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氧化型</a:t>
                </a:r>
                <a:endParaRPr lang="zh-CN" altLang="en-US" sz="1800" i="0" dirty="0">
                  <a:solidFill>
                    <a:schemeClr val="tx1"/>
                  </a:solidFill>
                  <a:latin typeface="Times New Roman" panose="02020603050405020304" pitchFamily="18" charset="0"/>
                  <a:ea typeface="宋体" panose="02010600030101010101" pitchFamily="2" charset="-122"/>
                </a:endParaRPr>
              </a:p>
            </p:txBody>
          </p:sp>
          <p:sp>
            <p:nvSpPr>
              <p:cNvPr id="17534" name="Rectangle 46"/>
              <p:cNvSpPr/>
              <p:nvPr/>
            </p:nvSpPr>
            <p:spPr>
              <a:xfrm>
                <a:off x="2702" y="1124"/>
                <a:ext cx="747"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还原型</a:t>
                </a:r>
                <a:endParaRPr lang="zh-CN" altLang="en-US" sz="1800" i="0" dirty="0">
                  <a:solidFill>
                    <a:schemeClr val="tx1"/>
                  </a:solidFill>
                  <a:latin typeface="Times New Roman" panose="02020603050405020304" pitchFamily="18" charset="0"/>
                  <a:ea typeface="宋体" panose="02010600030101010101" pitchFamily="2" charset="-122"/>
                </a:endParaRPr>
              </a:p>
            </p:txBody>
          </p:sp>
          <p:graphicFrame>
            <p:nvGraphicFramePr>
              <p:cNvPr id="17413" name="Object 47"/>
              <p:cNvGraphicFramePr>
                <a:graphicFrameLocks/>
              </p:cNvGraphicFramePr>
              <p:nvPr/>
            </p:nvGraphicFramePr>
            <p:xfrm>
              <a:off x="960" y="864"/>
              <a:ext cx="171" cy="168"/>
            </p:xfrm>
            <a:graphic>
              <a:graphicData uri="http://schemas.openxmlformats.org/presentationml/2006/ole">
                <p:oleObj spid="_x0000_s83972" r:id="rId5" imgW="20669250" imgH="13163550" progId="">
                  <p:embed/>
                </p:oleObj>
              </a:graphicData>
            </a:graphic>
          </p:graphicFrame>
        </p:grpSp>
      </p:grpSp>
      <p:grpSp>
        <p:nvGrpSpPr>
          <p:cNvPr id="6" name="Group 48"/>
          <p:cNvGrpSpPr/>
          <p:nvPr/>
        </p:nvGrpSpPr>
        <p:grpSpPr>
          <a:xfrm>
            <a:off x="838200" y="2362201"/>
            <a:ext cx="7337426" cy="1039813"/>
            <a:chOff x="451" y="1819"/>
            <a:chExt cx="4622" cy="655"/>
          </a:xfrm>
        </p:grpSpPr>
        <p:sp>
          <p:nvSpPr>
            <p:cNvPr id="17491" name="Line 49"/>
            <p:cNvSpPr/>
            <p:nvPr/>
          </p:nvSpPr>
          <p:spPr>
            <a:xfrm>
              <a:off x="2857" y="2138"/>
              <a:ext cx="881" cy="1"/>
            </a:xfrm>
            <a:prstGeom prst="line">
              <a:avLst/>
            </a:prstGeom>
            <a:ln w="15875" cap="flat" cmpd="sng">
              <a:solidFill>
                <a:srgbClr val="000000"/>
              </a:solidFill>
              <a:prstDash val="solid"/>
              <a:headEnd type="none" w="med" len="med"/>
              <a:tailEnd type="none" w="med" len="med"/>
            </a:ln>
          </p:spPr>
        </p:sp>
        <p:sp>
          <p:nvSpPr>
            <p:cNvPr id="17492" name="Line 50"/>
            <p:cNvSpPr/>
            <p:nvPr/>
          </p:nvSpPr>
          <p:spPr>
            <a:xfrm>
              <a:off x="4007" y="2138"/>
              <a:ext cx="854" cy="1"/>
            </a:xfrm>
            <a:prstGeom prst="line">
              <a:avLst/>
            </a:prstGeom>
            <a:ln w="15875" cap="flat" cmpd="sng">
              <a:solidFill>
                <a:srgbClr val="000000"/>
              </a:solidFill>
              <a:prstDash val="solid"/>
              <a:headEnd type="none" w="med" len="med"/>
              <a:tailEnd type="none" w="med" len="med"/>
            </a:ln>
          </p:spPr>
        </p:sp>
        <p:sp>
          <p:nvSpPr>
            <p:cNvPr id="17493" name="Rectangle 51"/>
            <p:cNvSpPr/>
            <p:nvPr/>
          </p:nvSpPr>
          <p:spPr>
            <a:xfrm>
              <a:off x="4198" y="1861"/>
              <a:ext cx="830" cy="298"/>
            </a:xfrm>
            <a:prstGeom prst="rect">
              <a:avLst/>
            </a:prstGeom>
            <a:noFill/>
            <a:ln w="9525">
              <a:noFill/>
            </a:ln>
          </p:spPr>
          <p:txBody>
            <a:bodyPr wrap="none" lIns="0" tIns="0" rIns="0" bIns="0">
              <a:spAutoFit/>
            </a:bodyPr>
            <a:lstStyle/>
            <a:p>
              <a:pPr>
                <a:spcBef>
                  <a:spcPct val="0"/>
                </a:spcBef>
              </a:pPr>
              <a:r>
                <a:rPr lang="zh-CN" altLang="en-US" sz="3100" i="0" dirty="0">
                  <a:solidFill>
                    <a:srgbClr val="C00000"/>
                  </a:solidFill>
                  <a:latin typeface="Times New Roman" panose="02020603050405020304" pitchFamily="18" charset="0"/>
                  <a:ea typeface="宋体" panose="02010600030101010101" pitchFamily="2" charset="-122"/>
                </a:rPr>
                <a:t>氧化型</a:t>
              </a: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4" name="Rectangle 52"/>
            <p:cNvSpPr/>
            <p:nvPr/>
          </p:nvSpPr>
          <p:spPr>
            <a:xfrm>
              <a:off x="4135" y="217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5" name="Rectangle 53"/>
            <p:cNvSpPr/>
            <p:nvPr/>
          </p:nvSpPr>
          <p:spPr>
            <a:xfrm>
              <a:off x="4243" y="2176"/>
              <a:ext cx="830" cy="298"/>
            </a:xfrm>
            <a:prstGeom prst="rect">
              <a:avLst/>
            </a:prstGeom>
            <a:noFill/>
            <a:ln w="9525">
              <a:noFill/>
            </a:ln>
          </p:spPr>
          <p:txBody>
            <a:bodyPr wrap="none" lIns="0" tIns="0" rIns="0" bIns="0">
              <a:spAutoFit/>
            </a:bodyPr>
            <a:lstStyle/>
            <a:p>
              <a:pPr>
                <a:spcBef>
                  <a:spcPct val="0"/>
                </a:spcBef>
              </a:pPr>
              <a:r>
                <a:rPr lang="zh-CN" altLang="en-US" sz="3100" i="0" dirty="0">
                  <a:solidFill>
                    <a:srgbClr val="C00000"/>
                  </a:solidFill>
                  <a:latin typeface="Times New Roman" panose="02020603050405020304" pitchFamily="18" charset="0"/>
                  <a:ea typeface="宋体" panose="02010600030101010101" pitchFamily="2" charset="-122"/>
                </a:rPr>
                <a:t>还原型</a:t>
              </a: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6" name="Rectangle 54"/>
            <p:cNvSpPr/>
            <p:nvPr/>
          </p:nvSpPr>
          <p:spPr>
            <a:xfrm>
              <a:off x="4135" y="181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7" name="Rectangle 55"/>
            <p:cNvSpPr/>
            <p:nvPr/>
          </p:nvSpPr>
          <p:spPr>
            <a:xfrm>
              <a:off x="3777" y="1977"/>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lg</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8" name="Rectangle 56"/>
            <p:cNvSpPr/>
            <p:nvPr/>
          </p:nvSpPr>
          <p:spPr>
            <a:xfrm>
              <a:off x="2870" y="1819"/>
              <a:ext cx="861"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0.0592V</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499" name="Rectangle 57"/>
            <p:cNvSpPr/>
            <p:nvPr/>
          </p:nvSpPr>
          <p:spPr>
            <a:xfrm>
              <a:off x="2554" y="197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0" name="Rectangle 58"/>
            <p:cNvSpPr/>
            <p:nvPr/>
          </p:nvSpPr>
          <p:spPr>
            <a:xfrm>
              <a:off x="2366" y="1977"/>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K</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1" name="Rectangle 59"/>
            <p:cNvSpPr/>
            <p:nvPr/>
          </p:nvSpPr>
          <p:spPr>
            <a:xfrm>
              <a:off x="1998" y="1977"/>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298</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2" name="Rectangle 60"/>
            <p:cNvSpPr/>
            <p:nvPr/>
          </p:nvSpPr>
          <p:spPr>
            <a:xfrm>
              <a:off x="1910" y="197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3" name="Rectangle 61"/>
            <p:cNvSpPr/>
            <p:nvPr/>
          </p:nvSpPr>
          <p:spPr>
            <a:xfrm>
              <a:off x="1260" y="197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4" name="Rectangle 62"/>
            <p:cNvSpPr/>
            <p:nvPr/>
          </p:nvSpPr>
          <p:spPr>
            <a:xfrm>
              <a:off x="1072" y="1977"/>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K</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5" name="Rectangle 63"/>
            <p:cNvSpPr/>
            <p:nvPr/>
          </p:nvSpPr>
          <p:spPr>
            <a:xfrm>
              <a:off x="704" y="1977"/>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298</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6" name="Rectangle 64"/>
            <p:cNvSpPr/>
            <p:nvPr/>
          </p:nvSpPr>
          <p:spPr>
            <a:xfrm>
              <a:off x="616" y="197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7" name="Rectangle 65"/>
            <p:cNvSpPr/>
            <p:nvPr/>
          </p:nvSpPr>
          <p:spPr>
            <a:xfrm>
              <a:off x="2677" y="1948"/>
              <a:ext cx="142" cy="301"/>
            </a:xfrm>
            <a:prstGeom prst="rect">
              <a:avLst/>
            </a:prstGeom>
            <a:noFill/>
            <a:ln w="9525">
              <a:noFill/>
            </a:ln>
          </p:spPr>
          <p:txBody>
            <a:bodyPr wrap="none" lIns="0" tIns="0" rIns="0" bIns="0">
              <a:spAutoFit/>
            </a:bodyPr>
            <a:lstStyle/>
            <a:p>
              <a:pPr>
                <a:spcBef>
                  <a:spcPct val="0"/>
                </a:spcBef>
              </a:pPr>
              <a:r>
                <a:rPr lang="en-US" altLang="zh-CN" sz="3100" i="0" dirty="0" smtClean="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8" name="Rectangle 66"/>
            <p:cNvSpPr/>
            <p:nvPr/>
          </p:nvSpPr>
          <p:spPr>
            <a:xfrm>
              <a:off x="1398" y="1948"/>
              <a:ext cx="141" cy="298"/>
            </a:xfrm>
            <a:prstGeom prst="rect">
              <a:avLst/>
            </a:prstGeom>
            <a:noFill/>
            <a:ln w="9525">
              <a:noFill/>
            </a:ln>
          </p:spPr>
          <p:txBody>
            <a:bodyPr wrap="none" lIns="0" tIns="0" rIns="0" bIns="0">
              <a:spAutoFit/>
            </a:bodyPr>
            <a:lstStyle/>
            <a:p>
              <a:pPr>
                <a:spcBef>
                  <a:spcPct val="0"/>
                </a:spcBef>
              </a:pPr>
              <a:r>
                <a:rPr lang="en-US" altLang="zh-CN" sz="3100" i="0" dirty="0">
                  <a:solidFill>
                    <a:srgbClr val="C00000"/>
                  </a:solidFill>
                  <a:latin typeface="Times New Roman" panose="02020603050405020304" pitchFamily="18" charset="0"/>
                  <a:ea typeface="宋体" panose="02010600030101010101" pitchFamily="2" charset="-122"/>
                </a:rPr>
                <a:t>=</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09" name="Rectangle 67"/>
            <p:cNvSpPr/>
            <p:nvPr/>
          </p:nvSpPr>
          <p:spPr>
            <a:xfrm>
              <a:off x="4020" y="2173"/>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C00000"/>
                  </a:solidFill>
                  <a:latin typeface="Times New Roman" panose="02020603050405020304" pitchFamily="18" charset="0"/>
                  <a:ea typeface="宋体" panose="02010600030101010101" pitchFamily="2" charset="-122"/>
                </a:rPr>
                <a:t>c</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10" name="Rectangle 68"/>
            <p:cNvSpPr/>
            <p:nvPr/>
          </p:nvSpPr>
          <p:spPr>
            <a:xfrm>
              <a:off x="4020" y="1819"/>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C00000"/>
                  </a:solidFill>
                  <a:latin typeface="Times New Roman" panose="02020603050405020304" pitchFamily="18" charset="0"/>
                  <a:ea typeface="宋体" panose="02010600030101010101" pitchFamily="2" charset="-122"/>
                </a:rPr>
                <a:t>c</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11" name="Rectangle 69"/>
            <p:cNvSpPr/>
            <p:nvPr/>
          </p:nvSpPr>
          <p:spPr>
            <a:xfrm>
              <a:off x="3221" y="2173"/>
              <a:ext cx="151" cy="298"/>
            </a:xfrm>
            <a:prstGeom prst="rect">
              <a:avLst/>
            </a:prstGeom>
            <a:noFill/>
            <a:ln w="9525">
              <a:noFill/>
            </a:ln>
          </p:spPr>
          <p:txBody>
            <a:bodyPr wrap="none" lIns="0" tIns="0" rIns="0" bIns="0">
              <a:spAutoFit/>
            </a:bodyPr>
            <a:lstStyle/>
            <a:p>
              <a:pPr>
                <a:spcBef>
                  <a:spcPct val="0"/>
                </a:spcBef>
              </a:pPr>
              <a:r>
                <a:rPr lang="en-US" altLang="zh-CN" sz="3100" dirty="0">
                  <a:solidFill>
                    <a:srgbClr val="C00000"/>
                  </a:solidFill>
                  <a:latin typeface="Times New Roman" panose="02020603050405020304" pitchFamily="18" charset="0"/>
                  <a:ea typeface="宋体" panose="02010600030101010101" pitchFamily="2" charset="-122"/>
                </a:rPr>
                <a:t>Z</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12" name="Rectangle 70"/>
            <p:cNvSpPr/>
            <p:nvPr/>
          </p:nvSpPr>
          <p:spPr>
            <a:xfrm>
              <a:off x="1598" y="197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C00000"/>
                  </a:solidFill>
                  <a:latin typeface="Times New Roman" panose="02020603050405020304" pitchFamily="18" charset="0"/>
                  <a:ea typeface="宋体" panose="02010600030101010101" pitchFamily="2" charset="-122"/>
                </a:rPr>
                <a:t>E</a:t>
              </a:r>
              <a:endParaRPr lang="en-US" altLang="zh-CN" sz="1800" i="0" dirty="0">
                <a:solidFill>
                  <a:srgbClr val="C00000"/>
                </a:solidFill>
                <a:latin typeface="Times New Roman" panose="02020603050405020304" pitchFamily="18" charset="0"/>
                <a:ea typeface="宋体" panose="02010600030101010101" pitchFamily="2" charset="-122"/>
              </a:endParaRPr>
            </a:p>
          </p:txBody>
        </p:sp>
        <p:sp>
          <p:nvSpPr>
            <p:cNvPr id="17513" name="Rectangle 71"/>
            <p:cNvSpPr/>
            <p:nvPr/>
          </p:nvSpPr>
          <p:spPr>
            <a:xfrm>
              <a:off x="451" y="197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C00000"/>
                  </a:solidFill>
                  <a:latin typeface="Times New Roman" panose="02020603050405020304" pitchFamily="18" charset="0"/>
                  <a:ea typeface="宋体" panose="02010600030101010101" pitchFamily="2" charset="-122"/>
                </a:rPr>
                <a:t>E</a:t>
              </a:r>
              <a:endParaRPr lang="en-US" altLang="zh-CN" sz="1800" i="0" dirty="0">
                <a:solidFill>
                  <a:srgbClr val="C00000"/>
                </a:solidFill>
                <a:latin typeface="Times New Roman" panose="02020603050405020304" pitchFamily="18" charset="0"/>
                <a:ea typeface="宋体" panose="02010600030101010101" pitchFamily="2" charset="-122"/>
              </a:endParaRPr>
            </a:p>
          </p:txBody>
        </p:sp>
        <p:graphicFrame>
          <p:nvGraphicFramePr>
            <p:cNvPr id="17412" name="Object 72"/>
            <p:cNvGraphicFramePr>
              <a:graphicFrameLocks/>
            </p:cNvGraphicFramePr>
            <p:nvPr/>
          </p:nvGraphicFramePr>
          <p:xfrm>
            <a:off x="1760" y="1960"/>
            <a:ext cx="171" cy="168"/>
          </p:xfrm>
          <a:graphic>
            <a:graphicData uri="http://schemas.openxmlformats.org/presentationml/2006/ole">
              <p:oleObj spid="_x0000_s83971" r:id="rId6" imgW="271780" imgH="266700" progId="">
                <p:embed/>
              </p:oleObj>
            </a:graphicData>
          </a:graphic>
        </p:graphicFrame>
      </p:grpSp>
      <p:grpSp>
        <p:nvGrpSpPr>
          <p:cNvPr id="7" name="Group 73"/>
          <p:cNvGrpSpPr/>
          <p:nvPr/>
        </p:nvGrpSpPr>
        <p:grpSpPr>
          <a:xfrm>
            <a:off x="1066800" y="3505200"/>
            <a:ext cx="6388100" cy="577850"/>
            <a:chOff x="-240" y="2541"/>
            <a:chExt cx="4024" cy="364"/>
          </a:xfrm>
        </p:grpSpPr>
        <p:sp>
          <p:nvSpPr>
            <p:cNvPr id="17472" name="Rectangle 74"/>
            <p:cNvSpPr/>
            <p:nvPr/>
          </p:nvSpPr>
          <p:spPr>
            <a:xfrm>
              <a:off x="3591" y="2577"/>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O</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3" name="Rectangle 75"/>
            <p:cNvSpPr/>
            <p:nvPr/>
          </p:nvSpPr>
          <p:spPr>
            <a:xfrm>
              <a:off x="3195" y="2577"/>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4H</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4" name="Rectangle 76"/>
            <p:cNvSpPr/>
            <p:nvPr/>
          </p:nvSpPr>
          <p:spPr>
            <a:xfrm>
              <a:off x="2425" y="2577"/>
              <a:ext cx="37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Mn</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5" name="Rectangle 77"/>
            <p:cNvSpPr/>
            <p:nvPr/>
          </p:nvSpPr>
          <p:spPr>
            <a:xfrm>
              <a:off x="2368" y="2577"/>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6" name="Rectangle 78"/>
            <p:cNvSpPr/>
            <p:nvPr/>
          </p:nvSpPr>
          <p:spPr>
            <a:xfrm>
              <a:off x="2076" y="2577"/>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7" name="Rectangle 79"/>
            <p:cNvSpPr/>
            <p:nvPr/>
          </p:nvSpPr>
          <p:spPr>
            <a:xfrm>
              <a:off x="1736" y="2577"/>
              <a:ext cx="23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5e</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8" name="Rectangle 80"/>
            <p:cNvSpPr/>
            <p:nvPr/>
          </p:nvSpPr>
          <p:spPr>
            <a:xfrm>
              <a:off x="1098" y="2577"/>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8H</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79" name="Rectangle 81"/>
            <p:cNvSpPr/>
            <p:nvPr/>
          </p:nvSpPr>
          <p:spPr>
            <a:xfrm>
              <a:off x="251" y="2577"/>
              <a:ext cx="5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MnO</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80" name="Rectangle 82"/>
            <p:cNvSpPr/>
            <p:nvPr/>
          </p:nvSpPr>
          <p:spPr>
            <a:xfrm>
              <a:off x="3511" y="2732"/>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p>
          </p:txBody>
        </p:sp>
        <p:sp>
          <p:nvSpPr>
            <p:cNvPr id="17481" name="Rectangle 83"/>
            <p:cNvSpPr/>
            <p:nvPr/>
          </p:nvSpPr>
          <p:spPr>
            <a:xfrm>
              <a:off x="2788" y="2557"/>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p>
          </p:txBody>
        </p:sp>
        <p:sp>
          <p:nvSpPr>
            <p:cNvPr id="17482" name="Rectangle 84"/>
            <p:cNvSpPr/>
            <p:nvPr/>
          </p:nvSpPr>
          <p:spPr>
            <a:xfrm>
              <a:off x="783" y="2732"/>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4</a:t>
              </a:r>
            </a:p>
          </p:txBody>
        </p:sp>
        <p:sp>
          <p:nvSpPr>
            <p:cNvPr id="17483" name="Rectangle 85"/>
            <p:cNvSpPr/>
            <p:nvPr/>
          </p:nvSpPr>
          <p:spPr>
            <a:xfrm>
              <a:off x="2866" y="2541"/>
              <a:ext cx="8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t>
              </a:r>
            </a:p>
          </p:txBody>
        </p:sp>
        <p:sp>
          <p:nvSpPr>
            <p:cNvPr id="17484" name="Rectangle 86"/>
            <p:cNvSpPr/>
            <p:nvPr/>
          </p:nvSpPr>
          <p:spPr>
            <a:xfrm>
              <a:off x="1979" y="2541"/>
              <a:ext cx="48"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t>
              </a:r>
            </a:p>
          </p:txBody>
        </p:sp>
        <p:sp>
          <p:nvSpPr>
            <p:cNvPr id="17485" name="Rectangle 87"/>
            <p:cNvSpPr/>
            <p:nvPr/>
          </p:nvSpPr>
          <p:spPr>
            <a:xfrm>
              <a:off x="1414" y="2541"/>
              <a:ext cx="8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t>
              </a:r>
            </a:p>
          </p:txBody>
        </p:sp>
        <p:sp>
          <p:nvSpPr>
            <p:cNvPr id="17486" name="Rectangle 88"/>
            <p:cNvSpPr/>
            <p:nvPr/>
          </p:nvSpPr>
          <p:spPr>
            <a:xfrm>
              <a:off x="783" y="2541"/>
              <a:ext cx="48"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t>
              </a:r>
            </a:p>
          </p:txBody>
        </p:sp>
        <p:sp>
          <p:nvSpPr>
            <p:cNvPr id="17487" name="Rectangle 89"/>
            <p:cNvSpPr/>
            <p:nvPr/>
          </p:nvSpPr>
          <p:spPr>
            <a:xfrm>
              <a:off x="3015" y="2548"/>
              <a:ext cx="1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88" name="Rectangle 90"/>
            <p:cNvSpPr/>
            <p:nvPr/>
          </p:nvSpPr>
          <p:spPr>
            <a:xfrm>
              <a:off x="1563" y="2548"/>
              <a:ext cx="1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89" name="Rectangle 91"/>
            <p:cNvSpPr/>
            <p:nvPr/>
          </p:nvSpPr>
          <p:spPr>
            <a:xfrm>
              <a:off x="929" y="2548"/>
              <a:ext cx="1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Times New Roman" panose="02020603050405020304" pitchFamily="18" charset="0"/>
                <a:ea typeface="宋体" panose="02010600030101010101" pitchFamily="2" charset="-122"/>
              </a:endParaRPr>
            </a:p>
          </p:txBody>
        </p:sp>
        <p:sp>
          <p:nvSpPr>
            <p:cNvPr id="17490" name="Rectangle 92"/>
            <p:cNvSpPr/>
            <p:nvPr/>
          </p:nvSpPr>
          <p:spPr>
            <a:xfrm>
              <a:off x="-240" y="2585"/>
              <a:ext cx="498"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例：</a:t>
              </a:r>
              <a:endParaRPr lang="zh-CN" altLang="en-US" sz="1800" i="0" dirty="0">
                <a:solidFill>
                  <a:schemeClr val="tx1"/>
                </a:solidFill>
                <a:latin typeface="Times New Roman" panose="02020603050405020304" pitchFamily="18" charset="0"/>
                <a:ea typeface="宋体" panose="02010600030101010101" pitchFamily="2" charset="-122"/>
              </a:endParaRPr>
            </a:p>
          </p:txBody>
        </p:sp>
        <p:graphicFrame>
          <p:nvGraphicFramePr>
            <p:cNvPr id="17411" name="Object 93"/>
            <p:cNvGraphicFramePr>
              <a:graphicFrameLocks/>
            </p:cNvGraphicFramePr>
            <p:nvPr/>
          </p:nvGraphicFramePr>
          <p:xfrm>
            <a:off x="2032" y="2656"/>
            <a:ext cx="410" cy="129"/>
          </p:xfrm>
          <a:graphic>
            <a:graphicData uri="http://schemas.openxmlformats.org/presentationml/2006/ole">
              <p:oleObj spid="_x0000_s83970" r:id="rId7" imgW="18726150" imgH="15268575" progId="">
                <p:embed/>
              </p:oleObj>
            </a:graphicData>
          </a:graphic>
        </p:graphicFrame>
      </p:grpSp>
      <p:grpSp>
        <p:nvGrpSpPr>
          <p:cNvPr id="8" name="Group 94"/>
          <p:cNvGrpSpPr/>
          <p:nvPr/>
        </p:nvGrpSpPr>
        <p:grpSpPr>
          <a:xfrm>
            <a:off x="533400" y="4267200"/>
            <a:ext cx="2773363" cy="500063"/>
            <a:chOff x="444" y="3040"/>
            <a:chExt cx="1747" cy="418"/>
          </a:xfrm>
        </p:grpSpPr>
        <p:sp>
          <p:nvSpPr>
            <p:cNvPr id="17461" name="Rectangle 95"/>
            <p:cNvSpPr/>
            <p:nvPr/>
          </p:nvSpPr>
          <p:spPr>
            <a:xfrm>
              <a:off x="2072" y="3040"/>
              <a:ext cx="119" cy="331"/>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grpSp>
          <p:nvGrpSpPr>
            <p:cNvPr id="17462" name="Group 96"/>
            <p:cNvGrpSpPr/>
            <p:nvPr/>
          </p:nvGrpSpPr>
          <p:grpSpPr>
            <a:xfrm>
              <a:off x="444" y="3044"/>
              <a:ext cx="1556" cy="414"/>
              <a:chOff x="21" y="2953"/>
              <a:chExt cx="1556" cy="414"/>
            </a:xfrm>
          </p:grpSpPr>
          <p:sp>
            <p:nvSpPr>
              <p:cNvPr id="17463" name="Rectangle 97"/>
              <p:cNvSpPr/>
              <p:nvPr/>
            </p:nvSpPr>
            <p:spPr>
              <a:xfrm>
                <a:off x="187" y="2957"/>
                <a:ext cx="69" cy="331"/>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7464" name="Rectangle 98"/>
              <p:cNvSpPr/>
              <p:nvPr/>
            </p:nvSpPr>
            <p:spPr>
              <a:xfrm>
                <a:off x="1508" y="2957"/>
                <a:ext cx="69" cy="331"/>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a:t>
                </a:r>
              </a:p>
            </p:txBody>
          </p:sp>
          <p:sp>
            <p:nvSpPr>
              <p:cNvPr id="17465" name="Rectangle 99"/>
              <p:cNvSpPr/>
              <p:nvPr/>
            </p:nvSpPr>
            <p:spPr>
              <a:xfrm>
                <a:off x="880" y="2989"/>
                <a:ext cx="370" cy="331"/>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/Mn</a:t>
                </a:r>
              </a:p>
            </p:txBody>
          </p:sp>
          <p:sp>
            <p:nvSpPr>
              <p:cNvPr id="17466" name="Rectangle 100"/>
              <p:cNvSpPr/>
              <p:nvPr/>
            </p:nvSpPr>
            <p:spPr>
              <a:xfrm>
                <a:off x="253" y="2989"/>
                <a:ext cx="474" cy="331"/>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Times New Roman" panose="02020603050405020304" pitchFamily="18" charset="0"/>
                    <a:ea typeface="宋体" panose="02010600030101010101" pitchFamily="2" charset="-122"/>
                  </a:rPr>
                  <a:t>MnO</a:t>
                </a:r>
              </a:p>
            </p:txBody>
          </p:sp>
          <p:sp>
            <p:nvSpPr>
              <p:cNvPr id="17467" name="Rectangle 101"/>
              <p:cNvSpPr/>
              <p:nvPr/>
            </p:nvSpPr>
            <p:spPr>
              <a:xfrm>
                <a:off x="1312" y="2969"/>
                <a:ext cx="70" cy="22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2</a:t>
                </a:r>
              </a:p>
            </p:txBody>
          </p:sp>
          <p:sp>
            <p:nvSpPr>
              <p:cNvPr id="17468" name="Rectangle 102"/>
              <p:cNvSpPr/>
              <p:nvPr/>
            </p:nvSpPr>
            <p:spPr>
              <a:xfrm>
                <a:off x="784" y="3144"/>
                <a:ext cx="70" cy="22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4</a:t>
                </a:r>
              </a:p>
            </p:txBody>
          </p:sp>
          <p:sp>
            <p:nvSpPr>
              <p:cNvPr id="17469" name="Rectangle 103"/>
              <p:cNvSpPr/>
              <p:nvPr/>
            </p:nvSpPr>
            <p:spPr>
              <a:xfrm>
                <a:off x="1390" y="2953"/>
                <a:ext cx="80" cy="22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a:t>
                </a:r>
              </a:p>
            </p:txBody>
          </p:sp>
          <p:sp>
            <p:nvSpPr>
              <p:cNvPr id="17470" name="Rectangle 104"/>
              <p:cNvSpPr/>
              <p:nvPr/>
            </p:nvSpPr>
            <p:spPr>
              <a:xfrm>
                <a:off x="784" y="2953"/>
                <a:ext cx="46" cy="223"/>
              </a:xfrm>
              <a:prstGeom prst="rect">
                <a:avLst/>
              </a:prstGeom>
              <a:noFill/>
              <a:ln w="9525">
                <a:noFill/>
              </a:ln>
            </p:spPr>
            <p:txBody>
              <a:bodyPr wrap="none" lIns="0" tIns="0" rIns="0" bIns="0">
                <a:spAutoFit/>
              </a:bodyPr>
              <a:lstStyle/>
              <a:p>
                <a:pPr>
                  <a:spcBef>
                    <a:spcPct val="0"/>
                  </a:spcBef>
                </a:pPr>
                <a:r>
                  <a:rPr lang="en-US" altLang="zh-CN" sz="2600" i="0" baseline="30000" dirty="0">
                    <a:solidFill>
                      <a:schemeClr val="tx1"/>
                    </a:solidFill>
                    <a:latin typeface="Times New Roman" panose="02020603050405020304" pitchFamily="18" charset="0"/>
                    <a:ea typeface="宋体" panose="02010600030101010101" pitchFamily="2" charset="-122"/>
                  </a:rPr>
                  <a:t>-</a:t>
                </a:r>
              </a:p>
            </p:txBody>
          </p:sp>
          <p:sp>
            <p:nvSpPr>
              <p:cNvPr id="17471" name="Rectangle 105"/>
              <p:cNvSpPr/>
              <p:nvPr/>
            </p:nvSpPr>
            <p:spPr>
              <a:xfrm>
                <a:off x="21" y="2989"/>
                <a:ext cx="139" cy="331"/>
              </a:xfrm>
              <a:prstGeom prst="rect">
                <a:avLst/>
              </a:prstGeom>
              <a:noFill/>
              <a:ln w="9525">
                <a:noFill/>
              </a:ln>
            </p:spPr>
            <p:txBody>
              <a:bodyPr wrap="none" lIns="0" tIns="0" rIns="0" bIns="0">
                <a:spAutoFit/>
              </a:bodyPr>
              <a:lstStyle/>
              <a:p>
                <a:pPr>
                  <a:spcBef>
                    <a:spcPct val="0"/>
                  </a:spcBef>
                </a:pPr>
                <a:r>
                  <a:rPr lang="en-US" altLang="zh-CN" sz="2600" dirty="0">
                    <a:solidFill>
                      <a:schemeClr val="tx1"/>
                    </a:solidFill>
                    <a:latin typeface="Times New Roman" panose="02020603050405020304" pitchFamily="18" charset="0"/>
                    <a:ea typeface="宋体" panose="02010600030101010101" pitchFamily="2" charset="-122"/>
                  </a:rPr>
                  <a:t>E</a:t>
                </a:r>
                <a:endParaRPr lang="en-US" altLang="zh-CN" sz="2600" i="0" dirty="0">
                  <a:solidFill>
                    <a:schemeClr val="tx1"/>
                  </a:solidFill>
                  <a:latin typeface="Times New Roman" panose="02020603050405020304" pitchFamily="18" charset="0"/>
                  <a:ea typeface="宋体" panose="02010600030101010101" pitchFamily="2" charset="-122"/>
                </a:endParaRPr>
              </a:p>
            </p:txBody>
          </p:sp>
        </p:grpSp>
      </p:grpSp>
      <p:grpSp>
        <p:nvGrpSpPr>
          <p:cNvPr id="10" name="Group 106"/>
          <p:cNvGrpSpPr/>
          <p:nvPr/>
        </p:nvGrpSpPr>
        <p:grpSpPr>
          <a:xfrm>
            <a:off x="533400" y="4876800"/>
            <a:ext cx="8191500" cy="982663"/>
            <a:chOff x="458" y="3365"/>
            <a:chExt cx="5160" cy="690"/>
          </a:xfrm>
        </p:grpSpPr>
        <p:sp>
          <p:nvSpPr>
            <p:cNvPr id="17422" name="Line 107"/>
            <p:cNvSpPr/>
            <p:nvPr/>
          </p:nvSpPr>
          <p:spPr>
            <a:xfrm>
              <a:off x="2414" y="3719"/>
              <a:ext cx="884" cy="1"/>
            </a:xfrm>
            <a:prstGeom prst="line">
              <a:avLst/>
            </a:prstGeom>
            <a:ln w="15875" cap="flat" cmpd="sng">
              <a:solidFill>
                <a:srgbClr val="000000"/>
              </a:solidFill>
              <a:prstDash val="solid"/>
              <a:headEnd type="none" w="med" len="med"/>
              <a:tailEnd type="none" w="med" len="med"/>
            </a:ln>
          </p:spPr>
        </p:sp>
        <p:sp>
          <p:nvSpPr>
            <p:cNvPr id="17423" name="Line 108"/>
            <p:cNvSpPr/>
            <p:nvPr/>
          </p:nvSpPr>
          <p:spPr>
            <a:xfrm>
              <a:off x="3567" y="3719"/>
              <a:ext cx="2051" cy="1"/>
            </a:xfrm>
            <a:prstGeom prst="line">
              <a:avLst/>
            </a:prstGeom>
            <a:ln w="15875" cap="flat" cmpd="sng">
              <a:solidFill>
                <a:srgbClr val="000000"/>
              </a:solidFill>
              <a:prstDash val="solid"/>
              <a:headEnd type="none" w="med" len="med"/>
              <a:tailEnd type="none" w="med" len="med"/>
            </a:ln>
          </p:spPr>
        </p:sp>
        <p:sp>
          <p:nvSpPr>
            <p:cNvPr id="17424" name="Rectangle 109"/>
            <p:cNvSpPr/>
            <p:nvPr/>
          </p:nvSpPr>
          <p:spPr>
            <a:xfrm>
              <a:off x="4403" y="3555"/>
              <a:ext cx="76" cy="202"/>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4</a:t>
              </a:r>
            </a:p>
          </p:txBody>
        </p:sp>
        <p:grpSp>
          <p:nvGrpSpPr>
            <p:cNvPr id="17425" name="Group 110"/>
            <p:cNvGrpSpPr/>
            <p:nvPr/>
          </p:nvGrpSpPr>
          <p:grpSpPr>
            <a:xfrm>
              <a:off x="458" y="3365"/>
              <a:ext cx="5130" cy="690"/>
              <a:chOff x="458" y="3365"/>
              <a:chExt cx="5130" cy="690"/>
            </a:xfrm>
          </p:grpSpPr>
          <p:sp>
            <p:nvSpPr>
              <p:cNvPr id="17426" name="Rectangle 111"/>
              <p:cNvSpPr/>
              <p:nvPr/>
            </p:nvSpPr>
            <p:spPr>
              <a:xfrm>
                <a:off x="4924" y="3755"/>
                <a:ext cx="163"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27" name="Rectangle 112"/>
              <p:cNvSpPr/>
              <p:nvPr/>
            </p:nvSpPr>
            <p:spPr>
              <a:xfrm>
                <a:off x="4373" y="3755"/>
                <a:ext cx="336"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Mn</a:t>
                </a:r>
              </a:p>
            </p:txBody>
          </p:sp>
          <p:sp>
            <p:nvSpPr>
              <p:cNvPr id="17428" name="Rectangle 113"/>
              <p:cNvSpPr/>
              <p:nvPr/>
            </p:nvSpPr>
            <p:spPr>
              <a:xfrm>
                <a:off x="4284" y="3755"/>
                <a:ext cx="75"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29" name="Rectangle 114"/>
              <p:cNvSpPr/>
              <p:nvPr/>
            </p:nvSpPr>
            <p:spPr>
              <a:xfrm>
                <a:off x="4062" y="3755"/>
                <a:ext cx="88"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0" name="Rectangle 115"/>
              <p:cNvSpPr/>
              <p:nvPr/>
            </p:nvSpPr>
            <p:spPr>
              <a:xfrm>
                <a:off x="5325" y="3401"/>
                <a:ext cx="163"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1" name="Rectangle 116"/>
              <p:cNvSpPr/>
              <p:nvPr/>
            </p:nvSpPr>
            <p:spPr>
              <a:xfrm>
                <a:off x="5021" y="3401"/>
                <a:ext cx="174"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H</a:t>
                </a:r>
              </a:p>
            </p:txBody>
          </p:sp>
          <p:sp>
            <p:nvSpPr>
              <p:cNvPr id="17432" name="Rectangle 117"/>
              <p:cNvSpPr/>
              <p:nvPr/>
            </p:nvSpPr>
            <p:spPr>
              <a:xfrm>
                <a:off x="4933" y="3401"/>
                <a:ext cx="75"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3" name="Rectangle 118"/>
              <p:cNvSpPr/>
              <p:nvPr/>
            </p:nvSpPr>
            <p:spPr>
              <a:xfrm>
                <a:off x="4511" y="3401"/>
                <a:ext cx="251"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4" name="Rectangle 119"/>
              <p:cNvSpPr/>
              <p:nvPr/>
            </p:nvSpPr>
            <p:spPr>
              <a:xfrm>
                <a:off x="3871" y="3401"/>
                <a:ext cx="510"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MnO</a:t>
                </a:r>
              </a:p>
            </p:txBody>
          </p:sp>
          <p:sp>
            <p:nvSpPr>
              <p:cNvPr id="17435" name="Rectangle 120"/>
              <p:cNvSpPr/>
              <p:nvPr/>
            </p:nvSpPr>
            <p:spPr>
              <a:xfrm>
                <a:off x="3783" y="3401"/>
                <a:ext cx="75"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6" name="Rectangle 121"/>
              <p:cNvSpPr/>
              <p:nvPr/>
            </p:nvSpPr>
            <p:spPr>
              <a:xfrm>
                <a:off x="3561" y="3401"/>
                <a:ext cx="88"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37" name="Rectangle 122"/>
              <p:cNvSpPr/>
              <p:nvPr/>
            </p:nvSpPr>
            <p:spPr>
              <a:xfrm>
                <a:off x="3337" y="3560"/>
                <a:ext cx="174"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lg</a:t>
                </a:r>
              </a:p>
            </p:txBody>
          </p:sp>
          <p:sp>
            <p:nvSpPr>
              <p:cNvPr id="17438" name="Rectangle 123"/>
              <p:cNvSpPr/>
              <p:nvPr/>
            </p:nvSpPr>
            <p:spPr>
              <a:xfrm>
                <a:off x="2797" y="3755"/>
                <a:ext cx="112"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5</a:t>
                </a:r>
              </a:p>
            </p:txBody>
          </p:sp>
          <p:sp>
            <p:nvSpPr>
              <p:cNvPr id="17439" name="Rectangle 124"/>
              <p:cNvSpPr/>
              <p:nvPr/>
            </p:nvSpPr>
            <p:spPr>
              <a:xfrm>
                <a:off x="3105" y="3401"/>
                <a:ext cx="162"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V</a:t>
                </a:r>
              </a:p>
            </p:txBody>
          </p:sp>
          <p:sp>
            <p:nvSpPr>
              <p:cNvPr id="17440" name="Rectangle 125"/>
              <p:cNvSpPr/>
              <p:nvPr/>
            </p:nvSpPr>
            <p:spPr>
              <a:xfrm>
                <a:off x="2610" y="3401"/>
                <a:ext cx="448"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0592</a:t>
                </a:r>
              </a:p>
            </p:txBody>
          </p:sp>
          <p:sp>
            <p:nvSpPr>
              <p:cNvPr id="17441" name="Rectangle 126"/>
              <p:cNvSpPr/>
              <p:nvPr/>
            </p:nvSpPr>
            <p:spPr>
              <a:xfrm>
                <a:off x="2549" y="3401"/>
                <a:ext cx="56"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42" name="Rectangle 127"/>
              <p:cNvSpPr/>
              <p:nvPr/>
            </p:nvSpPr>
            <p:spPr>
              <a:xfrm>
                <a:off x="2426" y="3401"/>
                <a:ext cx="112"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0</a:t>
                </a:r>
              </a:p>
            </p:txBody>
          </p:sp>
          <p:sp>
            <p:nvSpPr>
              <p:cNvPr id="17443" name="Rectangle 128"/>
              <p:cNvSpPr/>
              <p:nvPr/>
            </p:nvSpPr>
            <p:spPr>
              <a:xfrm>
                <a:off x="2107" y="3558"/>
                <a:ext cx="75"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44" name="Rectangle 129"/>
              <p:cNvSpPr/>
              <p:nvPr/>
            </p:nvSpPr>
            <p:spPr>
              <a:xfrm>
                <a:off x="1487" y="3558"/>
                <a:ext cx="398"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/Mn</a:t>
                </a:r>
              </a:p>
            </p:txBody>
          </p:sp>
          <p:sp>
            <p:nvSpPr>
              <p:cNvPr id="17445" name="Rectangle 130"/>
              <p:cNvSpPr/>
              <p:nvPr/>
            </p:nvSpPr>
            <p:spPr>
              <a:xfrm>
                <a:off x="859" y="3558"/>
                <a:ext cx="510"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MnO</a:t>
                </a:r>
              </a:p>
            </p:txBody>
          </p:sp>
          <p:sp>
            <p:nvSpPr>
              <p:cNvPr id="17446" name="Rectangle 131"/>
              <p:cNvSpPr/>
              <p:nvPr/>
            </p:nvSpPr>
            <p:spPr>
              <a:xfrm>
                <a:off x="770" y="3558"/>
                <a:ext cx="75"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47" name="Rectangle 132"/>
              <p:cNvSpPr/>
              <p:nvPr/>
            </p:nvSpPr>
            <p:spPr>
              <a:xfrm>
                <a:off x="4735" y="3734"/>
                <a:ext cx="76"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2</a:t>
                </a:r>
              </a:p>
            </p:txBody>
          </p:sp>
          <p:sp>
            <p:nvSpPr>
              <p:cNvPr id="17448" name="Rectangle 133"/>
              <p:cNvSpPr/>
              <p:nvPr/>
            </p:nvSpPr>
            <p:spPr>
              <a:xfrm>
                <a:off x="5512" y="3379"/>
                <a:ext cx="76"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8</a:t>
                </a:r>
              </a:p>
            </p:txBody>
          </p:sp>
          <p:sp>
            <p:nvSpPr>
              <p:cNvPr id="17449" name="Rectangle 134"/>
              <p:cNvSpPr/>
              <p:nvPr/>
            </p:nvSpPr>
            <p:spPr>
              <a:xfrm>
                <a:off x="1918" y="3538"/>
                <a:ext cx="76"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2</a:t>
                </a:r>
              </a:p>
            </p:txBody>
          </p:sp>
          <p:sp>
            <p:nvSpPr>
              <p:cNvPr id="17450" name="Rectangle 135"/>
              <p:cNvSpPr/>
              <p:nvPr/>
            </p:nvSpPr>
            <p:spPr>
              <a:xfrm>
                <a:off x="1390" y="3713"/>
                <a:ext cx="76"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4</a:t>
                </a:r>
              </a:p>
            </p:txBody>
          </p:sp>
          <p:sp>
            <p:nvSpPr>
              <p:cNvPr id="17451" name="Rectangle 136"/>
              <p:cNvSpPr/>
              <p:nvPr/>
            </p:nvSpPr>
            <p:spPr>
              <a:xfrm>
                <a:off x="4813" y="3717"/>
                <a:ext cx="87"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a:t>
                </a:r>
              </a:p>
            </p:txBody>
          </p:sp>
          <p:sp>
            <p:nvSpPr>
              <p:cNvPr id="17452" name="Rectangle 137"/>
              <p:cNvSpPr/>
              <p:nvPr/>
            </p:nvSpPr>
            <p:spPr>
              <a:xfrm>
                <a:off x="5215" y="3365"/>
                <a:ext cx="87"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a:t>
                </a:r>
              </a:p>
            </p:txBody>
          </p:sp>
          <p:sp>
            <p:nvSpPr>
              <p:cNvPr id="17453" name="Rectangle 138"/>
              <p:cNvSpPr/>
              <p:nvPr/>
            </p:nvSpPr>
            <p:spPr>
              <a:xfrm>
                <a:off x="4403" y="3365"/>
                <a:ext cx="51"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a:t>
                </a:r>
              </a:p>
            </p:txBody>
          </p:sp>
          <p:sp>
            <p:nvSpPr>
              <p:cNvPr id="17454" name="Rectangle 139"/>
              <p:cNvSpPr/>
              <p:nvPr/>
            </p:nvSpPr>
            <p:spPr>
              <a:xfrm>
                <a:off x="1996" y="3522"/>
                <a:ext cx="87"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a:t>
                </a:r>
              </a:p>
            </p:txBody>
          </p:sp>
          <p:sp>
            <p:nvSpPr>
              <p:cNvPr id="17455" name="Rectangle 140"/>
              <p:cNvSpPr/>
              <p:nvPr/>
            </p:nvSpPr>
            <p:spPr>
              <a:xfrm>
                <a:off x="1390" y="3522"/>
                <a:ext cx="51"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a:t>
                </a:r>
              </a:p>
            </p:txBody>
          </p:sp>
          <p:sp>
            <p:nvSpPr>
              <p:cNvPr id="17456" name="Rectangle 141"/>
              <p:cNvSpPr/>
              <p:nvPr/>
            </p:nvSpPr>
            <p:spPr>
              <a:xfrm>
                <a:off x="2229" y="3530"/>
                <a:ext cx="128"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p>
            </p:txBody>
          </p:sp>
          <p:sp>
            <p:nvSpPr>
              <p:cNvPr id="17457" name="Rectangle 142"/>
              <p:cNvSpPr/>
              <p:nvPr/>
            </p:nvSpPr>
            <p:spPr>
              <a:xfrm>
                <a:off x="4169" y="3754"/>
                <a:ext cx="99" cy="300"/>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c</a:t>
                </a:r>
                <a:endParaRPr lang="en-US" altLang="zh-CN" i="0" dirty="0">
                  <a:solidFill>
                    <a:schemeClr val="tx1"/>
                  </a:solidFill>
                  <a:latin typeface="Times New Roman" panose="02020603050405020304" pitchFamily="18" charset="0"/>
                  <a:ea typeface="宋体" panose="02010600030101010101" pitchFamily="2" charset="-122"/>
                </a:endParaRPr>
              </a:p>
            </p:txBody>
          </p:sp>
          <p:sp>
            <p:nvSpPr>
              <p:cNvPr id="17458" name="Rectangle 143"/>
              <p:cNvSpPr/>
              <p:nvPr/>
            </p:nvSpPr>
            <p:spPr>
              <a:xfrm>
                <a:off x="4818" y="3401"/>
                <a:ext cx="99" cy="300"/>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c</a:t>
                </a:r>
                <a:endParaRPr lang="en-US" altLang="zh-CN" i="0" dirty="0">
                  <a:solidFill>
                    <a:schemeClr val="tx1"/>
                  </a:solidFill>
                  <a:latin typeface="Times New Roman" panose="02020603050405020304" pitchFamily="18" charset="0"/>
                  <a:ea typeface="宋体" panose="02010600030101010101" pitchFamily="2" charset="-122"/>
                </a:endParaRPr>
              </a:p>
            </p:txBody>
          </p:sp>
          <p:sp>
            <p:nvSpPr>
              <p:cNvPr id="17459" name="Rectangle 144"/>
              <p:cNvSpPr/>
              <p:nvPr/>
            </p:nvSpPr>
            <p:spPr>
              <a:xfrm>
                <a:off x="3668" y="3401"/>
                <a:ext cx="99" cy="300"/>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c</a:t>
                </a:r>
                <a:endParaRPr lang="en-US" altLang="zh-CN" i="0" dirty="0">
                  <a:solidFill>
                    <a:schemeClr val="tx1"/>
                  </a:solidFill>
                  <a:latin typeface="Times New Roman" panose="02020603050405020304" pitchFamily="18" charset="0"/>
                  <a:ea typeface="宋体" panose="02010600030101010101" pitchFamily="2" charset="-122"/>
                </a:endParaRPr>
              </a:p>
            </p:txBody>
          </p:sp>
          <p:sp>
            <p:nvSpPr>
              <p:cNvPr id="17460" name="Rectangle 145"/>
              <p:cNvSpPr/>
              <p:nvPr/>
            </p:nvSpPr>
            <p:spPr>
              <a:xfrm>
                <a:off x="458" y="3559"/>
                <a:ext cx="149" cy="300"/>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E</a:t>
                </a:r>
                <a:endParaRPr lang="en-US" altLang="zh-CN" i="0" dirty="0">
                  <a:solidFill>
                    <a:schemeClr val="tx1"/>
                  </a:solidFill>
                  <a:latin typeface="Times New Roman" panose="02020603050405020304" pitchFamily="18" charset="0"/>
                  <a:ea typeface="宋体" panose="02010600030101010101" pitchFamily="2" charset="-122"/>
                </a:endParaRPr>
              </a:p>
            </p:txBody>
          </p:sp>
          <p:graphicFrame>
            <p:nvGraphicFramePr>
              <p:cNvPr id="17410" name="Object 146"/>
              <p:cNvGraphicFramePr>
                <a:graphicFrameLocks/>
              </p:cNvGraphicFramePr>
              <p:nvPr/>
            </p:nvGraphicFramePr>
            <p:xfrm>
              <a:off x="624" y="3552"/>
              <a:ext cx="171" cy="168"/>
            </p:xfrm>
            <a:graphic>
              <a:graphicData uri="http://schemas.openxmlformats.org/presentationml/2006/ole">
                <p:oleObj spid="_x0000_s83969" r:id="rId8" imgW="271780" imgH="266700" progId="">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18436" name="组合 23"/>
          <p:cNvGrpSpPr/>
          <p:nvPr/>
        </p:nvGrpSpPr>
        <p:grpSpPr>
          <a:xfrm>
            <a:off x="609600" y="381000"/>
            <a:ext cx="8001000" cy="5003800"/>
            <a:chOff x="304800" y="381000"/>
            <a:chExt cx="8020222" cy="5003800"/>
          </a:xfrm>
        </p:grpSpPr>
        <p:sp>
          <p:nvSpPr>
            <p:cNvPr id="18437" name="Rectangle 4"/>
            <p:cNvSpPr/>
            <p:nvPr/>
          </p:nvSpPr>
          <p:spPr>
            <a:xfrm>
              <a:off x="304800" y="381000"/>
              <a:ext cx="7754938" cy="554038"/>
            </a:xfrm>
            <a:prstGeom prst="rect">
              <a:avLst/>
            </a:prstGeom>
            <a:noFill/>
            <a:ln w="9525">
              <a:noFill/>
            </a:ln>
          </p:spPr>
          <p:txBody>
            <a:bodyPr wrap="none">
              <a:spAutoFit/>
            </a:bodyPr>
            <a:lstStyle/>
            <a:p>
              <a:pPr>
                <a:lnSpc>
                  <a:spcPts val="3600"/>
                </a:lnSpc>
              </a:pPr>
              <a:r>
                <a:rPr lang="zh-CN" altLang="en-US" dirty="0">
                  <a:solidFill>
                    <a:srgbClr val="0033CC"/>
                  </a:solidFill>
                  <a:latin typeface="Times New Roman" panose="02020603050405020304" pitchFamily="18" charset="0"/>
                </a:rPr>
                <a:t>注：电对的标准电极电势的特征</a:t>
              </a:r>
              <a:r>
                <a:rPr lang="en-US" altLang="zh-CN" dirty="0">
                  <a:solidFill>
                    <a:srgbClr val="0000CC"/>
                  </a:solidFill>
                  <a:latin typeface="Times New Roman" panose="02020603050405020304" pitchFamily="18" charset="0"/>
                </a:rPr>
                <a:t>——</a:t>
              </a:r>
              <a:r>
                <a:rPr lang="zh-CN" altLang="en-US" dirty="0">
                  <a:solidFill>
                    <a:srgbClr val="C00000"/>
                  </a:solidFill>
                  <a:latin typeface="Times New Roman" panose="02020603050405020304" pitchFamily="18" charset="0"/>
                </a:rPr>
                <a:t>强度性质</a:t>
              </a:r>
              <a:r>
                <a:rPr lang="zh-CN" altLang="en-US" dirty="0">
                  <a:solidFill>
                    <a:srgbClr val="0000CC"/>
                  </a:solidFill>
                  <a:latin typeface="Times New Roman" panose="02020603050405020304" pitchFamily="18" charset="0"/>
                </a:rPr>
                <a:t>：</a:t>
              </a:r>
            </a:p>
          </p:txBody>
        </p:sp>
        <p:sp>
          <p:nvSpPr>
            <p:cNvPr id="18438" name="Rectangle 5"/>
            <p:cNvSpPr/>
            <p:nvPr/>
          </p:nvSpPr>
          <p:spPr>
            <a:xfrm>
              <a:off x="304800" y="990600"/>
              <a:ext cx="8020222" cy="1231106"/>
            </a:xfrm>
            <a:prstGeom prst="rect">
              <a:avLst/>
            </a:prstGeom>
            <a:noFill/>
            <a:ln w="9525">
              <a:noFill/>
            </a:ln>
          </p:spPr>
          <p:txBody>
            <a:bodyPr>
              <a:spAutoFit/>
            </a:bodyPr>
            <a:lstStyle/>
            <a:p>
              <a:pPr>
                <a:lnSpc>
                  <a:spcPts val="3600"/>
                </a:lnSpc>
              </a:pPr>
              <a:r>
                <a:rPr lang="en-US" altLang="zh-CN" dirty="0">
                  <a:latin typeface="Times New Roman" panose="02020603050405020304" pitchFamily="18" charset="0"/>
                </a:rPr>
                <a:t>      1)</a:t>
              </a:r>
              <a:r>
                <a:rPr lang="zh-CN" altLang="en-US" dirty="0">
                  <a:solidFill>
                    <a:srgbClr val="000000"/>
                  </a:solidFill>
                  <a:latin typeface="Times New Roman" panose="02020603050405020304" pitchFamily="18" charset="0"/>
                </a:rPr>
                <a:t>注意切记标准电极电势的条件：</a:t>
              </a:r>
            </a:p>
            <a:p>
              <a:pPr>
                <a:lnSpc>
                  <a:spcPts val="3600"/>
                </a:lnSpc>
              </a:pPr>
              <a:r>
                <a:rPr lang="zh-CN" altLang="en-US" dirty="0">
                  <a:solidFill>
                    <a:srgbClr val="0000CC"/>
                  </a:solidFill>
                  <a:latin typeface="Times New Roman" panose="02020603050405020304" pitchFamily="18" charset="0"/>
                </a:rPr>
                <a:t>离子</a:t>
              </a:r>
              <a:r>
                <a:rPr lang="en-US" altLang="zh-CN" dirty="0">
                  <a:solidFill>
                    <a:srgbClr val="0000CC"/>
                  </a:solidFill>
                  <a:latin typeface="Times New Roman" panose="02020603050405020304" pitchFamily="18" charset="0"/>
                </a:rPr>
                <a:t>/</a:t>
              </a:r>
              <a:r>
                <a:rPr lang="zh-CN" altLang="en-US" dirty="0">
                  <a:solidFill>
                    <a:srgbClr val="C00000"/>
                  </a:solidFill>
                  <a:latin typeface="Times New Roman" panose="02020603050405020304" pitchFamily="18" charset="0"/>
                </a:rPr>
                <a:t>分子</a:t>
              </a:r>
              <a:r>
                <a:rPr lang="en-US" altLang="zh-CN" dirty="0">
                  <a:solidFill>
                    <a:srgbClr val="FF0000"/>
                  </a:solidFill>
                  <a:latin typeface="Times New Roman" panose="02020603050405020304" pitchFamily="18" charset="0"/>
                  <a:ea typeface="楷体" panose="02010609060101010101" pitchFamily="49" charset="-122"/>
                </a:rPr>
                <a:t>c</a:t>
              </a:r>
              <a:r>
                <a:rPr lang="el-GR" altLang="zh-CN" baseline="30000" dirty="0">
                  <a:solidFill>
                    <a:srgbClr val="FF0000"/>
                  </a:solidFill>
                  <a:latin typeface="Times New Roman" panose="02020603050405020304" pitchFamily="18" charset="0"/>
                  <a:ea typeface="楷体" panose="02010609060101010101" pitchFamily="49" charset="-122"/>
                </a:rPr>
                <a:t>ϴ</a:t>
              </a:r>
              <a:r>
                <a:rPr lang="en-US" altLang="zh-CN" dirty="0">
                  <a:solidFill>
                    <a:srgbClr val="FF0000"/>
                  </a:solidFill>
                  <a:latin typeface="Times New Roman" panose="02020603050405020304" pitchFamily="18" charset="0"/>
                  <a:ea typeface="楷体" panose="02010609060101010101" pitchFamily="49" charset="-122"/>
                </a:rPr>
                <a:t> </a:t>
              </a:r>
              <a:r>
                <a:rPr lang="en-US" altLang="zh-CN" dirty="0">
                  <a:solidFill>
                    <a:srgbClr val="0000CC"/>
                  </a:solidFill>
                  <a:latin typeface="Times New Roman" panose="02020603050405020304" pitchFamily="18" charset="0"/>
                </a:rPr>
                <a:t>——1 mol</a:t>
              </a:r>
              <a:r>
                <a:rPr lang="en-US" altLang="zh-CN" dirty="0">
                  <a:solidFill>
                    <a:srgbClr val="0000CC"/>
                  </a:solidFill>
                  <a:latin typeface="Times New Roman" panose="02020603050405020304" pitchFamily="18" charset="0"/>
                  <a:sym typeface="Symbol" panose="05050102010706020507" pitchFamily="18" charset="2"/>
                </a:rPr>
                <a:t></a:t>
              </a:r>
              <a:r>
                <a:rPr lang="en-US" altLang="zh-CN" dirty="0">
                  <a:solidFill>
                    <a:srgbClr val="0000CC"/>
                  </a:solidFill>
                  <a:latin typeface="Times New Roman" panose="02020603050405020304" pitchFamily="18" charset="0"/>
                </a:rPr>
                <a:t>L</a:t>
              </a:r>
              <a:r>
                <a:rPr lang="en-US" altLang="zh-CN" baseline="30000" dirty="0">
                  <a:solidFill>
                    <a:srgbClr val="0000CC"/>
                  </a:solidFill>
                  <a:latin typeface="Times New Roman" panose="02020603050405020304" pitchFamily="18" charset="0"/>
                </a:rPr>
                <a:t>-1</a:t>
              </a:r>
              <a:r>
                <a:rPr lang="zh-CN" altLang="en-US" dirty="0">
                  <a:solidFill>
                    <a:srgbClr val="0000CC"/>
                  </a:solidFill>
                  <a:latin typeface="Times New Roman" panose="02020603050405020304" pitchFamily="18" charset="0"/>
                </a:rPr>
                <a:t>；气体</a:t>
              </a:r>
              <a:r>
                <a:rPr lang="en-US" altLang="zh-CN" dirty="0">
                  <a:solidFill>
                    <a:srgbClr val="FF0000"/>
                  </a:solidFill>
                  <a:latin typeface="Times New Roman" panose="02020603050405020304" pitchFamily="18" charset="0"/>
                  <a:ea typeface="楷体" panose="02010609060101010101" pitchFamily="49" charset="-122"/>
                </a:rPr>
                <a:t>p</a:t>
              </a:r>
              <a:r>
                <a:rPr lang="el-GR" altLang="zh-CN" baseline="30000" dirty="0">
                  <a:solidFill>
                    <a:srgbClr val="FF0000"/>
                  </a:solidFill>
                  <a:latin typeface="Times New Roman" panose="02020603050405020304" pitchFamily="18" charset="0"/>
                  <a:ea typeface="楷体" panose="02010609060101010101" pitchFamily="49" charset="-122"/>
                </a:rPr>
                <a:t>ϴ</a:t>
              </a:r>
              <a:r>
                <a:rPr lang="en-US" altLang="zh-CN" dirty="0">
                  <a:solidFill>
                    <a:srgbClr val="0000CC"/>
                  </a:solidFill>
                  <a:latin typeface="Times New Roman" panose="02020603050405020304" pitchFamily="18" charset="0"/>
                </a:rPr>
                <a:t>——100kPa</a:t>
              </a:r>
            </a:p>
          </p:txBody>
        </p:sp>
        <p:sp>
          <p:nvSpPr>
            <p:cNvPr id="18439" name="Rectangle 7"/>
            <p:cNvSpPr/>
            <p:nvPr/>
          </p:nvSpPr>
          <p:spPr>
            <a:xfrm>
              <a:off x="533400" y="2438400"/>
              <a:ext cx="7543800" cy="553998"/>
            </a:xfrm>
            <a:prstGeom prst="rect">
              <a:avLst/>
            </a:prstGeom>
            <a:noFill/>
            <a:ln w="9525">
              <a:noFill/>
            </a:ln>
          </p:spPr>
          <p:txBody>
            <a:bodyPr>
              <a:spAutoFit/>
            </a:bodyPr>
            <a:lstStyle/>
            <a:p>
              <a:pPr>
                <a:lnSpc>
                  <a:spcPts val="3600"/>
                </a:lnSpc>
              </a:pPr>
              <a:r>
                <a:rPr lang="en-US" altLang="zh-CN" dirty="0">
                  <a:latin typeface="Times New Roman" panose="02020603050405020304" pitchFamily="18" charset="0"/>
                </a:rPr>
                <a:t>   2)</a:t>
              </a:r>
              <a:r>
                <a:rPr lang="zh-CN" altLang="en-US" dirty="0">
                  <a:solidFill>
                    <a:srgbClr val="000000"/>
                  </a:solidFill>
                  <a:latin typeface="Times New Roman" panose="02020603050405020304" pitchFamily="18" charset="0"/>
                </a:rPr>
                <a:t>注意标准电极电势的书写格式：</a:t>
              </a:r>
            </a:p>
          </p:txBody>
        </p:sp>
        <p:sp>
          <p:nvSpPr>
            <p:cNvPr id="18440" name="Rectangle 8"/>
            <p:cNvSpPr/>
            <p:nvPr/>
          </p:nvSpPr>
          <p:spPr>
            <a:xfrm>
              <a:off x="1447800" y="3124200"/>
              <a:ext cx="5638800" cy="549275"/>
            </a:xfrm>
            <a:prstGeom prst="rect">
              <a:avLst/>
            </a:prstGeom>
            <a:solidFill>
              <a:srgbClr val="CCFFCC"/>
            </a:solidFill>
            <a:ln w="9525">
              <a:noFill/>
            </a:ln>
          </p:spPr>
          <p:txBody>
            <a:bodyPr>
              <a:spAutoFit/>
            </a:bodyPr>
            <a:lstStyle/>
            <a:p>
              <a:pPr>
                <a:lnSpc>
                  <a:spcPts val="3600"/>
                </a:lnSpc>
                <a:spcBef>
                  <a:spcPct val="0"/>
                </a:spcBef>
              </a:pPr>
              <a:r>
                <a:rPr lang="en-US" altLang="zh-CN" dirty="0">
                  <a:latin typeface="Times New Roman" panose="02020603050405020304" pitchFamily="18" charset="0"/>
                </a:rPr>
                <a:t>[</a:t>
              </a:r>
              <a:r>
                <a:rPr lang="zh-CN" altLang="en-US" dirty="0">
                  <a:latin typeface="Times New Roman" panose="02020603050405020304" pitchFamily="18" charset="0"/>
                </a:rPr>
                <a:t>氧化型</a:t>
              </a:r>
              <a:r>
                <a:rPr lang="en-US" altLang="zh-CN" dirty="0">
                  <a:latin typeface="Times New Roman" panose="02020603050405020304" pitchFamily="18" charset="0"/>
                </a:rPr>
                <a:t>] + ne</a:t>
              </a:r>
              <a:r>
                <a:rPr lang="en-US" altLang="zh-CN" baseline="30000" dirty="0">
                  <a:latin typeface="Times New Roman" panose="02020603050405020304" pitchFamily="18" charset="0"/>
                </a:rPr>
                <a:t>- </a:t>
              </a:r>
              <a:r>
                <a:rPr lang="en-US" altLang="zh-CN" dirty="0">
                  <a:latin typeface="Times New Roman" panose="02020603050405020304" pitchFamily="18" charset="0"/>
                </a:rPr>
                <a:t> </a:t>
              </a:r>
              <a:r>
                <a:rPr lang="en-US" altLang="zh-CN" dirty="0">
                  <a:latin typeface="Times New Roman" panose="02020603050405020304" pitchFamily="18" charset="0"/>
                  <a:ea typeface="宋体" panose="02010600030101010101" pitchFamily="2" charset="-122"/>
                  <a:sym typeface="Symbol" panose="05050102010706020507" pitchFamily="18" charset="2"/>
                </a:rPr>
                <a:t>→</a:t>
              </a:r>
              <a:r>
                <a:rPr lang="en-US" altLang="zh-CN" dirty="0">
                  <a:latin typeface="Times New Roman" panose="02020603050405020304" pitchFamily="18" charset="0"/>
                  <a:sym typeface="Symbol" panose="05050102010706020507" pitchFamily="18" charset="2"/>
                </a:rPr>
                <a:t> </a:t>
              </a:r>
              <a:r>
                <a:rPr lang="zh-CN" altLang="zh-CN" dirty="0">
                  <a:latin typeface="Times New Roman" panose="02020603050405020304" pitchFamily="18" charset="0"/>
                  <a:sym typeface="Symbol" panose="05050102010706020507" pitchFamily="18" charset="2"/>
                </a:rPr>
                <a:t> </a:t>
              </a:r>
              <a:r>
                <a:rPr lang="en-US" altLang="zh-CN"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还原型</a:t>
              </a:r>
              <a:r>
                <a:rPr lang="en-US" altLang="zh-CN" dirty="0">
                  <a:latin typeface="Times New Roman" panose="02020603050405020304" pitchFamily="18" charset="0"/>
                  <a:sym typeface="Symbol" panose="05050102010706020507" pitchFamily="18" charset="2"/>
                </a:rPr>
                <a:t>]</a:t>
              </a:r>
            </a:p>
          </p:txBody>
        </p:sp>
        <p:sp>
          <p:nvSpPr>
            <p:cNvPr id="18441" name="Rectangle 9"/>
            <p:cNvSpPr/>
            <p:nvPr/>
          </p:nvSpPr>
          <p:spPr>
            <a:xfrm>
              <a:off x="609600" y="3962400"/>
              <a:ext cx="7543800" cy="553998"/>
            </a:xfrm>
            <a:prstGeom prst="rect">
              <a:avLst/>
            </a:prstGeom>
            <a:noFill/>
            <a:ln w="9525">
              <a:noFill/>
            </a:ln>
          </p:spPr>
          <p:txBody>
            <a:bodyPr>
              <a:spAutoFit/>
            </a:bodyPr>
            <a:lstStyle/>
            <a:p>
              <a:pPr>
                <a:lnSpc>
                  <a:spcPts val="3600"/>
                </a:lnSpc>
              </a:pPr>
              <a:r>
                <a:rPr lang="en-US" altLang="zh-CN" dirty="0">
                  <a:latin typeface="Times New Roman" panose="02020603050405020304" pitchFamily="18" charset="0"/>
                </a:rPr>
                <a:t>  3)</a:t>
              </a:r>
              <a:r>
                <a:rPr lang="zh-CN" altLang="en-US" dirty="0">
                  <a:solidFill>
                    <a:srgbClr val="000000"/>
                  </a:solidFill>
                  <a:latin typeface="Times New Roman" panose="02020603050405020304" pitchFamily="18" charset="0"/>
                </a:rPr>
                <a:t>两边同乘于系数，其电极电势值不变</a:t>
              </a:r>
            </a:p>
          </p:txBody>
        </p:sp>
        <p:grpSp>
          <p:nvGrpSpPr>
            <p:cNvPr id="18442" name="Group 45"/>
            <p:cNvGrpSpPr/>
            <p:nvPr/>
          </p:nvGrpSpPr>
          <p:grpSpPr>
            <a:xfrm>
              <a:off x="1295400" y="4648200"/>
              <a:ext cx="6958013" cy="736600"/>
              <a:chOff x="816" y="2928"/>
              <a:chExt cx="4383" cy="464"/>
            </a:xfrm>
          </p:grpSpPr>
          <p:sp>
            <p:nvSpPr>
              <p:cNvPr id="18443" name="Rectangle 28"/>
              <p:cNvSpPr/>
              <p:nvPr/>
            </p:nvSpPr>
            <p:spPr>
              <a:xfrm>
                <a:off x="5142" y="3101"/>
                <a:ext cx="57"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 </a:t>
                </a:r>
              </a:p>
            </p:txBody>
          </p:sp>
          <p:sp>
            <p:nvSpPr>
              <p:cNvPr id="18444" name="Rectangle 29"/>
              <p:cNvSpPr/>
              <p:nvPr/>
            </p:nvSpPr>
            <p:spPr>
              <a:xfrm>
                <a:off x="4274" y="3101"/>
                <a:ext cx="786"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0.7991V</a:t>
                </a:r>
              </a:p>
            </p:txBody>
          </p:sp>
          <p:sp>
            <p:nvSpPr>
              <p:cNvPr id="18445" name="Rectangle 30"/>
              <p:cNvSpPr/>
              <p:nvPr/>
            </p:nvSpPr>
            <p:spPr>
              <a:xfrm>
                <a:off x="4072" y="3072"/>
                <a:ext cx="129"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sp>
            <p:nvSpPr>
              <p:cNvPr id="18446" name="Rectangle 31"/>
              <p:cNvSpPr/>
              <p:nvPr/>
            </p:nvSpPr>
            <p:spPr>
              <a:xfrm>
                <a:off x="3744" y="3072"/>
                <a:ext cx="150"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E</a:t>
                </a:r>
              </a:p>
            </p:txBody>
          </p:sp>
          <p:graphicFrame>
            <p:nvGraphicFramePr>
              <p:cNvPr id="18434" name="Object 2"/>
              <p:cNvGraphicFramePr>
                <a:graphicFrameLocks/>
              </p:cNvGraphicFramePr>
              <p:nvPr/>
            </p:nvGraphicFramePr>
            <p:xfrm>
              <a:off x="3888" y="3024"/>
              <a:ext cx="171" cy="168"/>
            </p:xfrm>
            <a:graphic>
              <a:graphicData uri="http://schemas.openxmlformats.org/presentationml/2006/ole">
                <p:oleObj spid="_x0000_s86018" r:id="rId3" imgW="271780" imgH="266700" progId="">
                  <p:embed/>
                </p:oleObj>
              </a:graphicData>
            </a:graphic>
          </p:graphicFrame>
          <p:sp>
            <p:nvSpPr>
              <p:cNvPr id="18447" name="Rectangle 34"/>
              <p:cNvSpPr/>
              <p:nvPr/>
            </p:nvSpPr>
            <p:spPr>
              <a:xfrm>
                <a:off x="2832" y="3024"/>
                <a:ext cx="629"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xAg(s)</a:t>
                </a:r>
              </a:p>
            </p:txBody>
          </p:sp>
          <p:sp>
            <p:nvSpPr>
              <p:cNvPr id="18448" name="Rectangle 35"/>
              <p:cNvSpPr/>
              <p:nvPr/>
            </p:nvSpPr>
            <p:spPr>
              <a:xfrm>
                <a:off x="2566" y="3011"/>
                <a:ext cx="57"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 </a:t>
                </a:r>
              </a:p>
            </p:txBody>
          </p:sp>
          <p:sp>
            <p:nvSpPr>
              <p:cNvPr id="18449" name="Rectangle 36"/>
              <p:cNvSpPr/>
              <p:nvPr/>
            </p:nvSpPr>
            <p:spPr>
              <a:xfrm>
                <a:off x="2021" y="3011"/>
                <a:ext cx="213"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xe</a:t>
                </a:r>
              </a:p>
            </p:txBody>
          </p:sp>
          <p:sp>
            <p:nvSpPr>
              <p:cNvPr id="18450" name="Rectangle 37"/>
              <p:cNvSpPr/>
              <p:nvPr/>
            </p:nvSpPr>
            <p:spPr>
              <a:xfrm>
                <a:off x="1692" y="3011"/>
                <a:ext cx="76"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sp>
            <p:nvSpPr>
              <p:cNvPr id="18451" name="Rectangle 38"/>
              <p:cNvSpPr/>
              <p:nvPr/>
            </p:nvSpPr>
            <p:spPr>
              <a:xfrm>
                <a:off x="1443" y="3011"/>
                <a:ext cx="239"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aq</a:t>
                </a:r>
              </a:p>
            </p:txBody>
          </p:sp>
          <p:sp>
            <p:nvSpPr>
              <p:cNvPr id="18452" name="Rectangle 39"/>
              <p:cNvSpPr/>
              <p:nvPr/>
            </p:nvSpPr>
            <p:spPr>
              <a:xfrm>
                <a:off x="1353" y="3011"/>
                <a:ext cx="76"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sp>
            <p:nvSpPr>
              <p:cNvPr id="18453" name="Rectangle 40"/>
              <p:cNvSpPr/>
              <p:nvPr/>
            </p:nvSpPr>
            <p:spPr>
              <a:xfrm>
                <a:off x="816" y="3024"/>
                <a:ext cx="390"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xAg</a:t>
                </a:r>
              </a:p>
            </p:txBody>
          </p:sp>
          <p:sp>
            <p:nvSpPr>
              <p:cNvPr id="18454" name="Rectangle 41"/>
              <p:cNvSpPr/>
              <p:nvPr/>
            </p:nvSpPr>
            <p:spPr>
              <a:xfrm>
                <a:off x="1830" y="2982"/>
                <a:ext cx="129"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sp>
            <p:nvSpPr>
              <p:cNvPr id="18455" name="Rectangle 42"/>
              <p:cNvSpPr/>
              <p:nvPr/>
            </p:nvSpPr>
            <p:spPr>
              <a:xfrm>
                <a:off x="2256" y="2928"/>
                <a:ext cx="76"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sp>
            <p:nvSpPr>
              <p:cNvPr id="18456" name="Rectangle 43"/>
              <p:cNvSpPr/>
              <p:nvPr/>
            </p:nvSpPr>
            <p:spPr>
              <a:xfrm>
                <a:off x="1200" y="2928"/>
                <a:ext cx="129" cy="291"/>
              </a:xfrm>
              <a:prstGeom prst="rect">
                <a:avLst/>
              </a:prstGeom>
              <a:noFill/>
              <a:ln w="9525">
                <a:noFill/>
              </a:ln>
            </p:spPr>
            <p:txBody>
              <a:bodyPr wrap="none" lIns="0" tIns="0" rIns="0" bIns="0">
                <a:spAutoFit/>
              </a:bodyPr>
              <a:lstStyle/>
              <a:p>
                <a:pPr>
                  <a:lnSpc>
                    <a:spcPts val="3600"/>
                  </a:lnSpc>
                  <a:spcBef>
                    <a:spcPct val="0"/>
                  </a:spcBef>
                </a:pPr>
                <a:r>
                  <a:rPr lang="en-US" altLang="zh-CN" dirty="0">
                    <a:solidFill>
                      <a:srgbClr val="0000CC"/>
                    </a:solidFill>
                    <a:latin typeface="Times New Roman" panose="02020603050405020304" pitchFamily="18" charset="0"/>
                    <a:ea typeface="宋体" panose="02010600030101010101" pitchFamily="2" charset="-122"/>
                  </a:rPr>
                  <a:t>+</a:t>
                </a:r>
              </a:p>
            </p:txBody>
          </p:sp>
          <p:graphicFrame>
            <p:nvGraphicFramePr>
              <p:cNvPr id="18435" name="Object 3"/>
              <p:cNvGraphicFramePr>
                <a:graphicFrameLocks/>
              </p:cNvGraphicFramePr>
              <p:nvPr/>
            </p:nvGraphicFramePr>
            <p:xfrm>
              <a:off x="2352" y="3120"/>
              <a:ext cx="410" cy="129"/>
            </p:xfrm>
            <a:graphic>
              <a:graphicData uri="http://schemas.openxmlformats.org/presentationml/2006/ole">
                <p:oleObj spid="_x0000_s86017" r:id="rId4" imgW="650240" imgH="205740" progId="">
                  <p:embed/>
                </p:oleObj>
              </a:graphicData>
            </a:graphic>
          </p:graphicFrame>
        </p:grpSp>
      </p:gr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矩形 6"/>
          <p:cNvSpPr/>
          <p:nvPr/>
        </p:nvSpPr>
        <p:spPr>
          <a:xfrm>
            <a:off x="152400" y="228600"/>
            <a:ext cx="1266825" cy="523875"/>
          </a:xfrm>
          <a:prstGeom prst="rect">
            <a:avLst/>
          </a:prstGeom>
          <a:noFill/>
          <a:ln w="9525">
            <a:noFill/>
          </a:ln>
        </p:spPr>
        <p:txBody>
          <a:bodyPr wrap="none">
            <a:spAutoFit/>
          </a:bodyPr>
          <a:lstStyle/>
          <a:p>
            <a:r>
              <a:rPr lang="zh-CN" altLang="en-US" dirty="0">
                <a:solidFill>
                  <a:srgbClr val="000000"/>
                </a:solidFill>
                <a:latin typeface="Times New Roman" panose="02020603050405020304" pitchFamily="18" charset="0"/>
              </a:rPr>
              <a:t>例如：</a:t>
            </a:r>
            <a:endParaRPr lang="zh-CN" altLang="en-US" dirty="0">
              <a:latin typeface="Times New Roman" panose="02020603050405020304" pitchFamily="18" charset="0"/>
            </a:endParaRPr>
          </a:p>
        </p:txBody>
      </p:sp>
      <p:grpSp>
        <p:nvGrpSpPr>
          <p:cNvPr id="81923" name="组合 14"/>
          <p:cNvGrpSpPr/>
          <p:nvPr/>
        </p:nvGrpSpPr>
        <p:grpSpPr>
          <a:xfrm>
            <a:off x="457200" y="3352800"/>
            <a:ext cx="8458200" cy="2911475"/>
            <a:chOff x="304800" y="2743200"/>
            <a:chExt cx="8458200" cy="2911971"/>
          </a:xfrm>
        </p:grpSpPr>
        <p:sp>
          <p:nvSpPr>
            <p:cNvPr id="13" name="矩形 12"/>
            <p:cNvSpPr/>
            <p:nvPr/>
          </p:nvSpPr>
          <p:spPr>
            <a:xfrm>
              <a:off x="304800" y="2743200"/>
              <a:ext cx="8458200" cy="1092386"/>
            </a:xfrm>
            <a:prstGeom prst="rect">
              <a:avLst/>
            </a:prstGeom>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zh-CN" sz="2600" b="1" i="1" u="none" strike="noStrike" kern="1200" cap="none" spc="0" normalizeH="0" baseline="0" noProof="0" dirty="0">
                  <a:ln>
                    <a:noFill/>
                  </a:ln>
                  <a:solidFill>
                    <a:srgbClr val="FF0000"/>
                  </a:solidFill>
                  <a:effectLst/>
                  <a:uLnTx/>
                  <a:uFillTx/>
                  <a:latin typeface="+mj-lt"/>
                  <a:ea typeface="楷体_GB2312" pitchFamily="49" charset="-122"/>
                  <a:cs typeface="+mn-cs"/>
                </a:rPr>
                <a:t> </a:t>
              </a:r>
              <a:r>
                <a:rPr kumimoji="1" lang="en-US" altLang="zh-CN" sz="2600" b="1" i="1" u="none" strike="noStrike" kern="1200" cap="none" spc="0" normalizeH="0" baseline="0" noProof="0" dirty="0">
                  <a:ln>
                    <a:noFill/>
                  </a:ln>
                  <a:solidFill>
                    <a:srgbClr val="FF0000"/>
                  </a:solidFill>
                  <a:effectLst/>
                  <a:uLnTx/>
                  <a:uFillTx/>
                  <a:latin typeface="+mj-lt"/>
                  <a:ea typeface="楷体_GB2312" pitchFamily="49" charset="-122"/>
                  <a:cs typeface="+mn-cs"/>
                </a:rPr>
                <a:t>2</a:t>
              </a:r>
              <a:r>
                <a:rPr kumimoji="1" lang="zh-CN" altLang="en-US" sz="2600" b="1" i="1" u="none" strike="noStrike" kern="1200" cap="none" spc="0" normalizeH="0" baseline="0" noProof="0" dirty="0">
                  <a:ln>
                    <a:noFill/>
                  </a:ln>
                  <a:solidFill>
                    <a:srgbClr val="FF0000"/>
                  </a:solidFill>
                  <a:effectLst/>
                  <a:uLnTx/>
                  <a:uFillTx/>
                  <a:latin typeface="+mj-lt"/>
                  <a:ea typeface="楷体_GB2312" pitchFamily="49" charset="-122"/>
                  <a:cs typeface="+mn-cs"/>
                </a:rPr>
                <a:t>、</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Cl</a:t>
              </a:r>
              <a:r>
                <a:rPr kumimoji="1" lang="en-US" altLang="zh-CN" sz="2600" b="1" i="1"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+2e</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en-US" altLang="zh-CN" sz="2600" b="1" i="1" u="none" strike="noStrike" kern="1200" cap="none" spc="0" normalizeH="0" baseline="0" noProof="0" dirty="0">
                  <a:ln>
                    <a:noFill/>
                  </a:ln>
                  <a:solidFill>
                    <a:schemeClr val="tx1"/>
                  </a:solidFill>
                  <a:effectLst/>
                  <a:uLnTx/>
                  <a:uFillTx/>
                  <a:latin typeface="+mj-lt"/>
                  <a:ea typeface="宋体" panose="02010600030101010101" pitchFamily="2" charset="-122"/>
                  <a:cs typeface="+mn-cs"/>
                </a:rPr>
                <a:t>→</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2Cl</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E</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sym typeface="Webdings" panose="05030102010509060703"/>
                </a:rPr>
                <a:t></a:t>
              </a:r>
              <a:r>
                <a:rPr kumimoji="1" lang="en-US"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 1.30V </a:t>
              </a:r>
              <a:endParaRPr kumimoji="1" lang="zh-CN" altLang="zh-CN" sz="2600" b="1" i="1" u="none" strike="noStrike" kern="1200" cap="none" spc="0" normalizeH="0" baseline="0" noProof="0" dirty="0">
                <a:ln>
                  <a:noFill/>
                </a:ln>
                <a:solidFill>
                  <a:schemeClr val="tx1"/>
                </a:solidFill>
                <a:effectLst/>
                <a:uLnTx/>
                <a:uFillTx/>
                <a:latin typeface="+mj-lt"/>
                <a:ea typeface="楷体_GB2312" pitchFamily="49" charset="-122"/>
                <a:cs typeface="+mn-cs"/>
              </a:endParaRPr>
            </a:p>
            <a:p>
              <a:pPr marL="0" marR="0" lvl="0" indent="0" algn="l" defTabSz="914400" rtl="0" eaLnBrk="1" fontAlgn="base" latinLnBrk="0" hangingPunct="1">
                <a:lnSpc>
                  <a:spcPct val="100000"/>
                </a:lnSpc>
                <a:spcBef>
                  <a:spcPct val="50000"/>
                </a:spcBef>
                <a:spcAft>
                  <a:spcPct val="0"/>
                </a:spcAft>
                <a:buClrTx/>
                <a:buSzTx/>
                <a:buFontTx/>
                <a:buNone/>
                <a:defRPr/>
              </a:pP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MnO</a:t>
              </a:r>
              <a:r>
                <a:rPr kumimoji="1" lang="pt-BR" altLang="zh-CN" sz="2600" b="1" i="1" u="none" strike="noStrike" kern="1200" cap="none" spc="0" normalizeH="0" baseline="-25000" noProof="0" dirty="0">
                  <a:ln>
                    <a:noFill/>
                  </a:ln>
                  <a:solidFill>
                    <a:schemeClr val="tx1"/>
                  </a:solidFill>
                  <a:effectLst/>
                  <a:uLnTx/>
                  <a:uFillTx/>
                  <a:latin typeface="+mj-lt"/>
                  <a:ea typeface="楷体_GB2312" pitchFamily="49" charset="-122"/>
                  <a:cs typeface="+mn-cs"/>
                </a:rPr>
                <a:t>4</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+8H</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+5e</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a:t>
              </a:r>
              <a:r>
                <a:rPr kumimoji="0" lang="en-US" altLang="zh-CN" sz="2600" b="1" i="1" u="none" strike="noStrike" kern="1200" cap="none" spc="0" normalizeH="0" baseline="0" noProof="0" dirty="0">
                  <a:ln>
                    <a:noFill/>
                  </a:ln>
                  <a:solidFill>
                    <a:schemeClr val="tx1"/>
                  </a:solidFill>
                  <a:effectLst/>
                  <a:uLnTx/>
                  <a:uFillTx/>
                  <a:latin typeface="+mj-lt"/>
                  <a:ea typeface="宋体" panose="02010600030101010101" pitchFamily="2" charset="-122"/>
                  <a:cs typeface="+mn-cs"/>
                </a:rPr>
                <a:t>→ </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Mn</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rPr>
                <a:t>2+</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+4H</a:t>
              </a:r>
              <a:r>
                <a:rPr kumimoji="1" lang="pt-BR" altLang="zh-CN" sz="2600" b="1" i="1" u="none" strike="noStrike" kern="1200" cap="none" spc="0" normalizeH="0" baseline="-25000" noProof="0" dirty="0">
                  <a:ln>
                    <a:noFill/>
                  </a:ln>
                  <a:solidFill>
                    <a:schemeClr val="tx1"/>
                  </a:solidFill>
                  <a:effectLst/>
                  <a:uLnTx/>
                  <a:uFillTx/>
                  <a:latin typeface="+mj-lt"/>
                  <a:ea typeface="楷体_GB2312" pitchFamily="49" charset="-122"/>
                  <a:cs typeface="+mn-cs"/>
                </a:rPr>
                <a:t>2</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O         E</a:t>
              </a:r>
              <a:r>
                <a:rPr kumimoji="1" lang="pt-BR" altLang="zh-CN" sz="2600" b="1" i="1" u="none" strike="noStrike" kern="1200" cap="none" spc="0" normalizeH="0" baseline="30000" noProof="0" dirty="0">
                  <a:ln>
                    <a:noFill/>
                  </a:ln>
                  <a:solidFill>
                    <a:schemeClr val="tx1"/>
                  </a:solidFill>
                  <a:effectLst/>
                  <a:uLnTx/>
                  <a:uFillTx/>
                  <a:latin typeface="+mj-lt"/>
                  <a:ea typeface="楷体_GB2312" pitchFamily="49" charset="-122"/>
                  <a:cs typeface="+mn-cs"/>
                  <a:sym typeface="Webdings" panose="05030102010509060703"/>
                </a:rPr>
                <a:t></a:t>
              </a:r>
              <a:r>
                <a:rPr kumimoji="1" lang="pt-BR" altLang="zh-CN" sz="2600" b="1" i="1" u="none" strike="noStrike" kern="1200" cap="none" spc="0" normalizeH="0" baseline="0" noProof="0" dirty="0">
                  <a:ln>
                    <a:noFill/>
                  </a:ln>
                  <a:solidFill>
                    <a:schemeClr val="tx1"/>
                  </a:solidFill>
                  <a:effectLst/>
                  <a:uLnTx/>
                  <a:uFillTx/>
                  <a:latin typeface="+mj-lt"/>
                  <a:ea typeface="楷体_GB2312" pitchFamily="49" charset="-122"/>
                  <a:cs typeface="+mn-cs"/>
                </a:rPr>
                <a:t> = 1.50V</a:t>
              </a:r>
              <a:endParaRPr kumimoji="1" lang="zh-CN" altLang="zh-CN" sz="2600" b="1" i="1" u="none" strike="noStrike" kern="1200" cap="none" spc="0" normalizeH="0" baseline="0" noProof="0" dirty="0">
                <a:ln>
                  <a:noFill/>
                </a:ln>
                <a:solidFill>
                  <a:schemeClr val="tx1"/>
                </a:solidFill>
                <a:effectLst/>
                <a:uLnTx/>
                <a:uFillTx/>
                <a:latin typeface="+mj-lt"/>
                <a:ea typeface="楷体_GB2312" pitchFamily="49" charset="-122"/>
                <a:cs typeface="+mn-cs"/>
              </a:endParaRPr>
            </a:p>
          </p:txBody>
        </p:sp>
        <p:sp>
          <p:nvSpPr>
            <p:cNvPr id="14" name="矩形 13"/>
            <p:cNvSpPr/>
            <p:nvPr/>
          </p:nvSpPr>
          <p:spPr>
            <a:xfrm>
              <a:off x="2160588" y="3962608"/>
              <a:ext cx="4875212" cy="1692563"/>
            </a:xfrm>
            <a:prstGeom prst="rect">
              <a:avLst/>
            </a:prstGeom>
          </p:spPr>
          <p:txBody>
            <a:bodyPr wrap="none">
              <a:spAutoFit/>
            </a:bodyPr>
            <a:lstStyle/>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6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其中</a:t>
              </a:r>
              <a:r>
                <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Nernst</a:t>
              </a:r>
              <a:r>
                <a:rPr kumimoji="1" lang="zh-CN" altLang="en-US" sz="26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方程式中的 </a:t>
              </a:r>
              <a:r>
                <a:rPr kumimoji="1" lang="zh-CN" altLang="en-US"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 </a:t>
              </a:r>
              <a:r>
                <a:rPr kumimoji="1" lang="en-US" altLang="zh-CN"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Z=10</a:t>
              </a:r>
              <a:r>
                <a:rPr kumimoji="1" lang="zh-CN" altLang="en-US"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a:t>
              </a:r>
              <a:endParaRPr kumimoji="1" lang="en-US" altLang="zh-CN" sz="2600" b="1" i="1" u="none" strike="noStrike" kern="1200" cap="none" spc="0" normalizeH="0" baseline="0" noProof="0" dirty="0">
                <a:ln>
                  <a:noFill/>
                </a:ln>
                <a:solidFill>
                  <a:srgbClr val="0033CC"/>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1" lang="zh-CN" altLang="en-US" sz="26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rPr>
                <a:t>组成原电池，其标准电动势为：</a:t>
              </a:r>
              <a:endParaRPr kumimoji="1" lang="en-US" altLang="zh-CN" sz="2600" b="1" i="1" u="none" strike="noStrike" kern="1200" cap="none" spc="0" normalizeH="0" baseline="0" noProof="0" dirty="0">
                <a:ln>
                  <a:noFill/>
                </a:ln>
                <a:solidFill>
                  <a:schemeClr val="tx1"/>
                </a:solidFill>
                <a:effectLst/>
                <a:uLnTx/>
                <a:uFillTx/>
                <a:latin typeface="Times New Roman" panose="02020603050405020304" pitchFamily="18" charset="0"/>
                <a:ea typeface="楷体_GB2312" pitchFamily="49" charset="-122"/>
                <a:cs typeface="+mn-cs"/>
              </a:endParaRPr>
            </a:p>
            <a:p>
              <a:pPr marL="0" marR="0" lvl="0" indent="0" algn="ctr" defTabSz="914400" rtl="0" eaLnBrk="1" fontAlgn="base" latinLnBrk="0" hangingPunct="1">
                <a:lnSpc>
                  <a:spcPct val="100000"/>
                </a:lnSpc>
                <a:spcBef>
                  <a:spcPct val="50000"/>
                </a:spcBef>
                <a:spcAft>
                  <a:spcPct val="0"/>
                </a:spcAft>
                <a:buClrTx/>
                <a:buSzTx/>
                <a:buFontTx/>
                <a:buNone/>
                <a:defRPr/>
              </a:pPr>
              <a:r>
                <a:rPr kumimoji="1" lang="en-US" altLang="zh-CN"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E</a:t>
              </a:r>
              <a:r>
                <a:rPr kumimoji="1" lang="en-US" altLang="zh-CN" sz="2600" b="1" i="1" u="none" strike="noStrike" kern="1200" cap="none" spc="0" normalizeH="0" baseline="-25000" noProof="0" dirty="0">
                  <a:ln>
                    <a:noFill/>
                  </a:ln>
                  <a:solidFill>
                    <a:srgbClr val="FF5050"/>
                  </a:solidFill>
                  <a:effectLst/>
                  <a:uLnTx/>
                  <a:uFillTx/>
                  <a:latin typeface="Times New Roman" panose="02020603050405020304" pitchFamily="18" charset="0"/>
                  <a:ea typeface="楷体_GB2312" pitchFamily="49" charset="-122"/>
                  <a:cs typeface="+mn-cs"/>
                </a:rPr>
                <a:t>MF</a:t>
              </a:r>
              <a:r>
                <a:rPr kumimoji="1" lang="pt-BR" altLang="zh-CN" sz="2600" b="1" i="1" u="none" strike="noStrike" kern="1200" cap="none" spc="0" normalizeH="0" baseline="30000" noProof="0" dirty="0">
                  <a:ln>
                    <a:noFill/>
                  </a:ln>
                  <a:solidFill>
                    <a:srgbClr val="FF0000"/>
                  </a:solidFill>
                  <a:effectLst/>
                  <a:uLnTx/>
                  <a:uFillTx/>
                  <a:latin typeface="+mj-lt"/>
                  <a:ea typeface="楷体_GB2312" pitchFamily="49" charset="-122"/>
                  <a:cs typeface="+mn-cs"/>
                  <a:sym typeface="Webdings" panose="05030102010509060703"/>
                </a:rPr>
                <a:t></a:t>
              </a:r>
              <a:r>
                <a:rPr kumimoji="1" lang="en-US" altLang="zh-CN"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 = 1.50 </a:t>
              </a:r>
              <a:r>
                <a:rPr kumimoji="1" lang="zh-CN" altLang="en-US"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 </a:t>
              </a:r>
              <a:r>
                <a:rPr kumimoji="1" lang="en-US" altLang="zh-CN"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rPr>
                <a:t>1.30  = 0.20V</a:t>
              </a:r>
              <a:endParaRPr kumimoji="1" lang="zh-CN" altLang="en-US" sz="2600" b="1" i="1" u="none" strike="noStrike" kern="1200" cap="none" spc="0" normalizeH="0" baseline="0" noProof="0" dirty="0">
                <a:ln>
                  <a:noFill/>
                </a:ln>
                <a:solidFill>
                  <a:srgbClr val="FF5050"/>
                </a:solidFill>
                <a:effectLst/>
                <a:uLnTx/>
                <a:uFillTx/>
                <a:latin typeface="Times New Roman" panose="02020603050405020304" pitchFamily="18" charset="0"/>
                <a:ea typeface="楷体_GB2312" pitchFamily="49" charset="-122"/>
                <a:cs typeface="+mn-cs"/>
              </a:endParaRPr>
            </a:p>
          </p:txBody>
        </p:sp>
      </p:grpSp>
      <p:grpSp>
        <p:nvGrpSpPr>
          <p:cNvPr id="81924" name="组合 16"/>
          <p:cNvGrpSpPr/>
          <p:nvPr/>
        </p:nvGrpSpPr>
        <p:grpSpPr>
          <a:xfrm>
            <a:off x="1371600" y="762000"/>
            <a:ext cx="6629400" cy="1939925"/>
            <a:chOff x="1371600" y="762000"/>
            <a:chExt cx="6629400" cy="1940243"/>
          </a:xfrm>
        </p:grpSpPr>
        <p:grpSp>
          <p:nvGrpSpPr>
            <p:cNvPr id="81925" name="组合 5"/>
            <p:cNvGrpSpPr/>
            <p:nvPr/>
          </p:nvGrpSpPr>
          <p:grpSpPr>
            <a:xfrm>
              <a:off x="1371600" y="762000"/>
              <a:ext cx="6629400" cy="1178243"/>
              <a:chOff x="1295400" y="304800"/>
              <a:chExt cx="6629400" cy="1178243"/>
            </a:xfrm>
          </p:grpSpPr>
          <p:sp>
            <p:nvSpPr>
              <p:cNvPr id="81927" name="Text Box 35"/>
              <p:cNvSpPr txBox="1"/>
              <p:nvPr/>
            </p:nvSpPr>
            <p:spPr>
              <a:xfrm>
                <a:off x="1600200" y="990600"/>
                <a:ext cx="6324600" cy="492443"/>
              </a:xfrm>
              <a:prstGeom prst="rect">
                <a:avLst/>
              </a:prstGeom>
              <a:noFill/>
              <a:ln w="9525">
                <a:noFill/>
              </a:ln>
            </p:spPr>
            <p:txBody>
              <a:bodyPr>
                <a:spAutoFit/>
              </a:bodyPr>
              <a:lstStyle/>
              <a:p>
                <a:r>
                  <a:rPr lang="en-US" altLang="zh-CN" sz="2600" dirty="0">
                    <a:solidFill>
                      <a:schemeClr val="tx1"/>
                    </a:solidFill>
                    <a:latin typeface="Times New Roman" panose="02020603050405020304" pitchFamily="18" charset="0"/>
                    <a:ea typeface="宋体" panose="02010600030101010101" pitchFamily="2" charset="-122"/>
                  </a:rPr>
                  <a:t>2HF </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  2e</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H</a:t>
                </a:r>
                <a:r>
                  <a:rPr lang="en-US" altLang="zh-CN" sz="2600" baseline="-25000" dirty="0">
                    <a:solidFill>
                      <a:schemeClr val="tx1"/>
                    </a:solidFill>
                    <a:latin typeface="Times New Roman" panose="02020603050405020304" pitchFamily="18" charset="0"/>
                    <a:ea typeface="宋体" panose="02010600030101010101" pitchFamily="2" charset="-122"/>
                  </a:rPr>
                  <a:t>2 </a:t>
                </a:r>
                <a:r>
                  <a:rPr lang="en-US" altLang="zh-CN" sz="2600" dirty="0">
                    <a:solidFill>
                      <a:schemeClr val="tx1"/>
                    </a:solidFill>
                    <a:latin typeface="Times New Roman" panose="02020603050405020304" pitchFamily="18" charset="0"/>
                    <a:ea typeface="宋体" panose="02010600030101010101" pitchFamily="2" charset="-122"/>
                  </a:rPr>
                  <a:t>  + 2F</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baseline="-25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E</a:t>
                </a:r>
                <a:r>
                  <a:rPr lang="el-GR" altLang="zh-CN" sz="2600" baseline="30000" dirty="0">
                    <a:solidFill>
                      <a:schemeClr val="tx1"/>
                    </a:solidFill>
                    <a:latin typeface="Times New Roman" panose="02020603050405020304" pitchFamily="18" charset="0"/>
                    <a:ea typeface="宋体" panose="02010600030101010101" pitchFamily="2" charset="-122"/>
                  </a:rPr>
                  <a:t>ϴ </a:t>
                </a:r>
                <a:r>
                  <a:rPr lang="en-US" altLang="zh-CN" sz="2600" dirty="0">
                    <a:solidFill>
                      <a:schemeClr val="tx1"/>
                    </a:solidFill>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幼圆" panose="02010509060101010101" pitchFamily="49" charset="-122"/>
                  </a:rPr>
                  <a:t>HF/H</a:t>
                </a:r>
                <a:r>
                  <a:rPr lang="en-US" altLang="zh-CN" sz="2600" baseline="-25000" dirty="0">
                    <a:solidFill>
                      <a:schemeClr val="tx1"/>
                    </a:solidFill>
                    <a:latin typeface="Times New Roman" panose="02020603050405020304" pitchFamily="18" charset="0"/>
                    <a:ea typeface="幼圆" panose="02010509060101010101" pitchFamily="49" charset="-122"/>
                  </a:rPr>
                  <a:t>2</a:t>
                </a:r>
                <a:r>
                  <a:rPr lang="en-US" altLang="zh-CN" sz="2600" dirty="0">
                    <a:solidFill>
                      <a:schemeClr val="tx1"/>
                    </a:solidFill>
                    <a:latin typeface="Times New Roman" panose="02020603050405020304" pitchFamily="18" charset="0"/>
                    <a:ea typeface="宋体" panose="02010600030101010101" pitchFamily="2" charset="-122"/>
                  </a:rPr>
                  <a:t>) = </a:t>
                </a:r>
                <a:r>
                  <a:rPr lang="en-US" altLang="zh-CN" sz="2600" dirty="0">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宋体" panose="02010600030101010101" pitchFamily="2" charset="-122"/>
                  </a:rPr>
                  <a:t>V </a:t>
                </a:r>
              </a:p>
            </p:txBody>
          </p:sp>
          <p:sp>
            <p:nvSpPr>
              <p:cNvPr id="81928" name="Text Box 35"/>
              <p:cNvSpPr txBox="1"/>
              <p:nvPr/>
            </p:nvSpPr>
            <p:spPr>
              <a:xfrm>
                <a:off x="1295400" y="304800"/>
                <a:ext cx="6324600" cy="492443"/>
              </a:xfrm>
              <a:prstGeom prst="rect">
                <a:avLst/>
              </a:prstGeom>
              <a:noFill/>
              <a:ln w="9525">
                <a:noFill/>
              </a:ln>
            </p:spPr>
            <p:txBody>
              <a:bodyPr>
                <a:spAutoFit/>
              </a:bodyPr>
              <a:lstStyle/>
              <a:p>
                <a:r>
                  <a:rPr lang="en-US" altLang="zh-CN" sz="2600" dirty="0">
                    <a:solidFill>
                      <a:srgbClr val="FF0000"/>
                    </a:solidFill>
                    <a:latin typeface="Times New Roman" panose="02020603050405020304" pitchFamily="18" charset="0"/>
                    <a:ea typeface="宋体" panose="02010600030101010101" pitchFamily="2" charset="-122"/>
                  </a:rPr>
                  <a:t>1</a:t>
                </a:r>
                <a:r>
                  <a:rPr lang="zh-CN" altLang="en-US" sz="2600" dirty="0">
                    <a:solidFill>
                      <a:srgbClr val="FF0000"/>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2H</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  2e</a:t>
                </a:r>
                <a:r>
                  <a:rPr lang="en-US" altLang="zh-CN" sz="2600" baseline="30000" dirty="0">
                    <a:solidFill>
                      <a:schemeClr val="tx1"/>
                    </a:solidFill>
                    <a:latin typeface="Times New Roman" panose="02020603050405020304" pitchFamily="18" charset="0"/>
                    <a:ea typeface="宋体" panose="02010600030101010101" pitchFamily="2" charset="-122"/>
                  </a:rPr>
                  <a:t>-   </a:t>
                </a:r>
                <a:r>
                  <a:rPr lang="en-US" altLang="zh-CN" sz="2600" dirty="0">
                    <a:solidFill>
                      <a:schemeClr val="tx1"/>
                    </a:solidFill>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Arial Unicode MS" panose="020B0604020202020204" charset="-122"/>
                  </a:rPr>
                  <a:t> </a:t>
                </a:r>
                <a:r>
                  <a:rPr lang="en-US" altLang="zh-CN" sz="2600" dirty="0">
                    <a:solidFill>
                      <a:schemeClr val="tx1"/>
                    </a:solidFill>
                    <a:latin typeface="Times New Roman" panose="02020603050405020304" pitchFamily="18" charset="0"/>
                    <a:ea typeface="宋体" panose="02010600030101010101" pitchFamily="2" charset="-122"/>
                  </a:rPr>
                  <a:t>H</a:t>
                </a:r>
                <a:r>
                  <a:rPr lang="en-US" altLang="zh-CN" sz="2600" baseline="-25000" dirty="0">
                    <a:solidFill>
                      <a:schemeClr val="tx1"/>
                    </a:solidFill>
                    <a:latin typeface="Times New Roman" panose="02020603050405020304" pitchFamily="18" charset="0"/>
                    <a:ea typeface="宋体" panose="02010600030101010101" pitchFamily="2" charset="-122"/>
                  </a:rPr>
                  <a:t>2             </a:t>
                </a:r>
                <a:r>
                  <a:rPr lang="en-US" altLang="zh-CN" sz="2600" dirty="0">
                    <a:solidFill>
                      <a:schemeClr val="tx1"/>
                    </a:solidFill>
                    <a:latin typeface="Times New Roman" panose="02020603050405020304" pitchFamily="18" charset="0"/>
                    <a:ea typeface="宋体" panose="02010600030101010101" pitchFamily="2" charset="-122"/>
                  </a:rPr>
                  <a:t>E</a:t>
                </a:r>
                <a:r>
                  <a:rPr lang="el-GR" altLang="zh-CN" sz="2600" baseline="30000" dirty="0">
                    <a:solidFill>
                      <a:schemeClr val="tx1"/>
                    </a:solidFill>
                    <a:latin typeface="Times New Roman" panose="02020603050405020304" pitchFamily="18" charset="0"/>
                    <a:ea typeface="宋体" panose="02010600030101010101" pitchFamily="2" charset="-122"/>
                  </a:rPr>
                  <a:t>ϴ</a:t>
                </a:r>
                <a:r>
                  <a:rPr lang="en-US" altLang="zh-CN" sz="2600" dirty="0">
                    <a:solidFill>
                      <a:schemeClr val="tx1"/>
                    </a:solidFill>
                    <a:latin typeface="Times New Roman" panose="02020603050405020304" pitchFamily="18" charset="0"/>
                    <a:ea typeface="宋体" panose="02010600030101010101" pitchFamily="2" charset="-122"/>
                  </a:rPr>
                  <a:t>(</a:t>
                </a:r>
                <a:r>
                  <a:rPr lang="en-US" altLang="zh-CN" sz="2600" dirty="0">
                    <a:solidFill>
                      <a:schemeClr val="tx1"/>
                    </a:solidFill>
                    <a:latin typeface="Times New Roman" panose="02020603050405020304" pitchFamily="18" charset="0"/>
                    <a:ea typeface="幼圆" panose="02010509060101010101" pitchFamily="49" charset="-122"/>
                  </a:rPr>
                  <a:t>H</a:t>
                </a:r>
                <a:r>
                  <a:rPr lang="en-US" altLang="zh-CN" sz="2600" baseline="30000" dirty="0">
                    <a:solidFill>
                      <a:schemeClr val="tx1"/>
                    </a:solidFill>
                    <a:latin typeface="Times New Roman" panose="02020603050405020304" pitchFamily="18" charset="0"/>
                    <a:ea typeface="幼圆" panose="02010509060101010101" pitchFamily="49" charset="-122"/>
                  </a:rPr>
                  <a:t>+</a:t>
                </a:r>
                <a:r>
                  <a:rPr lang="en-US" altLang="zh-CN" sz="2600" dirty="0">
                    <a:solidFill>
                      <a:schemeClr val="tx1"/>
                    </a:solidFill>
                    <a:latin typeface="Times New Roman" panose="02020603050405020304" pitchFamily="18" charset="0"/>
                    <a:ea typeface="幼圆" panose="02010509060101010101" pitchFamily="49" charset="-122"/>
                  </a:rPr>
                  <a:t>/H</a:t>
                </a:r>
                <a:r>
                  <a:rPr lang="en-US" altLang="zh-CN" sz="2600" baseline="-25000" dirty="0">
                    <a:solidFill>
                      <a:schemeClr val="tx1"/>
                    </a:solidFill>
                    <a:latin typeface="Times New Roman" panose="02020603050405020304" pitchFamily="18" charset="0"/>
                    <a:ea typeface="幼圆" panose="02010509060101010101" pitchFamily="49" charset="-122"/>
                  </a:rPr>
                  <a:t>2</a:t>
                </a:r>
                <a:r>
                  <a:rPr lang="en-US" altLang="zh-CN" sz="2600" dirty="0">
                    <a:solidFill>
                      <a:schemeClr val="tx1"/>
                    </a:solidFill>
                    <a:latin typeface="Times New Roman" panose="02020603050405020304" pitchFamily="18" charset="0"/>
                    <a:ea typeface="宋体" panose="02010600030101010101" pitchFamily="2" charset="-122"/>
                  </a:rPr>
                  <a:t>)= </a:t>
                </a:r>
                <a:r>
                  <a:rPr lang="en-US" altLang="zh-CN" sz="2600" dirty="0">
                    <a:latin typeface="Times New Roman" panose="02020603050405020304" pitchFamily="18" charset="0"/>
                    <a:ea typeface="宋体" panose="02010600030101010101" pitchFamily="2" charset="-122"/>
                  </a:rPr>
                  <a:t>0</a:t>
                </a:r>
                <a:r>
                  <a:rPr lang="en-US" altLang="zh-CN" sz="2600" dirty="0">
                    <a:solidFill>
                      <a:schemeClr val="tx1"/>
                    </a:solidFill>
                    <a:latin typeface="Times New Roman" panose="02020603050405020304" pitchFamily="18" charset="0"/>
                    <a:ea typeface="宋体" panose="02010600030101010101" pitchFamily="2" charset="-122"/>
                  </a:rPr>
                  <a:t>V </a:t>
                </a:r>
              </a:p>
            </p:txBody>
          </p:sp>
        </p:grpSp>
        <p:sp>
          <p:nvSpPr>
            <p:cNvPr id="16" name="矩形 15"/>
            <p:cNvSpPr/>
            <p:nvPr/>
          </p:nvSpPr>
          <p:spPr>
            <a:xfrm>
              <a:off x="1981200" y="2210037"/>
              <a:ext cx="5572125" cy="492206"/>
            </a:xfrm>
            <a:prstGeom prst="rect">
              <a:avLst/>
            </a:prstGeom>
          </p:spPr>
          <p:txBody>
            <a:bodyPr wrap="none">
              <a:spAutoFit/>
            </a:bodyPr>
            <a:lstStyle/>
            <a:p>
              <a:pPr marL="0" marR="0" lvl="0" indent="0" algn="l" defTabSz="914400" rtl="0" eaLnBrk="1" fontAlgn="base" latinLnBrk="0" hangingPunct="1">
                <a:lnSpc>
                  <a:spcPct val="100000"/>
                </a:lnSpc>
                <a:spcBef>
                  <a:spcPct val="50000"/>
                </a:spcBef>
                <a:spcAft>
                  <a:spcPct val="0"/>
                </a:spcAft>
                <a:buClrTx/>
                <a:buSzTx/>
                <a:buFontTx/>
                <a:buNone/>
                <a:defRPr/>
              </a:pPr>
              <a:r>
                <a:rPr kumimoji="1" lang="zh-CN" altLang="en-US" sz="2600" b="1" i="1" u="none" strike="noStrike" kern="1200" cap="none" spc="0" normalizeH="0" baseline="0" noProof="0" dirty="0">
                  <a:ln>
                    <a:noFill/>
                  </a:ln>
                  <a:solidFill>
                    <a:srgbClr val="FF0000"/>
                  </a:solidFill>
                  <a:effectLst/>
                  <a:uLnTx/>
                  <a:uFillTx/>
                  <a:latin typeface="+mj-lt"/>
                  <a:ea typeface="楷体_GB2312" pitchFamily="49" charset="-122"/>
                  <a:cs typeface="+mn-cs"/>
                </a:rPr>
                <a:t>其中离子浓度</a:t>
              </a:r>
              <a:r>
                <a:rPr kumimoji="1" lang="en-US" altLang="zh-CN"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c</a:t>
              </a:r>
              <a:r>
                <a:rPr kumimoji="1" lang="zh-CN" altLang="en-US"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a:t>
              </a:r>
              <a:r>
                <a:rPr kumimoji="1" lang="en-US" altLang="zh-CN"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c</a:t>
              </a:r>
              <a:r>
                <a:rPr kumimoji="1" lang="el-GR" altLang="zh-CN" sz="2600" b="1" i="1" u="none" strike="noStrike" kern="1200" cap="none" spc="0" normalizeH="0" baseline="30000" noProof="0" dirty="0">
                  <a:ln>
                    <a:noFill/>
                  </a:ln>
                  <a:solidFill>
                    <a:srgbClr val="FF0000"/>
                  </a:solidFill>
                  <a:effectLst/>
                  <a:uLnTx/>
                  <a:uFillTx/>
                  <a:latin typeface="+mj-lt"/>
                  <a:ea typeface="楷体" panose="02010609060101010101" pitchFamily="49" charset="-122"/>
                  <a:cs typeface="+mn-cs"/>
                </a:rPr>
                <a:t>ϴ</a:t>
              </a:r>
              <a:r>
                <a:rPr kumimoji="1" lang="en-US" altLang="zh-CN"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 </a:t>
              </a:r>
              <a:r>
                <a:rPr kumimoji="1" lang="zh-CN" altLang="en-US"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、气体分压</a:t>
              </a:r>
              <a:r>
                <a:rPr kumimoji="1" lang="en-US" altLang="zh-CN"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p</a:t>
              </a:r>
              <a:r>
                <a:rPr kumimoji="1" lang="zh-CN" altLang="en-US"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a:t>
              </a:r>
              <a:r>
                <a:rPr kumimoji="1" lang="en-US" altLang="zh-CN" sz="2600" b="1" i="1" u="none" strike="noStrike" kern="1200" cap="none" spc="0" normalizeH="0" baseline="0" noProof="0" dirty="0">
                  <a:ln>
                    <a:noFill/>
                  </a:ln>
                  <a:solidFill>
                    <a:srgbClr val="FF0000"/>
                  </a:solidFill>
                  <a:effectLst/>
                  <a:uLnTx/>
                  <a:uFillTx/>
                  <a:latin typeface="+mj-lt"/>
                  <a:ea typeface="楷体" panose="02010609060101010101" pitchFamily="49" charset="-122"/>
                  <a:cs typeface="+mn-cs"/>
                </a:rPr>
                <a:t>p</a:t>
              </a:r>
              <a:r>
                <a:rPr kumimoji="1" lang="el-GR" altLang="zh-CN" sz="2600" b="1" i="1" u="none" strike="noStrike" kern="1200" cap="none" spc="0" normalizeH="0" baseline="30000" noProof="0" dirty="0">
                  <a:ln>
                    <a:noFill/>
                  </a:ln>
                  <a:solidFill>
                    <a:srgbClr val="FF0000"/>
                  </a:solidFill>
                  <a:effectLst/>
                  <a:uLnTx/>
                  <a:uFillTx/>
                  <a:latin typeface="+mj-lt"/>
                  <a:ea typeface="楷体" panose="02010609060101010101" pitchFamily="49" charset="-122"/>
                  <a:cs typeface="+mn-cs"/>
                </a:rPr>
                <a:t>ϴ</a:t>
              </a:r>
              <a:endParaRPr kumimoji="1" lang="zh-CN" altLang="en-US" sz="2600" b="1" i="1" u="none" strike="noStrike" kern="1200" cap="none" spc="0" normalizeH="0" baseline="0" noProof="0" dirty="0">
                <a:ln>
                  <a:noFill/>
                </a:ln>
                <a:solidFill>
                  <a:srgbClr val="FF0000"/>
                </a:solidFill>
                <a:effectLst/>
                <a:uLnTx/>
                <a:uFillTx/>
                <a:latin typeface="+mj-lt"/>
                <a:ea typeface="楷体_GB2312" pitchFamily="49" charset="-122"/>
                <a:cs typeface="+mn-cs"/>
              </a:endParaRPr>
            </a:p>
          </p:txBody>
        </p:sp>
      </p:gr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82946" name="Group 24"/>
          <p:cNvGrpSpPr/>
          <p:nvPr/>
        </p:nvGrpSpPr>
        <p:grpSpPr>
          <a:xfrm>
            <a:off x="304800" y="838200"/>
            <a:ext cx="8534400" cy="1470025"/>
            <a:chOff x="960" y="2160"/>
            <a:chExt cx="3600" cy="926"/>
          </a:xfrm>
        </p:grpSpPr>
        <p:sp>
          <p:nvSpPr>
            <p:cNvPr id="82952" name="Text Box 25" descr="棕色大理石"/>
            <p:cNvSpPr txBox="1"/>
            <p:nvPr/>
          </p:nvSpPr>
          <p:spPr>
            <a:xfrm>
              <a:off x="960" y="2400"/>
              <a:ext cx="2544" cy="442"/>
            </a:xfrm>
            <a:prstGeom prst="rect">
              <a:avLst/>
            </a:prstGeom>
            <a:noFill/>
            <a:ln w="9525">
              <a:noFill/>
            </a:ln>
          </p:spPr>
          <p:txBody>
            <a:bodyPr>
              <a:spAutoFit/>
            </a:bodyPr>
            <a:lstStyle/>
            <a:p>
              <a:r>
                <a:rPr lang="en-US" altLang="zh-CN" sz="4000" dirty="0">
                  <a:solidFill>
                    <a:srgbClr val="FF0000"/>
                  </a:solidFill>
                  <a:latin typeface="Times New Roman" panose="02020603050405020304" pitchFamily="18" charset="0"/>
                  <a:ea typeface="宋体" panose="02010600030101010101" pitchFamily="2" charset="-122"/>
                </a:rPr>
                <a:t>E </a:t>
              </a:r>
              <a:r>
                <a:rPr lang="en-US" altLang="zh-CN" sz="4000" i="0" dirty="0">
                  <a:solidFill>
                    <a:srgbClr val="FF0000"/>
                  </a:solidFill>
                  <a:latin typeface="Times New Roman" panose="02020603050405020304" pitchFamily="18" charset="0"/>
                  <a:ea typeface="宋体" panose="02010600030101010101" pitchFamily="2" charset="-122"/>
                </a:rPr>
                <a:t>= </a:t>
              </a:r>
              <a:r>
                <a:rPr lang="en-US" altLang="zh-CN" sz="4000" dirty="0">
                  <a:solidFill>
                    <a:srgbClr val="FF0000"/>
                  </a:solidFill>
                  <a:latin typeface="Times New Roman" panose="02020603050405020304" pitchFamily="18" charset="0"/>
                  <a:ea typeface="宋体" panose="02010600030101010101" pitchFamily="2" charset="-122"/>
                </a:rPr>
                <a:t>E </a:t>
              </a:r>
              <a:r>
                <a:rPr lang="el-GR" altLang="zh-CN" sz="4000" i="0" baseline="30000" dirty="0">
                  <a:solidFill>
                    <a:srgbClr val="FF0000"/>
                  </a:solidFill>
                  <a:latin typeface="Times New Roman" panose="02020603050405020304" pitchFamily="18" charset="0"/>
                  <a:ea typeface="楷体" panose="02010609060101010101" pitchFamily="49" charset="-122"/>
                </a:rPr>
                <a:t>ϴ</a:t>
              </a:r>
              <a:r>
                <a:rPr lang="en-US" altLang="zh-CN" sz="4000" dirty="0">
                  <a:solidFill>
                    <a:srgbClr val="FF0000"/>
                  </a:solidFill>
                  <a:latin typeface="Times New Roman" panose="02020603050405020304" pitchFamily="18" charset="0"/>
                  <a:ea typeface="宋体" panose="02010600030101010101" pitchFamily="2" charset="-122"/>
                </a:rPr>
                <a:t> </a:t>
              </a:r>
              <a:r>
                <a:rPr lang="en-US" altLang="zh-CN" sz="4000" i="0" dirty="0">
                  <a:solidFill>
                    <a:srgbClr val="FF0000"/>
                  </a:solidFill>
                  <a:latin typeface="Times New Roman" panose="02020603050405020304" pitchFamily="18" charset="0"/>
                  <a:ea typeface="宋体" panose="02010600030101010101" pitchFamily="2" charset="-122"/>
                </a:rPr>
                <a:t>+</a:t>
              </a:r>
              <a:endParaRPr lang="en-US" altLang="zh-CN" sz="4000" i="0" dirty="0">
                <a:solidFill>
                  <a:srgbClr val="FF0000"/>
                </a:solidFill>
                <a:latin typeface="Times New Roman" panose="02020603050405020304" pitchFamily="18" charset="0"/>
                <a:ea typeface="幼圆" panose="02010509060101010101" pitchFamily="49" charset="-122"/>
              </a:endParaRPr>
            </a:p>
          </p:txBody>
        </p:sp>
        <p:sp>
          <p:nvSpPr>
            <p:cNvPr id="82953" name="Text Box 26" descr="棕色大理石"/>
            <p:cNvSpPr txBox="1"/>
            <p:nvPr/>
          </p:nvSpPr>
          <p:spPr>
            <a:xfrm>
              <a:off x="2856" y="2352"/>
              <a:ext cx="576" cy="442"/>
            </a:xfrm>
            <a:prstGeom prst="rect">
              <a:avLst/>
            </a:prstGeom>
            <a:noFill/>
            <a:ln w="9525">
              <a:noFill/>
            </a:ln>
          </p:spPr>
          <p:txBody>
            <a:bodyPr>
              <a:spAutoFit/>
            </a:bodyPr>
            <a:lstStyle/>
            <a:p>
              <a:r>
                <a:rPr lang="en-US" altLang="zh-CN" sz="4000" i="0" dirty="0">
                  <a:solidFill>
                    <a:srgbClr val="FF0000"/>
                  </a:solidFill>
                  <a:latin typeface="Times New Roman" panose="02020603050405020304" pitchFamily="18" charset="0"/>
                  <a:ea typeface="幼圆" panose="02010509060101010101" pitchFamily="49" charset="-122"/>
                </a:rPr>
                <a:t>lg</a:t>
              </a:r>
              <a:endParaRPr lang="en-US" altLang="zh-CN" sz="4000" dirty="0">
                <a:solidFill>
                  <a:srgbClr val="FF0000"/>
                </a:solidFill>
                <a:latin typeface="Times New Roman" panose="02020603050405020304" pitchFamily="18" charset="0"/>
                <a:ea typeface="宋体" panose="02010600030101010101" pitchFamily="2" charset="-122"/>
              </a:endParaRPr>
            </a:p>
          </p:txBody>
        </p:sp>
        <p:sp>
          <p:nvSpPr>
            <p:cNvPr id="82954" name="Text Box 27" descr="棕色大理石"/>
            <p:cNvSpPr txBox="1"/>
            <p:nvPr/>
          </p:nvSpPr>
          <p:spPr>
            <a:xfrm>
              <a:off x="3168" y="2160"/>
              <a:ext cx="1392" cy="442"/>
            </a:xfrm>
            <a:prstGeom prst="rect">
              <a:avLst/>
            </a:prstGeom>
            <a:noFill/>
            <a:ln w="9525">
              <a:noFill/>
            </a:ln>
          </p:spPr>
          <p:txBody>
            <a:bodyPr>
              <a:spAutoFit/>
            </a:bodyPr>
            <a:lstStyle/>
            <a:p>
              <a:r>
                <a:rPr lang="en-US" altLang="zh-CN" sz="4000" i="0" dirty="0">
                  <a:solidFill>
                    <a:srgbClr val="FF0000"/>
                  </a:solidFill>
                  <a:latin typeface="Times New Roman" panose="02020603050405020304" pitchFamily="18" charset="0"/>
                  <a:ea typeface="宋体" panose="02010600030101010101" pitchFamily="2" charset="-122"/>
                </a:rPr>
                <a:t> [</a:t>
              </a:r>
              <a:r>
                <a:rPr lang="zh-CN" altLang="en-US" sz="4000" i="0" dirty="0">
                  <a:solidFill>
                    <a:srgbClr val="FF0000"/>
                  </a:solidFill>
                  <a:latin typeface="Times New Roman" panose="02020603050405020304" pitchFamily="18" charset="0"/>
                  <a:ea typeface="宋体" panose="02010600030101010101" pitchFamily="2" charset="-122"/>
                </a:rPr>
                <a:t>氧化型</a:t>
              </a:r>
              <a:r>
                <a:rPr lang="en-US" altLang="zh-CN" sz="4000" i="0" dirty="0">
                  <a:solidFill>
                    <a:srgbClr val="FF0000"/>
                  </a:solidFill>
                  <a:latin typeface="Times New Roman" panose="02020603050405020304" pitchFamily="18" charset="0"/>
                  <a:ea typeface="宋体" panose="02010600030101010101" pitchFamily="2" charset="-122"/>
                </a:rPr>
                <a:t>]</a:t>
              </a:r>
            </a:p>
          </p:txBody>
        </p:sp>
        <p:sp>
          <p:nvSpPr>
            <p:cNvPr id="82955" name="Text Box 28" descr="棕色大理石"/>
            <p:cNvSpPr txBox="1"/>
            <p:nvPr/>
          </p:nvSpPr>
          <p:spPr>
            <a:xfrm>
              <a:off x="3168" y="2592"/>
              <a:ext cx="1392" cy="442"/>
            </a:xfrm>
            <a:prstGeom prst="rect">
              <a:avLst/>
            </a:prstGeom>
            <a:noFill/>
            <a:ln w="9525">
              <a:noFill/>
            </a:ln>
          </p:spPr>
          <p:txBody>
            <a:bodyPr>
              <a:spAutoFit/>
            </a:bodyPr>
            <a:lstStyle/>
            <a:p>
              <a:r>
                <a:rPr lang="en-US" altLang="zh-CN" sz="4000" i="0" dirty="0">
                  <a:solidFill>
                    <a:srgbClr val="FF0000"/>
                  </a:solidFill>
                  <a:latin typeface="Times New Roman" panose="02020603050405020304" pitchFamily="18" charset="0"/>
                  <a:ea typeface="宋体" panose="02010600030101010101" pitchFamily="2" charset="-122"/>
                </a:rPr>
                <a:t> [</a:t>
              </a:r>
              <a:r>
                <a:rPr lang="zh-CN" altLang="en-US" sz="4000" i="0" dirty="0">
                  <a:solidFill>
                    <a:srgbClr val="FF0000"/>
                  </a:solidFill>
                  <a:latin typeface="Times New Roman" panose="02020603050405020304" pitchFamily="18" charset="0"/>
                  <a:ea typeface="宋体" panose="02010600030101010101" pitchFamily="2" charset="-122"/>
                </a:rPr>
                <a:t>还原型</a:t>
              </a:r>
              <a:r>
                <a:rPr lang="en-US" altLang="zh-CN" sz="4000" i="0" dirty="0">
                  <a:solidFill>
                    <a:srgbClr val="FF0000"/>
                  </a:solidFill>
                  <a:latin typeface="Times New Roman" panose="02020603050405020304" pitchFamily="18" charset="0"/>
                  <a:ea typeface="宋体" panose="02010600030101010101" pitchFamily="2" charset="-122"/>
                </a:rPr>
                <a:t>]</a:t>
              </a:r>
            </a:p>
          </p:txBody>
        </p:sp>
        <p:sp>
          <p:nvSpPr>
            <p:cNvPr id="82956" name="Text Box 29" descr="棕色大理石"/>
            <p:cNvSpPr txBox="1"/>
            <p:nvPr/>
          </p:nvSpPr>
          <p:spPr>
            <a:xfrm>
              <a:off x="2021" y="2208"/>
              <a:ext cx="792" cy="446"/>
            </a:xfrm>
            <a:prstGeom prst="rect">
              <a:avLst/>
            </a:prstGeom>
            <a:noFill/>
            <a:ln w="9525">
              <a:noFill/>
            </a:ln>
          </p:spPr>
          <p:txBody>
            <a:bodyPr>
              <a:spAutoFit/>
            </a:bodyPr>
            <a:lstStyle/>
            <a:p>
              <a:r>
                <a:rPr lang="en-US" altLang="zh-CN" sz="4000" dirty="0">
                  <a:solidFill>
                    <a:srgbClr val="FF0000"/>
                  </a:solidFill>
                  <a:latin typeface="Times New Roman" panose="02020603050405020304" pitchFamily="18" charset="0"/>
                  <a:ea typeface="宋体" panose="02010600030101010101" pitchFamily="2" charset="-122"/>
                </a:rPr>
                <a:t>0.0592</a:t>
              </a:r>
            </a:p>
          </p:txBody>
        </p:sp>
        <p:sp>
          <p:nvSpPr>
            <p:cNvPr id="67604" name="Line 30" descr="棕色大理石"/>
            <p:cNvSpPr>
              <a:spLocks noChangeShapeType="1"/>
            </p:cNvSpPr>
            <p:nvPr/>
          </p:nvSpPr>
          <p:spPr bwMode="auto">
            <a:xfrm flipV="1">
              <a:off x="1924" y="2634"/>
              <a:ext cx="908" cy="6"/>
            </a:xfrm>
            <a:prstGeom prst="line">
              <a:avLst/>
            </a:prstGeom>
            <a:noFill/>
            <a:ln w="28575">
              <a:solidFill>
                <a:schemeClr val="tx2"/>
              </a:solidFill>
              <a:round/>
            </a:ln>
          </p:spPr>
          <p:txBody>
            <a:bodyPr wrap="none"/>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1" u="none" strike="noStrike" kern="1200" cap="none" spc="0" normalizeH="0" baseline="0" noProof="0">
                <a:ln>
                  <a:noFill/>
                </a:ln>
                <a:solidFill>
                  <a:srgbClr val="FF0000"/>
                </a:solidFill>
                <a:effectLst/>
                <a:uLnTx/>
                <a:uFillTx/>
                <a:latin typeface="+mj-lt"/>
                <a:ea typeface="楷体_GB2312" pitchFamily="49" charset="-122"/>
                <a:cs typeface="+mn-cs"/>
              </a:endParaRPr>
            </a:p>
          </p:txBody>
        </p:sp>
        <p:sp>
          <p:nvSpPr>
            <p:cNvPr id="67605" name="Line 31" descr="棕色大理石"/>
            <p:cNvSpPr>
              <a:spLocks noChangeShapeType="1"/>
            </p:cNvSpPr>
            <p:nvPr/>
          </p:nvSpPr>
          <p:spPr bwMode="auto">
            <a:xfrm>
              <a:off x="3168" y="2625"/>
              <a:ext cx="1071" cy="15"/>
            </a:xfrm>
            <a:prstGeom prst="line">
              <a:avLst/>
            </a:prstGeom>
            <a:noFill/>
            <a:ln w="28575">
              <a:solidFill>
                <a:schemeClr val="tx2"/>
              </a:solidFill>
              <a:round/>
            </a:ln>
          </p:spPr>
          <p:txBody>
            <a:bodyPr wrap="none"/>
            <a:lstStyle/>
            <a:p>
              <a:pPr marL="0" marR="0" lvl="0" indent="0" algn="l" defTabSz="914400" rtl="0" eaLnBrk="1" fontAlgn="base" latinLnBrk="0" hangingPunct="1">
                <a:lnSpc>
                  <a:spcPct val="100000"/>
                </a:lnSpc>
                <a:spcBef>
                  <a:spcPct val="50000"/>
                </a:spcBef>
                <a:spcAft>
                  <a:spcPct val="0"/>
                </a:spcAft>
                <a:buClrTx/>
                <a:buSzTx/>
                <a:buFontTx/>
                <a:buNone/>
                <a:defRPr/>
              </a:pPr>
              <a:endParaRPr kumimoji="1" lang="zh-CN" altLang="en-US" sz="2800" b="1" i="1" u="none" strike="noStrike" kern="1200" cap="none" spc="0" normalizeH="0" baseline="0" noProof="0">
                <a:ln>
                  <a:noFill/>
                </a:ln>
                <a:solidFill>
                  <a:srgbClr val="FF0000"/>
                </a:solidFill>
                <a:effectLst/>
                <a:uLnTx/>
                <a:uFillTx/>
                <a:latin typeface="+mj-lt"/>
                <a:ea typeface="楷体_GB2312" pitchFamily="49" charset="-122"/>
                <a:cs typeface="+mn-cs"/>
              </a:endParaRPr>
            </a:p>
          </p:txBody>
        </p:sp>
        <p:sp>
          <p:nvSpPr>
            <p:cNvPr id="82959" name="Text Box 29" descr="棕色大理石"/>
            <p:cNvSpPr txBox="1"/>
            <p:nvPr/>
          </p:nvSpPr>
          <p:spPr>
            <a:xfrm>
              <a:off x="2021" y="2640"/>
              <a:ext cx="792" cy="446"/>
            </a:xfrm>
            <a:prstGeom prst="rect">
              <a:avLst/>
            </a:prstGeom>
            <a:noFill/>
            <a:ln w="9525">
              <a:noFill/>
            </a:ln>
          </p:spPr>
          <p:txBody>
            <a:bodyPr>
              <a:spAutoFit/>
            </a:bodyPr>
            <a:lstStyle/>
            <a:p>
              <a:pPr algn="ctr"/>
              <a:r>
                <a:rPr lang="en-US" altLang="zh-CN" sz="4000" dirty="0">
                  <a:solidFill>
                    <a:srgbClr val="FF0000"/>
                  </a:solidFill>
                  <a:latin typeface="Times New Roman" panose="02020603050405020304" pitchFamily="18" charset="0"/>
                  <a:ea typeface="宋体" panose="02010600030101010101" pitchFamily="2" charset="-122"/>
                </a:rPr>
                <a:t>z</a:t>
              </a:r>
            </a:p>
          </p:txBody>
        </p:sp>
      </p:grpSp>
      <p:grpSp>
        <p:nvGrpSpPr>
          <p:cNvPr id="82947" name="组合 37"/>
          <p:cNvGrpSpPr/>
          <p:nvPr/>
        </p:nvGrpSpPr>
        <p:grpSpPr>
          <a:xfrm>
            <a:off x="76200" y="2209800"/>
            <a:ext cx="8763000" cy="3159125"/>
            <a:chOff x="76200" y="1600200"/>
            <a:chExt cx="8305800" cy="3159443"/>
          </a:xfrm>
        </p:grpSpPr>
        <p:sp>
          <p:nvSpPr>
            <p:cNvPr id="82948" name="Text Box 6"/>
            <p:cNvSpPr txBox="1"/>
            <p:nvPr/>
          </p:nvSpPr>
          <p:spPr>
            <a:xfrm>
              <a:off x="762000" y="2514600"/>
              <a:ext cx="7620000" cy="492443"/>
            </a:xfrm>
            <a:prstGeom prst="rect">
              <a:avLst/>
            </a:prstGeom>
            <a:noFill/>
            <a:ln w="28575" cap="flat" cmpd="sng">
              <a:solidFill>
                <a:srgbClr val="000099"/>
              </a:solidFill>
              <a:prstDash val="solid"/>
              <a:miter/>
              <a:headEnd type="none" w="med" len="med"/>
              <a:tailEnd type="none" w="med" len="med"/>
            </a:ln>
          </p:spPr>
          <p:txBody>
            <a:bodyPr>
              <a:spAutoFit/>
            </a:bodyPr>
            <a:lstStyle/>
            <a:p>
              <a:r>
                <a:rPr lang="en-US" altLang="zh-CN" sz="2600" i="0" dirty="0">
                  <a:solidFill>
                    <a:srgbClr val="FF00FF"/>
                  </a:solidFill>
                  <a:latin typeface="楷体" panose="02010609060101010101" pitchFamily="49" charset="-122"/>
                  <a:ea typeface="楷体" panose="02010609060101010101" pitchFamily="49" charset="-122"/>
                </a:rPr>
                <a:t>1</a:t>
              </a:r>
              <a:r>
                <a:rPr lang="zh-CN" altLang="en-US" sz="2600" i="0" dirty="0">
                  <a:solidFill>
                    <a:srgbClr val="FF00FF"/>
                  </a:solidFill>
                  <a:latin typeface="楷体" panose="02010609060101010101" pitchFamily="49" charset="-122"/>
                  <a:ea typeface="楷体" panose="02010609060101010101" pitchFamily="49" charset="-122"/>
                </a:rPr>
                <a:t>、</a:t>
              </a:r>
              <a:r>
                <a:rPr lang="en-US" altLang="zh-CN" sz="2600" i="0" dirty="0">
                  <a:solidFill>
                    <a:schemeClr val="tx1"/>
                  </a:solidFill>
                  <a:latin typeface="楷体" panose="02010609060101010101" pitchFamily="49" charset="-122"/>
                  <a:ea typeface="楷体" panose="02010609060101010101" pitchFamily="49" charset="-122"/>
                </a:rPr>
                <a:t>E</a:t>
              </a:r>
              <a:r>
                <a:rPr lang="zh-CN" altLang="en-US" sz="2600" i="0" dirty="0">
                  <a:solidFill>
                    <a:schemeClr val="tx1"/>
                  </a:solidFill>
                  <a:latin typeface="楷体" panose="02010609060101010101" pitchFamily="49" charset="-122"/>
                  <a:ea typeface="楷体" panose="02010609060101010101" pitchFamily="49" charset="-122"/>
                </a:rPr>
                <a:t>是电对在非标态下</a:t>
              </a:r>
              <a:r>
                <a:rPr lang="en-US" altLang="zh-CN" sz="2600" i="0" dirty="0">
                  <a:solidFill>
                    <a:schemeClr val="tx1"/>
                  </a:solidFill>
                  <a:latin typeface="楷体" panose="02010609060101010101" pitchFamily="49" charset="-122"/>
                  <a:ea typeface="楷体" panose="02010609060101010101" pitchFamily="49" charset="-122"/>
                </a:rPr>
                <a:t>(c≠c</a:t>
              </a:r>
              <a:r>
                <a:rPr lang="el-GR" altLang="zh-CN" sz="2600" i="0" baseline="30000" dirty="0">
                  <a:solidFill>
                    <a:schemeClr val="tx1"/>
                  </a:solidFill>
                  <a:latin typeface="楷体" panose="02010609060101010101" pitchFamily="49" charset="-122"/>
                  <a:ea typeface="楷体" panose="02010609060101010101" pitchFamily="49" charset="-122"/>
                </a:rPr>
                <a:t>ϴ</a:t>
              </a:r>
              <a:r>
                <a:rPr lang="en-US" altLang="zh-CN" sz="2600" i="0" dirty="0">
                  <a:solidFill>
                    <a:schemeClr val="tx1"/>
                  </a:solidFill>
                  <a:latin typeface="楷体" panose="02010609060101010101" pitchFamily="49" charset="-122"/>
                  <a:ea typeface="楷体" panose="02010609060101010101" pitchFamily="49" charset="-122"/>
                </a:rPr>
                <a:t>or p≠p</a:t>
              </a:r>
              <a:r>
                <a:rPr lang="el-GR" altLang="zh-CN" sz="2600" i="0" baseline="30000" dirty="0">
                  <a:solidFill>
                    <a:schemeClr val="tx1"/>
                  </a:solidFill>
                  <a:latin typeface="楷体" panose="02010609060101010101" pitchFamily="49" charset="-122"/>
                  <a:ea typeface="楷体" panose="02010609060101010101" pitchFamily="49" charset="-122"/>
                </a:rPr>
                <a:t>ϴ</a:t>
              </a:r>
              <a:r>
                <a:rPr lang="en-US" altLang="zh-CN" sz="2600" i="0" dirty="0">
                  <a:solidFill>
                    <a:schemeClr val="tx1"/>
                  </a:solidFill>
                  <a:latin typeface="楷体" panose="02010609060101010101" pitchFamily="49" charset="-122"/>
                  <a:ea typeface="楷体" panose="02010609060101010101" pitchFamily="49" charset="-122"/>
                </a:rPr>
                <a:t>)</a:t>
              </a:r>
              <a:r>
                <a:rPr lang="zh-CN" altLang="en-US" sz="2600" i="0" dirty="0">
                  <a:solidFill>
                    <a:schemeClr val="tx1"/>
                  </a:solidFill>
                  <a:latin typeface="楷体" panose="02010609060101010101" pitchFamily="49" charset="-122"/>
                  <a:ea typeface="楷体" panose="02010609060101010101" pitchFamily="49" charset="-122"/>
                </a:rPr>
                <a:t>的电极电势</a:t>
              </a:r>
            </a:p>
          </p:txBody>
        </p:sp>
        <p:sp>
          <p:nvSpPr>
            <p:cNvPr id="82949" name="Text Box 9"/>
            <p:cNvSpPr txBox="1"/>
            <p:nvPr/>
          </p:nvSpPr>
          <p:spPr>
            <a:xfrm>
              <a:off x="1066800" y="3352800"/>
              <a:ext cx="6629400" cy="492443"/>
            </a:xfrm>
            <a:prstGeom prst="rect">
              <a:avLst/>
            </a:prstGeom>
            <a:noFill/>
            <a:ln w="9525" cap="flat" cmpd="sng">
              <a:solidFill>
                <a:schemeClr val="tx1"/>
              </a:solidFill>
              <a:prstDash val="solid"/>
              <a:miter/>
              <a:headEnd type="none" w="med" len="med"/>
              <a:tailEnd type="none" w="med" len="med"/>
            </a:ln>
          </p:spPr>
          <p:txBody>
            <a:bodyPr>
              <a:spAutoFit/>
            </a:bodyPr>
            <a:lstStyle/>
            <a:p>
              <a:r>
                <a:rPr lang="en-US" altLang="zh-CN" sz="2600" i="0" dirty="0">
                  <a:solidFill>
                    <a:srgbClr val="FF00FF"/>
                  </a:solidFill>
                  <a:latin typeface="楷体" panose="02010609060101010101" pitchFamily="49" charset="-122"/>
                  <a:ea typeface="楷体" panose="02010609060101010101" pitchFamily="49" charset="-122"/>
                </a:rPr>
                <a:t>2</a:t>
              </a:r>
              <a:r>
                <a:rPr lang="zh-CN" altLang="en-US" sz="2600" i="0" dirty="0">
                  <a:solidFill>
                    <a:srgbClr val="FF00FF"/>
                  </a:solidFill>
                  <a:latin typeface="楷体" panose="02010609060101010101" pitchFamily="49" charset="-122"/>
                  <a:ea typeface="楷体" panose="02010609060101010101" pitchFamily="49" charset="-122"/>
                </a:rPr>
                <a:t>、</a:t>
              </a:r>
              <a:r>
                <a:rPr lang="zh-CN" altLang="en-US" sz="2600" i="0" dirty="0">
                  <a:solidFill>
                    <a:schemeClr val="tx1"/>
                  </a:solidFill>
                  <a:latin typeface="楷体" panose="02010609060101010101" pitchFamily="49" charset="-122"/>
                  <a:ea typeface="楷体" panose="02010609060101010101" pitchFamily="49" charset="-122"/>
                </a:rPr>
                <a:t>电对的标准电极电势</a:t>
              </a:r>
              <a:r>
                <a:rPr lang="en-US" altLang="zh-CN" sz="2600" i="0" dirty="0">
                  <a:solidFill>
                    <a:schemeClr val="tx1"/>
                  </a:solidFill>
                  <a:latin typeface="楷体" panose="02010609060101010101" pitchFamily="49" charset="-122"/>
                  <a:ea typeface="楷体" panose="02010609060101010101" pitchFamily="49" charset="-122"/>
                </a:rPr>
                <a:t>(c</a:t>
              </a:r>
              <a:r>
                <a:rPr lang="zh-CN" altLang="en-US" sz="2600" i="0" dirty="0">
                  <a:solidFill>
                    <a:schemeClr val="tx1"/>
                  </a:solidFill>
                  <a:latin typeface="楷体" panose="02010609060101010101" pitchFamily="49" charset="-122"/>
                  <a:ea typeface="楷体" panose="02010609060101010101" pitchFamily="49" charset="-122"/>
                </a:rPr>
                <a:t>＝</a:t>
              </a:r>
              <a:r>
                <a:rPr lang="en-US" altLang="zh-CN" sz="2600" i="0" dirty="0">
                  <a:solidFill>
                    <a:schemeClr val="tx1"/>
                  </a:solidFill>
                  <a:latin typeface="楷体" panose="02010609060101010101" pitchFamily="49" charset="-122"/>
                  <a:ea typeface="楷体" panose="02010609060101010101" pitchFamily="49" charset="-122"/>
                </a:rPr>
                <a:t>c</a:t>
              </a:r>
              <a:r>
                <a:rPr lang="el-GR" altLang="zh-CN" sz="2600" i="0" baseline="30000" dirty="0">
                  <a:solidFill>
                    <a:schemeClr val="tx1"/>
                  </a:solidFill>
                  <a:latin typeface="楷体" panose="02010609060101010101" pitchFamily="49" charset="-122"/>
                  <a:ea typeface="楷体" panose="02010609060101010101" pitchFamily="49" charset="-122"/>
                </a:rPr>
                <a:t>ϴ</a:t>
              </a:r>
              <a:r>
                <a:rPr lang="en-US" altLang="zh-CN" sz="2600" i="0" dirty="0">
                  <a:solidFill>
                    <a:schemeClr val="tx1"/>
                  </a:solidFill>
                  <a:latin typeface="楷体" panose="02010609060101010101" pitchFamily="49" charset="-122"/>
                  <a:ea typeface="楷体" panose="02010609060101010101" pitchFamily="49" charset="-122"/>
                </a:rPr>
                <a:t>  or   p</a:t>
              </a:r>
              <a:r>
                <a:rPr lang="zh-CN" altLang="en-US" sz="2600" i="0" dirty="0">
                  <a:solidFill>
                    <a:schemeClr val="tx1"/>
                  </a:solidFill>
                  <a:latin typeface="楷体" panose="02010609060101010101" pitchFamily="49" charset="-122"/>
                  <a:ea typeface="楷体" panose="02010609060101010101" pitchFamily="49" charset="-122"/>
                </a:rPr>
                <a:t>＝</a:t>
              </a:r>
              <a:r>
                <a:rPr lang="en-US" altLang="zh-CN" sz="2600" i="0" dirty="0">
                  <a:solidFill>
                    <a:schemeClr val="tx1"/>
                  </a:solidFill>
                  <a:latin typeface="楷体" panose="02010609060101010101" pitchFamily="49" charset="-122"/>
                  <a:ea typeface="楷体" panose="02010609060101010101" pitchFamily="49" charset="-122"/>
                </a:rPr>
                <a:t>p</a:t>
              </a:r>
              <a:r>
                <a:rPr lang="el-GR" altLang="zh-CN" sz="2600" i="0" baseline="30000" dirty="0">
                  <a:solidFill>
                    <a:schemeClr val="tx1"/>
                  </a:solidFill>
                  <a:latin typeface="楷体" panose="02010609060101010101" pitchFamily="49" charset="-122"/>
                  <a:ea typeface="楷体" panose="02010609060101010101" pitchFamily="49" charset="-122"/>
                </a:rPr>
                <a:t>ϴ</a:t>
              </a:r>
              <a:r>
                <a:rPr lang="en-US" altLang="zh-CN" sz="2600" i="0" dirty="0">
                  <a:solidFill>
                    <a:schemeClr val="tx1"/>
                  </a:solidFill>
                  <a:latin typeface="楷体" panose="02010609060101010101" pitchFamily="49" charset="-122"/>
                  <a:ea typeface="楷体" panose="02010609060101010101" pitchFamily="49" charset="-122"/>
                </a:rPr>
                <a:t>)</a:t>
              </a:r>
              <a:endParaRPr lang="zh-CN" altLang="en-US" sz="2600" b="0" i="0" dirty="0">
                <a:solidFill>
                  <a:schemeClr val="tx1"/>
                </a:solidFill>
                <a:latin typeface="楷体" panose="02010609060101010101" pitchFamily="49" charset="-122"/>
                <a:ea typeface="楷体" panose="02010609060101010101" pitchFamily="49" charset="-122"/>
              </a:endParaRPr>
            </a:p>
          </p:txBody>
        </p:sp>
        <p:sp>
          <p:nvSpPr>
            <p:cNvPr id="82950" name="Text Box 18"/>
            <p:cNvSpPr txBox="1"/>
            <p:nvPr/>
          </p:nvSpPr>
          <p:spPr>
            <a:xfrm>
              <a:off x="1676400" y="4267200"/>
              <a:ext cx="5410200" cy="492443"/>
            </a:xfrm>
            <a:prstGeom prst="rect">
              <a:avLst/>
            </a:prstGeom>
            <a:noFill/>
            <a:ln w="9525" cap="flat" cmpd="sng">
              <a:solidFill>
                <a:schemeClr val="tx1"/>
              </a:solidFill>
              <a:prstDash val="solid"/>
              <a:miter/>
              <a:headEnd type="none" w="med" len="med"/>
              <a:tailEnd type="none" w="med" len="med"/>
            </a:ln>
          </p:spPr>
          <p:txBody>
            <a:bodyPr>
              <a:spAutoFit/>
            </a:bodyPr>
            <a:lstStyle/>
            <a:p>
              <a:r>
                <a:rPr lang="en-US" altLang="zh-CN" sz="2600" i="0" dirty="0">
                  <a:solidFill>
                    <a:srgbClr val="FF00FF"/>
                  </a:solidFill>
                  <a:latin typeface="楷体" panose="02010609060101010101" pitchFamily="49" charset="-122"/>
                  <a:ea typeface="楷体" panose="02010609060101010101" pitchFamily="49" charset="-122"/>
                </a:rPr>
                <a:t>3</a:t>
              </a:r>
              <a:r>
                <a:rPr lang="zh-CN" altLang="en-US" sz="2600" i="0" dirty="0">
                  <a:solidFill>
                    <a:srgbClr val="FF00FF"/>
                  </a:solidFill>
                  <a:latin typeface="楷体" panose="02010609060101010101" pitchFamily="49" charset="-122"/>
                  <a:ea typeface="楷体" panose="02010609060101010101" pitchFamily="49" charset="-122"/>
                </a:rPr>
                <a:t>、</a:t>
              </a:r>
              <a:r>
                <a:rPr lang="en-US" altLang="zh-CN" sz="2600" i="0" dirty="0">
                  <a:solidFill>
                    <a:schemeClr val="tx1"/>
                  </a:solidFill>
                  <a:latin typeface="楷体" panose="02010609060101010101" pitchFamily="49" charset="-122"/>
                  <a:ea typeface="楷体" panose="02010609060101010101" pitchFamily="49" charset="-122"/>
                </a:rPr>
                <a:t>z</a:t>
              </a:r>
              <a:r>
                <a:rPr lang="zh-CN" altLang="en-US" sz="2600" i="0" dirty="0">
                  <a:solidFill>
                    <a:schemeClr val="tx1"/>
                  </a:solidFill>
                  <a:latin typeface="楷体" panose="02010609060101010101" pitchFamily="49" charset="-122"/>
                  <a:ea typeface="楷体" panose="02010609060101010101" pitchFamily="49" charset="-122"/>
                </a:rPr>
                <a:t>是电极反应中转移的电子数</a:t>
              </a:r>
            </a:p>
          </p:txBody>
        </p:sp>
        <p:sp>
          <p:nvSpPr>
            <p:cNvPr id="82951" name="矩形 36"/>
            <p:cNvSpPr/>
            <p:nvPr/>
          </p:nvSpPr>
          <p:spPr>
            <a:xfrm>
              <a:off x="76200" y="1600200"/>
              <a:ext cx="854721" cy="492443"/>
            </a:xfrm>
            <a:prstGeom prst="rect">
              <a:avLst/>
            </a:prstGeom>
            <a:noFill/>
            <a:ln w="9525">
              <a:noFill/>
            </a:ln>
          </p:spPr>
          <p:txBody>
            <a:bodyPr wrap="none">
              <a:spAutoFit/>
            </a:bodyPr>
            <a:lstStyle/>
            <a:p>
              <a:r>
                <a:rPr lang="zh-CN" altLang="en-US" sz="2600" i="0" dirty="0">
                  <a:solidFill>
                    <a:srgbClr val="FF00FF"/>
                  </a:solidFill>
                  <a:latin typeface="楷体" panose="02010609060101010101" pitchFamily="49" charset="-122"/>
                  <a:ea typeface="楷体" panose="02010609060101010101" pitchFamily="49" charset="-122"/>
                </a:rPr>
                <a:t>注：</a:t>
              </a:r>
              <a:endParaRPr lang="zh-CN" altLang="en-US" sz="2600" dirty="0">
                <a:solidFill>
                  <a:srgbClr val="FF00FF"/>
                </a:solidFill>
                <a:latin typeface="楷体" panose="02010609060101010101" pitchFamily="49" charset="-122"/>
                <a:ea typeface="楷体" panose="02010609060101010101" pitchFamily="49" charset="-122"/>
              </a:endParaRPr>
            </a:p>
          </p:txBody>
        </p:sp>
      </p:gr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60" name="Text Box 7"/>
          <p:cNvSpPr txBox="1"/>
          <p:nvPr/>
        </p:nvSpPr>
        <p:spPr>
          <a:xfrm>
            <a:off x="0" y="0"/>
            <a:ext cx="4191000" cy="549275"/>
          </a:xfrm>
          <a:prstGeom prst="rect">
            <a:avLst/>
          </a:prstGeom>
          <a:gradFill rotWithShape="1">
            <a:gsLst>
              <a:gs pos="0">
                <a:srgbClr val="767647"/>
              </a:gs>
              <a:gs pos="50000">
                <a:srgbClr val="FFFF99"/>
              </a:gs>
              <a:gs pos="100000">
                <a:srgbClr val="767647"/>
              </a:gs>
            </a:gsLst>
            <a:lin ang="5400000" scaled="1"/>
            <a:tileRect/>
          </a:gradFill>
          <a:ln w="12700">
            <a:noFill/>
          </a:ln>
        </p:spPr>
        <p:txBody>
          <a:bodyPr>
            <a:spAutoFit/>
          </a:bodyPr>
          <a:lstStyle/>
          <a:p>
            <a:r>
              <a:rPr lang="en-US" altLang="zh-CN" sz="3000" i="0" dirty="0">
                <a:solidFill>
                  <a:srgbClr val="0000FF"/>
                </a:solidFill>
                <a:latin typeface="Times New Roman" panose="02020603050405020304" pitchFamily="18" charset="0"/>
              </a:rPr>
              <a:t>2.  </a:t>
            </a:r>
            <a:r>
              <a:rPr lang="zh-CN" altLang="en-US" sz="3000" i="0" dirty="0">
                <a:solidFill>
                  <a:srgbClr val="0000FF"/>
                </a:solidFill>
                <a:latin typeface="Times New Roman" panose="02020603050405020304" pitchFamily="18" charset="0"/>
              </a:rPr>
              <a:t>影响电极电势的因素</a:t>
            </a:r>
            <a:endParaRPr lang="zh-CN" altLang="en-US" sz="3000" i="0" dirty="0">
              <a:solidFill>
                <a:srgbClr val="FF0000"/>
              </a:solidFill>
              <a:latin typeface="Times New Roman" panose="02020603050405020304" pitchFamily="18" charset="0"/>
            </a:endParaRPr>
          </a:p>
        </p:txBody>
      </p:sp>
      <p:sp>
        <p:nvSpPr>
          <p:cNvPr id="78857" name="Rectangle 9"/>
          <p:cNvSpPr/>
          <p:nvPr/>
        </p:nvSpPr>
        <p:spPr>
          <a:xfrm>
            <a:off x="1371600" y="685800"/>
            <a:ext cx="5997575" cy="579438"/>
          </a:xfrm>
          <a:prstGeom prst="rect">
            <a:avLst/>
          </a:prstGeom>
          <a:noFill/>
          <a:ln w="9525">
            <a:noFill/>
          </a:ln>
        </p:spPr>
        <p:txBody>
          <a:bodyPr wrap="none">
            <a:spAutoFit/>
          </a:bodyPr>
          <a:lstStyle/>
          <a:p>
            <a:pPr>
              <a:spcBef>
                <a:spcPct val="0"/>
              </a:spcBef>
            </a:pPr>
            <a:r>
              <a:rPr lang="en-US" altLang="zh-CN" sz="3200" dirty="0">
                <a:latin typeface="Times New Roman" panose="02020603050405020304" pitchFamily="18" charset="0"/>
                <a:ea typeface="宋体" panose="02010600030101010101" pitchFamily="2" charset="-122"/>
              </a:rPr>
              <a:t>① </a:t>
            </a:r>
            <a:r>
              <a:rPr lang="zh-CN" altLang="en-US" sz="3200" dirty="0">
                <a:latin typeface="Times New Roman" panose="02020603050405020304" pitchFamily="18" charset="0"/>
                <a:ea typeface="宋体" panose="02010600030101010101" pitchFamily="2" charset="-122"/>
              </a:rPr>
              <a:t>氧化型或还原型的浓度或分压</a:t>
            </a:r>
          </a:p>
        </p:txBody>
      </p:sp>
      <p:grpSp>
        <p:nvGrpSpPr>
          <p:cNvPr id="2" name="Group 10"/>
          <p:cNvGrpSpPr/>
          <p:nvPr/>
        </p:nvGrpSpPr>
        <p:grpSpPr>
          <a:xfrm>
            <a:off x="4038600" y="3200400"/>
            <a:ext cx="2522538" cy="1036638"/>
            <a:chOff x="3487" y="3332"/>
            <a:chExt cx="1589" cy="653"/>
          </a:xfrm>
        </p:grpSpPr>
        <p:sp>
          <p:nvSpPr>
            <p:cNvPr id="19523" name="Line 11"/>
            <p:cNvSpPr/>
            <p:nvPr/>
          </p:nvSpPr>
          <p:spPr>
            <a:xfrm>
              <a:off x="3487" y="3645"/>
              <a:ext cx="1095" cy="1"/>
            </a:xfrm>
            <a:prstGeom prst="line">
              <a:avLst/>
            </a:prstGeom>
            <a:ln w="17463" cap="flat" cmpd="sng">
              <a:solidFill>
                <a:srgbClr val="000000"/>
              </a:solidFill>
              <a:prstDash val="solid"/>
              <a:headEnd type="none" w="med" len="med"/>
              <a:tailEnd type="none" w="med" len="med"/>
            </a:ln>
          </p:spPr>
        </p:sp>
        <p:sp>
          <p:nvSpPr>
            <p:cNvPr id="19524" name="Rectangle 12"/>
            <p:cNvSpPr/>
            <p:nvPr/>
          </p:nvSpPr>
          <p:spPr>
            <a:xfrm>
              <a:off x="4483" y="367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5" name="Rectangle 13"/>
            <p:cNvSpPr/>
            <p:nvPr/>
          </p:nvSpPr>
          <p:spPr>
            <a:xfrm>
              <a:off x="3622" y="367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6" name="Rectangle 14"/>
            <p:cNvSpPr/>
            <p:nvPr/>
          </p:nvSpPr>
          <p:spPr>
            <a:xfrm>
              <a:off x="4481" y="333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7" name="Rectangle 15"/>
            <p:cNvSpPr/>
            <p:nvPr/>
          </p:nvSpPr>
          <p:spPr>
            <a:xfrm>
              <a:off x="3624" y="333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8" name="Rectangle 16"/>
            <p:cNvSpPr/>
            <p:nvPr/>
          </p:nvSpPr>
          <p:spPr>
            <a:xfrm>
              <a:off x="4642" y="3542"/>
              <a:ext cx="15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p>
          </p:txBody>
        </p:sp>
        <p:sp>
          <p:nvSpPr>
            <p:cNvPr id="19529" name="Rectangle 17"/>
            <p:cNvSpPr/>
            <p:nvPr/>
          </p:nvSpPr>
          <p:spPr>
            <a:xfrm>
              <a:off x="3500" y="3679"/>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30" name="Rectangle 18"/>
            <p:cNvSpPr/>
            <p:nvPr/>
          </p:nvSpPr>
          <p:spPr>
            <a:xfrm>
              <a:off x="3502" y="333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31" name="Rectangle 19"/>
            <p:cNvSpPr/>
            <p:nvPr/>
          </p:nvSpPr>
          <p:spPr>
            <a:xfrm>
              <a:off x="4828" y="3495"/>
              <a:ext cx="248"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32" name="Rectangle 20"/>
            <p:cNvSpPr/>
            <p:nvPr/>
          </p:nvSpPr>
          <p:spPr>
            <a:xfrm>
              <a:off x="3711" y="3687"/>
              <a:ext cx="747"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氧化型</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33" name="Rectangle 21"/>
            <p:cNvSpPr/>
            <p:nvPr/>
          </p:nvSpPr>
          <p:spPr>
            <a:xfrm>
              <a:off x="3709" y="3340"/>
              <a:ext cx="747"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还原型</a:t>
              </a:r>
              <a:endParaRPr lang="zh-CN" altLang="en-US" sz="1800" i="0" dirty="0">
                <a:solidFill>
                  <a:srgbClr val="0000CC"/>
                </a:solidFill>
                <a:latin typeface="Arial" panose="020B0604020202020204" pitchFamily="34" charset="0"/>
                <a:ea typeface="宋体" panose="02010600030101010101" pitchFamily="2" charset="-122"/>
              </a:endParaRPr>
            </a:p>
          </p:txBody>
        </p:sp>
      </p:grpSp>
      <p:grpSp>
        <p:nvGrpSpPr>
          <p:cNvPr id="3" name="Group 22"/>
          <p:cNvGrpSpPr/>
          <p:nvPr/>
        </p:nvGrpSpPr>
        <p:grpSpPr>
          <a:xfrm>
            <a:off x="1066800" y="3733800"/>
            <a:ext cx="2455863" cy="747713"/>
            <a:chOff x="1248" y="3487"/>
            <a:chExt cx="1547" cy="151"/>
          </a:xfrm>
        </p:grpSpPr>
        <p:sp>
          <p:nvSpPr>
            <p:cNvPr id="19517" name="Rectangle 23"/>
            <p:cNvSpPr/>
            <p:nvPr/>
          </p:nvSpPr>
          <p:spPr>
            <a:xfrm>
              <a:off x="2227" y="3487"/>
              <a:ext cx="83" cy="96"/>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8" name="Rectangle 24"/>
            <p:cNvSpPr/>
            <p:nvPr/>
          </p:nvSpPr>
          <p:spPr>
            <a:xfrm>
              <a:off x="1370" y="3487"/>
              <a:ext cx="83" cy="96"/>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9" name="Rectangle 25"/>
            <p:cNvSpPr/>
            <p:nvPr/>
          </p:nvSpPr>
          <p:spPr>
            <a:xfrm>
              <a:off x="2365" y="3542"/>
              <a:ext cx="150" cy="96"/>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0" name="Rectangle 26"/>
            <p:cNvSpPr/>
            <p:nvPr/>
          </p:nvSpPr>
          <p:spPr>
            <a:xfrm>
              <a:off x="1248" y="3487"/>
              <a:ext cx="110" cy="96"/>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21" name="Rectangle 27"/>
            <p:cNvSpPr/>
            <p:nvPr/>
          </p:nvSpPr>
          <p:spPr>
            <a:xfrm>
              <a:off x="2546" y="3504"/>
              <a:ext cx="249" cy="96"/>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22" name="Rectangle 28"/>
            <p:cNvSpPr/>
            <p:nvPr/>
          </p:nvSpPr>
          <p:spPr>
            <a:xfrm>
              <a:off x="1455" y="3495"/>
              <a:ext cx="747" cy="96"/>
            </a:xfrm>
            <a:prstGeom prst="rect">
              <a:avLst/>
            </a:prstGeom>
            <a:noFill/>
            <a:ln w="9525">
              <a:noFill/>
            </a:ln>
          </p:spPr>
          <p:txBody>
            <a:bodyPr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还原型</a:t>
              </a:r>
              <a:endParaRPr lang="zh-CN" altLang="en-US" sz="1800" i="0" dirty="0">
                <a:solidFill>
                  <a:srgbClr val="0000CC"/>
                </a:solidFill>
                <a:latin typeface="Arial" panose="020B0604020202020204" pitchFamily="34" charset="0"/>
                <a:ea typeface="宋体" panose="02010600030101010101" pitchFamily="2" charset="-122"/>
              </a:endParaRPr>
            </a:p>
          </p:txBody>
        </p:sp>
      </p:grpSp>
      <p:grpSp>
        <p:nvGrpSpPr>
          <p:cNvPr id="4" name="Group 29"/>
          <p:cNvGrpSpPr/>
          <p:nvPr/>
        </p:nvGrpSpPr>
        <p:grpSpPr>
          <a:xfrm>
            <a:off x="914400" y="3124200"/>
            <a:ext cx="2570163" cy="560388"/>
            <a:chOff x="0" y="3487"/>
            <a:chExt cx="1619" cy="353"/>
          </a:xfrm>
        </p:grpSpPr>
        <p:sp>
          <p:nvSpPr>
            <p:cNvPr id="19511" name="Rectangle 30"/>
            <p:cNvSpPr/>
            <p:nvPr/>
          </p:nvSpPr>
          <p:spPr>
            <a:xfrm>
              <a:off x="1048" y="348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2" name="Rectangle 31"/>
            <p:cNvSpPr/>
            <p:nvPr/>
          </p:nvSpPr>
          <p:spPr>
            <a:xfrm>
              <a:off x="186" y="348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3" name="Rectangle 32"/>
            <p:cNvSpPr/>
            <p:nvPr/>
          </p:nvSpPr>
          <p:spPr>
            <a:xfrm>
              <a:off x="1185" y="3542"/>
              <a:ext cx="15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4" name="Rectangle 33"/>
            <p:cNvSpPr/>
            <p:nvPr/>
          </p:nvSpPr>
          <p:spPr>
            <a:xfrm>
              <a:off x="0" y="3487"/>
              <a:ext cx="172"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 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5" name="Rectangle 34"/>
            <p:cNvSpPr/>
            <p:nvPr/>
          </p:nvSpPr>
          <p:spPr>
            <a:xfrm>
              <a:off x="1371" y="3495"/>
              <a:ext cx="248"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16" name="Rectangle 35"/>
            <p:cNvSpPr/>
            <p:nvPr/>
          </p:nvSpPr>
          <p:spPr>
            <a:xfrm>
              <a:off x="275" y="3495"/>
              <a:ext cx="747"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氧化型</a:t>
              </a:r>
              <a:endParaRPr lang="zh-CN" altLang="en-US" sz="1800" i="0" dirty="0">
                <a:solidFill>
                  <a:srgbClr val="0000CC"/>
                </a:solidFill>
                <a:latin typeface="Arial" panose="020B0604020202020204" pitchFamily="34" charset="0"/>
                <a:ea typeface="宋体" panose="02010600030101010101" pitchFamily="2" charset="-122"/>
              </a:endParaRPr>
            </a:p>
          </p:txBody>
        </p:sp>
      </p:grpSp>
      <p:grpSp>
        <p:nvGrpSpPr>
          <p:cNvPr id="5" name="Group 36"/>
          <p:cNvGrpSpPr/>
          <p:nvPr/>
        </p:nvGrpSpPr>
        <p:grpSpPr>
          <a:xfrm>
            <a:off x="1219200" y="1371600"/>
            <a:ext cx="6540500" cy="558800"/>
            <a:chOff x="929" y="1123"/>
            <a:chExt cx="3627" cy="352"/>
          </a:xfrm>
        </p:grpSpPr>
        <p:sp>
          <p:nvSpPr>
            <p:cNvPr id="19501" name="Rectangle 37"/>
            <p:cNvSpPr/>
            <p:nvPr/>
          </p:nvSpPr>
          <p:spPr>
            <a:xfrm>
              <a:off x="3826" y="1160"/>
              <a:ext cx="57"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02" name="Rectangle 38"/>
            <p:cNvSpPr/>
            <p:nvPr/>
          </p:nvSpPr>
          <p:spPr>
            <a:xfrm>
              <a:off x="3527" y="1160"/>
              <a:ext cx="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03" name="Rectangle 39"/>
            <p:cNvSpPr/>
            <p:nvPr/>
          </p:nvSpPr>
          <p:spPr>
            <a:xfrm>
              <a:off x="3304" y="1160"/>
              <a:ext cx="10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04" name="Rectangle 40"/>
            <p:cNvSpPr/>
            <p:nvPr/>
          </p:nvSpPr>
          <p:spPr>
            <a:xfrm>
              <a:off x="2003" y="1160"/>
              <a:ext cx="169"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05" name="Rectangle 41"/>
            <p:cNvSpPr/>
            <p:nvPr/>
          </p:nvSpPr>
          <p:spPr>
            <a:xfrm>
              <a:off x="3877" y="1168"/>
              <a:ext cx="679"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还原型</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06" name="Rectangle 42"/>
            <p:cNvSpPr/>
            <p:nvPr/>
          </p:nvSpPr>
          <p:spPr>
            <a:xfrm>
              <a:off x="2184" y="1168"/>
              <a:ext cx="678"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氧化型</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07" name="Rectangle 43"/>
            <p:cNvSpPr/>
            <p:nvPr/>
          </p:nvSpPr>
          <p:spPr>
            <a:xfrm>
              <a:off x="929" y="1168"/>
              <a:ext cx="1131"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电极反应：</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19508" name="Rectangle 44"/>
            <p:cNvSpPr/>
            <p:nvPr/>
          </p:nvSpPr>
          <p:spPr>
            <a:xfrm>
              <a:off x="3163" y="1160"/>
              <a:ext cx="137"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Z</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09" name="Rectangle 45"/>
            <p:cNvSpPr/>
            <p:nvPr/>
          </p:nvSpPr>
          <p:spPr>
            <a:xfrm>
              <a:off x="2974" y="1131"/>
              <a:ext cx="12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510" name="Rectangle 46"/>
            <p:cNvSpPr/>
            <p:nvPr/>
          </p:nvSpPr>
          <p:spPr>
            <a:xfrm>
              <a:off x="3428" y="1123"/>
              <a:ext cx="7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19459" name="Object 47"/>
            <p:cNvGraphicFramePr>
              <a:graphicFrameLocks/>
            </p:cNvGraphicFramePr>
            <p:nvPr/>
          </p:nvGraphicFramePr>
          <p:xfrm>
            <a:off x="3480" y="1256"/>
            <a:ext cx="410" cy="129"/>
          </p:xfrm>
          <a:graphic>
            <a:graphicData uri="http://schemas.openxmlformats.org/presentationml/2006/ole">
              <p:oleObj spid="_x0000_s88066" r:id="rId4" imgW="18726150" imgH="15268575" progId="">
                <p:embed/>
              </p:oleObj>
            </a:graphicData>
          </a:graphic>
        </p:graphicFrame>
      </p:grpSp>
      <p:grpSp>
        <p:nvGrpSpPr>
          <p:cNvPr id="6" name="Group 70"/>
          <p:cNvGrpSpPr/>
          <p:nvPr/>
        </p:nvGrpSpPr>
        <p:grpSpPr>
          <a:xfrm>
            <a:off x="1600200" y="2057400"/>
            <a:ext cx="5715000" cy="1073150"/>
            <a:chOff x="1632" y="2389"/>
            <a:chExt cx="3188" cy="676"/>
          </a:xfrm>
        </p:grpSpPr>
        <p:sp>
          <p:nvSpPr>
            <p:cNvPr id="19481" name="Line 71"/>
            <p:cNvSpPr/>
            <p:nvPr/>
          </p:nvSpPr>
          <p:spPr>
            <a:xfrm>
              <a:off x="2582" y="2715"/>
              <a:ext cx="899" cy="1"/>
            </a:xfrm>
            <a:prstGeom prst="line">
              <a:avLst/>
            </a:prstGeom>
            <a:ln w="15875" cap="flat" cmpd="sng">
              <a:solidFill>
                <a:srgbClr val="000000"/>
              </a:solidFill>
              <a:prstDash val="solid"/>
              <a:headEnd type="none" w="med" len="med"/>
              <a:tailEnd type="none" w="med" len="med"/>
            </a:ln>
          </p:spPr>
        </p:sp>
        <p:sp>
          <p:nvSpPr>
            <p:cNvPr id="19482" name="Line 72"/>
            <p:cNvSpPr/>
            <p:nvPr/>
          </p:nvSpPr>
          <p:spPr>
            <a:xfrm>
              <a:off x="3756" y="2715"/>
              <a:ext cx="1064" cy="1"/>
            </a:xfrm>
            <a:prstGeom prst="line">
              <a:avLst/>
            </a:prstGeom>
            <a:ln w="15875" cap="flat" cmpd="sng">
              <a:solidFill>
                <a:srgbClr val="000000"/>
              </a:solidFill>
              <a:prstDash val="solid"/>
              <a:headEnd type="none" w="med" len="med"/>
              <a:tailEnd type="none" w="med" len="med"/>
            </a:ln>
          </p:spPr>
        </p:sp>
        <p:sp>
          <p:nvSpPr>
            <p:cNvPr id="19483" name="Rectangle 73"/>
            <p:cNvSpPr/>
            <p:nvPr/>
          </p:nvSpPr>
          <p:spPr>
            <a:xfrm>
              <a:off x="4723" y="2750"/>
              <a:ext cx="7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4" name="Rectangle 74"/>
            <p:cNvSpPr/>
            <p:nvPr/>
          </p:nvSpPr>
          <p:spPr>
            <a:xfrm>
              <a:off x="3889" y="2750"/>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5" name="Rectangle 75"/>
            <p:cNvSpPr/>
            <p:nvPr/>
          </p:nvSpPr>
          <p:spPr>
            <a:xfrm>
              <a:off x="4725" y="2389"/>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6" name="Rectangle 76"/>
            <p:cNvSpPr/>
            <p:nvPr/>
          </p:nvSpPr>
          <p:spPr>
            <a:xfrm>
              <a:off x="3887" y="2389"/>
              <a:ext cx="7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7" name="Rectangle 77"/>
            <p:cNvSpPr/>
            <p:nvPr/>
          </p:nvSpPr>
          <p:spPr>
            <a:xfrm>
              <a:off x="3520" y="2550"/>
              <a:ext cx="17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8" name="Rectangle 78"/>
            <p:cNvSpPr/>
            <p:nvPr/>
          </p:nvSpPr>
          <p:spPr>
            <a:xfrm>
              <a:off x="2764" y="2389"/>
              <a:ext cx="34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303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89" name="Rectangle 79"/>
            <p:cNvSpPr/>
            <p:nvPr/>
          </p:nvSpPr>
          <p:spPr>
            <a:xfrm>
              <a:off x="2599" y="2389"/>
              <a:ext cx="113"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0" name="Rectangle 80"/>
            <p:cNvSpPr/>
            <p:nvPr/>
          </p:nvSpPr>
          <p:spPr>
            <a:xfrm>
              <a:off x="3972" y="2758"/>
              <a:ext cx="771" cy="307"/>
            </a:xfrm>
            <a:prstGeom prst="rect">
              <a:avLst/>
            </a:prstGeom>
            <a:noFill/>
            <a:ln w="9525">
              <a:noFill/>
            </a:ln>
          </p:spPr>
          <p:txBody>
            <a:bodyPr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还原型</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19491" name="Rectangle 81"/>
            <p:cNvSpPr/>
            <p:nvPr/>
          </p:nvSpPr>
          <p:spPr>
            <a:xfrm>
              <a:off x="3974" y="2397"/>
              <a:ext cx="683"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氧化型</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19492" name="Rectangle 82"/>
            <p:cNvSpPr/>
            <p:nvPr/>
          </p:nvSpPr>
          <p:spPr>
            <a:xfrm>
              <a:off x="3771" y="2750"/>
              <a:ext cx="10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3" name="Rectangle 83"/>
            <p:cNvSpPr/>
            <p:nvPr/>
          </p:nvSpPr>
          <p:spPr>
            <a:xfrm>
              <a:off x="3769" y="2389"/>
              <a:ext cx="10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4" name="Rectangle 84"/>
            <p:cNvSpPr/>
            <p:nvPr/>
          </p:nvSpPr>
          <p:spPr>
            <a:xfrm>
              <a:off x="2876" y="2750"/>
              <a:ext cx="290"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ZF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5" name="Rectangle 85"/>
            <p:cNvSpPr/>
            <p:nvPr/>
          </p:nvSpPr>
          <p:spPr>
            <a:xfrm>
              <a:off x="3145" y="2389"/>
              <a:ext cx="290"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RT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6" name="Rectangle 86"/>
            <p:cNvSpPr/>
            <p:nvPr/>
          </p:nvSpPr>
          <p:spPr>
            <a:xfrm>
              <a:off x="2725" y="2389"/>
              <a:ext cx="56"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7" name="Rectangle 87"/>
            <p:cNvSpPr/>
            <p:nvPr/>
          </p:nvSpPr>
          <p:spPr>
            <a:xfrm>
              <a:off x="2060" y="2550"/>
              <a:ext cx="15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8" name="Rectangle 88"/>
            <p:cNvSpPr/>
            <p:nvPr/>
          </p:nvSpPr>
          <p:spPr>
            <a:xfrm>
              <a:off x="1632" y="2550"/>
              <a:ext cx="15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19499" name="Rectangle 89"/>
            <p:cNvSpPr/>
            <p:nvPr/>
          </p:nvSpPr>
          <p:spPr>
            <a:xfrm>
              <a:off x="2393" y="2521"/>
              <a:ext cx="125" cy="307"/>
            </a:xfrm>
            <a:prstGeom prst="rect">
              <a:avLst/>
            </a:prstGeom>
            <a:noFill/>
            <a:ln w="9525">
              <a:noFill/>
            </a:ln>
          </p:spPr>
          <p:txBody>
            <a:bodyPr wrap="none" lIns="0" tIns="0" rIns="0" bIns="0">
              <a:spAutoFit/>
            </a:bodyPr>
            <a:lstStyle/>
            <a:p>
              <a:pPr>
                <a:spcBef>
                  <a:spcPct val="0"/>
                </a:spcBef>
              </a:pPr>
              <a:r>
                <a:rPr lang="en-US" altLang="zh-CN" sz="3200" i="0" dirty="0">
                  <a:latin typeface="Symbol" panose="05050102010706020507" pitchFamily="18" charset="2"/>
                  <a:ea typeface="宋体" panose="02010600030101010101" pitchFamily="2" charset="-122"/>
                </a:rPr>
                <a:t>+</a:t>
              </a:r>
              <a:endParaRPr lang="en-US" altLang="zh-CN" sz="1800" i="0" dirty="0">
                <a:latin typeface="Arial" panose="020B0604020202020204" pitchFamily="34" charset="0"/>
                <a:ea typeface="宋体" panose="02010600030101010101" pitchFamily="2" charset="-122"/>
              </a:endParaRPr>
            </a:p>
          </p:txBody>
        </p:sp>
        <p:sp>
          <p:nvSpPr>
            <p:cNvPr id="19500" name="Rectangle 90"/>
            <p:cNvSpPr/>
            <p:nvPr/>
          </p:nvSpPr>
          <p:spPr>
            <a:xfrm>
              <a:off x="1856" y="2521"/>
              <a:ext cx="12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19458" name="Object 91"/>
            <p:cNvGraphicFramePr>
              <a:graphicFrameLocks/>
            </p:cNvGraphicFramePr>
            <p:nvPr/>
          </p:nvGraphicFramePr>
          <p:xfrm>
            <a:off x="2224" y="2536"/>
            <a:ext cx="171" cy="168"/>
          </p:xfrm>
          <a:graphic>
            <a:graphicData uri="http://schemas.openxmlformats.org/presentationml/2006/ole">
              <p:oleObj spid="_x0000_s88065" r:id="rId5" imgW="271780" imgH="266700" progId="">
                <p:embed/>
              </p:oleObj>
            </a:graphicData>
          </a:graphic>
        </p:graphicFrame>
      </p:grpSp>
      <p:sp>
        <p:nvSpPr>
          <p:cNvPr id="78940" name="Rectangle 92"/>
          <p:cNvSpPr/>
          <p:nvPr/>
        </p:nvSpPr>
        <p:spPr>
          <a:xfrm>
            <a:off x="3276600" y="3352800"/>
            <a:ext cx="579438" cy="565150"/>
          </a:xfrm>
          <a:prstGeom prst="rect">
            <a:avLst/>
          </a:prstGeom>
          <a:noFill/>
          <a:ln w="9525">
            <a:noFill/>
          </a:ln>
        </p:spPr>
        <p:txBody>
          <a:bodyPr wrap="none">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或</a:t>
            </a:r>
          </a:p>
        </p:txBody>
      </p:sp>
      <p:grpSp>
        <p:nvGrpSpPr>
          <p:cNvPr id="7" name="Group 93"/>
          <p:cNvGrpSpPr/>
          <p:nvPr/>
        </p:nvGrpSpPr>
        <p:grpSpPr>
          <a:xfrm>
            <a:off x="7010400" y="3352800"/>
            <a:ext cx="1354138" cy="565150"/>
            <a:chOff x="4512" y="3504"/>
            <a:chExt cx="853" cy="356"/>
          </a:xfrm>
        </p:grpSpPr>
        <p:grpSp>
          <p:nvGrpSpPr>
            <p:cNvPr id="19477" name="Group 94"/>
            <p:cNvGrpSpPr/>
            <p:nvPr/>
          </p:nvGrpSpPr>
          <p:grpSpPr>
            <a:xfrm>
              <a:off x="4992" y="3519"/>
              <a:ext cx="373" cy="321"/>
              <a:chOff x="5346" y="3487"/>
              <a:chExt cx="373" cy="321"/>
            </a:xfrm>
          </p:grpSpPr>
          <p:sp>
            <p:nvSpPr>
              <p:cNvPr id="19479" name="Rectangle 95"/>
              <p:cNvSpPr/>
              <p:nvPr/>
            </p:nvSpPr>
            <p:spPr>
              <a:xfrm>
                <a:off x="5569" y="3510"/>
                <a:ext cx="15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p>
            </p:txBody>
          </p:sp>
          <p:sp>
            <p:nvSpPr>
              <p:cNvPr id="19480" name="Rectangle 96"/>
              <p:cNvSpPr/>
              <p:nvPr/>
            </p:nvSpPr>
            <p:spPr>
              <a:xfrm>
                <a:off x="5346" y="348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pSp>
        <p:sp>
          <p:nvSpPr>
            <p:cNvPr id="19478" name="Rectangle 97"/>
            <p:cNvSpPr/>
            <p:nvPr/>
          </p:nvSpPr>
          <p:spPr>
            <a:xfrm>
              <a:off x="4512" y="3504"/>
              <a:ext cx="614" cy="356"/>
            </a:xfrm>
            <a:prstGeom prst="rect">
              <a:avLst/>
            </a:prstGeom>
            <a:noFill/>
            <a:ln w="9525">
              <a:noFill/>
            </a:ln>
          </p:spPr>
          <p:txBody>
            <a:bodyPr wrap="none">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则：</a:t>
              </a:r>
            </a:p>
          </p:txBody>
        </p:sp>
      </p:grpSp>
      <p:sp>
        <p:nvSpPr>
          <p:cNvPr id="78946" name="Rectangle 98"/>
          <p:cNvSpPr/>
          <p:nvPr/>
        </p:nvSpPr>
        <p:spPr>
          <a:xfrm>
            <a:off x="6477000" y="4114800"/>
            <a:ext cx="2438400" cy="579438"/>
          </a:xfrm>
          <a:prstGeom prst="rect">
            <a:avLst/>
          </a:prstGeom>
          <a:noFill/>
          <a:ln w="9525">
            <a:noFill/>
          </a:ln>
        </p:spPr>
        <p:txBody>
          <a:bodyPr>
            <a:spAutoFit/>
          </a:bodyPr>
          <a:lstStyle/>
          <a:p>
            <a:pPr>
              <a:spcBef>
                <a:spcPct val="0"/>
              </a:spcBef>
            </a:pPr>
            <a:r>
              <a:rPr lang="zh-CN" altLang="zh-CN" sz="3200" i="0" dirty="0">
                <a:solidFill>
                  <a:srgbClr val="336600"/>
                </a:solidFill>
                <a:latin typeface="楷体_GB2312" pitchFamily="49" charset="-122"/>
              </a:rPr>
              <a:t>反之，</a:t>
            </a:r>
            <a:endParaRPr lang="zh-CN" altLang="en-US" sz="3200" i="0" dirty="0">
              <a:solidFill>
                <a:srgbClr val="336600"/>
              </a:solidFill>
              <a:latin typeface="楷体_GB2312" pitchFamily="49" charset="-122"/>
            </a:endParaRPr>
          </a:p>
        </p:txBody>
      </p:sp>
      <p:grpSp>
        <p:nvGrpSpPr>
          <p:cNvPr id="9" name="Group 99"/>
          <p:cNvGrpSpPr/>
          <p:nvPr/>
        </p:nvGrpSpPr>
        <p:grpSpPr>
          <a:xfrm>
            <a:off x="7467600" y="4114800"/>
            <a:ext cx="1360488" cy="565150"/>
            <a:chOff x="4512" y="3504"/>
            <a:chExt cx="857" cy="356"/>
          </a:xfrm>
        </p:grpSpPr>
        <p:grpSp>
          <p:nvGrpSpPr>
            <p:cNvPr id="19473" name="Group 100"/>
            <p:cNvGrpSpPr/>
            <p:nvPr/>
          </p:nvGrpSpPr>
          <p:grpSpPr>
            <a:xfrm>
              <a:off x="4992" y="3519"/>
              <a:ext cx="377" cy="321"/>
              <a:chOff x="5346" y="3487"/>
              <a:chExt cx="377" cy="321"/>
            </a:xfrm>
          </p:grpSpPr>
          <p:sp>
            <p:nvSpPr>
              <p:cNvPr id="19475" name="Rectangle 101"/>
              <p:cNvSpPr/>
              <p:nvPr/>
            </p:nvSpPr>
            <p:spPr>
              <a:xfrm>
                <a:off x="5569" y="3510"/>
                <a:ext cx="1" cy="298"/>
              </a:xfrm>
              <a:prstGeom prst="rect">
                <a:avLst/>
              </a:prstGeom>
              <a:noFill/>
              <a:ln w="9525">
                <a:noFill/>
              </a:ln>
            </p:spPr>
            <p:txBody>
              <a:bodyPr wrap="none" lIns="0" tIns="0" rIns="0" bIns="0">
                <a:spAutoFit/>
              </a:bodyPr>
              <a:lstStyle/>
              <a:p>
                <a:pPr>
                  <a:spcBef>
                    <a:spcPct val="0"/>
                  </a:spcBef>
                </a:pPr>
                <a:endParaRPr lang="zh-CN"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endParaRPr>
              </a:p>
            </p:txBody>
          </p:sp>
          <p:sp>
            <p:nvSpPr>
              <p:cNvPr id="19476" name="Rectangle 102"/>
              <p:cNvSpPr/>
              <p:nvPr/>
            </p:nvSpPr>
            <p:spPr>
              <a:xfrm>
                <a:off x="5346" y="3487"/>
                <a:ext cx="377"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 </a:t>
                </a:r>
                <a:r>
                  <a:rPr lang="en-US" altLang="zh-CN" sz="31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p>
            </p:txBody>
          </p:sp>
        </p:grpSp>
        <p:sp>
          <p:nvSpPr>
            <p:cNvPr id="19474" name="Rectangle 103"/>
            <p:cNvSpPr/>
            <p:nvPr/>
          </p:nvSpPr>
          <p:spPr>
            <a:xfrm>
              <a:off x="4512" y="3504"/>
              <a:ext cx="614" cy="356"/>
            </a:xfrm>
            <a:prstGeom prst="rect">
              <a:avLst/>
            </a:prstGeom>
            <a:noFill/>
            <a:ln w="9525">
              <a:noFill/>
            </a:ln>
          </p:spPr>
          <p:txBody>
            <a:bodyPr wrap="none">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则：</a:t>
              </a:r>
            </a:p>
          </p:txBody>
        </p:sp>
      </p:grpSp>
      <p:sp>
        <p:nvSpPr>
          <p:cNvPr id="78952" name="Text Box 104"/>
          <p:cNvSpPr txBox="1"/>
          <p:nvPr/>
        </p:nvSpPr>
        <p:spPr>
          <a:xfrm>
            <a:off x="1219200" y="4648200"/>
            <a:ext cx="3429000" cy="579438"/>
          </a:xfrm>
          <a:prstGeom prst="rect">
            <a:avLst/>
          </a:prstGeom>
          <a:noFill/>
          <a:ln w="12700">
            <a:noFill/>
          </a:ln>
        </p:spPr>
        <p:txBody>
          <a:bodyPr>
            <a:spAutoFit/>
          </a:bodyPr>
          <a:lstStyle/>
          <a:p>
            <a:r>
              <a:rPr lang="en-US" altLang="zh-CN" sz="3200" dirty="0">
                <a:solidFill>
                  <a:srgbClr val="FF0000"/>
                </a:solidFill>
                <a:latin typeface="Times New Roman" panose="02020603050405020304" pitchFamily="18" charset="0"/>
                <a:ea typeface="宋体" panose="02010600030101010101" pitchFamily="2" charset="-122"/>
              </a:rPr>
              <a:t>② </a:t>
            </a:r>
            <a:r>
              <a:rPr lang="zh-CN" altLang="en-US" sz="3200" dirty="0">
                <a:solidFill>
                  <a:srgbClr val="FF0000"/>
                </a:solidFill>
                <a:latin typeface="Times New Roman" panose="02020603050405020304" pitchFamily="18" charset="0"/>
                <a:ea typeface="宋体" panose="02010600030101010101" pitchFamily="2" charset="-122"/>
              </a:rPr>
              <a:t>介质的酸碱性</a:t>
            </a:r>
          </a:p>
        </p:txBody>
      </p:sp>
      <p:sp>
        <p:nvSpPr>
          <p:cNvPr id="78972" name="Text Box 124"/>
          <p:cNvSpPr txBox="1"/>
          <p:nvPr/>
        </p:nvSpPr>
        <p:spPr>
          <a:xfrm>
            <a:off x="381000" y="5410200"/>
            <a:ext cx="8382000" cy="1311275"/>
          </a:xfrm>
          <a:prstGeom prst="rect">
            <a:avLst/>
          </a:prstGeom>
          <a:solidFill>
            <a:srgbClr val="FF99CC"/>
          </a:solidFill>
          <a:ln w="9525">
            <a:noFill/>
          </a:ln>
        </p:spPr>
        <p:txBody>
          <a:bodyPr>
            <a:spAutoFit/>
          </a:bodyPr>
          <a:lstStyle/>
          <a:p>
            <a:pPr algn="ctr"/>
            <a:r>
              <a:rPr lang="zh-CN" altLang="en-US" sz="3200" dirty="0">
                <a:solidFill>
                  <a:srgbClr val="336600"/>
                </a:solidFill>
                <a:latin typeface="Times New Roman" panose="02020603050405020304" pitchFamily="18" charset="0"/>
              </a:rPr>
              <a:t>一般来说，</a:t>
            </a:r>
            <a:r>
              <a:rPr lang="en-US" altLang="zh-CN" sz="3200" dirty="0">
                <a:solidFill>
                  <a:srgbClr val="336600"/>
                </a:solidFill>
                <a:latin typeface="Times New Roman" panose="02020603050405020304" pitchFamily="18" charset="0"/>
              </a:rPr>
              <a:t>c(H</a:t>
            </a:r>
            <a:r>
              <a:rPr lang="en-US" altLang="zh-CN" sz="3200" baseline="30000" dirty="0">
                <a:solidFill>
                  <a:srgbClr val="336600"/>
                </a:solidFill>
                <a:latin typeface="Times New Roman" panose="02020603050405020304" pitchFamily="18" charset="0"/>
              </a:rPr>
              <a:t>+</a:t>
            </a:r>
            <a:r>
              <a:rPr lang="en-US" altLang="zh-CN" sz="3200" dirty="0">
                <a:solidFill>
                  <a:srgbClr val="336600"/>
                </a:solidFill>
                <a:latin typeface="Times New Roman" panose="02020603050405020304" pitchFamily="18" charset="0"/>
              </a:rPr>
              <a:t>)</a:t>
            </a:r>
            <a:r>
              <a:rPr lang="zh-CN" altLang="en-US" sz="3200" dirty="0">
                <a:solidFill>
                  <a:srgbClr val="336600"/>
                </a:solidFill>
                <a:latin typeface="Times New Roman" panose="02020603050405020304" pitchFamily="18" charset="0"/>
              </a:rPr>
              <a:t>越大，</a:t>
            </a:r>
            <a:r>
              <a:rPr lang="en-US" altLang="zh-CN" sz="3200" dirty="0">
                <a:solidFill>
                  <a:srgbClr val="336600"/>
                </a:solidFill>
                <a:latin typeface="Times New Roman" panose="02020603050405020304" pitchFamily="18" charset="0"/>
                <a:sym typeface="Symbol" panose="05050102010706020507" pitchFamily="18" charset="2"/>
              </a:rPr>
              <a:t>E </a:t>
            </a:r>
            <a:r>
              <a:rPr lang="zh-CN" altLang="en-US" sz="3200" dirty="0">
                <a:solidFill>
                  <a:srgbClr val="336600"/>
                </a:solidFill>
                <a:latin typeface="Times New Roman" panose="02020603050405020304" pitchFamily="18" charset="0"/>
              </a:rPr>
              <a:t>值越大，</a:t>
            </a:r>
          </a:p>
          <a:p>
            <a:pPr algn="ctr"/>
            <a:r>
              <a:rPr lang="zh-CN" altLang="en-US" sz="3200" dirty="0">
                <a:solidFill>
                  <a:srgbClr val="336600"/>
                </a:solidFill>
                <a:latin typeface="Times New Roman" panose="02020603050405020304" pitchFamily="18" charset="0"/>
              </a:rPr>
              <a:t>（含氧酸盐在酸性介质中其氧化性越强</a:t>
            </a:r>
            <a:r>
              <a:rPr lang="zh-CN" altLang="en-US" sz="3200" b="0" dirty="0">
                <a:solidFill>
                  <a:srgbClr val="336600"/>
                </a:solidFill>
                <a:latin typeface="Times New Roman" panose="02020603050405020304" pitchFamily="18" charset="0"/>
                <a:ea typeface="Arial Unicode MS" panose="020B0604020202020204" charset="-122"/>
              </a:rPr>
              <a: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8857"/>
                                        </p:tgtEl>
                                        <p:attrNameLst>
                                          <p:attrName>style.visibility</p:attrName>
                                        </p:attrNameLst>
                                      </p:cBhvr>
                                      <p:to>
                                        <p:strVal val="visible"/>
                                      </p:to>
                                    </p:set>
                                    <p:animEffect transition="in" filter="wipe(left)">
                                      <p:cBhvr>
                                        <p:cTn id="7" dur="1000"/>
                                        <p:tgtEl>
                                          <p:spTgt spid="7885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8940"/>
                                        </p:tgtEl>
                                        <p:attrNameLst>
                                          <p:attrName>style.visibility</p:attrName>
                                        </p:attrNameLst>
                                      </p:cBhvr>
                                      <p:to>
                                        <p:strVal val="visible"/>
                                      </p:to>
                                    </p:set>
                                    <p:animEffect transition="in" filter="wipe(left)">
                                      <p:cBhvr>
                                        <p:cTn id="32" dur="1000"/>
                                        <p:tgtEl>
                                          <p:spTgt spid="7894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10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wipe(left)">
                                      <p:cBhvr>
                                        <p:cTn id="42" dur="10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78946"/>
                                        </p:tgtEl>
                                        <p:attrNameLst>
                                          <p:attrName>style.visibility</p:attrName>
                                        </p:attrNameLst>
                                      </p:cBhvr>
                                      <p:to>
                                        <p:strVal val="visible"/>
                                      </p:to>
                                    </p:set>
                                    <p:animEffect transition="in" filter="box(in)">
                                      <p:cBhvr>
                                        <p:cTn id="47" dur="1000"/>
                                        <p:tgtEl>
                                          <p:spTgt spid="7894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16" fill="hold" nodeType="clickEffect">
                                  <p:stCondLst>
                                    <p:cond delay="0"/>
                                  </p:stCondLst>
                                  <p:childTnLst>
                                    <p:set>
                                      <p:cBhvr>
                                        <p:cTn id="51" dur="1" fill="hold">
                                          <p:stCondLst>
                                            <p:cond delay="0"/>
                                          </p:stCondLst>
                                        </p:cTn>
                                        <p:tgtEl>
                                          <p:spTgt spid="9"/>
                                        </p:tgtEl>
                                        <p:attrNameLst>
                                          <p:attrName>style.visibility</p:attrName>
                                        </p:attrNameLst>
                                      </p:cBhvr>
                                      <p:to>
                                        <p:strVal val="visible"/>
                                      </p:to>
                                    </p:set>
                                    <p:animEffect transition="in" filter="box(in)">
                                      <p:cBhvr>
                                        <p:cTn id="52" dur="1000"/>
                                        <p:tgtEl>
                                          <p:spTgt spid="9"/>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78952"/>
                                        </p:tgtEl>
                                        <p:attrNameLst>
                                          <p:attrName>style.visibility</p:attrName>
                                        </p:attrNameLst>
                                      </p:cBhvr>
                                      <p:to>
                                        <p:strVal val="visible"/>
                                      </p:to>
                                    </p:set>
                                    <p:animEffect transition="in" filter="blinds(horizontal)">
                                      <p:cBhvr>
                                        <p:cTn id="57" dur="1000"/>
                                        <p:tgtEl>
                                          <p:spTgt spid="78952"/>
                                        </p:tgtEl>
                                      </p:cBhvr>
                                    </p:animEffect>
                                  </p:childTnLst>
                                </p:cTn>
                              </p:par>
                            </p:childTnLst>
                          </p:cTn>
                        </p:par>
                      </p:childTnLst>
                    </p:cTn>
                  </p:par>
                  <p:par>
                    <p:cTn id="58" fill="hold">
                      <p:stCondLst>
                        <p:cond delay="indefinite"/>
                      </p:stCondLst>
                      <p:childTnLst>
                        <p:par>
                          <p:cTn id="59" fill="hold">
                            <p:stCondLst>
                              <p:cond delay="0"/>
                            </p:stCondLst>
                            <p:childTnLst>
                              <p:par>
                                <p:cTn id="60" presetID="5" presetClass="entr" presetSubtype="10" fill="hold" grpId="0" nodeType="clickEffect">
                                  <p:stCondLst>
                                    <p:cond delay="0"/>
                                  </p:stCondLst>
                                  <p:childTnLst>
                                    <p:set>
                                      <p:cBhvr>
                                        <p:cTn id="61" dur="1" fill="hold">
                                          <p:stCondLst>
                                            <p:cond delay="0"/>
                                          </p:stCondLst>
                                        </p:cTn>
                                        <p:tgtEl>
                                          <p:spTgt spid="78972"/>
                                        </p:tgtEl>
                                        <p:attrNameLst>
                                          <p:attrName>style.visibility</p:attrName>
                                        </p:attrNameLst>
                                      </p:cBhvr>
                                      <p:to>
                                        <p:strVal val="visible"/>
                                      </p:to>
                                    </p:set>
                                    <p:animEffect transition="in" filter="checkerboard(across)">
                                      <p:cBhvr>
                                        <p:cTn id="62" dur="1000"/>
                                        <p:tgtEl>
                                          <p:spTgt spid="789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7" grpId="0"/>
      <p:bldP spid="78940" grpId="0"/>
      <p:bldP spid="78946" grpId="0"/>
      <p:bldP spid="78952" grpId="0"/>
      <p:bldP spid="78972" grpId="0" animBg="1"/>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804834" y="2905116"/>
            <a:ext cx="2168525" cy="574675"/>
            <a:chOff x="674" y="2281"/>
            <a:chExt cx="1366" cy="362"/>
          </a:xfrm>
        </p:grpSpPr>
        <p:sp>
          <p:nvSpPr>
            <p:cNvPr id="20646" name="Rectangle 9"/>
            <p:cNvSpPr/>
            <p:nvPr/>
          </p:nvSpPr>
          <p:spPr>
            <a:xfrm>
              <a:off x="1957" y="2317"/>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47" name="Rectangle 10"/>
            <p:cNvSpPr/>
            <p:nvPr/>
          </p:nvSpPr>
          <p:spPr>
            <a:xfrm>
              <a:off x="1545" y="2317"/>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48" name="Rectangle 11"/>
            <p:cNvSpPr/>
            <p:nvPr/>
          </p:nvSpPr>
          <p:spPr>
            <a:xfrm>
              <a:off x="1039" y="2317"/>
              <a:ext cx="4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ClO</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49" name="Rectangle 12"/>
            <p:cNvSpPr/>
            <p:nvPr/>
          </p:nvSpPr>
          <p:spPr>
            <a:xfrm>
              <a:off x="956" y="2317"/>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50" name="Rectangle 13"/>
            <p:cNvSpPr/>
            <p:nvPr/>
          </p:nvSpPr>
          <p:spPr>
            <a:xfrm>
              <a:off x="1446" y="2470"/>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51" name="Rectangle 14"/>
            <p:cNvSpPr/>
            <p:nvPr/>
          </p:nvSpPr>
          <p:spPr>
            <a:xfrm>
              <a:off x="824" y="2470"/>
              <a:ext cx="104"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52" name="Rectangle 15"/>
            <p:cNvSpPr/>
            <p:nvPr/>
          </p:nvSpPr>
          <p:spPr>
            <a:xfrm>
              <a:off x="1851" y="2281"/>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53" name="Rectangle 16"/>
            <p:cNvSpPr/>
            <p:nvPr/>
          </p:nvSpPr>
          <p:spPr>
            <a:xfrm>
              <a:off x="1450" y="2281"/>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654" name="Rectangle 17"/>
            <p:cNvSpPr/>
            <p:nvPr/>
          </p:nvSpPr>
          <p:spPr>
            <a:xfrm>
              <a:off x="674" y="2317"/>
              <a:ext cx="165"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3" name="Group 18"/>
          <p:cNvGrpSpPr/>
          <p:nvPr/>
        </p:nvGrpSpPr>
        <p:grpSpPr>
          <a:xfrm>
            <a:off x="509558" y="1323956"/>
            <a:ext cx="7005638" cy="574675"/>
            <a:chOff x="722" y="1464"/>
            <a:chExt cx="4093" cy="362"/>
          </a:xfrm>
        </p:grpSpPr>
        <p:sp>
          <p:nvSpPr>
            <p:cNvPr id="20619" name="Rectangle 19"/>
            <p:cNvSpPr/>
            <p:nvPr/>
          </p:nvSpPr>
          <p:spPr>
            <a:xfrm>
              <a:off x="4700" y="1500"/>
              <a:ext cx="115"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0" name="Rectangle 20"/>
            <p:cNvSpPr/>
            <p:nvPr/>
          </p:nvSpPr>
          <p:spPr>
            <a:xfrm>
              <a:off x="4385" y="1500"/>
              <a:ext cx="77"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1" name="Rectangle 21"/>
            <p:cNvSpPr/>
            <p:nvPr/>
          </p:nvSpPr>
          <p:spPr>
            <a:xfrm>
              <a:off x="3973" y="1500"/>
              <a:ext cx="294"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2" name="Rectangle 22"/>
            <p:cNvSpPr/>
            <p:nvPr/>
          </p:nvSpPr>
          <p:spPr>
            <a:xfrm>
              <a:off x="3467" y="1500"/>
              <a:ext cx="409"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3" name="Rectangle 23"/>
            <p:cNvSpPr/>
            <p:nvPr/>
          </p:nvSpPr>
          <p:spPr>
            <a:xfrm>
              <a:off x="3384" y="1500"/>
              <a:ext cx="77"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4" name="Rectangle 24"/>
            <p:cNvSpPr/>
            <p:nvPr/>
          </p:nvSpPr>
          <p:spPr>
            <a:xfrm>
              <a:off x="3098" y="1500"/>
              <a:ext cx="115"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5" name="Rectangle 25"/>
            <p:cNvSpPr/>
            <p:nvPr/>
          </p:nvSpPr>
          <p:spPr>
            <a:xfrm>
              <a:off x="3038" y="1500"/>
              <a:ext cx="58"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6" name="Rectangle 26"/>
            <p:cNvSpPr/>
            <p:nvPr/>
          </p:nvSpPr>
          <p:spPr>
            <a:xfrm>
              <a:off x="2880" y="1500"/>
              <a:ext cx="115"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7" name="Rectangle 27"/>
            <p:cNvSpPr/>
            <p:nvPr/>
          </p:nvSpPr>
          <p:spPr>
            <a:xfrm>
              <a:off x="2726" y="1507"/>
              <a:ext cx="231"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Times New Roman" panose="02020603050405020304" pitchFamily="18" charset="0"/>
                  <a:ea typeface="宋体" panose="02010600030101010101" pitchFamily="2" charset="-122"/>
                </a:rPr>
                <a:t>时</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0628" name="Rectangle 28"/>
            <p:cNvSpPr/>
            <p:nvPr/>
          </p:nvSpPr>
          <p:spPr>
            <a:xfrm>
              <a:off x="2700" y="1500"/>
              <a:ext cx="58"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29" name="Rectangle 29"/>
            <p:cNvSpPr/>
            <p:nvPr/>
          </p:nvSpPr>
          <p:spPr>
            <a:xfrm>
              <a:off x="2426" y="1500"/>
              <a:ext cx="15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0" name="Rectangle 30"/>
            <p:cNvSpPr/>
            <p:nvPr/>
          </p:nvSpPr>
          <p:spPr>
            <a:xfrm>
              <a:off x="1516" y="1500"/>
              <a:ext cx="834" cy="298"/>
            </a:xfrm>
            <a:prstGeom prst="rect">
              <a:avLst/>
            </a:prstGeom>
            <a:noFill/>
            <a:ln w="9525">
              <a:noFill/>
            </a:ln>
          </p:spPr>
          <p:txBody>
            <a:bodyPr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10.0mol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1" name="Rectangle 31"/>
            <p:cNvSpPr/>
            <p:nvPr/>
          </p:nvSpPr>
          <p:spPr>
            <a:xfrm>
              <a:off x="1220" y="1500"/>
              <a:ext cx="77"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2" name="Rectangle 32"/>
            <p:cNvSpPr/>
            <p:nvPr/>
          </p:nvSpPr>
          <p:spPr>
            <a:xfrm>
              <a:off x="922" y="1500"/>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3" name="Rectangle 33"/>
            <p:cNvSpPr/>
            <p:nvPr/>
          </p:nvSpPr>
          <p:spPr>
            <a:xfrm>
              <a:off x="835" y="1500"/>
              <a:ext cx="77"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4" name="Rectangle 34"/>
            <p:cNvSpPr/>
            <p:nvPr/>
          </p:nvSpPr>
          <p:spPr>
            <a:xfrm>
              <a:off x="3874" y="1653"/>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5" name="Rectangle 35"/>
            <p:cNvSpPr/>
            <p:nvPr/>
          </p:nvSpPr>
          <p:spPr>
            <a:xfrm>
              <a:off x="2625" y="1480"/>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6" name="Rectangle 36"/>
            <p:cNvSpPr/>
            <p:nvPr/>
          </p:nvSpPr>
          <p:spPr>
            <a:xfrm>
              <a:off x="4520" y="1471"/>
              <a:ext cx="12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7" name="Rectangle 37"/>
            <p:cNvSpPr/>
            <p:nvPr/>
          </p:nvSpPr>
          <p:spPr>
            <a:xfrm>
              <a:off x="2336" y="1471"/>
              <a:ext cx="57"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p>
          </p:txBody>
        </p:sp>
        <p:sp>
          <p:nvSpPr>
            <p:cNvPr id="20638" name="Rectangle 38"/>
            <p:cNvSpPr/>
            <p:nvPr/>
          </p:nvSpPr>
          <p:spPr>
            <a:xfrm>
              <a:off x="1355" y="1471"/>
              <a:ext cx="12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39" name="Rectangle 39"/>
            <p:cNvSpPr/>
            <p:nvPr/>
          </p:nvSpPr>
          <p:spPr>
            <a:xfrm>
              <a:off x="4279" y="1464"/>
              <a:ext cx="73"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0" name="Rectangle 40"/>
            <p:cNvSpPr/>
            <p:nvPr/>
          </p:nvSpPr>
          <p:spPr>
            <a:xfrm>
              <a:off x="3878" y="1464"/>
              <a:ext cx="74"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1" name="Rectangle 41"/>
            <p:cNvSpPr/>
            <p:nvPr/>
          </p:nvSpPr>
          <p:spPr>
            <a:xfrm>
              <a:off x="2555" y="1464"/>
              <a:ext cx="73"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2" name="Rectangle 42"/>
            <p:cNvSpPr/>
            <p:nvPr/>
          </p:nvSpPr>
          <p:spPr>
            <a:xfrm>
              <a:off x="1111" y="1464"/>
              <a:ext cx="73"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3" name="Rectangle 43"/>
            <p:cNvSpPr/>
            <p:nvPr/>
          </p:nvSpPr>
          <p:spPr>
            <a:xfrm>
              <a:off x="3222" y="1500"/>
              <a:ext cx="153"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4" name="Rectangle 44"/>
            <p:cNvSpPr/>
            <p:nvPr/>
          </p:nvSpPr>
          <p:spPr>
            <a:xfrm>
              <a:off x="722" y="1500"/>
              <a:ext cx="102"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45" name="Rectangle 45"/>
            <p:cNvSpPr/>
            <p:nvPr/>
          </p:nvSpPr>
          <p:spPr>
            <a:xfrm>
              <a:off x="2971" y="1507"/>
              <a:ext cx="235" cy="298"/>
            </a:xfrm>
            <a:prstGeom prst="rect">
              <a:avLst/>
            </a:prstGeom>
            <a:noFill/>
            <a:ln w="9525">
              <a:noFill/>
            </a:ln>
          </p:spPr>
          <p:txBody>
            <a:bodyPr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grpSp>
      <p:grpSp>
        <p:nvGrpSpPr>
          <p:cNvPr id="4" name="Group 46"/>
          <p:cNvGrpSpPr/>
          <p:nvPr/>
        </p:nvGrpSpPr>
        <p:grpSpPr>
          <a:xfrm>
            <a:off x="357158" y="714356"/>
            <a:ext cx="7192963" cy="574675"/>
            <a:chOff x="238" y="1056"/>
            <a:chExt cx="3861" cy="362"/>
          </a:xfrm>
        </p:grpSpPr>
        <p:sp>
          <p:nvSpPr>
            <p:cNvPr id="20598" name="Rectangle 47"/>
            <p:cNvSpPr/>
            <p:nvPr/>
          </p:nvSpPr>
          <p:spPr>
            <a:xfrm>
              <a:off x="3643" y="1092"/>
              <a:ext cx="141"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99" name="Rectangle 48"/>
            <p:cNvSpPr/>
            <p:nvPr/>
          </p:nvSpPr>
          <p:spPr>
            <a:xfrm>
              <a:off x="2854" y="1092"/>
              <a:ext cx="710" cy="298"/>
            </a:xfrm>
            <a:prstGeom prst="rect">
              <a:avLst/>
            </a:prstGeom>
            <a:noFill/>
            <a:ln w="9525">
              <a:noFill/>
            </a:ln>
          </p:spPr>
          <p:txBody>
            <a:bodyPr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1.0mol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0" name="Rectangle 49"/>
            <p:cNvSpPr/>
            <p:nvPr/>
          </p:nvSpPr>
          <p:spPr>
            <a:xfrm>
              <a:off x="2557" y="1092"/>
              <a:ext cx="7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1" name="Rectangle 50"/>
            <p:cNvSpPr/>
            <p:nvPr/>
          </p:nvSpPr>
          <p:spPr>
            <a:xfrm>
              <a:off x="2213" y="1092"/>
              <a:ext cx="212"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2" name="Rectangle 51"/>
            <p:cNvSpPr/>
            <p:nvPr/>
          </p:nvSpPr>
          <p:spPr>
            <a:xfrm>
              <a:off x="2130" y="1092"/>
              <a:ext cx="7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3" name="Rectangle 52"/>
            <p:cNvSpPr/>
            <p:nvPr/>
          </p:nvSpPr>
          <p:spPr>
            <a:xfrm>
              <a:off x="1698" y="1092"/>
              <a:ext cx="70"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4" name="Rectangle 53"/>
            <p:cNvSpPr/>
            <p:nvPr/>
          </p:nvSpPr>
          <p:spPr>
            <a:xfrm>
              <a:off x="1181" y="1092"/>
              <a:ext cx="37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5" name="Rectangle 54"/>
            <p:cNvSpPr/>
            <p:nvPr/>
          </p:nvSpPr>
          <p:spPr>
            <a:xfrm>
              <a:off x="1098" y="1092"/>
              <a:ext cx="71"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6" name="Rectangle 55"/>
            <p:cNvSpPr/>
            <p:nvPr/>
          </p:nvSpPr>
          <p:spPr>
            <a:xfrm>
              <a:off x="933" y="1092"/>
              <a:ext cx="5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7" name="Rectangle 56"/>
            <p:cNvSpPr/>
            <p:nvPr/>
          </p:nvSpPr>
          <p:spPr>
            <a:xfrm>
              <a:off x="3842" y="1072"/>
              <a:ext cx="61"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8" name="Rectangle 57"/>
            <p:cNvSpPr/>
            <p:nvPr/>
          </p:nvSpPr>
          <p:spPr>
            <a:xfrm>
              <a:off x="1588" y="1245"/>
              <a:ext cx="61"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09" name="Rectangle 58"/>
            <p:cNvSpPr/>
            <p:nvPr/>
          </p:nvSpPr>
          <p:spPr>
            <a:xfrm>
              <a:off x="3553" y="1063"/>
              <a:ext cx="5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0" name="Rectangle 59"/>
            <p:cNvSpPr/>
            <p:nvPr/>
          </p:nvSpPr>
          <p:spPr>
            <a:xfrm>
              <a:off x="2693" y="1063"/>
              <a:ext cx="11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1" name="Rectangle 60"/>
            <p:cNvSpPr/>
            <p:nvPr/>
          </p:nvSpPr>
          <p:spPr>
            <a:xfrm>
              <a:off x="1833" y="1063"/>
              <a:ext cx="11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2" name="Rectangle 61"/>
            <p:cNvSpPr/>
            <p:nvPr/>
          </p:nvSpPr>
          <p:spPr>
            <a:xfrm>
              <a:off x="3773" y="1056"/>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3" name="Rectangle 62"/>
            <p:cNvSpPr/>
            <p:nvPr/>
          </p:nvSpPr>
          <p:spPr>
            <a:xfrm>
              <a:off x="2451" y="1056"/>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4" name="Rectangle 63"/>
            <p:cNvSpPr/>
            <p:nvPr/>
          </p:nvSpPr>
          <p:spPr>
            <a:xfrm>
              <a:off x="1592" y="1056"/>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5" name="Rectangle 64"/>
            <p:cNvSpPr/>
            <p:nvPr/>
          </p:nvSpPr>
          <p:spPr>
            <a:xfrm>
              <a:off x="2017" y="1092"/>
              <a:ext cx="94"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6" name="Rectangle 65"/>
            <p:cNvSpPr/>
            <p:nvPr/>
          </p:nvSpPr>
          <p:spPr>
            <a:xfrm>
              <a:off x="985" y="1092"/>
              <a:ext cx="94"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617" name="Rectangle 66"/>
            <p:cNvSpPr/>
            <p:nvPr/>
          </p:nvSpPr>
          <p:spPr>
            <a:xfrm>
              <a:off x="3887" y="1099"/>
              <a:ext cx="212"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0618" name="Rectangle 67"/>
            <p:cNvSpPr/>
            <p:nvPr/>
          </p:nvSpPr>
          <p:spPr>
            <a:xfrm>
              <a:off x="238" y="1099"/>
              <a:ext cx="177" cy="269"/>
            </a:xfrm>
            <a:prstGeom prst="rect">
              <a:avLst/>
            </a:prstGeom>
            <a:noFill/>
            <a:ln w="9525">
              <a:noFill/>
            </a:ln>
          </p:spPr>
          <p:txBody>
            <a:bodyPr lIns="0" tIns="0" rIns="0" bIns="0">
              <a:spAutoFit/>
            </a:bodyPr>
            <a:lstStyle/>
            <a:p>
              <a:pPr>
                <a:spcBef>
                  <a:spcPct val="0"/>
                </a:spcBef>
              </a:pPr>
              <a:r>
                <a:rPr lang="zh-CN" altLang="en-US" i="0" dirty="0">
                  <a:solidFill>
                    <a:srgbClr val="0000CC"/>
                  </a:solidFill>
                  <a:latin typeface="宋体" panose="02010600030101010101" pitchFamily="2" charset="-122"/>
                  <a:ea typeface="宋体" panose="02010600030101010101" pitchFamily="2" charset="-122"/>
                </a:rPr>
                <a:t>当</a:t>
              </a:r>
            </a:p>
          </p:txBody>
        </p:sp>
      </p:grpSp>
      <p:grpSp>
        <p:nvGrpSpPr>
          <p:cNvPr id="5" name="Group 68"/>
          <p:cNvGrpSpPr/>
          <p:nvPr/>
        </p:nvGrpSpPr>
        <p:grpSpPr>
          <a:xfrm>
            <a:off x="1193772" y="3481379"/>
            <a:ext cx="7669212" cy="1084262"/>
            <a:chOff x="906" y="2690"/>
            <a:chExt cx="4831" cy="683"/>
          </a:xfrm>
        </p:grpSpPr>
        <p:sp>
          <p:nvSpPr>
            <p:cNvPr id="20562" name="Line 69"/>
            <p:cNvSpPr/>
            <p:nvPr/>
          </p:nvSpPr>
          <p:spPr>
            <a:xfrm>
              <a:off x="2709" y="3040"/>
              <a:ext cx="863" cy="1"/>
            </a:xfrm>
            <a:prstGeom prst="line">
              <a:avLst/>
            </a:prstGeom>
            <a:ln w="15875" cap="flat" cmpd="sng">
              <a:solidFill>
                <a:srgbClr val="000000"/>
              </a:solidFill>
              <a:prstDash val="solid"/>
              <a:headEnd type="none" w="med" len="med"/>
              <a:tailEnd type="none" w="med" len="med"/>
            </a:ln>
          </p:spPr>
        </p:sp>
        <p:sp>
          <p:nvSpPr>
            <p:cNvPr id="20563" name="Line 70"/>
            <p:cNvSpPr/>
            <p:nvPr/>
          </p:nvSpPr>
          <p:spPr>
            <a:xfrm>
              <a:off x="3835" y="3040"/>
              <a:ext cx="1902" cy="1"/>
            </a:xfrm>
            <a:prstGeom prst="line">
              <a:avLst/>
            </a:prstGeom>
            <a:ln w="15875" cap="flat" cmpd="sng">
              <a:solidFill>
                <a:srgbClr val="000000"/>
              </a:solidFill>
              <a:prstDash val="solid"/>
              <a:headEnd type="none" w="med" len="med"/>
              <a:tailEnd type="none" w="med" len="med"/>
            </a:ln>
          </p:spPr>
        </p:sp>
        <p:sp>
          <p:nvSpPr>
            <p:cNvPr id="20564" name="Rectangle 71"/>
            <p:cNvSpPr/>
            <p:nvPr/>
          </p:nvSpPr>
          <p:spPr>
            <a:xfrm>
              <a:off x="4536" y="2878"/>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grpSp>
          <p:nvGrpSpPr>
            <p:cNvPr id="20565" name="Group 72"/>
            <p:cNvGrpSpPr/>
            <p:nvPr/>
          </p:nvGrpSpPr>
          <p:grpSpPr>
            <a:xfrm>
              <a:off x="906" y="2690"/>
              <a:ext cx="4798" cy="683"/>
              <a:chOff x="906" y="2690"/>
              <a:chExt cx="4798" cy="683"/>
            </a:xfrm>
          </p:grpSpPr>
          <p:sp>
            <p:nvSpPr>
              <p:cNvPr id="20566" name="Rectangle 73"/>
              <p:cNvSpPr/>
              <p:nvPr/>
            </p:nvSpPr>
            <p:spPr>
              <a:xfrm>
                <a:off x="5011" y="3075"/>
                <a:ext cx="18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67" name="Rectangle 74"/>
              <p:cNvSpPr/>
              <p:nvPr/>
            </p:nvSpPr>
            <p:spPr>
              <a:xfrm>
                <a:off x="4667" y="3075"/>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68" name="Rectangle 75"/>
              <p:cNvSpPr/>
              <p:nvPr/>
            </p:nvSpPr>
            <p:spPr>
              <a:xfrm>
                <a:off x="4584" y="3075"/>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69" name="Rectangle 76"/>
              <p:cNvSpPr/>
              <p:nvPr/>
            </p:nvSpPr>
            <p:spPr>
              <a:xfrm>
                <a:off x="4366" y="3075"/>
                <a:ext cx="9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0" name="Rectangle 77"/>
              <p:cNvSpPr/>
              <p:nvPr/>
            </p:nvSpPr>
            <p:spPr>
              <a:xfrm>
                <a:off x="5444" y="2725"/>
                <a:ext cx="18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1" name="Rectangle 78"/>
              <p:cNvSpPr/>
              <p:nvPr/>
            </p:nvSpPr>
            <p:spPr>
              <a:xfrm>
                <a:off x="5146" y="2725"/>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H</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2" name="Rectangle 79"/>
              <p:cNvSpPr/>
              <p:nvPr/>
            </p:nvSpPr>
            <p:spPr>
              <a:xfrm>
                <a:off x="5060" y="2725"/>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3" name="Rectangle 80"/>
              <p:cNvSpPr/>
              <p:nvPr/>
            </p:nvSpPr>
            <p:spPr>
              <a:xfrm>
                <a:off x="4646" y="2725"/>
                <a:ext cx="279"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4" name="Rectangle 81"/>
              <p:cNvSpPr/>
              <p:nvPr/>
            </p:nvSpPr>
            <p:spPr>
              <a:xfrm>
                <a:off x="4129" y="2725"/>
                <a:ext cx="4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ClO</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5" name="Rectangle 82"/>
              <p:cNvSpPr/>
              <p:nvPr/>
            </p:nvSpPr>
            <p:spPr>
              <a:xfrm>
                <a:off x="4047" y="2725"/>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6" name="Rectangle 83"/>
              <p:cNvSpPr/>
              <p:nvPr/>
            </p:nvSpPr>
            <p:spPr>
              <a:xfrm>
                <a:off x="3829" y="2725"/>
                <a:ext cx="9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7" name="Rectangle 84"/>
              <p:cNvSpPr/>
              <p:nvPr/>
            </p:nvSpPr>
            <p:spPr>
              <a:xfrm>
                <a:off x="3609" y="2882"/>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8" name="Rectangle 85"/>
              <p:cNvSpPr/>
              <p:nvPr/>
            </p:nvSpPr>
            <p:spPr>
              <a:xfrm>
                <a:off x="3082" y="3075"/>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79" name="Rectangle 86"/>
              <p:cNvSpPr/>
              <p:nvPr/>
            </p:nvSpPr>
            <p:spPr>
              <a:xfrm>
                <a:off x="2721" y="2726"/>
                <a:ext cx="86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0.0592V</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0" name="Rectangle 87"/>
              <p:cNvSpPr/>
              <p:nvPr/>
            </p:nvSpPr>
            <p:spPr>
              <a:xfrm>
                <a:off x="2408" y="2882"/>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1" name="Rectangle 88"/>
              <p:cNvSpPr/>
              <p:nvPr/>
            </p:nvSpPr>
            <p:spPr>
              <a:xfrm>
                <a:off x="1996" y="2882"/>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2" name="Rectangle 89"/>
              <p:cNvSpPr/>
              <p:nvPr/>
            </p:nvSpPr>
            <p:spPr>
              <a:xfrm>
                <a:off x="1490" y="2882"/>
                <a:ext cx="4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ClO</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3" name="Rectangle 90"/>
              <p:cNvSpPr/>
              <p:nvPr/>
            </p:nvSpPr>
            <p:spPr>
              <a:xfrm>
                <a:off x="1407" y="2882"/>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4" name="Rectangle 91"/>
              <p:cNvSpPr/>
              <p:nvPr/>
            </p:nvSpPr>
            <p:spPr>
              <a:xfrm>
                <a:off x="5632" y="2706"/>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5" name="Rectangle 92"/>
              <p:cNvSpPr/>
              <p:nvPr/>
            </p:nvSpPr>
            <p:spPr>
              <a:xfrm>
                <a:off x="1897" y="3035"/>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6" name="Rectangle 93"/>
              <p:cNvSpPr/>
              <p:nvPr/>
            </p:nvSpPr>
            <p:spPr>
              <a:xfrm>
                <a:off x="1252" y="3035"/>
                <a:ext cx="104"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A</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7" name="Rectangle 94"/>
              <p:cNvSpPr/>
              <p:nvPr/>
            </p:nvSpPr>
            <p:spPr>
              <a:xfrm>
                <a:off x="2528" y="2853"/>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8" name="Rectangle 95"/>
              <p:cNvSpPr/>
              <p:nvPr/>
            </p:nvSpPr>
            <p:spPr>
              <a:xfrm>
                <a:off x="906" y="2853"/>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89" name="Rectangle 96"/>
              <p:cNvSpPr/>
              <p:nvPr/>
            </p:nvSpPr>
            <p:spPr>
              <a:xfrm>
                <a:off x="4905" y="3039"/>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0" name="Rectangle 97"/>
              <p:cNvSpPr/>
              <p:nvPr/>
            </p:nvSpPr>
            <p:spPr>
              <a:xfrm>
                <a:off x="5336" y="2690"/>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1" name="Rectangle 98"/>
              <p:cNvSpPr/>
              <p:nvPr/>
            </p:nvSpPr>
            <p:spPr>
              <a:xfrm>
                <a:off x="4541" y="2690"/>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2" name="Rectangle 99"/>
              <p:cNvSpPr/>
              <p:nvPr/>
            </p:nvSpPr>
            <p:spPr>
              <a:xfrm>
                <a:off x="2302" y="2846"/>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3" name="Rectangle 100"/>
              <p:cNvSpPr/>
              <p:nvPr/>
            </p:nvSpPr>
            <p:spPr>
              <a:xfrm>
                <a:off x="1902" y="2846"/>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4" name="Rectangle 101"/>
              <p:cNvSpPr/>
              <p:nvPr/>
            </p:nvSpPr>
            <p:spPr>
              <a:xfrm>
                <a:off x="4471" y="3075"/>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5" name="Rectangle 102"/>
              <p:cNvSpPr/>
              <p:nvPr/>
            </p:nvSpPr>
            <p:spPr>
              <a:xfrm>
                <a:off x="4947" y="2725"/>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6" name="Rectangle 103"/>
              <p:cNvSpPr/>
              <p:nvPr/>
            </p:nvSpPr>
            <p:spPr>
              <a:xfrm>
                <a:off x="3934" y="2725"/>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97" name="Rectangle 104"/>
              <p:cNvSpPr/>
              <p:nvPr/>
            </p:nvSpPr>
            <p:spPr>
              <a:xfrm>
                <a:off x="1102" y="2882"/>
                <a:ext cx="165"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20484" name="Object 105"/>
              <p:cNvGraphicFramePr>
                <a:graphicFrameLocks/>
              </p:cNvGraphicFramePr>
              <p:nvPr/>
            </p:nvGraphicFramePr>
            <p:xfrm>
              <a:off x="1256" y="2872"/>
              <a:ext cx="171" cy="168"/>
            </p:xfrm>
            <a:graphic>
              <a:graphicData uri="http://schemas.openxmlformats.org/presentationml/2006/ole">
                <p:oleObj spid="_x0000_s92163" r:id="rId4" imgW="20669250" imgH="13163550" progId="">
                  <p:embed/>
                </p:oleObj>
              </a:graphicData>
            </a:graphic>
          </p:graphicFrame>
        </p:grpSp>
      </p:grpSp>
      <p:grpSp>
        <p:nvGrpSpPr>
          <p:cNvPr id="7" name="Group 106"/>
          <p:cNvGrpSpPr/>
          <p:nvPr/>
        </p:nvGrpSpPr>
        <p:grpSpPr>
          <a:xfrm>
            <a:off x="500034" y="2143116"/>
            <a:ext cx="8018463" cy="573088"/>
            <a:chOff x="277" y="1873"/>
            <a:chExt cx="5051" cy="361"/>
          </a:xfrm>
        </p:grpSpPr>
        <p:sp>
          <p:nvSpPr>
            <p:cNvPr id="20530" name="Rectangle 107"/>
            <p:cNvSpPr/>
            <p:nvPr/>
          </p:nvSpPr>
          <p:spPr>
            <a:xfrm>
              <a:off x="5245"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1" name="Rectangle 108"/>
            <p:cNvSpPr/>
            <p:nvPr/>
          </p:nvSpPr>
          <p:spPr>
            <a:xfrm>
              <a:off x="5178" y="1909"/>
              <a:ext cx="69"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2" name="Rectangle 109"/>
            <p:cNvSpPr/>
            <p:nvPr/>
          </p:nvSpPr>
          <p:spPr>
            <a:xfrm>
              <a:off x="5095"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3" name="Rectangle 110"/>
            <p:cNvSpPr/>
            <p:nvPr/>
          </p:nvSpPr>
          <p:spPr>
            <a:xfrm>
              <a:off x="4918" y="1909"/>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O</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4" name="Rectangle 111"/>
            <p:cNvSpPr/>
            <p:nvPr/>
          </p:nvSpPr>
          <p:spPr>
            <a:xfrm>
              <a:off x="4530" y="1909"/>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3H</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5" name="Rectangle 112"/>
            <p:cNvSpPr/>
            <p:nvPr/>
          </p:nvSpPr>
          <p:spPr>
            <a:xfrm>
              <a:off x="4241"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6" name="Rectangle 113"/>
            <p:cNvSpPr/>
            <p:nvPr/>
          </p:nvSpPr>
          <p:spPr>
            <a:xfrm>
              <a:off x="4008" y="1909"/>
              <a:ext cx="2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7" name="Rectangle 114"/>
            <p:cNvSpPr/>
            <p:nvPr/>
          </p:nvSpPr>
          <p:spPr>
            <a:xfrm>
              <a:off x="3925"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8" name="Rectangle 115"/>
            <p:cNvSpPr/>
            <p:nvPr/>
          </p:nvSpPr>
          <p:spPr>
            <a:xfrm>
              <a:off x="3581" y="1909"/>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39" name="Rectangle 116"/>
            <p:cNvSpPr/>
            <p:nvPr/>
          </p:nvSpPr>
          <p:spPr>
            <a:xfrm>
              <a:off x="3528" y="1909"/>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0" name="Rectangle 117"/>
            <p:cNvSpPr/>
            <p:nvPr/>
          </p:nvSpPr>
          <p:spPr>
            <a:xfrm>
              <a:off x="3468" y="1909"/>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1" name="Rectangle 118"/>
            <p:cNvSpPr/>
            <p:nvPr/>
          </p:nvSpPr>
          <p:spPr>
            <a:xfrm>
              <a:off x="3182" y="1909"/>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2" name="Rectangle 119"/>
            <p:cNvSpPr/>
            <p:nvPr/>
          </p:nvSpPr>
          <p:spPr>
            <a:xfrm>
              <a:off x="2849" y="1909"/>
              <a:ext cx="23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6e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3" name="Rectangle 120"/>
            <p:cNvSpPr/>
            <p:nvPr/>
          </p:nvSpPr>
          <p:spPr>
            <a:xfrm>
              <a:off x="2556"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4" name="Rectangle 121"/>
            <p:cNvSpPr/>
            <p:nvPr/>
          </p:nvSpPr>
          <p:spPr>
            <a:xfrm>
              <a:off x="2323" y="1909"/>
              <a:ext cx="2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5" name="Rectangle 122"/>
            <p:cNvSpPr/>
            <p:nvPr/>
          </p:nvSpPr>
          <p:spPr>
            <a:xfrm>
              <a:off x="2240"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6" name="Rectangle 123"/>
            <p:cNvSpPr/>
            <p:nvPr/>
          </p:nvSpPr>
          <p:spPr>
            <a:xfrm>
              <a:off x="1822" y="1909"/>
              <a:ext cx="317"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6H</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7" name="Rectangle 124"/>
            <p:cNvSpPr/>
            <p:nvPr/>
          </p:nvSpPr>
          <p:spPr>
            <a:xfrm>
              <a:off x="1529"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8" name="Rectangle 125"/>
            <p:cNvSpPr/>
            <p:nvPr/>
          </p:nvSpPr>
          <p:spPr>
            <a:xfrm>
              <a:off x="1296" y="1909"/>
              <a:ext cx="2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aq</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49" name="Rectangle 126"/>
            <p:cNvSpPr/>
            <p:nvPr/>
          </p:nvSpPr>
          <p:spPr>
            <a:xfrm>
              <a:off x="1213" y="190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0" name="Rectangle 127"/>
            <p:cNvSpPr/>
            <p:nvPr/>
          </p:nvSpPr>
          <p:spPr>
            <a:xfrm>
              <a:off x="696" y="1909"/>
              <a:ext cx="4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ClO</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1" name="Rectangle 128"/>
            <p:cNvSpPr/>
            <p:nvPr/>
          </p:nvSpPr>
          <p:spPr>
            <a:xfrm>
              <a:off x="523" y="1909"/>
              <a:ext cx="18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2" name="Rectangle 129"/>
            <p:cNvSpPr/>
            <p:nvPr/>
          </p:nvSpPr>
          <p:spPr>
            <a:xfrm>
              <a:off x="277" y="1876"/>
              <a:ext cx="498"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Times New Roman" panose="02020603050405020304" pitchFamily="18" charset="0"/>
                  <a:ea typeface="宋体" panose="02010600030101010101" pitchFamily="2" charset="-122"/>
                </a:rPr>
                <a:t>解：</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0553" name="Rectangle 130"/>
            <p:cNvSpPr/>
            <p:nvPr/>
          </p:nvSpPr>
          <p:spPr>
            <a:xfrm>
              <a:off x="4840" y="2061"/>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4" name="Rectangle 131"/>
            <p:cNvSpPr/>
            <p:nvPr/>
          </p:nvSpPr>
          <p:spPr>
            <a:xfrm>
              <a:off x="1103" y="2061"/>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5" name="Rectangle 132"/>
            <p:cNvSpPr/>
            <p:nvPr/>
          </p:nvSpPr>
          <p:spPr>
            <a:xfrm>
              <a:off x="4361" y="188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6" name="Rectangle 133"/>
            <p:cNvSpPr/>
            <p:nvPr/>
          </p:nvSpPr>
          <p:spPr>
            <a:xfrm>
              <a:off x="2676" y="188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7" name="Rectangle 134"/>
            <p:cNvSpPr/>
            <p:nvPr/>
          </p:nvSpPr>
          <p:spPr>
            <a:xfrm>
              <a:off x="1649" y="188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8" name="Rectangle 135"/>
            <p:cNvSpPr/>
            <p:nvPr/>
          </p:nvSpPr>
          <p:spPr>
            <a:xfrm>
              <a:off x="3819" y="187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59" name="Rectangle 136"/>
            <p:cNvSpPr/>
            <p:nvPr/>
          </p:nvSpPr>
          <p:spPr>
            <a:xfrm>
              <a:off x="3088" y="187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60" name="Rectangle 137"/>
            <p:cNvSpPr/>
            <p:nvPr/>
          </p:nvSpPr>
          <p:spPr>
            <a:xfrm>
              <a:off x="2132" y="187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61" name="Rectangle 138"/>
            <p:cNvSpPr/>
            <p:nvPr/>
          </p:nvSpPr>
          <p:spPr>
            <a:xfrm>
              <a:off x="1108" y="187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20483" name="Object 139"/>
            <p:cNvGraphicFramePr>
              <a:graphicFrameLocks/>
            </p:cNvGraphicFramePr>
            <p:nvPr/>
          </p:nvGraphicFramePr>
          <p:xfrm>
            <a:off x="3168" y="1999"/>
            <a:ext cx="410" cy="129"/>
          </p:xfrm>
          <a:graphic>
            <a:graphicData uri="http://schemas.openxmlformats.org/presentationml/2006/ole">
              <p:oleObj spid="_x0000_s92162" r:id="rId5" imgW="18726150" imgH="15268575" progId="">
                <p:embed/>
              </p:oleObj>
            </a:graphicData>
          </a:graphic>
        </p:graphicFrame>
      </p:grpSp>
      <p:grpSp>
        <p:nvGrpSpPr>
          <p:cNvPr id="8" name="Group 140"/>
          <p:cNvGrpSpPr/>
          <p:nvPr/>
        </p:nvGrpSpPr>
        <p:grpSpPr>
          <a:xfrm>
            <a:off x="1127097" y="4675179"/>
            <a:ext cx="5849937" cy="1027112"/>
            <a:chOff x="864" y="3442"/>
            <a:chExt cx="3685" cy="647"/>
          </a:xfrm>
        </p:grpSpPr>
        <p:grpSp>
          <p:nvGrpSpPr>
            <p:cNvPr id="20510" name="Group 141"/>
            <p:cNvGrpSpPr/>
            <p:nvPr/>
          </p:nvGrpSpPr>
          <p:grpSpPr>
            <a:xfrm>
              <a:off x="1707" y="3442"/>
              <a:ext cx="2842" cy="647"/>
              <a:chOff x="1707" y="3442"/>
              <a:chExt cx="2842" cy="647"/>
            </a:xfrm>
          </p:grpSpPr>
          <p:sp>
            <p:nvSpPr>
              <p:cNvPr id="20512" name="Line 142"/>
              <p:cNvSpPr/>
              <p:nvPr/>
            </p:nvSpPr>
            <p:spPr>
              <a:xfrm>
                <a:off x="1887" y="3756"/>
                <a:ext cx="867" cy="1"/>
              </a:xfrm>
              <a:prstGeom prst="line">
                <a:avLst/>
              </a:prstGeom>
              <a:ln w="15875" cap="flat" cmpd="sng">
                <a:solidFill>
                  <a:srgbClr val="000000"/>
                </a:solidFill>
                <a:prstDash val="solid"/>
                <a:headEnd type="none" w="med" len="med"/>
                <a:tailEnd type="none" w="med" len="med"/>
              </a:ln>
            </p:spPr>
          </p:sp>
          <p:sp>
            <p:nvSpPr>
              <p:cNvPr id="20513" name="Rectangle 143"/>
              <p:cNvSpPr/>
              <p:nvPr/>
            </p:nvSpPr>
            <p:spPr>
              <a:xfrm>
                <a:off x="4301" y="3598"/>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4" name="Rectangle 144"/>
              <p:cNvSpPr/>
              <p:nvPr/>
            </p:nvSpPr>
            <p:spPr>
              <a:xfrm>
                <a:off x="4132" y="3598"/>
                <a:ext cx="179"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V</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5" name="Rectangle 145"/>
              <p:cNvSpPr/>
              <p:nvPr/>
            </p:nvSpPr>
            <p:spPr>
              <a:xfrm>
                <a:off x="3906" y="3598"/>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51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6" name="Rectangle 146"/>
              <p:cNvSpPr/>
              <p:nvPr/>
            </p:nvSpPr>
            <p:spPr>
              <a:xfrm>
                <a:off x="3846" y="3598"/>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7" name="Rectangle 147"/>
              <p:cNvSpPr/>
              <p:nvPr/>
            </p:nvSpPr>
            <p:spPr>
              <a:xfrm>
                <a:off x="3726" y="3598"/>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8" name="Rectangle 148"/>
              <p:cNvSpPr/>
              <p:nvPr/>
            </p:nvSpPr>
            <p:spPr>
              <a:xfrm>
                <a:off x="3288" y="3598"/>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0</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19" name="Rectangle 149"/>
              <p:cNvSpPr/>
              <p:nvPr/>
            </p:nvSpPr>
            <p:spPr>
              <a:xfrm>
                <a:off x="3227" y="3598"/>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0" name="Rectangle 150"/>
              <p:cNvSpPr/>
              <p:nvPr/>
            </p:nvSpPr>
            <p:spPr>
              <a:xfrm>
                <a:off x="2987" y="3598"/>
                <a:ext cx="24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10</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1" name="Rectangle 151"/>
              <p:cNvSpPr/>
              <p:nvPr/>
            </p:nvSpPr>
            <p:spPr>
              <a:xfrm>
                <a:off x="2792" y="3598"/>
                <a:ext cx="19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2" name="Rectangle 152"/>
              <p:cNvSpPr/>
              <p:nvPr/>
            </p:nvSpPr>
            <p:spPr>
              <a:xfrm>
                <a:off x="2262" y="3791"/>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3" name="Rectangle 153"/>
              <p:cNvSpPr/>
              <p:nvPr/>
            </p:nvSpPr>
            <p:spPr>
              <a:xfrm>
                <a:off x="2565" y="3442"/>
                <a:ext cx="179"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V</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4" name="Rectangle 154"/>
              <p:cNvSpPr/>
              <p:nvPr/>
            </p:nvSpPr>
            <p:spPr>
              <a:xfrm>
                <a:off x="2080" y="3442"/>
                <a:ext cx="49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0592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5" name="Rectangle 155"/>
              <p:cNvSpPr/>
              <p:nvPr/>
            </p:nvSpPr>
            <p:spPr>
              <a:xfrm>
                <a:off x="2020" y="3442"/>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6" name="Rectangle 156"/>
              <p:cNvSpPr/>
              <p:nvPr/>
            </p:nvSpPr>
            <p:spPr>
              <a:xfrm>
                <a:off x="1900" y="3442"/>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0</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7" name="Rectangle 157"/>
              <p:cNvSpPr/>
              <p:nvPr/>
            </p:nvSpPr>
            <p:spPr>
              <a:xfrm>
                <a:off x="3415" y="3578"/>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8" name="Rectangle 158"/>
              <p:cNvSpPr/>
              <p:nvPr/>
            </p:nvSpPr>
            <p:spPr>
              <a:xfrm>
                <a:off x="3564" y="3569"/>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0529" name="Rectangle 159"/>
              <p:cNvSpPr/>
              <p:nvPr/>
            </p:nvSpPr>
            <p:spPr>
              <a:xfrm>
                <a:off x="1707" y="3569"/>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sp>
          <p:nvSpPr>
            <p:cNvPr id="20511" name="Rectangle 160"/>
            <p:cNvSpPr/>
            <p:nvPr/>
          </p:nvSpPr>
          <p:spPr>
            <a:xfrm>
              <a:off x="864" y="3560"/>
              <a:ext cx="865" cy="356"/>
            </a:xfrm>
            <a:prstGeom prst="rect">
              <a:avLst/>
            </a:prstGeom>
            <a:noFill/>
            <a:ln w="9525">
              <a:noFill/>
            </a:ln>
          </p:spPr>
          <p:txBody>
            <a:bodyPr wrap="none">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r>
                <a:rPr lang="en-US" altLang="zh-CN" sz="3100" i="0" dirty="0">
                  <a:solidFill>
                    <a:schemeClr val="tx1"/>
                  </a:solidFill>
                  <a:latin typeface="Times New Roman" panose="02020603050405020304" pitchFamily="18" charset="0"/>
                  <a:ea typeface="宋体" panose="02010600030101010101" pitchFamily="2" charset="-122"/>
                </a:rPr>
                <a:t>1.45V</a:t>
              </a:r>
            </a:p>
          </p:txBody>
        </p:sp>
      </p:grpSp>
      <p:grpSp>
        <p:nvGrpSpPr>
          <p:cNvPr id="10" name="Group 162"/>
          <p:cNvGrpSpPr/>
          <p:nvPr/>
        </p:nvGrpSpPr>
        <p:grpSpPr>
          <a:xfrm>
            <a:off x="142844" y="71414"/>
            <a:ext cx="5902325" cy="573088"/>
            <a:chOff x="238" y="648"/>
            <a:chExt cx="3232" cy="361"/>
          </a:xfrm>
        </p:grpSpPr>
        <p:sp>
          <p:nvSpPr>
            <p:cNvPr id="20493" name="Rectangle 163"/>
            <p:cNvSpPr/>
            <p:nvPr/>
          </p:nvSpPr>
          <p:spPr>
            <a:xfrm>
              <a:off x="3314" y="684"/>
              <a:ext cx="15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4" name="Rectangle 164"/>
            <p:cNvSpPr/>
            <p:nvPr/>
          </p:nvSpPr>
          <p:spPr>
            <a:xfrm>
              <a:off x="3073" y="684"/>
              <a:ext cx="216"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45</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5" name="Rectangle 165"/>
            <p:cNvSpPr/>
            <p:nvPr/>
          </p:nvSpPr>
          <p:spPr>
            <a:xfrm>
              <a:off x="3013" y="684"/>
              <a:ext cx="54"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6" name="Rectangle 166"/>
            <p:cNvSpPr/>
            <p:nvPr/>
          </p:nvSpPr>
          <p:spPr>
            <a:xfrm>
              <a:off x="2893" y="684"/>
              <a:ext cx="108"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7" name="Rectangle 167"/>
            <p:cNvSpPr/>
            <p:nvPr/>
          </p:nvSpPr>
          <p:spPr>
            <a:xfrm>
              <a:off x="2596" y="684"/>
              <a:ext cx="72"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8" name="Rectangle 168"/>
            <p:cNvSpPr/>
            <p:nvPr/>
          </p:nvSpPr>
          <p:spPr>
            <a:xfrm>
              <a:off x="2184" y="684"/>
              <a:ext cx="275"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499" name="Rectangle 169"/>
            <p:cNvSpPr/>
            <p:nvPr/>
          </p:nvSpPr>
          <p:spPr>
            <a:xfrm>
              <a:off x="1678" y="684"/>
              <a:ext cx="383"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ClO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0" name="Rectangle 170"/>
            <p:cNvSpPr/>
            <p:nvPr/>
          </p:nvSpPr>
          <p:spPr>
            <a:xfrm>
              <a:off x="1595" y="684"/>
              <a:ext cx="72"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1" name="Rectangle 171"/>
            <p:cNvSpPr/>
            <p:nvPr/>
          </p:nvSpPr>
          <p:spPr>
            <a:xfrm>
              <a:off x="1226" y="684"/>
              <a:ext cx="54"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2" name="Rectangle 172"/>
            <p:cNvSpPr/>
            <p:nvPr/>
          </p:nvSpPr>
          <p:spPr>
            <a:xfrm>
              <a:off x="2085" y="836"/>
              <a:ext cx="6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3" name="Rectangle 173"/>
            <p:cNvSpPr/>
            <p:nvPr/>
          </p:nvSpPr>
          <p:spPr>
            <a:xfrm>
              <a:off x="1440" y="836"/>
              <a:ext cx="91"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A</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4" name="Rectangle 174"/>
            <p:cNvSpPr/>
            <p:nvPr/>
          </p:nvSpPr>
          <p:spPr>
            <a:xfrm>
              <a:off x="2731" y="655"/>
              <a:ext cx="119" cy="298"/>
            </a:xfrm>
            <a:prstGeom prst="rect">
              <a:avLst/>
            </a:prstGeom>
            <a:noFill/>
            <a:ln w="9525">
              <a:noFill/>
            </a:ln>
          </p:spPr>
          <p:txBody>
            <a:bodyPr wrap="none" lIns="0" tIns="0" rIns="0" bIns="0">
              <a:spAutoFit/>
            </a:bodyPr>
            <a:lstStyle/>
            <a:p>
              <a:pPr>
                <a:spcBef>
                  <a:spcPct val="0"/>
                </a:spcBef>
              </a:pPr>
              <a:r>
                <a:rPr lang="en-US" altLang="zh-CN" sz="31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5" name="Rectangle 175"/>
            <p:cNvSpPr/>
            <p:nvPr/>
          </p:nvSpPr>
          <p:spPr>
            <a:xfrm>
              <a:off x="2490" y="648"/>
              <a:ext cx="68"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6" name="Rectangle 176"/>
            <p:cNvSpPr/>
            <p:nvPr/>
          </p:nvSpPr>
          <p:spPr>
            <a:xfrm>
              <a:off x="2089" y="648"/>
              <a:ext cx="6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7" name="Rectangle 177"/>
            <p:cNvSpPr/>
            <p:nvPr/>
          </p:nvSpPr>
          <p:spPr>
            <a:xfrm>
              <a:off x="1290" y="684"/>
              <a:ext cx="143" cy="298"/>
            </a:xfrm>
            <a:prstGeom prst="rect">
              <a:avLst/>
            </a:prstGeom>
            <a:noFill/>
            <a:ln w="9525">
              <a:noFill/>
            </a:ln>
          </p:spPr>
          <p:txBody>
            <a:bodyPr wrap="none" lIns="0" tIns="0" rIns="0" bIns="0">
              <a:spAutoFit/>
            </a:bodyPr>
            <a:lstStyle/>
            <a:p>
              <a:pPr>
                <a:spcBef>
                  <a:spcPct val="0"/>
                </a:spcBef>
              </a:pPr>
              <a:r>
                <a:rPr lang="en-US" altLang="zh-CN" sz="31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0508" name="Rectangle 178"/>
            <p:cNvSpPr/>
            <p:nvPr/>
          </p:nvSpPr>
          <p:spPr>
            <a:xfrm>
              <a:off x="752" y="691"/>
              <a:ext cx="433" cy="298"/>
            </a:xfrm>
            <a:prstGeom prst="rect">
              <a:avLst/>
            </a:prstGeom>
            <a:noFill/>
            <a:ln w="9525">
              <a:noFill/>
            </a:ln>
          </p:spPr>
          <p:txBody>
            <a:bodyPr wrap="none" lIns="0" tIns="0" rIns="0" bIns="0">
              <a:spAutoFit/>
            </a:bodyPr>
            <a:lstStyle/>
            <a:p>
              <a:pPr>
                <a:spcBef>
                  <a:spcPct val="0"/>
                </a:spcBef>
              </a:pPr>
              <a:r>
                <a:rPr lang="zh-CN" altLang="en-US" sz="3100" i="0" dirty="0">
                  <a:solidFill>
                    <a:srgbClr val="0000CC"/>
                  </a:solidFill>
                  <a:latin typeface="宋体" panose="02010600030101010101" pitchFamily="2" charset="-122"/>
                  <a:ea typeface="宋体" panose="02010600030101010101" pitchFamily="2" charset="-122"/>
                </a:rPr>
                <a:t>已知</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0509" name="Rectangle 179"/>
            <p:cNvSpPr/>
            <p:nvPr/>
          </p:nvSpPr>
          <p:spPr>
            <a:xfrm>
              <a:off x="238" y="691"/>
              <a:ext cx="433" cy="298"/>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lIns="0" tIns="0" rIns="0" bIns="0">
              <a:spAutoFit/>
            </a:bodyPr>
            <a:lstStyle/>
            <a:p>
              <a:pPr>
                <a:spcBef>
                  <a:spcPct val="0"/>
                </a:spcBef>
              </a:pPr>
              <a:r>
                <a:rPr lang="zh-CN" altLang="en-US" sz="3100" i="0" dirty="0">
                  <a:solidFill>
                    <a:srgbClr val="FF0000"/>
                  </a:solidFill>
                  <a:latin typeface="宋体" panose="02010600030101010101" pitchFamily="2" charset="-122"/>
                  <a:ea typeface="宋体" panose="02010600030101010101" pitchFamily="2" charset="-122"/>
                </a:rPr>
                <a:t>例</a:t>
              </a:r>
              <a:r>
                <a:rPr lang="zh-CN" altLang="en-US" sz="31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graphicFrame>
          <p:nvGraphicFramePr>
            <p:cNvPr id="20482" name="Object 180"/>
            <p:cNvGraphicFramePr>
              <a:graphicFrameLocks/>
            </p:cNvGraphicFramePr>
            <p:nvPr/>
          </p:nvGraphicFramePr>
          <p:xfrm>
            <a:off x="1440" y="672"/>
            <a:ext cx="171" cy="168"/>
          </p:xfrm>
          <a:graphic>
            <a:graphicData uri="http://schemas.openxmlformats.org/presentationml/2006/ole">
              <p:oleObj spid="_x0000_s92161" r:id="rId6" imgW="20669250" imgH="1316355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285720" y="71414"/>
            <a:ext cx="8056563" cy="688975"/>
            <a:chOff x="184" y="71"/>
            <a:chExt cx="4238" cy="317"/>
          </a:xfrm>
        </p:grpSpPr>
        <p:sp>
          <p:nvSpPr>
            <p:cNvPr id="21679" name="Rectangle 9"/>
            <p:cNvSpPr/>
            <p:nvPr/>
          </p:nvSpPr>
          <p:spPr>
            <a:xfrm>
              <a:off x="4033" y="100"/>
              <a:ext cx="154"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0" name="Rectangle 10"/>
            <p:cNvSpPr/>
            <p:nvPr/>
          </p:nvSpPr>
          <p:spPr>
            <a:xfrm>
              <a:off x="3663" y="100"/>
              <a:ext cx="321"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229</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1" name="Rectangle 11"/>
            <p:cNvSpPr/>
            <p:nvPr/>
          </p:nvSpPr>
          <p:spPr>
            <a:xfrm>
              <a:off x="3602" y="100"/>
              <a:ext cx="53"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2" name="Rectangle 12"/>
            <p:cNvSpPr/>
            <p:nvPr/>
          </p:nvSpPr>
          <p:spPr>
            <a:xfrm>
              <a:off x="3480" y="100"/>
              <a:ext cx="107"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3" name="Rectangle 13"/>
            <p:cNvSpPr/>
            <p:nvPr/>
          </p:nvSpPr>
          <p:spPr>
            <a:xfrm>
              <a:off x="3003" y="100"/>
              <a:ext cx="237"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4" name="Rectangle 14"/>
            <p:cNvSpPr/>
            <p:nvPr/>
          </p:nvSpPr>
          <p:spPr>
            <a:xfrm>
              <a:off x="2662" y="100"/>
              <a:ext cx="225"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5" name="Rectangle 15"/>
            <p:cNvSpPr/>
            <p:nvPr/>
          </p:nvSpPr>
          <p:spPr>
            <a:xfrm>
              <a:off x="2306" y="100"/>
              <a:ext cx="237"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6" name="Rectangle 16"/>
            <p:cNvSpPr/>
            <p:nvPr/>
          </p:nvSpPr>
          <p:spPr>
            <a:xfrm>
              <a:off x="1931" y="100"/>
              <a:ext cx="53"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7" name="Rectangle 17"/>
            <p:cNvSpPr/>
            <p:nvPr/>
          </p:nvSpPr>
          <p:spPr>
            <a:xfrm>
              <a:off x="1179" y="100"/>
              <a:ext cx="487"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298K</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8" name="Rectangle 18"/>
            <p:cNvSpPr/>
            <p:nvPr/>
          </p:nvSpPr>
          <p:spPr>
            <a:xfrm>
              <a:off x="1121" y="100"/>
              <a:ext cx="53"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89" name="Rectangle 19"/>
            <p:cNvSpPr/>
            <p:nvPr/>
          </p:nvSpPr>
          <p:spPr>
            <a:xfrm>
              <a:off x="2923" y="255"/>
              <a:ext cx="64"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90" name="Rectangle 20"/>
            <p:cNvSpPr/>
            <p:nvPr/>
          </p:nvSpPr>
          <p:spPr>
            <a:xfrm>
              <a:off x="2575" y="255"/>
              <a:ext cx="63"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91" name="Rectangle 21"/>
            <p:cNvSpPr/>
            <p:nvPr/>
          </p:nvSpPr>
          <p:spPr>
            <a:xfrm>
              <a:off x="2148" y="255"/>
              <a:ext cx="92"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A</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92" name="Rectangle 22"/>
            <p:cNvSpPr/>
            <p:nvPr/>
          </p:nvSpPr>
          <p:spPr>
            <a:xfrm>
              <a:off x="3316" y="71"/>
              <a:ext cx="118" cy="224"/>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93" name="Rectangle 23"/>
            <p:cNvSpPr/>
            <p:nvPr/>
          </p:nvSpPr>
          <p:spPr>
            <a:xfrm>
              <a:off x="4208" y="109"/>
              <a:ext cx="214" cy="224"/>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94" name="Rectangle 24"/>
            <p:cNvSpPr/>
            <p:nvPr/>
          </p:nvSpPr>
          <p:spPr>
            <a:xfrm>
              <a:off x="1760" y="109"/>
              <a:ext cx="215" cy="224"/>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95" name="Rectangle 25"/>
            <p:cNvSpPr/>
            <p:nvPr/>
          </p:nvSpPr>
          <p:spPr>
            <a:xfrm>
              <a:off x="640" y="86"/>
              <a:ext cx="514" cy="225"/>
            </a:xfrm>
            <a:prstGeom prst="rect">
              <a:avLst/>
            </a:prstGeom>
            <a:noFill/>
            <a:ln w="9525">
              <a:noFill/>
            </a:ln>
          </p:spPr>
          <p:txBody>
            <a:bodyPr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已知</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96" name="Rectangle 26"/>
            <p:cNvSpPr/>
            <p:nvPr/>
          </p:nvSpPr>
          <p:spPr>
            <a:xfrm>
              <a:off x="184" y="92"/>
              <a:ext cx="429" cy="224"/>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lIns="0" tIns="0" rIns="0" bIns="0">
              <a:spAutoFit/>
            </a:bodyPr>
            <a:lstStyle/>
            <a:p>
              <a:pPr>
                <a:spcBef>
                  <a:spcPct val="0"/>
                </a:spcBef>
              </a:pPr>
              <a:r>
                <a:rPr lang="zh-CN" altLang="en-US" sz="3200" i="0" dirty="0">
                  <a:latin typeface="宋体" panose="02010600030101010101" pitchFamily="2" charset="-122"/>
                  <a:ea typeface="宋体" panose="02010600030101010101" pitchFamily="2" charset="-122"/>
                </a:rPr>
                <a:t>例：</a:t>
              </a:r>
              <a:endParaRPr lang="zh-CN" altLang="en-US" sz="1800" i="0" dirty="0">
                <a:latin typeface="Arial" panose="020B0604020202020204" pitchFamily="34" charset="0"/>
                <a:ea typeface="宋体" panose="02010600030101010101" pitchFamily="2" charset="-122"/>
              </a:endParaRPr>
            </a:p>
          </p:txBody>
        </p:sp>
        <p:sp>
          <p:nvSpPr>
            <p:cNvPr id="21697" name="Rectangle 27"/>
            <p:cNvSpPr/>
            <p:nvPr/>
          </p:nvSpPr>
          <p:spPr>
            <a:xfrm>
              <a:off x="1996" y="100"/>
              <a:ext cx="143" cy="224"/>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21512" name="Object 28"/>
            <p:cNvGraphicFramePr>
              <a:graphicFrameLocks/>
            </p:cNvGraphicFramePr>
            <p:nvPr/>
          </p:nvGraphicFramePr>
          <p:xfrm>
            <a:off x="2158" y="80"/>
            <a:ext cx="171" cy="168"/>
          </p:xfrm>
          <a:graphic>
            <a:graphicData uri="http://schemas.openxmlformats.org/presentationml/2006/ole">
              <p:oleObj spid="_x0000_s94215" r:id="rId4" imgW="20669250" imgH="13163550" progId="">
                <p:embed/>
              </p:oleObj>
            </a:graphicData>
          </a:graphic>
        </p:graphicFrame>
      </p:grpSp>
      <p:grpSp>
        <p:nvGrpSpPr>
          <p:cNvPr id="3" name="Group 29"/>
          <p:cNvGrpSpPr/>
          <p:nvPr/>
        </p:nvGrpSpPr>
        <p:grpSpPr>
          <a:xfrm>
            <a:off x="57120" y="681014"/>
            <a:ext cx="8729722" cy="695325"/>
            <a:chOff x="72" y="488"/>
            <a:chExt cx="5348" cy="321"/>
          </a:xfrm>
        </p:grpSpPr>
        <p:sp>
          <p:nvSpPr>
            <p:cNvPr id="21649" name="Rectangle 30"/>
            <p:cNvSpPr/>
            <p:nvPr/>
          </p:nvSpPr>
          <p:spPr>
            <a:xfrm>
              <a:off x="5292" y="518"/>
              <a:ext cx="128"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0" name="Rectangle 31"/>
            <p:cNvSpPr/>
            <p:nvPr/>
          </p:nvSpPr>
          <p:spPr>
            <a:xfrm>
              <a:off x="4896" y="536"/>
              <a:ext cx="28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1" name="Rectangle 32"/>
            <p:cNvSpPr/>
            <p:nvPr/>
          </p:nvSpPr>
          <p:spPr>
            <a:xfrm>
              <a:off x="4536" y="536"/>
              <a:ext cx="270"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2" name="Rectangle 33"/>
            <p:cNvSpPr/>
            <p:nvPr/>
          </p:nvSpPr>
          <p:spPr>
            <a:xfrm>
              <a:off x="4176" y="536"/>
              <a:ext cx="28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3" name="Rectangle 34"/>
            <p:cNvSpPr/>
            <p:nvPr/>
          </p:nvSpPr>
          <p:spPr>
            <a:xfrm>
              <a:off x="3413" y="518"/>
              <a:ext cx="6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4" name="Rectangle 35"/>
            <p:cNvSpPr/>
            <p:nvPr/>
          </p:nvSpPr>
          <p:spPr>
            <a:xfrm>
              <a:off x="3180" y="518"/>
              <a:ext cx="256"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14</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5" name="Rectangle 36"/>
            <p:cNvSpPr/>
            <p:nvPr/>
          </p:nvSpPr>
          <p:spPr>
            <a:xfrm>
              <a:off x="2657" y="518"/>
              <a:ext cx="341"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pH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6" name="Rectangle 37"/>
            <p:cNvSpPr/>
            <p:nvPr/>
          </p:nvSpPr>
          <p:spPr>
            <a:xfrm>
              <a:off x="2478" y="518"/>
              <a:ext cx="192"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7" name="Rectangle 38"/>
            <p:cNvSpPr/>
            <p:nvPr/>
          </p:nvSpPr>
          <p:spPr>
            <a:xfrm>
              <a:off x="2379" y="518"/>
              <a:ext cx="6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8" name="Rectangle 39"/>
            <p:cNvSpPr/>
            <p:nvPr/>
          </p:nvSpPr>
          <p:spPr>
            <a:xfrm>
              <a:off x="1756" y="518"/>
              <a:ext cx="85"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59" name="Rectangle 40"/>
            <p:cNvSpPr/>
            <p:nvPr/>
          </p:nvSpPr>
          <p:spPr>
            <a:xfrm>
              <a:off x="1469" y="518"/>
              <a:ext cx="199"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0" name="Rectangle 41"/>
            <p:cNvSpPr/>
            <p:nvPr/>
          </p:nvSpPr>
          <p:spPr>
            <a:xfrm>
              <a:off x="1385" y="518"/>
              <a:ext cx="85"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1" name="Rectangle 42"/>
            <p:cNvSpPr/>
            <p:nvPr/>
          </p:nvSpPr>
          <p:spPr>
            <a:xfrm>
              <a:off x="1167" y="518"/>
              <a:ext cx="6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2" name="Rectangle 43"/>
            <p:cNvSpPr/>
            <p:nvPr/>
          </p:nvSpPr>
          <p:spPr>
            <a:xfrm>
              <a:off x="401" y="518"/>
              <a:ext cx="576"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3" name="Rectangle 44"/>
            <p:cNvSpPr/>
            <p:nvPr/>
          </p:nvSpPr>
          <p:spPr>
            <a:xfrm>
              <a:off x="305" y="518"/>
              <a:ext cx="6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4" name="Rectangle 45"/>
            <p:cNvSpPr/>
            <p:nvPr/>
          </p:nvSpPr>
          <p:spPr>
            <a:xfrm>
              <a:off x="4806" y="635"/>
              <a:ext cx="76"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5" name="Rectangle 46"/>
            <p:cNvSpPr/>
            <p:nvPr/>
          </p:nvSpPr>
          <p:spPr>
            <a:xfrm>
              <a:off x="4457" y="635"/>
              <a:ext cx="76"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6" name="Rectangle 47"/>
            <p:cNvSpPr/>
            <p:nvPr/>
          </p:nvSpPr>
          <p:spPr>
            <a:xfrm>
              <a:off x="1657" y="676"/>
              <a:ext cx="76"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7" name="Rectangle 48"/>
            <p:cNvSpPr/>
            <p:nvPr/>
          </p:nvSpPr>
          <p:spPr>
            <a:xfrm>
              <a:off x="5109" y="488"/>
              <a:ext cx="201" cy="227"/>
            </a:xfrm>
            <a:prstGeom prst="rect">
              <a:avLst/>
            </a:prstGeom>
            <a:noFill/>
            <a:ln w="9525">
              <a:noFill/>
            </a:ln>
          </p:spPr>
          <p:txBody>
            <a:bodyPr wrap="none" lIns="0" tIns="0" rIns="0" bIns="0">
              <a:spAutoFit/>
            </a:bodyPr>
            <a:lstStyle/>
            <a:p>
              <a:pPr>
                <a:spcBef>
                  <a:spcPct val="0"/>
                </a:spcBef>
              </a:pPr>
              <a:r>
                <a:rPr lang="en-US" altLang="zh-CN" sz="3200" i="0" dirty="0" smtClean="0">
                  <a:solidFill>
                    <a:srgbClr val="0000CC"/>
                  </a:solidFill>
                  <a:latin typeface="Symbol" panose="05050102010706020507" pitchFamily="18" charset="2"/>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8" name="Rectangle 49"/>
            <p:cNvSpPr/>
            <p:nvPr/>
          </p:nvSpPr>
          <p:spPr>
            <a:xfrm>
              <a:off x="3016" y="488"/>
              <a:ext cx="141"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69" name="Rectangle 50"/>
            <p:cNvSpPr/>
            <p:nvPr/>
          </p:nvSpPr>
          <p:spPr>
            <a:xfrm>
              <a:off x="1893" y="488"/>
              <a:ext cx="141"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70" name="Rectangle 51"/>
            <p:cNvSpPr/>
            <p:nvPr/>
          </p:nvSpPr>
          <p:spPr>
            <a:xfrm>
              <a:off x="3447" y="526"/>
              <a:ext cx="514" cy="225"/>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时，</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71" name="Rectangle 52"/>
            <p:cNvSpPr/>
            <p:nvPr/>
          </p:nvSpPr>
          <p:spPr>
            <a:xfrm>
              <a:off x="2410" y="526"/>
              <a:ext cx="256" cy="225"/>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72" name="Rectangle 53"/>
            <p:cNvSpPr/>
            <p:nvPr/>
          </p:nvSpPr>
          <p:spPr>
            <a:xfrm>
              <a:off x="938" y="526"/>
              <a:ext cx="256" cy="225"/>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若</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73" name="Rectangle 54"/>
            <p:cNvSpPr/>
            <p:nvPr/>
          </p:nvSpPr>
          <p:spPr>
            <a:xfrm>
              <a:off x="336" y="526"/>
              <a:ext cx="256" cy="225"/>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74" name="Rectangle 55"/>
            <p:cNvSpPr/>
            <p:nvPr/>
          </p:nvSpPr>
          <p:spPr>
            <a:xfrm>
              <a:off x="72" y="526"/>
              <a:ext cx="256" cy="225"/>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求</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1675" name="Rectangle 56"/>
            <p:cNvSpPr/>
            <p:nvPr/>
          </p:nvSpPr>
          <p:spPr>
            <a:xfrm>
              <a:off x="3888" y="536"/>
              <a:ext cx="280" cy="227"/>
            </a:xfrm>
            <a:prstGeom prst="rect">
              <a:avLst/>
            </a:prstGeom>
            <a:noFill/>
            <a:ln w="9525">
              <a:noFill/>
            </a:ln>
          </p:spPr>
          <p:txBody>
            <a:bodyPr wrap="none" lIns="0" tIns="0" rIns="0" bIns="0">
              <a:spAutoFit/>
            </a:bodyPr>
            <a:lstStyle/>
            <a:p>
              <a:pPr>
                <a:spcBef>
                  <a:spcPct val="0"/>
                </a:spcBef>
              </a:pPr>
              <a:r>
                <a:rPr lang="en-US" altLang="zh-CN" sz="3200" dirty="0" smtClean="0">
                  <a:solidFill>
                    <a:srgbClr val="0000CC"/>
                  </a:solidFill>
                  <a:latin typeface="Times New Roman" panose="02020603050405020304" pitchFamily="18" charset="0"/>
                  <a:ea typeface="宋体" panose="02010600030101010101" pitchFamily="2" charset="-122"/>
                </a:rPr>
                <a:t>E</a:t>
              </a:r>
              <a:r>
                <a:rPr lang="en-US" altLang="zh-CN" sz="3200" baseline="-25000" dirty="0" smtClean="0">
                  <a:solidFill>
                    <a:srgbClr val="0000CC"/>
                  </a:solidFill>
                  <a:latin typeface="Times New Roman" panose="02020603050405020304" pitchFamily="18" charset="0"/>
                  <a:ea typeface="宋体" panose="02010600030101010101" pitchFamily="2" charset="-122"/>
                </a:rPr>
                <a:t>A</a:t>
              </a:r>
              <a:endParaRPr lang="en-US" altLang="zh-CN" sz="1800" i="0" baseline="-25000" dirty="0">
                <a:solidFill>
                  <a:srgbClr val="0000CC"/>
                </a:solidFill>
                <a:latin typeface="Arial" panose="020B0604020202020204" pitchFamily="34" charset="0"/>
                <a:ea typeface="宋体" panose="02010600030101010101" pitchFamily="2" charset="-122"/>
              </a:endParaRPr>
            </a:p>
          </p:txBody>
        </p:sp>
        <p:sp>
          <p:nvSpPr>
            <p:cNvPr id="21676" name="Rectangle 57"/>
            <p:cNvSpPr/>
            <p:nvPr/>
          </p:nvSpPr>
          <p:spPr>
            <a:xfrm>
              <a:off x="2115" y="518"/>
              <a:ext cx="128" cy="225"/>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77" name="Rectangle 58"/>
            <p:cNvSpPr/>
            <p:nvPr/>
          </p:nvSpPr>
          <p:spPr>
            <a:xfrm>
              <a:off x="1255" y="518"/>
              <a:ext cx="128" cy="225"/>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78" name="Text Box 59"/>
            <p:cNvSpPr txBox="1"/>
            <p:nvPr/>
          </p:nvSpPr>
          <p:spPr>
            <a:xfrm>
              <a:off x="552" y="518"/>
              <a:ext cx="336" cy="267"/>
            </a:xfrm>
            <a:prstGeom prst="rect">
              <a:avLst/>
            </a:prstGeom>
            <a:noFill/>
            <a:ln w="9525">
              <a:noFill/>
            </a:ln>
          </p:spPr>
          <p:txBody>
            <a:bodyPr>
              <a:spAutoFit/>
            </a:bodyPr>
            <a:lstStyle/>
            <a:p>
              <a:r>
                <a:rPr lang="en-US" altLang="zh-CN" sz="3200" i="0" dirty="0">
                  <a:solidFill>
                    <a:srgbClr val="0000CC"/>
                  </a:solidFill>
                  <a:latin typeface="Times New Roman" panose="02020603050405020304" pitchFamily="18" charset="0"/>
                  <a:ea typeface="宋体" panose="02010600030101010101" pitchFamily="2" charset="-122"/>
                </a:rPr>
                <a:t>⑴</a:t>
              </a:r>
            </a:p>
          </p:txBody>
        </p:sp>
        <p:graphicFrame>
          <p:nvGraphicFramePr>
            <p:cNvPr id="21511" name="Object 60"/>
            <p:cNvGraphicFramePr>
              <a:graphicFrameLocks/>
            </p:cNvGraphicFramePr>
            <p:nvPr/>
          </p:nvGraphicFramePr>
          <p:xfrm>
            <a:off x="2240" y="560"/>
            <a:ext cx="171" cy="168"/>
          </p:xfrm>
          <a:graphic>
            <a:graphicData uri="http://schemas.openxmlformats.org/presentationml/2006/ole">
              <p:oleObj spid="_x0000_s94214" r:id="rId5" imgW="271780" imgH="266700" progId="">
                <p:embed/>
              </p:oleObj>
            </a:graphicData>
          </a:graphic>
        </p:graphicFrame>
      </p:grpSp>
      <p:grpSp>
        <p:nvGrpSpPr>
          <p:cNvPr id="4" name="Group 61"/>
          <p:cNvGrpSpPr/>
          <p:nvPr/>
        </p:nvGrpSpPr>
        <p:grpSpPr>
          <a:xfrm>
            <a:off x="742920" y="1366814"/>
            <a:ext cx="3543328" cy="711200"/>
            <a:chOff x="560" y="898"/>
            <a:chExt cx="2041" cy="329"/>
          </a:xfrm>
        </p:grpSpPr>
        <p:sp>
          <p:nvSpPr>
            <p:cNvPr id="21638" name="Rectangle 62"/>
            <p:cNvSpPr/>
            <p:nvPr/>
          </p:nvSpPr>
          <p:spPr>
            <a:xfrm>
              <a:off x="2473" y="934"/>
              <a:ext cx="128"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39" name="Rectangle 63"/>
            <p:cNvSpPr/>
            <p:nvPr/>
          </p:nvSpPr>
          <p:spPr>
            <a:xfrm>
              <a:off x="2153" y="934"/>
              <a:ext cx="149"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0" name="Rectangle 64"/>
            <p:cNvSpPr/>
            <p:nvPr/>
          </p:nvSpPr>
          <p:spPr>
            <a:xfrm>
              <a:off x="1608" y="934"/>
              <a:ext cx="469"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1" name="Rectangle 65"/>
            <p:cNvSpPr/>
            <p:nvPr/>
          </p:nvSpPr>
          <p:spPr>
            <a:xfrm>
              <a:off x="1252" y="934"/>
              <a:ext cx="28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2" name="Rectangle 66"/>
            <p:cNvSpPr/>
            <p:nvPr/>
          </p:nvSpPr>
          <p:spPr>
            <a:xfrm>
              <a:off x="877" y="934"/>
              <a:ext cx="64" cy="225"/>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3" name="Rectangle 67"/>
            <p:cNvSpPr/>
            <p:nvPr/>
          </p:nvSpPr>
          <p:spPr>
            <a:xfrm>
              <a:off x="1521" y="1094"/>
              <a:ext cx="76"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4" name="Rectangle 68"/>
            <p:cNvSpPr/>
            <p:nvPr/>
          </p:nvSpPr>
          <p:spPr>
            <a:xfrm>
              <a:off x="1095" y="1094"/>
              <a:ext cx="101" cy="133"/>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B</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5" name="Rectangle 69"/>
            <p:cNvSpPr/>
            <p:nvPr/>
          </p:nvSpPr>
          <p:spPr>
            <a:xfrm>
              <a:off x="2290" y="905"/>
              <a:ext cx="307" cy="228"/>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 </a:t>
              </a:r>
              <a:r>
                <a:rPr lang="en-US" altLang="zh-CN" sz="3200" i="0" dirty="0" smtClean="0">
                  <a:solidFill>
                    <a:srgbClr val="0000CC"/>
                  </a:solidFill>
                  <a:latin typeface="Symbol" panose="05050102010706020507" pitchFamily="18" charset="2"/>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6" name="Rectangle 70"/>
            <p:cNvSpPr/>
            <p:nvPr/>
          </p:nvSpPr>
          <p:spPr>
            <a:xfrm>
              <a:off x="2045" y="898"/>
              <a:ext cx="141" cy="155"/>
            </a:xfrm>
            <a:prstGeom prst="rect">
              <a:avLst/>
            </a:prstGeom>
            <a:noFill/>
            <a:ln w="9525">
              <a:noFill/>
            </a:ln>
          </p:spPr>
          <p:txBody>
            <a:bodyPr wrap="none" lIns="0" tIns="0" rIns="0" bIns="0">
              <a:spAutoFit/>
            </a:bodyPr>
            <a:lstStyle/>
            <a:p>
              <a:pPr>
                <a:spcBef>
                  <a:spcPct val="0"/>
                </a:spcBef>
              </a:pPr>
              <a:r>
                <a:rPr lang="en-US" altLang="zh-CN" sz="2200" i="0" dirty="0">
                  <a:solidFill>
                    <a:srgbClr val="0000CC"/>
                  </a:solidFill>
                  <a:latin typeface="Symbol" panose="05050102010706020507" pitchFamily="18" charset="2"/>
                  <a:ea typeface="宋体" panose="02010600030101010101" pitchFamily="2" charset="-122"/>
                </a:rPr>
                <a:t> -</a:t>
              </a:r>
              <a:endParaRPr lang="en-US" altLang="zh-CN" sz="2200" i="0" dirty="0">
                <a:solidFill>
                  <a:srgbClr val="0000CC"/>
                </a:solidFill>
                <a:latin typeface="Arial" panose="020B0604020202020204" pitchFamily="34" charset="0"/>
                <a:ea typeface="宋体" panose="02010600030101010101" pitchFamily="2" charset="-122"/>
              </a:endParaRPr>
            </a:p>
          </p:txBody>
        </p:sp>
        <p:sp>
          <p:nvSpPr>
            <p:cNvPr id="21647" name="Rectangle 71"/>
            <p:cNvSpPr/>
            <p:nvPr/>
          </p:nvSpPr>
          <p:spPr>
            <a:xfrm>
              <a:off x="942" y="934"/>
              <a:ext cx="171" cy="225"/>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1648" name="Text Box 72"/>
            <p:cNvSpPr txBox="1"/>
            <p:nvPr/>
          </p:nvSpPr>
          <p:spPr>
            <a:xfrm>
              <a:off x="560" y="903"/>
              <a:ext cx="336" cy="268"/>
            </a:xfrm>
            <a:prstGeom prst="rect">
              <a:avLst/>
            </a:prstGeom>
            <a:noFill/>
            <a:ln w="9525">
              <a:noFill/>
            </a:ln>
          </p:spPr>
          <p:txBody>
            <a:bodyPr>
              <a:spAutoFit/>
            </a:bodyPr>
            <a:lstStyle/>
            <a:p>
              <a:r>
                <a:rPr lang="en-US" altLang="zh-CN" sz="3200" i="0" dirty="0">
                  <a:solidFill>
                    <a:srgbClr val="0000CC"/>
                  </a:solidFill>
                  <a:latin typeface="Times New Roman" panose="02020603050405020304" pitchFamily="18" charset="0"/>
                  <a:ea typeface="宋体" panose="02010600030101010101" pitchFamily="2" charset="-122"/>
                </a:rPr>
                <a:t>⑵</a:t>
              </a:r>
            </a:p>
          </p:txBody>
        </p:sp>
        <p:graphicFrame>
          <p:nvGraphicFramePr>
            <p:cNvPr id="21510" name="Object 73"/>
            <p:cNvGraphicFramePr>
              <a:graphicFrameLocks/>
            </p:cNvGraphicFramePr>
            <p:nvPr/>
          </p:nvGraphicFramePr>
          <p:xfrm>
            <a:off x="1096" y="920"/>
            <a:ext cx="171" cy="168"/>
          </p:xfrm>
          <a:graphic>
            <a:graphicData uri="http://schemas.openxmlformats.org/presentationml/2006/ole">
              <p:oleObj spid="_x0000_s94213" r:id="rId6" imgW="271780" imgH="266700" progId="">
                <p:embed/>
              </p:oleObj>
            </a:graphicData>
          </a:graphic>
        </p:graphicFrame>
      </p:grpSp>
      <p:grpSp>
        <p:nvGrpSpPr>
          <p:cNvPr id="5" name="Group 75"/>
          <p:cNvGrpSpPr/>
          <p:nvPr/>
        </p:nvGrpSpPr>
        <p:grpSpPr>
          <a:xfrm>
            <a:off x="2286000" y="5348278"/>
            <a:ext cx="1847850" cy="533400"/>
            <a:chOff x="385" y="3867"/>
            <a:chExt cx="1164" cy="336"/>
          </a:xfrm>
        </p:grpSpPr>
        <p:sp>
          <p:nvSpPr>
            <p:cNvPr id="21635" name="Rectangle 76"/>
            <p:cNvSpPr/>
            <p:nvPr/>
          </p:nvSpPr>
          <p:spPr>
            <a:xfrm>
              <a:off x="1293" y="3896"/>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36" name="Rectangle 77"/>
            <p:cNvSpPr/>
            <p:nvPr/>
          </p:nvSpPr>
          <p:spPr>
            <a:xfrm>
              <a:off x="572" y="3896"/>
              <a:ext cx="76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0.400V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37" name="Rectangle 78"/>
            <p:cNvSpPr/>
            <p:nvPr/>
          </p:nvSpPr>
          <p:spPr>
            <a:xfrm>
              <a:off x="385" y="3867"/>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6" name="Group 79"/>
          <p:cNvGrpSpPr/>
          <p:nvPr/>
        </p:nvGrpSpPr>
        <p:grpSpPr>
          <a:xfrm>
            <a:off x="2286000" y="4281478"/>
            <a:ext cx="6103938" cy="947738"/>
            <a:chOff x="385" y="3216"/>
            <a:chExt cx="3415" cy="736"/>
          </a:xfrm>
        </p:grpSpPr>
        <p:sp>
          <p:nvSpPr>
            <p:cNvPr id="21616" name="Line 80"/>
            <p:cNvSpPr/>
            <p:nvPr/>
          </p:nvSpPr>
          <p:spPr>
            <a:xfrm>
              <a:off x="1503" y="3538"/>
              <a:ext cx="880" cy="1"/>
            </a:xfrm>
            <a:prstGeom prst="line">
              <a:avLst/>
            </a:prstGeom>
            <a:ln w="15875" cap="flat" cmpd="sng">
              <a:solidFill>
                <a:srgbClr val="000000"/>
              </a:solidFill>
              <a:prstDash val="solid"/>
              <a:headEnd type="none" w="med" len="med"/>
              <a:tailEnd type="none" w="med" len="med"/>
            </a:ln>
          </p:spPr>
        </p:sp>
        <p:sp>
          <p:nvSpPr>
            <p:cNvPr id="21617" name="Rectangle 81"/>
            <p:cNvSpPr/>
            <p:nvPr/>
          </p:nvSpPr>
          <p:spPr>
            <a:xfrm>
              <a:off x="3632" y="3376"/>
              <a:ext cx="76"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18" name="Rectangle 82"/>
            <p:cNvSpPr/>
            <p:nvPr/>
          </p:nvSpPr>
          <p:spPr>
            <a:xfrm>
              <a:off x="3138" y="3376"/>
              <a:ext cx="228"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10</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19" name="Rectangle 83"/>
            <p:cNvSpPr/>
            <p:nvPr/>
          </p:nvSpPr>
          <p:spPr>
            <a:xfrm>
              <a:off x="2852" y="3376"/>
              <a:ext cx="114"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0" name="Rectangle 84"/>
            <p:cNvSpPr/>
            <p:nvPr/>
          </p:nvSpPr>
          <p:spPr>
            <a:xfrm>
              <a:off x="2791" y="3376"/>
              <a:ext cx="57"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1" name="Rectangle 85"/>
            <p:cNvSpPr/>
            <p:nvPr/>
          </p:nvSpPr>
          <p:spPr>
            <a:xfrm>
              <a:off x="2669" y="3376"/>
              <a:ext cx="114"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2" name="Rectangle 86"/>
            <p:cNvSpPr/>
            <p:nvPr/>
          </p:nvSpPr>
          <p:spPr>
            <a:xfrm>
              <a:off x="2421" y="3376"/>
              <a:ext cx="252"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lg(</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3" name="Rectangle 87"/>
            <p:cNvSpPr/>
            <p:nvPr/>
          </p:nvSpPr>
          <p:spPr>
            <a:xfrm>
              <a:off x="1886" y="3574"/>
              <a:ext cx="114"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4</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4" name="Rectangle 88"/>
            <p:cNvSpPr/>
            <p:nvPr/>
          </p:nvSpPr>
          <p:spPr>
            <a:xfrm>
              <a:off x="2191" y="3216"/>
              <a:ext cx="164"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V</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5" name="Rectangle 89"/>
            <p:cNvSpPr/>
            <p:nvPr/>
          </p:nvSpPr>
          <p:spPr>
            <a:xfrm>
              <a:off x="1699" y="3216"/>
              <a:ext cx="454"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0592</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6" name="Rectangle 90"/>
            <p:cNvSpPr/>
            <p:nvPr/>
          </p:nvSpPr>
          <p:spPr>
            <a:xfrm>
              <a:off x="1638" y="3216"/>
              <a:ext cx="57"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7" name="Rectangle 91"/>
            <p:cNvSpPr/>
            <p:nvPr/>
          </p:nvSpPr>
          <p:spPr>
            <a:xfrm>
              <a:off x="1516" y="3216"/>
              <a:ext cx="113"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8" name="Rectangle 92"/>
            <p:cNvSpPr/>
            <p:nvPr/>
          </p:nvSpPr>
          <p:spPr>
            <a:xfrm>
              <a:off x="549" y="3376"/>
              <a:ext cx="676" cy="379"/>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1.229V</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29" name="Rectangle 93"/>
            <p:cNvSpPr/>
            <p:nvPr/>
          </p:nvSpPr>
          <p:spPr>
            <a:xfrm>
              <a:off x="3726" y="3355"/>
              <a:ext cx="74" cy="249"/>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4</a:t>
              </a:r>
              <a:endParaRPr lang="en-US" altLang="zh-CN" sz="3200" i="0" baseline="30000" dirty="0">
                <a:solidFill>
                  <a:srgbClr val="336600"/>
                </a:solidFill>
                <a:latin typeface="Arial" panose="020B0604020202020204" pitchFamily="34" charset="0"/>
                <a:ea typeface="宋体" panose="02010600030101010101" pitchFamily="2" charset="-122"/>
              </a:endParaRPr>
            </a:p>
          </p:txBody>
        </p:sp>
        <p:sp>
          <p:nvSpPr>
            <p:cNvPr id="21630" name="Rectangle 94"/>
            <p:cNvSpPr/>
            <p:nvPr/>
          </p:nvSpPr>
          <p:spPr>
            <a:xfrm>
              <a:off x="3461" y="3355"/>
              <a:ext cx="149" cy="249"/>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14</a:t>
              </a:r>
              <a:endParaRPr lang="en-US" altLang="zh-CN" sz="3200" i="0" baseline="30000" dirty="0">
                <a:solidFill>
                  <a:srgbClr val="336600"/>
                </a:solidFill>
                <a:latin typeface="Arial" panose="020B0604020202020204" pitchFamily="34" charset="0"/>
                <a:ea typeface="宋体" panose="02010600030101010101" pitchFamily="2" charset="-122"/>
              </a:endParaRPr>
            </a:p>
          </p:txBody>
        </p:sp>
        <p:sp>
          <p:nvSpPr>
            <p:cNvPr id="21631" name="Rectangle 95"/>
            <p:cNvSpPr/>
            <p:nvPr/>
          </p:nvSpPr>
          <p:spPr>
            <a:xfrm>
              <a:off x="2949" y="3379"/>
              <a:ext cx="228"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32" name="Rectangle 96"/>
            <p:cNvSpPr/>
            <p:nvPr/>
          </p:nvSpPr>
          <p:spPr>
            <a:xfrm>
              <a:off x="1320" y="3347"/>
              <a:ext cx="126"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33" name="Rectangle 97"/>
            <p:cNvSpPr/>
            <p:nvPr/>
          </p:nvSpPr>
          <p:spPr>
            <a:xfrm>
              <a:off x="385" y="3347"/>
              <a:ext cx="125" cy="378"/>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3200" i="0" dirty="0">
                <a:solidFill>
                  <a:srgbClr val="336600"/>
                </a:solidFill>
                <a:latin typeface="Arial" panose="020B0604020202020204" pitchFamily="34" charset="0"/>
                <a:ea typeface="宋体" panose="02010600030101010101" pitchFamily="2" charset="-122"/>
              </a:endParaRPr>
            </a:p>
          </p:txBody>
        </p:sp>
        <p:sp>
          <p:nvSpPr>
            <p:cNvPr id="21634" name="Rectangle 98"/>
            <p:cNvSpPr/>
            <p:nvPr/>
          </p:nvSpPr>
          <p:spPr>
            <a:xfrm>
              <a:off x="3391" y="3339"/>
              <a:ext cx="82" cy="249"/>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Symbol" panose="05050102010706020507" pitchFamily="18" charset="2"/>
                  <a:ea typeface="宋体" panose="02010600030101010101" pitchFamily="2" charset="-122"/>
                </a:rPr>
                <a:t>-</a:t>
              </a:r>
              <a:endParaRPr lang="en-US" altLang="zh-CN" sz="3200" i="0" baseline="30000" dirty="0">
                <a:solidFill>
                  <a:srgbClr val="336600"/>
                </a:solidFill>
                <a:latin typeface="Arial" panose="020B0604020202020204" pitchFamily="34" charset="0"/>
                <a:ea typeface="宋体" panose="02010600030101010101" pitchFamily="2" charset="-122"/>
              </a:endParaRPr>
            </a:p>
          </p:txBody>
        </p:sp>
      </p:grpSp>
      <p:grpSp>
        <p:nvGrpSpPr>
          <p:cNvPr id="7" name="Group 99"/>
          <p:cNvGrpSpPr/>
          <p:nvPr/>
        </p:nvGrpSpPr>
        <p:grpSpPr>
          <a:xfrm>
            <a:off x="304800" y="3519478"/>
            <a:ext cx="1828800" cy="465138"/>
            <a:chOff x="576" y="2151"/>
            <a:chExt cx="1152" cy="733"/>
          </a:xfrm>
        </p:grpSpPr>
        <p:sp>
          <p:nvSpPr>
            <p:cNvPr id="21609" name="Rectangle 100"/>
            <p:cNvSpPr/>
            <p:nvPr/>
          </p:nvSpPr>
          <p:spPr>
            <a:xfrm>
              <a:off x="1479" y="2151"/>
              <a:ext cx="249" cy="67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610" name="Rectangle 101"/>
            <p:cNvSpPr/>
            <p:nvPr/>
          </p:nvSpPr>
          <p:spPr>
            <a:xfrm>
              <a:off x="1138" y="2151"/>
              <a:ext cx="236" cy="67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611" name="Rectangle 102"/>
            <p:cNvSpPr/>
            <p:nvPr/>
          </p:nvSpPr>
          <p:spPr>
            <a:xfrm>
              <a:off x="782" y="2151"/>
              <a:ext cx="249" cy="67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612" name="Rectangle 103"/>
            <p:cNvSpPr/>
            <p:nvPr/>
          </p:nvSpPr>
          <p:spPr>
            <a:xfrm>
              <a:off x="729" y="2151"/>
              <a:ext cx="56" cy="67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613" name="Rectangle 104"/>
            <p:cNvSpPr/>
            <p:nvPr/>
          </p:nvSpPr>
          <p:spPr>
            <a:xfrm>
              <a:off x="1399" y="2309"/>
              <a:ext cx="96" cy="575"/>
            </a:xfrm>
            <a:prstGeom prst="rect">
              <a:avLst/>
            </a:prstGeom>
            <a:noFill/>
            <a:ln w="9525">
              <a:noFill/>
            </a:ln>
          </p:spPr>
          <p:txBody>
            <a:bodyPr wrap="none" lIns="0" tIns="0" rIns="0" bIns="0">
              <a:spAutoFit/>
            </a:bodyPr>
            <a:lstStyle/>
            <a:p>
              <a:pPr>
                <a:spcBef>
                  <a:spcPct val="0"/>
                </a:spcBef>
              </a:pPr>
              <a:r>
                <a:rPr lang="en-US" altLang="zh-CN" sz="2400" i="0" dirty="0">
                  <a:solidFill>
                    <a:srgbClr val="336600"/>
                  </a:solidFill>
                  <a:latin typeface="Times New Roman" panose="02020603050405020304" pitchFamily="18" charset="0"/>
                  <a:ea typeface="宋体" panose="02010600030101010101" pitchFamily="2" charset="-122"/>
                </a:rPr>
                <a:t>2</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21614" name="Rectangle 105"/>
            <p:cNvSpPr/>
            <p:nvPr/>
          </p:nvSpPr>
          <p:spPr>
            <a:xfrm>
              <a:off x="1051" y="2309"/>
              <a:ext cx="96" cy="575"/>
            </a:xfrm>
            <a:prstGeom prst="rect">
              <a:avLst/>
            </a:prstGeom>
            <a:noFill/>
            <a:ln w="9525">
              <a:noFill/>
            </a:ln>
          </p:spPr>
          <p:txBody>
            <a:bodyPr wrap="none" lIns="0" tIns="0" rIns="0" bIns="0">
              <a:spAutoFit/>
            </a:bodyPr>
            <a:lstStyle/>
            <a:p>
              <a:pPr>
                <a:spcBef>
                  <a:spcPct val="0"/>
                </a:spcBef>
              </a:pPr>
              <a:r>
                <a:rPr lang="en-US" altLang="zh-CN" sz="2400" i="0" dirty="0">
                  <a:solidFill>
                    <a:srgbClr val="336600"/>
                  </a:solidFill>
                  <a:latin typeface="Times New Roman" panose="02020603050405020304" pitchFamily="18" charset="0"/>
                  <a:ea typeface="宋体" panose="02010600030101010101" pitchFamily="2" charset="-122"/>
                </a:rPr>
                <a:t>2</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21615" name="Rectangle 106"/>
            <p:cNvSpPr/>
            <p:nvPr/>
          </p:nvSpPr>
          <p:spPr>
            <a:xfrm>
              <a:off x="576" y="2151"/>
              <a:ext cx="149" cy="67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E</a:t>
              </a:r>
              <a:endParaRPr lang="en-US" altLang="zh-CN" i="0" dirty="0">
                <a:solidFill>
                  <a:srgbClr val="336600"/>
                </a:solidFill>
                <a:latin typeface="Arial" panose="020B0604020202020204" pitchFamily="34" charset="0"/>
                <a:ea typeface="宋体" panose="02010600030101010101" pitchFamily="2" charset="-122"/>
              </a:endParaRPr>
            </a:p>
          </p:txBody>
        </p:sp>
      </p:grpSp>
      <p:grpSp>
        <p:nvGrpSpPr>
          <p:cNvPr id="8" name="Group 107"/>
          <p:cNvGrpSpPr/>
          <p:nvPr/>
        </p:nvGrpSpPr>
        <p:grpSpPr>
          <a:xfrm>
            <a:off x="1295400" y="2681278"/>
            <a:ext cx="6843713" cy="558800"/>
            <a:chOff x="568" y="1733"/>
            <a:chExt cx="3840" cy="352"/>
          </a:xfrm>
        </p:grpSpPr>
        <p:sp>
          <p:nvSpPr>
            <p:cNvPr id="21584" name="Rectangle 108"/>
            <p:cNvSpPr/>
            <p:nvPr/>
          </p:nvSpPr>
          <p:spPr>
            <a:xfrm>
              <a:off x="4138" y="1770"/>
              <a:ext cx="152"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85" name="Rectangle 109"/>
            <p:cNvSpPr/>
            <p:nvPr/>
          </p:nvSpPr>
          <p:spPr>
            <a:xfrm>
              <a:off x="3642" y="1770"/>
              <a:ext cx="36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mol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86" name="Rectangle 110"/>
            <p:cNvSpPr/>
            <p:nvPr/>
          </p:nvSpPr>
          <p:spPr>
            <a:xfrm>
              <a:off x="3144" y="1770"/>
              <a:ext cx="22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87" name="Rectangle 111"/>
            <p:cNvSpPr/>
            <p:nvPr/>
          </p:nvSpPr>
          <p:spPr>
            <a:xfrm>
              <a:off x="2858" y="1770"/>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88" name="Rectangle 112"/>
            <p:cNvSpPr/>
            <p:nvPr/>
          </p:nvSpPr>
          <p:spPr>
            <a:xfrm>
              <a:off x="2797" y="1770"/>
              <a:ext cx="5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89" name="Rectangle 113"/>
            <p:cNvSpPr/>
            <p:nvPr/>
          </p:nvSpPr>
          <p:spPr>
            <a:xfrm>
              <a:off x="2675" y="1770"/>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0" name="Rectangle 114"/>
            <p:cNvSpPr/>
            <p:nvPr/>
          </p:nvSpPr>
          <p:spPr>
            <a:xfrm>
              <a:off x="2374" y="1770"/>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1" name="Rectangle 115"/>
            <p:cNvSpPr/>
            <p:nvPr/>
          </p:nvSpPr>
          <p:spPr>
            <a:xfrm>
              <a:off x="2071" y="1770"/>
              <a:ext cx="1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2" name="Rectangle 116"/>
            <p:cNvSpPr/>
            <p:nvPr/>
          </p:nvSpPr>
          <p:spPr>
            <a:xfrm>
              <a:off x="1984" y="1770"/>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3" name="Rectangle 117"/>
            <p:cNvSpPr/>
            <p:nvPr/>
          </p:nvSpPr>
          <p:spPr>
            <a:xfrm>
              <a:off x="1755" y="1770"/>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4" name="Rectangle 118"/>
            <p:cNvSpPr/>
            <p:nvPr/>
          </p:nvSpPr>
          <p:spPr>
            <a:xfrm>
              <a:off x="1598" y="1778"/>
              <a:ext cx="229"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Times New Roman" panose="02020603050405020304" pitchFamily="18" charset="0"/>
                  <a:ea typeface="宋体" panose="02010600030101010101" pitchFamily="2" charset="-122"/>
                </a:rPr>
                <a:t>即</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1595" name="Rectangle 119"/>
            <p:cNvSpPr/>
            <p:nvPr/>
          </p:nvSpPr>
          <p:spPr>
            <a:xfrm>
              <a:off x="1324" y="1770"/>
              <a:ext cx="5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6" name="Rectangle 120"/>
            <p:cNvSpPr/>
            <p:nvPr/>
          </p:nvSpPr>
          <p:spPr>
            <a:xfrm>
              <a:off x="1091" y="1770"/>
              <a:ext cx="22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7" name="Rectangle 121"/>
            <p:cNvSpPr/>
            <p:nvPr/>
          </p:nvSpPr>
          <p:spPr>
            <a:xfrm>
              <a:off x="568" y="1770"/>
              <a:ext cx="30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pH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8" name="Rectangle 122"/>
            <p:cNvSpPr/>
            <p:nvPr/>
          </p:nvSpPr>
          <p:spPr>
            <a:xfrm>
              <a:off x="4340" y="1749"/>
              <a:ext cx="6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99" name="Rectangle 123"/>
            <p:cNvSpPr/>
            <p:nvPr/>
          </p:nvSpPr>
          <p:spPr>
            <a:xfrm>
              <a:off x="3469" y="1749"/>
              <a:ext cx="13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0" name="Rectangle 124"/>
            <p:cNvSpPr/>
            <p:nvPr/>
          </p:nvSpPr>
          <p:spPr>
            <a:xfrm>
              <a:off x="4047" y="1741"/>
              <a:ext cx="5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1" name="Rectangle 125"/>
            <p:cNvSpPr/>
            <p:nvPr/>
          </p:nvSpPr>
          <p:spPr>
            <a:xfrm>
              <a:off x="2947" y="1765"/>
              <a:ext cx="22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2" name="Rectangle 126"/>
            <p:cNvSpPr/>
            <p:nvPr/>
          </p:nvSpPr>
          <p:spPr>
            <a:xfrm>
              <a:off x="2511" y="1741"/>
              <a:ext cx="141" cy="307"/>
            </a:xfrm>
            <a:prstGeom prst="rect">
              <a:avLst/>
            </a:prstGeom>
            <a:noFill/>
            <a:ln w="9525">
              <a:noFill/>
            </a:ln>
          </p:spPr>
          <p:txBody>
            <a:bodyPr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3" name="Rectangle 127"/>
            <p:cNvSpPr/>
            <p:nvPr/>
          </p:nvSpPr>
          <p:spPr>
            <a:xfrm>
              <a:off x="927" y="1741"/>
              <a:ext cx="12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4" name="Rectangle 128"/>
            <p:cNvSpPr/>
            <p:nvPr/>
          </p:nvSpPr>
          <p:spPr>
            <a:xfrm>
              <a:off x="4270" y="1733"/>
              <a:ext cx="74"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5" name="Rectangle 129"/>
            <p:cNvSpPr/>
            <p:nvPr/>
          </p:nvSpPr>
          <p:spPr>
            <a:xfrm>
              <a:off x="3398" y="1733"/>
              <a:ext cx="74"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6" name="Rectangle 130"/>
            <p:cNvSpPr/>
            <p:nvPr/>
          </p:nvSpPr>
          <p:spPr>
            <a:xfrm>
              <a:off x="2264" y="1733"/>
              <a:ext cx="74"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607" name="Rectangle 131"/>
            <p:cNvSpPr/>
            <p:nvPr/>
          </p:nvSpPr>
          <p:spPr>
            <a:xfrm>
              <a:off x="1354" y="1778"/>
              <a:ext cx="229"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1608" name="Rectangle 132"/>
            <p:cNvSpPr/>
            <p:nvPr/>
          </p:nvSpPr>
          <p:spPr>
            <a:xfrm>
              <a:off x="1869" y="1770"/>
              <a:ext cx="102"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9" name="Group 133"/>
          <p:cNvGrpSpPr/>
          <p:nvPr/>
        </p:nvGrpSpPr>
        <p:grpSpPr>
          <a:xfrm>
            <a:off x="2184400" y="3367078"/>
            <a:ext cx="6959600" cy="850900"/>
            <a:chOff x="385" y="2536"/>
            <a:chExt cx="5336" cy="724"/>
          </a:xfrm>
        </p:grpSpPr>
        <p:sp>
          <p:nvSpPr>
            <p:cNvPr id="21548" name="Line 134"/>
            <p:cNvSpPr/>
            <p:nvPr/>
          </p:nvSpPr>
          <p:spPr>
            <a:xfrm>
              <a:off x="2113" y="2858"/>
              <a:ext cx="880" cy="1"/>
            </a:xfrm>
            <a:prstGeom prst="line">
              <a:avLst/>
            </a:prstGeom>
            <a:ln w="15875" cap="flat" cmpd="sng">
              <a:solidFill>
                <a:srgbClr val="000000"/>
              </a:solidFill>
              <a:prstDash val="solid"/>
              <a:headEnd type="none" w="med" len="med"/>
              <a:tailEnd type="none" w="med" len="med"/>
            </a:ln>
          </p:spPr>
        </p:sp>
        <p:sp>
          <p:nvSpPr>
            <p:cNvPr id="21549" name="Rectangle 135"/>
            <p:cNvSpPr/>
            <p:nvPr/>
          </p:nvSpPr>
          <p:spPr>
            <a:xfrm>
              <a:off x="5547" y="2694"/>
              <a:ext cx="9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0" name="Rectangle 136"/>
            <p:cNvSpPr/>
            <p:nvPr/>
          </p:nvSpPr>
          <p:spPr>
            <a:xfrm>
              <a:off x="5180" y="2694"/>
              <a:ext cx="75"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1" name="Rectangle 137"/>
            <p:cNvSpPr/>
            <p:nvPr/>
          </p:nvSpPr>
          <p:spPr>
            <a:xfrm>
              <a:off x="5060" y="2694"/>
              <a:ext cx="92"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2" name="Rectangle 138"/>
            <p:cNvSpPr/>
            <p:nvPr/>
          </p:nvSpPr>
          <p:spPr>
            <a:xfrm>
              <a:off x="4758" y="2694"/>
              <a:ext cx="212"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3" name="Rectangle 139"/>
            <p:cNvSpPr/>
            <p:nvPr/>
          </p:nvSpPr>
          <p:spPr>
            <a:xfrm>
              <a:off x="4670" y="2694"/>
              <a:ext cx="9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4" name="Rectangle 140"/>
            <p:cNvSpPr/>
            <p:nvPr/>
          </p:nvSpPr>
          <p:spPr>
            <a:xfrm>
              <a:off x="4472" y="2694"/>
              <a:ext cx="92"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5" name="Rectangle 141"/>
            <p:cNvSpPr/>
            <p:nvPr/>
          </p:nvSpPr>
          <p:spPr>
            <a:xfrm>
              <a:off x="4435" y="2694"/>
              <a:ext cx="68"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6" name="Rectangle 142"/>
            <p:cNvSpPr/>
            <p:nvPr/>
          </p:nvSpPr>
          <p:spPr>
            <a:xfrm>
              <a:off x="4374" y="2694"/>
              <a:ext cx="9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7" name="Rectangle 143"/>
            <p:cNvSpPr/>
            <p:nvPr/>
          </p:nvSpPr>
          <p:spPr>
            <a:xfrm>
              <a:off x="3957" y="2694"/>
              <a:ext cx="76"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8" name="Rectangle 144"/>
            <p:cNvSpPr/>
            <p:nvPr/>
          </p:nvSpPr>
          <p:spPr>
            <a:xfrm>
              <a:off x="3838" y="2694"/>
              <a:ext cx="9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59" name="Rectangle 145"/>
            <p:cNvSpPr/>
            <p:nvPr/>
          </p:nvSpPr>
          <p:spPr>
            <a:xfrm>
              <a:off x="3550" y="2694"/>
              <a:ext cx="21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0" name="Rectangle 146"/>
            <p:cNvSpPr/>
            <p:nvPr/>
          </p:nvSpPr>
          <p:spPr>
            <a:xfrm>
              <a:off x="3467" y="2694"/>
              <a:ext cx="91"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1" name="Rectangle 147"/>
            <p:cNvSpPr/>
            <p:nvPr/>
          </p:nvSpPr>
          <p:spPr>
            <a:xfrm>
              <a:off x="3031" y="2694"/>
              <a:ext cx="303"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lg[</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2" name="Rectangle 148"/>
            <p:cNvSpPr/>
            <p:nvPr/>
          </p:nvSpPr>
          <p:spPr>
            <a:xfrm>
              <a:off x="2496" y="2897"/>
              <a:ext cx="136"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4</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3" name="Rectangle 149"/>
            <p:cNvSpPr/>
            <p:nvPr/>
          </p:nvSpPr>
          <p:spPr>
            <a:xfrm>
              <a:off x="2801" y="2536"/>
              <a:ext cx="197"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4" name="Rectangle 150"/>
            <p:cNvSpPr/>
            <p:nvPr/>
          </p:nvSpPr>
          <p:spPr>
            <a:xfrm>
              <a:off x="2309" y="2536"/>
              <a:ext cx="546"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0592</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5" name="Rectangle 151"/>
            <p:cNvSpPr/>
            <p:nvPr/>
          </p:nvSpPr>
          <p:spPr>
            <a:xfrm>
              <a:off x="2247" y="2536"/>
              <a:ext cx="68"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6" name="Rectangle 152"/>
            <p:cNvSpPr/>
            <p:nvPr/>
          </p:nvSpPr>
          <p:spPr>
            <a:xfrm>
              <a:off x="2126" y="2536"/>
              <a:ext cx="136"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7" name="Rectangle 153"/>
            <p:cNvSpPr/>
            <p:nvPr/>
          </p:nvSpPr>
          <p:spPr>
            <a:xfrm>
              <a:off x="1631" y="2694"/>
              <a:ext cx="303"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8" name="Rectangle 154"/>
            <p:cNvSpPr/>
            <p:nvPr/>
          </p:nvSpPr>
          <p:spPr>
            <a:xfrm>
              <a:off x="1292" y="2694"/>
              <a:ext cx="287"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69" name="Rectangle 155"/>
            <p:cNvSpPr/>
            <p:nvPr/>
          </p:nvSpPr>
          <p:spPr>
            <a:xfrm>
              <a:off x="936" y="2694"/>
              <a:ext cx="303"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0" name="Rectangle 156"/>
            <p:cNvSpPr/>
            <p:nvPr/>
          </p:nvSpPr>
          <p:spPr>
            <a:xfrm>
              <a:off x="882" y="2694"/>
              <a:ext cx="68"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1" name="Rectangle 157"/>
            <p:cNvSpPr/>
            <p:nvPr/>
          </p:nvSpPr>
          <p:spPr>
            <a:xfrm>
              <a:off x="5629" y="2676"/>
              <a:ext cx="92" cy="246"/>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Times New Roman" panose="02020603050405020304" pitchFamily="18" charset="0"/>
                  <a:ea typeface="宋体" panose="02010600030101010101" pitchFamily="2" charset="-122"/>
                </a:rPr>
                <a:t>4</a:t>
              </a:r>
              <a:endParaRPr lang="en-US" altLang="zh-CN" i="0" baseline="30000" dirty="0">
                <a:solidFill>
                  <a:srgbClr val="336600"/>
                </a:solidFill>
                <a:latin typeface="Arial" panose="020B0604020202020204" pitchFamily="34" charset="0"/>
                <a:ea typeface="宋体" panose="02010600030101010101" pitchFamily="2" charset="-122"/>
              </a:endParaRPr>
            </a:p>
          </p:txBody>
        </p:sp>
        <p:sp>
          <p:nvSpPr>
            <p:cNvPr id="21572" name="Rectangle 158"/>
            <p:cNvSpPr/>
            <p:nvPr/>
          </p:nvSpPr>
          <p:spPr>
            <a:xfrm>
              <a:off x="3739" y="2853"/>
              <a:ext cx="117" cy="311"/>
            </a:xfrm>
            <a:prstGeom prst="rect">
              <a:avLst/>
            </a:prstGeom>
            <a:noFill/>
            <a:ln w="9525">
              <a:noFill/>
            </a:ln>
          </p:spPr>
          <p:txBody>
            <a:bodyPr wrap="none" lIns="0" tIns="0" rIns="0" bIns="0">
              <a:spAutoFit/>
            </a:bodyPr>
            <a:lstStyle/>
            <a:p>
              <a:pPr>
                <a:spcBef>
                  <a:spcPct val="0"/>
                </a:spcBef>
              </a:pPr>
              <a:r>
                <a:rPr lang="en-US" altLang="zh-CN" sz="2400" i="0" dirty="0">
                  <a:solidFill>
                    <a:srgbClr val="336600"/>
                  </a:solidFill>
                  <a:latin typeface="Times New Roman" panose="02020603050405020304" pitchFamily="18" charset="0"/>
                  <a:ea typeface="宋体" panose="02010600030101010101" pitchFamily="2" charset="-122"/>
                </a:rPr>
                <a:t>2</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21573" name="Rectangle 159"/>
            <p:cNvSpPr/>
            <p:nvPr/>
          </p:nvSpPr>
          <p:spPr>
            <a:xfrm>
              <a:off x="1553" y="2853"/>
              <a:ext cx="117" cy="311"/>
            </a:xfrm>
            <a:prstGeom prst="rect">
              <a:avLst/>
            </a:prstGeom>
            <a:noFill/>
            <a:ln w="9525">
              <a:noFill/>
            </a:ln>
          </p:spPr>
          <p:txBody>
            <a:bodyPr wrap="none" lIns="0" tIns="0" rIns="0" bIns="0">
              <a:spAutoFit/>
            </a:bodyPr>
            <a:lstStyle/>
            <a:p>
              <a:pPr>
                <a:spcBef>
                  <a:spcPct val="0"/>
                </a:spcBef>
              </a:pPr>
              <a:r>
                <a:rPr lang="en-US" altLang="zh-CN" sz="2400" i="0" dirty="0">
                  <a:solidFill>
                    <a:srgbClr val="336600"/>
                  </a:solidFill>
                  <a:latin typeface="Times New Roman" panose="02020603050405020304" pitchFamily="18" charset="0"/>
                  <a:ea typeface="宋体" panose="02010600030101010101" pitchFamily="2" charset="-122"/>
                </a:rPr>
                <a:t>2</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21574" name="Rectangle 160"/>
            <p:cNvSpPr/>
            <p:nvPr/>
          </p:nvSpPr>
          <p:spPr>
            <a:xfrm>
              <a:off x="1205" y="2853"/>
              <a:ext cx="117" cy="311"/>
            </a:xfrm>
            <a:prstGeom prst="rect">
              <a:avLst/>
            </a:prstGeom>
            <a:noFill/>
            <a:ln w="9525">
              <a:noFill/>
            </a:ln>
          </p:spPr>
          <p:txBody>
            <a:bodyPr wrap="none" lIns="0" tIns="0" rIns="0" bIns="0">
              <a:spAutoFit/>
            </a:bodyPr>
            <a:lstStyle/>
            <a:p>
              <a:pPr>
                <a:spcBef>
                  <a:spcPct val="0"/>
                </a:spcBef>
              </a:pPr>
              <a:r>
                <a:rPr lang="en-US" altLang="zh-CN" sz="2400" i="0" dirty="0">
                  <a:solidFill>
                    <a:srgbClr val="336600"/>
                  </a:solidFill>
                  <a:latin typeface="Times New Roman" panose="02020603050405020304" pitchFamily="18" charset="0"/>
                  <a:ea typeface="宋体" panose="02010600030101010101" pitchFamily="2" charset="-122"/>
                </a:rPr>
                <a:t>2</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21575" name="Rectangle 161"/>
            <p:cNvSpPr/>
            <p:nvPr/>
          </p:nvSpPr>
          <p:spPr>
            <a:xfrm>
              <a:off x="736" y="2848"/>
              <a:ext cx="197"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6" name="Rectangle 162"/>
            <p:cNvSpPr/>
            <p:nvPr/>
          </p:nvSpPr>
          <p:spPr>
            <a:xfrm>
              <a:off x="1930" y="2666"/>
              <a:ext cx="149"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7" name="Rectangle 163"/>
            <p:cNvSpPr/>
            <p:nvPr/>
          </p:nvSpPr>
          <p:spPr>
            <a:xfrm>
              <a:off x="385" y="2666"/>
              <a:ext cx="150"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8" name="Rectangle 164"/>
            <p:cNvSpPr/>
            <p:nvPr/>
          </p:nvSpPr>
          <p:spPr>
            <a:xfrm>
              <a:off x="4952" y="2662"/>
              <a:ext cx="150" cy="363"/>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79" name="Rectangle 165"/>
            <p:cNvSpPr/>
            <p:nvPr/>
          </p:nvSpPr>
          <p:spPr>
            <a:xfrm>
              <a:off x="5287" y="2697"/>
              <a:ext cx="120" cy="36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c</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80" name="Rectangle 166"/>
            <p:cNvSpPr/>
            <p:nvPr/>
          </p:nvSpPr>
          <p:spPr>
            <a:xfrm>
              <a:off x="4556" y="2697"/>
              <a:ext cx="121" cy="36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c</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81" name="Rectangle 167"/>
            <p:cNvSpPr/>
            <p:nvPr/>
          </p:nvSpPr>
          <p:spPr>
            <a:xfrm>
              <a:off x="4099" y="2697"/>
              <a:ext cx="136" cy="36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p</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82" name="Rectangle 168"/>
            <p:cNvSpPr/>
            <p:nvPr/>
          </p:nvSpPr>
          <p:spPr>
            <a:xfrm>
              <a:off x="3335" y="2697"/>
              <a:ext cx="137" cy="36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p</a:t>
              </a:r>
              <a:endParaRPr lang="en-US" altLang="zh-CN" i="0" dirty="0">
                <a:solidFill>
                  <a:srgbClr val="336600"/>
                </a:solidFill>
                <a:latin typeface="Arial" panose="020B0604020202020204" pitchFamily="34" charset="0"/>
                <a:ea typeface="宋体" panose="02010600030101010101" pitchFamily="2" charset="-122"/>
              </a:endParaRPr>
            </a:p>
          </p:txBody>
        </p:sp>
        <p:sp>
          <p:nvSpPr>
            <p:cNvPr id="21583" name="Rectangle 169"/>
            <p:cNvSpPr/>
            <p:nvPr/>
          </p:nvSpPr>
          <p:spPr>
            <a:xfrm>
              <a:off x="583" y="2697"/>
              <a:ext cx="182" cy="363"/>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E</a:t>
              </a:r>
              <a:endParaRPr lang="en-US" altLang="zh-CN" i="0" dirty="0">
                <a:solidFill>
                  <a:srgbClr val="336600"/>
                </a:solidFill>
                <a:latin typeface="Arial" panose="020B0604020202020204" pitchFamily="34" charset="0"/>
                <a:ea typeface="宋体" panose="02010600030101010101" pitchFamily="2" charset="-122"/>
              </a:endParaRPr>
            </a:p>
          </p:txBody>
        </p:sp>
        <p:graphicFrame>
          <p:nvGraphicFramePr>
            <p:cNvPr id="21507" name="Object 170"/>
            <p:cNvGraphicFramePr>
              <a:graphicFrameLocks/>
            </p:cNvGraphicFramePr>
            <p:nvPr/>
          </p:nvGraphicFramePr>
          <p:xfrm>
            <a:off x="744" y="2688"/>
            <a:ext cx="171" cy="168"/>
          </p:xfrm>
          <a:graphic>
            <a:graphicData uri="http://schemas.openxmlformats.org/presentationml/2006/ole">
              <p:oleObj spid="_x0000_s94212" r:id="rId7" imgW="271780" imgH="266700" progId="">
                <p:embed/>
              </p:oleObj>
            </a:graphicData>
          </a:graphic>
        </p:graphicFrame>
        <p:graphicFrame>
          <p:nvGraphicFramePr>
            <p:cNvPr id="21508" name="Object 171"/>
            <p:cNvGraphicFramePr>
              <a:graphicFrameLocks/>
            </p:cNvGraphicFramePr>
            <p:nvPr/>
          </p:nvGraphicFramePr>
          <p:xfrm>
            <a:off x="4216" y="2720"/>
            <a:ext cx="171" cy="168"/>
          </p:xfrm>
          <a:graphic>
            <a:graphicData uri="http://schemas.openxmlformats.org/presentationml/2006/ole">
              <p:oleObj spid="_x0000_s94211" r:id="rId8" imgW="271780" imgH="266700" progId="">
                <p:embed/>
              </p:oleObj>
            </a:graphicData>
          </a:graphic>
        </p:graphicFrame>
        <p:graphicFrame>
          <p:nvGraphicFramePr>
            <p:cNvPr id="21509" name="Object 172"/>
            <p:cNvGraphicFramePr>
              <a:graphicFrameLocks/>
            </p:cNvGraphicFramePr>
            <p:nvPr/>
          </p:nvGraphicFramePr>
          <p:xfrm>
            <a:off x="5384" y="2720"/>
            <a:ext cx="171" cy="168"/>
          </p:xfrm>
          <a:graphic>
            <a:graphicData uri="http://schemas.openxmlformats.org/presentationml/2006/ole">
              <p:oleObj spid="_x0000_s94210" r:id="rId9" imgW="271780" imgH="266700" progId="">
                <p:embed/>
              </p:oleObj>
            </a:graphicData>
          </a:graphic>
        </p:graphicFrame>
      </p:grpSp>
      <p:grpSp>
        <p:nvGrpSpPr>
          <p:cNvPr id="10" name="Group 173"/>
          <p:cNvGrpSpPr/>
          <p:nvPr/>
        </p:nvGrpSpPr>
        <p:grpSpPr>
          <a:xfrm>
            <a:off x="304800" y="2071678"/>
            <a:ext cx="8197850" cy="600075"/>
            <a:chOff x="50" y="1315"/>
            <a:chExt cx="4183" cy="378"/>
          </a:xfrm>
        </p:grpSpPr>
        <p:sp>
          <p:nvSpPr>
            <p:cNvPr id="21523" name="Rectangle 174"/>
            <p:cNvSpPr/>
            <p:nvPr/>
          </p:nvSpPr>
          <p:spPr>
            <a:xfrm>
              <a:off x="4164" y="1352"/>
              <a:ext cx="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4" name="Rectangle 175"/>
            <p:cNvSpPr/>
            <p:nvPr/>
          </p:nvSpPr>
          <p:spPr>
            <a:xfrm>
              <a:off x="4096" y="1352"/>
              <a:ext cx="5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5" name="Rectangle 176"/>
            <p:cNvSpPr/>
            <p:nvPr/>
          </p:nvSpPr>
          <p:spPr>
            <a:xfrm>
              <a:off x="4012" y="1352"/>
              <a:ext cx="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6" name="Rectangle 177"/>
            <p:cNvSpPr/>
            <p:nvPr/>
          </p:nvSpPr>
          <p:spPr>
            <a:xfrm>
              <a:off x="3832" y="1352"/>
              <a:ext cx="16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7" name="Rectangle 178"/>
            <p:cNvSpPr/>
            <p:nvPr/>
          </p:nvSpPr>
          <p:spPr>
            <a:xfrm>
              <a:off x="3438" y="1352"/>
              <a:ext cx="26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2H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8" name="Rectangle 179"/>
            <p:cNvSpPr/>
            <p:nvPr/>
          </p:nvSpPr>
          <p:spPr>
            <a:xfrm>
              <a:off x="3320" y="1352"/>
              <a:ext cx="10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29" name="Rectangle 180"/>
            <p:cNvSpPr/>
            <p:nvPr/>
          </p:nvSpPr>
          <p:spPr>
            <a:xfrm>
              <a:off x="3030" y="1352"/>
              <a:ext cx="52"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0" name="Rectangle 181"/>
            <p:cNvSpPr/>
            <p:nvPr/>
          </p:nvSpPr>
          <p:spPr>
            <a:xfrm>
              <a:off x="2692" y="1352"/>
              <a:ext cx="19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4e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1" name="Rectangle 182"/>
            <p:cNvSpPr/>
            <p:nvPr/>
          </p:nvSpPr>
          <p:spPr>
            <a:xfrm>
              <a:off x="2390" y="1352"/>
              <a:ext cx="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2" name="Rectangle 183"/>
            <p:cNvSpPr/>
            <p:nvPr/>
          </p:nvSpPr>
          <p:spPr>
            <a:xfrm>
              <a:off x="2154" y="1352"/>
              <a:ext cx="21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3" name="Rectangle 184"/>
            <p:cNvSpPr/>
            <p:nvPr/>
          </p:nvSpPr>
          <p:spPr>
            <a:xfrm>
              <a:off x="2070" y="1352"/>
              <a:ext cx="85" cy="307"/>
            </a:xfrm>
            <a:prstGeom prst="rect">
              <a:avLst/>
            </a:prstGeom>
            <a:noFill/>
            <a:ln w="9525">
              <a:noFill/>
            </a:ln>
          </p:spPr>
          <p:txBody>
            <a:bodyPr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4" name="Rectangle 185"/>
            <p:cNvSpPr/>
            <p:nvPr/>
          </p:nvSpPr>
          <p:spPr>
            <a:xfrm>
              <a:off x="1645" y="1352"/>
              <a:ext cx="26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4H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5" name="Rectangle 186"/>
            <p:cNvSpPr/>
            <p:nvPr/>
          </p:nvSpPr>
          <p:spPr>
            <a:xfrm>
              <a:off x="1344" y="1352"/>
              <a:ext cx="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6" name="Rectangle 187"/>
            <p:cNvSpPr/>
            <p:nvPr/>
          </p:nvSpPr>
          <p:spPr>
            <a:xfrm>
              <a:off x="1214" y="1352"/>
              <a:ext cx="10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7" name="Rectangle 188"/>
            <p:cNvSpPr/>
            <p:nvPr/>
          </p:nvSpPr>
          <p:spPr>
            <a:xfrm>
              <a:off x="1130" y="1352"/>
              <a:ext cx="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8" name="Rectangle 189"/>
            <p:cNvSpPr/>
            <p:nvPr/>
          </p:nvSpPr>
          <p:spPr>
            <a:xfrm>
              <a:off x="843" y="1352"/>
              <a:ext cx="16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39" name="Rectangle 190"/>
            <p:cNvSpPr/>
            <p:nvPr/>
          </p:nvSpPr>
          <p:spPr>
            <a:xfrm>
              <a:off x="206" y="1352"/>
              <a:ext cx="10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0" name="Rectangle 191"/>
            <p:cNvSpPr/>
            <p:nvPr/>
          </p:nvSpPr>
          <p:spPr>
            <a:xfrm>
              <a:off x="50" y="1360"/>
              <a:ext cx="416" cy="307"/>
            </a:xfrm>
            <a:prstGeom prst="rect">
              <a:avLst/>
            </a:prstGeom>
            <a:noFill/>
            <a:ln w="9525">
              <a:noFill/>
            </a:ln>
          </p:spPr>
          <p:txBody>
            <a:bodyPr wrap="none" lIns="0" tIns="0" rIns="0" bIns="0">
              <a:spAutoFit/>
            </a:bodyPr>
            <a:lstStyle/>
            <a:p>
              <a:pPr>
                <a:spcBef>
                  <a:spcPct val="0"/>
                </a:spcBef>
              </a:pPr>
              <a:r>
                <a:rPr lang="zh-CN" altLang="en-US" sz="3200" i="0" dirty="0">
                  <a:latin typeface="Times New Roman" panose="02020603050405020304" pitchFamily="18" charset="0"/>
                  <a:ea typeface="宋体" panose="02010600030101010101" pitchFamily="2" charset="-122"/>
                </a:rPr>
                <a:t>解：</a:t>
              </a:r>
              <a:endParaRPr lang="zh-CN" altLang="en-US" sz="1800" i="0" dirty="0">
                <a:latin typeface="Arial" panose="020B0604020202020204" pitchFamily="34" charset="0"/>
                <a:ea typeface="宋体" panose="02010600030101010101" pitchFamily="2" charset="-122"/>
              </a:endParaRPr>
            </a:p>
          </p:txBody>
        </p:sp>
        <p:sp>
          <p:nvSpPr>
            <p:cNvPr id="21541" name="Rectangle 192"/>
            <p:cNvSpPr/>
            <p:nvPr/>
          </p:nvSpPr>
          <p:spPr>
            <a:xfrm>
              <a:off x="3753" y="1509"/>
              <a:ext cx="62"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2" name="Rectangle 193"/>
            <p:cNvSpPr/>
            <p:nvPr/>
          </p:nvSpPr>
          <p:spPr>
            <a:xfrm>
              <a:off x="1032" y="1509"/>
              <a:ext cx="61"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3" name="Rectangle 194"/>
            <p:cNvSpPr/>
            <p:nvPr/>
          </p:nvSpPr>
          <p:spPr>
            <a:xfrm>
              <a:off x="2513" y="1323"/>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4" name="Rectangle 195"/>
            <p:cNvSpPr/>
            <p:nvPr/>
          </p:nvSpPr>
          <p:spPr>
            <a:xfrm>
              <a:off x="1466" y="1323"/>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5" name="Rectangle 196"/>
            <p:cNvSpPr/>
            <p:nvPr/>
          </p:nvSpPr>
          <p:spPr>
            <a:xfrm>
              <a:off x="2934" y="1315"/>
              <a:ext cx="6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6" name="Rectangle 197"/>
            <p:cNvSpPr/>
            <p:nvPr/>
          </p:nvSpPr>
          <p:spPr>
            <a:xfrm>
              <a:off x="1960" y="1315"/>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1547" name="Text Box 198"/>
            <p:cNvSpPr txBox="1"/>
            <p:nvPr/>
          </p:nvSpPr>
          <p:spPr>
            <a:xfrm>
              <a:off x="504" y="1328"/>
              <a:ext cx="337"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⑴</a:t>
              </a:r>
            </a:p>
          </p:txBody>
        </p:sp>
        <p:graphicFrame>
          <p:nvGraphicFramePr>
            <p:cNvPr id="21506" name="Object 199"/>
            <p:cNvGraphicFramePr>
              <a:graphicFrameLocks/>
            </p:cNvGraphicFramePr>
            <p:nvPr/>
          </p:nvGraphicFramePr>
          <p:xfrm>
            <a:off x="3024" y="1440"/>
            <a:ext cx="410" cy="129"/>
          </p:xfrm>
          <a:graphic>
            <a:graphicData uri="http://schemas.openxmlformats.org/presentationml/2006/ole">
              <p:oleObj spid="_x0000_s94209" r:id="rId10" imgW="18726150" imgH="15268575"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0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0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785783" y="752452"/>
            <a:ext cx="3949701" cy="554554"/>
            <a:chOff x="907" y="1287"/>
            <a:chExt cx="2488" cy="601"/>
          </a:xfrm>
        </p:grpSpPr>
        <p:sp>
          <p:nvSpPr>
            <p:cNvPr id="22598" name="Rectangle 8"/>
            <p:cNvSpPr/>
            <p:nvPr/>
          </p:nvSpPr>
          <p:spPr>
            <a:xfrm>
              <a:off x="3231" y="1320"/>
              <a:ext cx="164"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V</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99" name="Rectangle 9"/>
            <p:cNvSpPr/>
            <p:nvPr/>
          </p:nvSpPr>
          <p:spPr>
            <a:xfrm>
              <a:off x="3167" y="1320"/>
              <a:ext cx="57"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0" name="Rectangle 10"/>
            <p:cNvSpPr/>
            <p:nvPr/>
          </p:nvSpPr>
          <p:spPr>
            <a:xfrm>
              <a:off x="2768" y="1320"/>
              <a:ext cx="339"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400</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1" name="Rectangle 11"/>
            <p:cNvSpPr/>
            <p:nvPr/>
          </p:nvSpPr>
          <p:spPr>
            <a:xfrm>
              <a:off x="2699" y="1320"/>
              <a:ext cx="57"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2" name="Rectangle 12"/>
            <p:cNvSpPr/>
            <p:nvPr/>
          </p:nvSpPr>
          <p:spPr>
            <a:xfrm>
              <a:off x="2562" y="1320"/>
              <a:ext cx="113"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0</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3" name="Rectangle 13"/>
            <p:cNvSpPr/>
            <p:nvPr/>
          </p:nvSpPr>
          <p:spPr>
            <a:xfrm>
              <a:off x="2198" y="1320"/>
              <a:ext cx="76"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4" name="Rectangle 14"/>
            <p:cNvSpPr/>
            <p:nvPr/>
          </p:nvSpPr>
          <p:spPr>
            <a:xfrm>
              <a:off x="1996" y="1320"/>
              <a:ext cx="174" cy="467"/>
            </a:xfrm>
            <a:prstGeom prst="rect">
              <a:avLst/>
            </a:prstGeom>
            <a:noFill/>
            <a:ln w="9525">
              <a:noFill/>
            </a:ln>
          </p:spPr>
          <p:txBody>
            <a:bodyPr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5" name="Rectangle 15"/>
            <p:cNvSpPr/>
            <p:nvPr/>
          </p:nvSpPr>
          <p:spPr>
            <a:xfrm>
              <a:off x="1613" y="1320"/>
              <a:ext cx="238"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6" name="Rectangle 16"/>
            <p:cNvSpPr/>
            <p:nvPr/>
          </p:nvSpPr>
          <p:spPr>
            <a:xfrm>
              <a:off x="1303" y="1320"/>
              <a:ext cx="176"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7" name="Rectangle 17"/>
            <p:cNvSpPr/>
            <p:nvPr/>
          </p:nvSpPr>
          <p:spPr>
            <a:xfrm>
              <a:off x="1209" y="1320"/>
              <a:ext cx="76" cy="467"/>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08" name="Rectangle 18"/>
            <p:cNvSpPr/>
            <p:nvPr/>
          </p:nvSpPr>
          <p:spPr>
            <a:xfrm>
              <a:off x="1907" y="1488"/>
              <a:ext cx="97" cy="400"/>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609" name="Rectangle 19"/>
            <p:cNvSpPr/>
            <p:nvPr/>
          </p:nvSpPr>
          <p:spPr>
            <a:xfrm>
              <a:off x="1515" y="1488"/>
              <a:ext cx="97" cy="400"/>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610" name="Rectangle 20"/>
            <p:cNvSpPr/>
            <p:nvPr/>
          </p:nvSpPr>
          <p:spPr>
            <a:xfrm>
              <a:off x="2352" y="1287"/>
              <a:ext cx="123" cy="463"/>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611" name="Rectangle 21"/>
            <p:cNvSpPr/>
            <p:nvPr/>
          </p:nvSpPr>
          <p:spPr>
            <a:xfrm>
              <a:off x="907" y="1323"/>
              <a:ext cx="251" cy="467"/>
            </a:xfrm>
            <a:prstGeom prst="rect">
              <a:avLst/>
            </a:prstGeom>
            <a:noFill/>
            <a:ln w="9525">
              <a:noFill/>
            </a:ln>
          </p:spPr>
          <p:txBody>
            <a:bodyPr wrap="none" lIns="0" tIns="0" rIns="0" bIns="0">
              <a:spAutoFit/>
            </a:bodyPr>
            <a:lstStyle/>
            <a:p>
              <a:pPr>
                <a:spcBef>
                  <a:spcPct val="0"/>
                </a:spcBef>
              </a:pPr>
              <a:r>
                <a:rPr lang="en-US" altLang="zh-CN" dirty="0" smtClean="0">
                  <a:solidFill>
                    <a:schemeClr val="tx1"/>
                  </a:solidFill>
                  <a:latin typeface="Times New Roman" panose="02020603050405020304" pitchFamily="18" charset="0"/>
                  <a:ea typeface="宋体" panose="02010600030101010101" pitchFamily="2" charset="-122"/>
                </a:rPr>
                <a:t>E</a:t>
              </a:r>
              <a:r>
                <a:rPr lang="en-US" altLang="zh-CN" baseline="-25000" dirty="0" smtClean="0">
                  <a:solidFill>
                    <a:schemeClr val="tx1"/>
                  </a:solidFill>
                  <a:latin typeface="Times New Roman" panose="02020603050405020304" pitchFamily="18" charset="0"/>
                  <a:ea typeface="宋体" panose="02010600030101010101" pitchFamily="2" charset="-122"/>
                </a:rPr>
                <a:t>A</a:t>
              </a:r>
              <a:endParaRPr lang="en-US" altLang="zh-CN" i="0" baseline="-25000" dirty="0">
                <a:solidFill>
                  <a:schemeClr val="tx1"/>
                </a:solidFill>
                <a:latin typeface="Arial" panose="020B0604020202020204" pitchFamily="34" charset="0"/>
                <a:ea typeface="宋体" panose="02010600030101010101" pitchFamily="2" charset="-122"/>
              </a:endParaRPr>
            </a:p>
          </p:txBody>
        </p:sp>
      </p:grpSp>
      <p:grpSp>
        <p:nvGrpSpPr>
          <p:cNvPr id="3" name="Group 22"/>
          <p:cNvGrpSpPr/>
          <p:nvPr/>
        </p:nvGrpSpPr>
        <p:grpSpPr>
          <a:xfrm>
            <a:off x="285720" y="142852"/>
            <a:ext cx="7177088" cy="587375"/>
            <a:chOff x="540" y="867"/>
            <a:chExt cx="4521" cy="414"/>
          </a:xfrm>
        </p:grpSpPr>
        <p:sp>
          <p:nvSpPr>
            <p:cNvPr id="22574" name="Rectangle 23"/>
            <p:cNvSpPr/>
            <p:nvPr/>
          </p:nvSpPr>
          <p:spPr>
            <a:xfrm>
              <a:off x="4757" y="907"/>
              <a:ext cx="149"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L</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5" name="Rectangle 24"/>
            <p:cNvSpPr/>
            <p:nvPr/>
          </p:nvSpPr>
          <p:spPr>
            <a:xfrm>
              <a:off x="4200" y="907"/>
              <a:ext cx="361"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mol</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6" name="Rectangle 25"/>
            <p:cNvSpPr/>
            <p:nvPr/>
          </p:nvSpPr>
          <p:spPr>
            <a:xfrm>
              <a:off x="4058" y="907"/>
              <a:ext cx="112"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0</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7" name="Rectangle 26"/>
            <p:cNvSpPr/>
            <p:nvPr/>
          </p:nvSpPr>
          <p:spPr>
            <a:xfrm>
              <a:off x="3990" y="907"/>
              <a:ext cx="56"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8" name="Rectangle 27"/>
            <p:cNvSpPr/>
            <p:nvPr/>
          </p:nvSpPr>
          <p:spPr>
            <a:xfrm>
              <a:off x="3853" y="907"/>
              <a:ext cx="112"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1</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9" name="Rectangle 28"/>
            <p:cNvSpPr/>
            <p:nvPr/>
          </p:nvSpPr>
          <p:spPr>
            <a:xfrm>
              <a:off x="3514" y="907"/>
              <a:ext cx="75"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0" name="Rectangle 29"/>
            <p:cNvSpPr/>
            <p:nvPr/>
          </p:nvSpPr>
          <p:spPr>
            <a:xfrm>
              <a:off x="2979" y="907"/>
              <a:ext cx="348"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1" name="Rectangle 30"/>
            <p:cNvSpPr/>
            <p:nvPr/>
          </p:nvSpPr>
          <p:spPr>
            <a:xfrm>
              <a:off x="2885" y="907"/>
              <a:ext cx="75"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2" name="Rectangle 31"/>
            <p:cNvSpPr/>
            <p:nvPr/>
          </p:nvSpPr>
          <p:spPr>
            <a:xfrm>
              <a:off x="2628" y="907"/>
              <a:ext cx="112"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3" name="Rectangle 32"/>
            <p:cNvSpPr/>
            <p:nvPr/>
          </p:nvSpPr>
          <p:spPr>
            <a:xfrm>
              <a:off x="2452" y="915"/>
              <a:ext cx="225" cy="301"/>
            </a:xfrm>
            <a:prstGeom prst="rect">
              <a:avLst/>
            </a:prstGeom>
            <a:noFill/>
            <a:ln w="9525">
              <a:noFill/>
            </a:ln>
          </p:spPr>
          <p:txBody>
            <a:bodyPr wrap="none" lIns="0" tIns="0" rIns="0" bIns="0">
              <a:spAutoFit/>
            </a:bodyPr>
            <a:lstStyle/>
            <a:p>
              <a:pPr>
                <a:spcBef>
                  <a:spcPct val="0"/>
                </a:spcBef>
              </a:pPr>
              <a:r>
                <a:rPr lang="zh-CN" altLang="en-US" i="0" dirty="0">
                  <a:solidFill>
                    <a:schemeClr val="tx1"/>
                  </a:solidFill>
                  <a:latin typeface="Times New Roman" panose="02020603050405020304" pitchFamily="18" charset="0"/>
                  <a:ea typeface="宋体" panose="02010600030101010101" pitchFamily="2" charset="-122"/>
                </a:rPr>
                <a:t>即</a:t>
              </a:r>
              <a:endParaRPr lang="zh-CN" altLang="en-US" i="0" dirty="0">
                <a:solidFill>
                  <a:schemeClr val="tx1"/>
                </a:solidFill>
                <a:latin typeface="Arial" panose="020B0604020202020204" pitchFamily="34" charset="0"/>
                <a:ea typeface="宋体" panose="02010600030101010101" pitchFamily="2" charset="-122"/>
              </a:endParaRPr>
            </a:p>
          </p:txBody>
        </p:sp>
        <p:sp>
          <p:nvSpPr>
            <p:cNvPr id="22584" name="Rectangle 33"/>
            <p:cNvSpPr/>
            <p:nvPr/>
          </p:nvSpPr>
          <p:spPr>
            <a:xfrm>
              <a:off x="2285" y="907"/>
              <a:ext cx="168"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5" name="Rectangle 34"/>
            <p:cNvSpPr/>
            <p:nvPr/>
          </p:nvSpPr>
          <p:spPr>
            <a:xfrm>
              <a:off x="1955" y="907"/>
              <a:ext cx="280"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14,</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6" name="Rectangle 35"/>
            <p:cNvSpPr/>
            <p:nvPr/>
          </p:nvSpPr>
          <p:spPr>
            <a:xfrm>
              <a:off x="1367" y="907"/>
              <a:ext cx="299"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pH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7" name="Rectangle 36"/>
            <p:cNvSpPr/>
            <p:nvPr/>
          </p:nvSpPr>
          <p:spPr>
            <a:xfrm>
              <a:off x="1234" y="907"/>
              <a:ext cx="112"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8" name="Rectangle 37"/>
            <p:cNvSpPr/>
            <p:nvPr/>
          </p:nvSpPr>
          <p:spPr>
            <a:xfrm>
              <a:off x="540" y="907"/>
              <a:ext cx="392"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89" name="Rectangle 38"/>
            <p:cNvSpPr/>
            <p:nvPr/>
          </p:nvSpPr>
          <p:spPr>
            <a:xfrm>
              <a:off x="4985" y="884"/>
              <a:ext cx="76" cy="203"/>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Times New Roman" panose="02020603050405020304" pitchFamily="18" charset="0"/>
                  <a:ea typeface="宋体" panose="02010600030101010101" pitchFamily="2" charset="-122"/>
                </a:rPr>
                <a:t>1</a:t>
              </a:r>
              <a:endParaRPr lang="en-US" altLang="zh-CN" i="0" baseline="30000" dirty="0">
                <a:solidFill>
                  <a:schemeClr val="tx1"/>
                </a:solidFill>
                <a:latin typeface="Arial" panose="020B0604020202020204" pitchFamily="34" charset="0"/>
                <a:ea typeface="宋体" panose="02010600030101010101" pitchFamily="2" charset="-122"/>
              </a:endParaRPr>
            </a:p>
          </p:txBody>
        </p:sp>
        <p:sp>
          <p:nvSpPr>
            <p:cNvPr id="22590" name="Rectangle 39"/>
            <p:cNvSpPr/>
            <p:nvPr/>
          </p:nvSpPr>
          <p:spPr>
            <a:xfrm>
              <a:off x="4654" y="875"/>
              <a:ext cx="56"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sym typeface="Symbol" panose="05050102010706020507" pitchFamily="18" charset="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91" name="Rectangle 40"/>
            <p:cNvSpPr/>
            <p:nvPr/>
          </p:nvSpPr>
          <p:spPr>
            <a:xfrm>
              <a:off x="3668" y="875"/>
              <a:ext cx="123"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92" name="Rectangle 41"/>
            <p:cNvSpPr/>
            <p:nvPr/>
          </p:nvSpPr>
          <p:spPr>
            <a:xfrm>
              <a:off x="1770" y="875"/>
              <a:ext cx="123" cy="301"/>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93" name="Rectangle 42"/>
            <p:cNvSpPr/>
            <p:nvPr/>
          </p:nvSpPr>
          <p:spPr>
            <a:xfrm>
              <a:off x="4905" y="867"/>
              <a:ext cx="83" cy="204"/>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Symbol" panose="05050102010706020507" pitchFamily="18" charset="2"/>
                  <a:ea typeface="宋体" panose="02010600030101010101" pitchFamily="2" charset="-122"/>
                </a:rPr>
                <a:t>-</a:t>
              </a:r>
              <a:endParaRPr lang="en-US" altLang="zh-CN" i="0" baseline="30000" dirty="0">
                <a:solidFill>
                  <a:schemeClr val="tx1"/>
                </a:solidFill>
                <a:latin typeface="Arial" panose="020B0604020202020204" pitchFamily="34" charset="0"/>
                <a:ea typeface="宋体" panose="02010600030101010101" pitchFamily="2" charset="-122"/>
              </a:endParaRPr>
            </a:p>
          </p:txBody>
        </p:sp>
        <p:sp>
          <p:nvSpPr>
            <p:cNvPr id="22594" name="Rectangle 43"/>
            <p:cNvSpPr/>
            <p:nvPr/>
          </p:nvSpPr>
          <p:spPr>
            <a:xfrm>
              <a:off x="3393" y="867"/>
              <a:ext cx="83" cy="204"/>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Symbol" panose="05050102010706020507" pitchFamily="18" charset="2"/>
                  <a:ea typeface="宋体" panose="02010600030101010101" pitchFamily="2" charset="-122"/>
                </a:rPr>
                <a:t>-</a:t>
              </a:r>
              <a:endParaRPr lang="en-US" altLang="zh-CN" i="0" baseline="30000" dirty="0">
                <a:solidFill>
                  <a:schemeClr val="tx1"/>
                </a:solidFill>
                <a:latin typeface="Arial" panose="020B0604020202020204" pitchFamily="34" charset="0"/>
                <a:ea typeface="宋体" panose="02010600030101010101" pitchFamily="2" charset="-122"/>
              </a:endParaRPr>
            </a:p>
          </p:txBody>
        </p:sp>
        <p:sp>
          <p:nvSpPr>
            <p:cNvPr id="22595" name="Rectangle 44"/>
            <p:cNvSpPr/>
            <p:nvPr/>
          </p:nvSpPr>
          <p:spPr>
            <a:xfrm>
              <a:off x="990" y="915"/>
              <a:ext cx="225" cy="301"/>
            </a:xfrm>
            <a:prstGeom prst="rect">
              <a:avLst/>
            </a:prstGeom>
            <a:noFill/>
            <a:ln w="9525">
              <a:noFill/>
            </a:ln>
          </p:spPr>
          <p:txBody>
            <a:bodyPr wrap="none" lIns="0" tIns="0" rIns="0" bIns="0">
              <a:spAutoFit/>
            </a:bodyPr>
            <a:lstStyle/>
            <a:p>
              <a:pPr>
                <a:spcBef>
                  <a:spcPct val="0"/>
                </a:spcBef>
              </a:pPr>
              <a:r>
                <a:rPr lang="zh-CN" altLang="en-US" i="0" dirty="0">
                  <a:solidFill>
                    <a:schemeClr val="tx1"/>
                  </a:solidFill>
                  <a:latin typeface="宋体" panose="02010600030101010101" pitchFamily="2" charset="-122"/>
                  <a:ea typeface="宋体" panose="02010600030101010101" pitchFamily="2" charset="-122"/>
                </a:rPr>
                <a:t>当</a:t>
              </a:r>
              <a:endParaRPr lang="zh-CN" altLang="en-US" i="0" dirty="0">
                <a:solidFill>
                  <a:schemeClr val="tx1"/>
                </a:solidFill>
                <a:latin typeface="Arial" panose="020B0604020202020204" pitchFamily="34" charset="0"/>
                <a:ea typeface="宋体" panose="02010600030101010101" pitchFamily="2" charset="-122"/>
              </a:endParaRPr>
            </a:p>
          </p:txBody>
        </p:sp>
        <p:sp>
          <p:nvSpPr>
            <p:cNvPr id="22596" name="Rectangle 45"/>
            <p:cNvSpPr/>
            <p:nvPr/>
          </p:nvSpPr>
          <p:spPr>
            <a:xfrm>
              <a:off x="2756" y="907"/>
              <a:ext cx="99" cy="301"/>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c</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97" name="Text Box 46"/>
            <p:cNvSpPr txBox="1"/>
            <p:nvPr/>
          </p:nvSpPr>
          <p:spPr>
            <a:xfrm>
              <a:off x="624" y="915"/>
              <a:ext cx="291" cy="366"/>
            </a:xfrm>
            <a:prstGeom prst="rect">
              <a:avLst/>
            </a:prstGeom>
            <a:noFill/>
            <a:ln w="9525">
              <a:noFill/>
            </a:ln>
          </p:spPr>
          <p:txBody>
            <a:bodyPr>
              <a:spAutoFit/>
            </a:bodyPr>
            <a:lstStyle/>
            <a:p>
              <a:r>
                <a:rPr lang="en-US" altLang="zh-CN" i="0" dirty="0">
                  <a:solidFill>
                    <a:schemeClr val="tx1"/>
                  </a:solidFill>
                  <a:latin typeface="Times New Roman" panose="02020603050405020304" pitchFamily="18" charset="0"/>
                  <a:ea typeface="宋体" panose="02010600030101010101" pitchFamily="2" charset="-122"/>
                </a:rPr>
                <a:t>⑵</a:t>
              </a:r>
            </a:p>
          </p:txBody>
        </p:sp>
      </p:grpSp>
      <p:grpSp>
        <p:nvGrpSpPr>
          <p:cNvPr id="4" name="Group 47"/>
          <p:cNvGrpSpPr/>
          <p:nvPr/>
        </p:nvGrpSpPr>
        <p:grpSpPr>
          <a:xfrm>
            <a:off x="971520" y="1971653"/>
            <a:ext cx="3881438" cy="669473"/>
            <a:chOff x="1024" y="2181"/>
            <a:chExt cx="2445" cy="466"/>
          </a:xfrm>
        </p:grpSpPr>
        <p:sp>
          <p:nvSpPr>
            <p:cNvPr id="22564" name="Rectangle 48"/>
            <p:cNvSpPr/>
            <p:nvPr/>
          </p:nvSpPr>
          <p:spPr>
            <a:xfrm>
              <a:off x="2796" y="2222"/>
              <a:ext cx="673"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0.400V</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5" name="Rectangle 49"/>
            <p:cNvSpPr/>
            <p:nvPr/>
          </p:nvSpPr>
          <p:spPr>
            <a:xfrm>
              <a:off x="2432" y="2222"/>
              <a:ext cx="76"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6" name="Rectangle 50"/>
            <p:cNvSpPr/>
            <p:nvPr/>
          </p:nvSpPr>
          <p:spPr>
            <a:xfrm>
              <a:off x="1820" y="2222"/>
              <a:ext cx="410" cy="300"/>
            </a:xfrm>
            <a:prstGeom prst="rect">
              <a:avLst/>
            </a:prstGeom>
            <a:noFill/>
            <a:ln w="9525">
              <a:noFill/>
            </a:ln>
          </p:spPr>
          <p:txBody>
            <a:bodyPr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7" name="Rectangle 51"/>
            <p:cNvSpPr/>
            <p:nvPr/>
          </p:nvSpPr>
          <p:spPr>
            <a:xfrm>
              <a:off x="1420" y="2222"/>
              <a:ext cx="251"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8" name="Rectangle 52"/>
            <p:cNvSpPr/>
            <p:nvPr/>
          </p:nvSpPr>
          <p:spPr>
            <a:xfrm>
              <a:off x="1360" y="2222"/>
              <a:ext cx="57"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9" name="Rectangle 53"/>
            <p:cNvSpPr/>
            <p:nvPr/>
          </p:nvSpPr>
          <p:spPr>
            <a:xfrm>
              <a:off x="1722" y="2389"/>
              <a:ext cx="97" cy="257"/>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570" name="Rectangle 54"/>
            <p:cNvSpPr/>
            <p:nvPr/>
          </p:nvSpPr>
          <p:spPr>
            <a:xfrm>
              <a:off x="1196" y="2390"/>
              <a:ext cx="129" cy="257"/>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B</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571" name="Rectangle 55"/>
            <p:cNvSpPr/>
            <p:nvPr/>
          </p:nvSpPr>
          <p:spPr>
            <a:xfrm>
              <a:off x="2586" y="2189"/>
              <a:ext cx="124"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2" name="Rectangle 56"/>
            <p:cNvSpPr/>
            <p:nvPr/>
          </p:nvSpPr>
          <p:spPr>
            <a:xfrm>
              <a:off x="2311" y="2181"/>
              <a:ext cx="124" cy="300"/>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73" name="Rectangle 57"/>
            <p:cNvSpPr/>
            <p:nvPr/>
          </p:nvSpPr>
          <p:spPr>
            <a:xfrm>
              <a:off x="1024" y="2221"/>
              <a:ext cx="150" cy="300"/>
            </a:xfrm>
            <a:prstGeom prst="rect">
              <a:avLst/>
            </a:prstGeom>
            <a:noFill/>
            <a:ln w="9525">
              <a:noFill/>
            </a:ln>
          </p:spPr>
          <p:txBody>
            <a:bodyPr wrap="none" lIns="0" tIns="0" rIns="0" bIns="0">
              <a:spAutoFit/>
            </a:bodyPr>
            <a:lstStyle/>
            <a:p>
              <a:pPr>
                <a:spcBef>
                  <a:spcPct val="0"/>
                </a:spcBef>
              </a:pPr>
              <a:r>
                <a:rPr lang="en-US" altLang="zh-CN" dirty="0">
                  <a:solidFill>
                    <a:schemeClr val="tx1"/>
                  </a:solidFill>
                  <a:latin typeface="Times New Roman" panose="02020603050405020304" pitchFamily="18" charset="0"/>
                  <a:ea typeface="宋体" panose="02010600030101010101" pitchFamily="2" charset="-122"/>
                </a:rPr>
                <a:t>E</a:t>
              </a:r>
              <a:endParaRPr lang="en-US" altLang="zh-CN" i="0" dirty="0">
                <a:solidFill>
                  <a:schemeClr val="tx1"/>
                </a:solidFill>
                <a:latin typeface="Arial" panose="020B0604020202020204" pitchFamily="34" charset="0"/>
                <a:ea typeface="宋体" panose="02010600030101010101" pitchFamily="2" charset="-122"/>
              </a:endParaRPr>
            </a:p>
          </p:txBody>
        </p:sp>
        <p:graphicFrame>
          <p:nvGraphicFramePr>
            <p:cNvPr id="22531" name="Object 58"/>
            <p:cNvGraphicFramePr>
              <a:graphicFrameLocks/>
            </p:cNvGraphicFramePr>
            <p:nvPr/>
          </p:nvGraphicFramePr>
          <p:xfrm>
            <a:off x="1184" y="2208"/>
            <a:ext cx="171" cy="168"/>
          </p:xfrm>
          <a:graphic>
            <a:graphicData uri="http://schemas.openxmlformats.org/presentationml/2006/ole">
              <p:oleObj spid="_x0000_s96258" r:id="rId4" imgW="20669250" imgH="13163550" progId="">
                <p:embed/>
              </p:oleObj>
            </a:graphicData>
          </a:graphic>
        </p:graphicFrame>
      </p:grpSp>
      <p:grpSp>
        <p:nvGrpSpPr>
          <p:cNvPr id="5" name="Group 59"/>
          <p:cNvGrpSpPr/>
          <p:nvPr/>
        </p:nvGrpSpPr>
        <p:grpSpPr>
          <a:xfrm>
            <a:off x="895320" y="1285851"/>
            <a:ext cx="6367463" cy="659805"/>
            <a:chOff x="1011" y="1730"/>
            <a:chExt cx="4011" cy="475"/>
          </a:xfrm>
        </p:grpSpPr>
        <p:sp>
          <p:nvSpPr>
            <p:cNvPr id="22541" name="Rectangle 60"/>
            <p:cNvSpPr/>
            <p:nvPr/>
          </p:nvSpPr>
          <p:spPr>
            <a:xfrm>
              <a:off x="4947"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2" name="Rectangle 61"/>
            <p:cNvSpPr/>
            <p:nvPr/>
          </p:nvSpPr>
          <p:spPr>
            <a:xfrm>
              <a:off x="4682" y="1770"/>
              <a:ext cx="237"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aq</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3" name="Rectangle 62"/>
            <p:cNvSpPr/>
            <p:nvPr/>
          </p:nvSpPr>
          <p:spPr>
            <a:xfrm>
              <a:off x="4587"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4" name="Rectangle 63"/>
            <p:cNvSpPr/>
            <p:nvPr/>
          </p:nvSpPr>
          <p:spPr>
            <a:xfrm>
              <a:off x="3915" y="1770"/>
              <a:ext cx="460"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4OH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5" name="Rectangle 64"/>
            <p:cNvSpPr/>
            <p:nvPr/>
          </p:nvSpPr>
          <p:spPr>
            <a:xfrm>
              <a:off x="3783" y="1770"/>
              <a:ext cx="112"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6" name="Rectangle 65"/>
            <p:cNvSpPr/>
            <p:nvPr/>
          </p:nvSpPr>
          <p:spPr>
            <a:xfrm>
              <a:off x="3457" y="1770"/>
              <a:ext cx="56"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7" name="Rectangle 66"/>
            <p:cNvSpPr/>
            <p:nvPr/>
          </p:nvSpPr>
          <p:spPr>
            <a:xfrm>
              <a:off x="3077" y="1770"/>
              <a:ext cx="211"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4e</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8" name="Rectangle 67"/>
            <p:cNvSpPr/>
            <p:nvPr/>
          </p:nvSpPr>
          <p:spPr>
            <a:xfrm>
              <a:off x="2738"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49" name="Rectangle 68"/>
            <p:cNvSpPr/>
            <p:nvPr/>
          </p:nvSpPr>
          <p:spPr>
            <a:xfrm>
              <a:off x="2661" y="1770"/>
              <a:ext cx="62"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l</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0" name="Rectangle 69"/>
            <p:cNvSpPr/>
            <p:nvPr/>
          </p:nvSpPr>
          <p:spPr>
            <a:xfrm>
              <a:off x="2566"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1" name="Rectangle 70"/>
            <p:cNvSpPr/>
            <p:nvPr/>
          </p:nvSpPr>
          <p:spPr>
            <a:xfrm>
              <a:off x="2365" y="1770"/>
              <a:ext cx="174"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2" name="Rectangle 71"/>
            <p:cNvSpPr/>
            <p:nvPr/>
          </p:nvSpPr>
          <p:spPr>
            <a:xfrm>
              <a:off x="1922" y="1770"/>
              <a:ext cx="286"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2H</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3" name="Rectangle 72"/>
            <p:cNvSpPr/>
            <p:nvPr/>
          </p:nvSpPr>
          <p:spPr>
            <a:xfrm>
              <a:off x="1857" y="1770"/>
              <a:ext cx="56"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4" name="Rectangle 73"/>
            <p:cNvSpPr/>
            <p:nvPr/>
          </p:nvSpPr>
          <p:spPr>
            <a:xfrm>
              <a:off x="1574"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5" name="Rectangle 74"/>
            <p:cNvSpPr/>
            <p:nvPr/>
          </p:nvSpPr>
          <p:spPr>
            <a:xfrm>
              <a:off x="1429" y="1770"/>
              <a:ext cx="112"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g</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6" name="Rectangle 75"/>
            <p:cNvSpPr/>
            <p:nvPr/>
          </p:nvSpPr>
          <p:spPr>
            <a:xfrm>
              <a:off x="1334" y="1770"/>
              <a:ext cx="75"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7" name="Rectangle 76"/>
            <p:cNvSpPr/>
            <p:nvPr/>
          </p:nvSpPr>
          <p:spPr>
            <a:xfrm>
              <a:off x="1011" y="1770"/>
              <a:ext cx="174"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Times New Roman" panose="02020603050405020304" pitchFamily="18" charset="0"/>
                  <a:ea typeface="宋体" panose="02010600030101010101" pitchFamily="2" charset="-122"/>
                </a:rPr>
                <a:t>O</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58" name="Rectangle 77"/>
            <p:cNvSpPr/>
            <p:nvPr/>
          </p:nvSpPr>
          <p:spPr>
            <a:xfrm>
              <a:off x="2275" y="1939"/>
              <a:ext cx="97" cy="266"/>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559" name="Rectangle 78"/>
            <p:cNvSpPr/>
            <p:nvPr/>
          </p:nvSpPr>
          <p:spPr>
            <a:xfrm>
              <a:off x="1224" y="1939"/>
              <a:ext cx="97" cy="266"/>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560" name="Rectangle 79"/>
            <p:cNvSpPr/>
            <p:nvPr/>
          </p:nvSpPr>
          <p:spPr>
            <a:xfrm>
              <a:off x="2875" y="1737"/>
              <a:ext cx="123"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1" name="Rectangle 80"/>
            <p:cNvSpPr/>
            <p:nvPr/>
          </p:nvSpPr>
          <p:spPr>
            <a:xfrm>
              <a:off x="1712" y="1737"/>
              <a:ext cx="123"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22562" name="Rectangle 81"/>
            <p:cNvSpPr/>
            <p:nvPr/>
          </p:nvSpPr>
          <p:spPr>
            <a:xfrm>
              <a:off x="4466" y="1730"/>
              <a:ext cx="83" cy="208"/>
            </a:xfrm>
            <a:prstGeom prst="rect">
              <a:avLst/>
            </a:prstGeom>
            <a:noFill/>
            <a:ln w="9525">
              <a:noFill/>
            </a:ln>
          </p:spPr>
          <p:txBody>
            <a:bodyPr wrap="none" lIns="0" tIns="0" rIns="0" bIns="0">
              <a:spAutoFit/>
            </a:bodyPr>
            <a:lstStyle/>
            <a:p>
              <a:pPr>
                <a:spcBef>
                  <a:spcPct val="0"/>
                </a:spcBef>
              </a:pPr>
              <a:r>
                <a:rPr lang="en-US" altLang="zh-CN" i="0" baseline="30000" dirty="0">
                  <a:solidFill>
                    <a:schemeClr val="tx1"/>
                  </a:solidFill>
                  <a:latin typeface="Symbol" panose="05050102010706020507" pitchFamily="18" charset="2"/>
                  <a:ea typeface="宋体" panose="02010600030101010101" pitchFamily="2" charset="-122"/>
                </a:rPr>
                <a:t>-</a:t>
              </a:r>
              <a:endParaRPr lang="en-US" altLang="zh-CN" i="0" baseline="30000" dirty="0">
                <a:solidFill>
                  <a:schemeClr val="tx1"/>
                </a:solidFill>
                <a:latin typeface="Arial" panose="020B0604020202020204" pitchFamily="34" charset="0"/>
                <a:ea typeface="宋体" panose="02010600030101010101" pitchFamily="2" charset="-122"/>
              </a:endParaRPr>
            </a:p>
          </p:txBody>
        </p:sp>
        <p:sp>
          <p:nvSpPr>
            <p:cNvPr id="22563" name="Rectangle 82"/>
            <p:cNvSpPr/>
            <p:nvPr/>
          </p:nvSpPr>
          <p:spPr>
            <a:xfrm>
              <a:off x="3349" y="1730"/>
              <a:ext cx="123" cy="308"/>
            </a:xfrm>
            <a:prstGeom prst="rect">
              <a:avLst/>
            </a:prstGeom>
            <a:noFill/>
            <a:ln w="9525">
              <a:noFill/>
            </a:ln>
          </p:spPr>
          <p:txBody>
            <a:bodyPr wrap="none" lIns="0" tIns="0" rIns="0" bIns="0">
              <a:spAutoFit/>
            </a:bodyPr>
            <a:lstStyle/>
            <a:p>
              <a:pPr>
                <a:spcBef>
                  <a:spcPct val="0"/>
                </a:spcBef>
              </a:pPr>
              <a:r>
                <a:rPr lang="en-US" altLang="zh-CN" i="0" dirty="0">
                  <a:solidFill>
                    <a:schemeClr val="tx1"/>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graphicFrame>
          <p:nvGraphicFramePr>
            <p:cNvPr id="22530" name="Object 83"/>
            <p:cNvGraphicFramePr>
              <a:graphicFrameLocks/>
            </p:cNvGraphicFramePr>
            <p:nvPr/>
          </p:nvGraphicFramePr>
          <p:xfrm>
            <a:off x="3480" y="1888"/>
            <a:ext cx="410" cy="129"/>
          </p:xfrm>
          <a:graphic>
            <a:graphicData uri="http://schemas.openxmlformats.org/presentationml/2006/ole">
              <p:oleObj spid="_x0000_s96257" r:id="rId5" imgW="18726150" imgH="15268575" progId="">
                <p:embed/>
              </p:oleObj>
            </a:graphicData>
          </a:graphic>
        </p:graphicFrame>
      </p:grpSp>
      <p:sp>
        <p:nvSpPr>
          <p:cNvPr id="87126" name="Text Box 86"/>
          <p:cNvSpPr txBox="1"/>
          <p:nvPr/>
        </p:nvSpPr>
        <p:spPr>
          <a:xfrm>
            <a:off x="1219200" y="2643190"/>
            <a:ext cx="6172200" cy="579438"/>
          </a:xfrm>
          <a:prstGeom prst="rect">
            <a:avLst/>
          </a:prstGeom>
          <a:noFill/>
          <a:ln w="12700">
            <a:noFill/>
          </a:ln>
        </p:spPr>
        <p:txBody>
          <a:bodyPr>
            <a:spAutoFit/>
          </a:bodyPr>
          <a:lstStyle/>
          <a:p>
            <a:r>
              <a:rPr lang="en-US" altLang="zh-CN" sz="3200" dirty="0">
                <a:solidFill>
                  <a:srgbClr val="FF0000"/>
                </a:solidFill>
                <a:latin typeface="Times New Roman" panose="02020603050405020304" pitchFamily="18" charset="0"/>
                <a:ea typeface="宋体" panose="02010600030101010101" pitchFamily="2" charset="-122"/>
              </a:rPr>
              <a:t>③</a:t>
            </a:r>
            <a:r>
              <a:rPr lang="zh-CN" altLang="en-US" sz="3200" dirty="0">
                <a:solidFill>
                  <a:srgbClr val="FF0000"/>
                </a:solidFill>
                <a:latin typeface="Times New Roman" panose="02020603050405020304" pitchFamily="18" charset="0"/>
                <a:ea typeface="宋体" panose="02010600030101010101" pitchFamily="2" charset="-122"/>
              </a:rPr>
              <a:t>沉淀的生成对电极电势的影响</a:t>
            </a:r>
          </a:p>
        </p:txBody>
      </p:sp>
      <p:sp>
        <p:nvSpPr>
          <p:cNvPr id="87127" name="Rectangle 87"/>
          <p:cNvSpPr/>
          <p:nvPr/>
        </p:nvSpPr>
        <p:spPr>
          <a:xfrm>
            <a:off x="304800" y="3286124"/>
            <a:ext cx="8839200" cy="2286000"/>
          </a:xfrm>
          <a:prstGeom prst="rect">
            <a:avLst/>
          </a:prstGeom>
          <a:noFill/>
          <a:ln w="38100" cap="flat" cmpd="sng">
            <a:solidFill>
              <a:schemeClr val="tx1"/>
            </a:solidFill>
            <a:prstDash val="solid"/>
            <a:miter/>
            <a:headEnd type="none" w="med" len="med"/>
            <a:tailEnd type="none" w="med" len="med"/>
          </a:ln>
        </p:spPr>
        <p:txBody>
          <a:bodyPr wrap="none" anchor="ctr" anchorCtr="0"/>
          <a:lstStyle/>
          <a:p>
            <a:pPr algn="ctr"/>
            <a:endParaRPr lang="zh-CN" altLang="zh-CN" dirty="0">
              <a:latin typeface="Times New Roman" panose="02020603050405020304" pitchFamily="18" charset="0"/>
            </a:endParaRPr>
          </a:p>
        </p:txBody>
      </p:sp>
      <p:sp>
        <p:nvSpPr>
          <p:cNvPr id="87128" name="Text Box 88"/>
          <p:cNvSpPr txBox="1"/>
          <p:nvPr/>
        </p:nvSpPr>
        <p:spPr>
          <a:xfrm>
            <a:off x="357158" y="3500438"/>
            <a:ext cx="8686800" cy="2014538"/>
          </a:xfrm>
          <a:prstGeom prst="rect">
            <a:avLst/>
          </a:prstGeom>
          <a:noFill/>
          <a:ln w="9525">
            <a:noFill/>
          </a:ln>
        </p:spPr>
        <p:txBody>
          <a:bodyPr>
            <a:spAutoFit/>
          </a:bodyPr>
          <a:lstStyle/>
          <a:p>
            <a:r>
              <a:rPr lang="en-US" altLang="zh-CN" i="0" dirty="0">
                <a:solidFill>
                  <a:srgbClr val="0000CC"/>
                </a:solidFill>
                <a:latin typeface="楷体_GB2312" pitchFamily="49" charset="-122"/>
              </a:rPr>
              <a:t>    </a:t>
            </a:r>
            <a:r>
              <a:rPr lang="zh-CN" altLang="en-US" i="0" dirty="0">
                <a:solidFill>
                  <a:srgbClr val="0000CC"/>
                </a:solidFill>
                <a:latin typeface="楷体_GB2312" pitchFamily="49" charset="-122"/>
              </a:rPr>
              <a:t>在含有</a:t>
            </a:r>
            <a:r>
              <a:rPr lang="en-US" altLang="zh-CN" i="0" dirty="0">
                <a:solidFill>
                  <a:srgbClr val="0000CC"/>
                </a:solidFill>
                <a:latin typeface="Times New Roman" panose="02020603050405020304" pitchFamily="18" charset="0"/>
              </a:rPr>
              <a:t>Ag</a:t>
            </a:r>
            <a:r>
              <a:rPr lang="en-US" altLang="zh-CN" i="0" baseline="30000" dirty="0">
                <a:solidFill>
                  <a:srgbClr val="0000CC"/>
                </a:solidFill>
                <a:latin typeface="Times New Roman" panose="02020603050405020304" pitchFamily="18" charset="0"/>
              </a:rPr>
              <a:t>+</a:t>
            </a:r>
            <a:r>
              <a:rPr lang="en-US" altLang="zh-CN" i="0" dirty="0">
                <a:solidFill>
                  <a:srgbClr val="0000CC"/>
                </a:solidFill>
                <a:latin typeface="Times New Roman" panose="02020603050405020304" pitchFamily="18" charset="0"/>
              </a:rPr>
              <a:t>/Ag</a:t>
            </a:r>
            <a:r>
              <a:rPr lang="zh-CN" altLang="en-US" i="0" dirty="0">
                <a:solidFill>
                  <a:srgbClr val="0000CC"/>
                </a:solidFill>
                <a:latin typeface="楷体_GB2312" pitchFamily="49" charset="-122"/>
              </a:rPr>
              <a:t>电对体系中，加入</a:t>
            </a:r>
            <a:r>
              <a:rPr lang="en-US" altLang="zh-CN" i="0" dirty="0">
                <a:solidFill>
                  <a:srgbClr val="0000CC"/>
                </a:solidFill>
                <a:latin typeface="Times New Roman" panose="02020603050405020304" pitchFamily="18" charset="0"/>
              </a:rPr>
              <a:t>NaCl</a:t>
            </a:r>
            <a:r>
              <a:rPr lang="zh-CN" altLang="en-US" i="0" dirty="0">
                <a:solidFill>
                  <a:srgbClr val="0000CC"/>
                </a:solidFill>
                <a:latin typeface="楷体_GB2312" pitchFamily="49" charset="-122"/>
              </a:rPr>
              <a:t>溶液，使溶液中</a:t>
            </a:r>
            <a:r>
              <a:rPr lang="en-US" altLang="zh-CN" dirty="0">
                <a:solidFill>
                  <a:srgbClr val="0000CC"/>
                </a:solidFill>
                <a:latin typeface="Times New Roman" panose="02020603050405020304" pitchFamily="18" charset="0"/>
              </a:rPr>
              <a:t>c</a:t>
            </a:r>
            <a:r>
              <a:rPr lang="en-US" altLang="zh-CN" i="0" dirty="0">
                <a:solidFill>
                  <a:srgbClr val="0000CC"/>
                </a:solidFill>
                <a:latin typeface="Times New Roman" panose="02020603050405020304" pitchFamily="18" charset="0"/>
              </a:rPr>
              <a:t>(Cl</a:t>
            </a:r>
            <a:r>
              <a:rPr lang="en-US" altLang="zh-CN" i="0" baseline="30000" dirty="0">
                <a:solidFill>
                  <a:srgbClr val="0000CC"/>
                </a:solidFill>
                <a:latin typeface="Times New Roman" panose="02020603050405020304" pitchFamily="18" charset="0"/>
              </a:rPr>
              <a:t>-</a:t>
            </a:r>
            <a:r>
              <a:rPr lang="en-US" altLang="zh-CN" i="0" dirty="0">
                <a:solidFill>
                  <a:srgbClr val="0000CC"/>
                </a:solidFill>
                <a:latin typeface="Times New Roman" panose="02020603050405020304" pitchFamily="18" charset="0"/>
              </a:rPr>
              <a:t>)=1.00 mol</a:t>
            </a:r>
            <a:r>
              <a:rPr lang="en-US" altLang="zh-CN" i="0" dirty="0">
                <a:solidFill>
                  <a:srgbClr val="0000CC"/>
                </a:solidFill>
                <a:latin typeface="Times New Roman" panose="02020603050405020304" pitchFamily="18" charset="0"/>
                <a:sym typeface="Symbol" panose="05050102010706020507" pitchFamily="18" charset="2"/>
              </a:rPr>
              <a:t></a:t>
            </a:r>
            <a:r>
              <a:rPr lang="en-US" altLang="zh-CN" i="0" dirty="0">
                <a:solidFill>
                  <a:srgbClr val="0000CC"/>
                </a:solidFill>
                <a:latin typeface="Times New Roman" panose="02020603050405020304" pitchFamily="18" charset="0"/>
              </a:rPr>
              <a:t>L</a:t>
            </a:r>
            <a:r>
              <a:rPr lang="en-US" altLang="zh-CN" i="0" baseline="30000" dirty="0">
                <a:solidFill>
                  <a:srgbClr val="0000CC"/>
                </a:solidFill>
                <a:latin typeface="Times New Roman" panose="02020603050405020304" pitchFamily="18" charset="0"/>
              </a:rPr>
              <a:t>-1</a:t>
            </a:r>
            <a:r>
              <a:rPr lang="zh-CN" altLang="en-US" i="0" dirty="0">
                <a:solidFill>
                  <a:srgbClr val="0000CC"/>
                </a:solidFill>
                <a:latin typeface="Times New Roman" panose="02020603050405020304" pitchFamily="18" charset="0"/>
              </a:rPr>
              <a:t>，             </a:t>
            </a:r>
            <a:r>
              <a:rPr lang="zh-CN" altLang="en-US" i="0" dirty="0">
                <a:solidFill>
                  <a:srgbClr val="0000CC"/>
                </a:solidFill>
                <a:latin typeface="楷体_GB2312" pitchFamily="49" charset="-122"/>
              </a:rPr>
              <a:t>已知</a:t>
            </a:r>
            <a:r>
              <a:rPr lang="en-US" altLang="zh-CN" i="0" dirty="0">
                <a:solidFill>
                  <a:srgbClr val="0000CC"/>
                </a:solidFill>
                <a:latin typeface="楷体_GB2312" pitchFamily="49" charset="-122"/>
              </a:rPr>
              <a:t>: </a:t>
            </a:r>
            <a:r>
              <a:rPr lang="en-US" altLang="zh-CN" dirty="0">
                <a:solidFill>
                  <a:srgbClr val="0000CC"/>
                </a:solidFill>
                <a:latin typeface="Times New Roman" panose="02020603050405020304" pitchFamily="18" charset="0"/>
              </a:rPr>
              <a:t>E</a:t>
            </a:r>
            <a:r>
              <a:rPr lang="el-GR" altLang="zh-CN" i="0" baseline="30000" dirty="0">
                <a:solidFill>
                  <a:srgbClr val="0000CC"/>
                </a:solidFill>
                <a:latin typeface="Times New Roman" panose="02020603050405020304" pitchFamily="18" charset="0"/>
              </a:rPr>
              <a:t>Θ</a:t>
            </a:r>
            <a:r>
              <a:rPr lang="en-US" altLang="zh-CN" i="0" dirty="0">
                <a:solidFill>
                  <a:srgbClr val="0000CC"/>
                </a:solidFill>
                <a:latin typeface="Times New Roman" panose="02020603050405020304" pitchFamily="18" charset="0"/>
              </a:rPr>
              <a:t>(Ag</a:t>
            </a:r>
            <a:r>
              <a:rPr lang="en-US" altLang="zh-CN" i="0" baseline="30000" dirty="0">
                <a:solidFill>
                  <a:srgbClr val="0000CC"/>
                </a:solidFill>
                <a:latin typeface="Times New Roman" panose="02020603050405020304" pitchFamily="18" charset="0"/>
              </a:rPr>
              <a:t>+</a:t>
            </a:r>
            <a:r>
              <a:rPr lang="en-US" altLang="zh-CN" i="0" dirty="0">
                <a:solidFill>
                  <a:srgbClr val="0000CC"/>
                </a:solidFill>
                <a:latin typeface="Times New Roman" panose="02020603050405020304" pitchFamily="18" charset="0"/>
              </a:rPr>
              <a:t>/Ag) =+0.7991V</a:t>
            </a:r>
            <a:r>
              <a:rPr lang="zh-CN" altLang="en-US" i="0" dirty="0">
                <a:solidFill>
                  <a:srgbClr val="0000CC"/>
                </a:solidFill>
                <a:latin typeface="楷体_GB2312" pitchFamily="49" charset="-122"/>
              </a:rPr>
              <a:t>， 计算</a:t>
            </a:r>
            <a:r>
              <a:rPr lang="en-US" altLang="zh-CN" i="0" dirty="0">
                <a:solidFill>
                  <a:srgbClr val="0000CC"/>
                </a:solidFill>
                <a:latin typeface="楷体_GB2312" pitchFamily="49" charset="-122"/>
              </a:rPr>
              <a:t>:</a:t>
            </a:r>
            <a:r>
              <a:rPr lang="en-US" altLang="zh-CN" dirty="0">
                <a:solidFill>
                  <a:srgbClr val="0000CC"/>
                </a:solidFill>
                <a:latin typeface="Times New Roman" panose="02020603050405020304" pitchFamily="18" charset="0"/>
              </a:rPr>
              <a:t>E</a:t>
            </a:r>
            <a:r>
              <a:rPr lang="en-US" altLang="zh-CN" i="0" dirty="0">
                <a:solidFill>
                  <a:srgbClr val="0000CC"/>
                </a:solidFill>
                <a:latin typeface="Times New Roman" panose="02020603050405020304" pitchFamily="18" charset="0"/>
              </a:rPr>
              <a:t>(Ag</a:t>
            </a:r>
            <a:r>
              <a:rPr lang="en-US" altLang="zh-CN" i="0" baseline="30000" dirty="0">
                <a:solidFill>
                  <a:srgbClr val="0000CC"/>
                </a:solidFill>
                <a:latin typeface="Times New Roman" panose="02020603050405020304" pitchFamily="18" charset="0"/>
              </a:rPr>
              <a:t>+</a:t>
            </a:r>
            <a:r>
              <a:rPr lang="en-US" altLang="zh-CN" i="0" dirty="0">
                <a:solidFill>
                  <a:srgbClr val="0000CC"/>
                </a:solidFill>
                <a:latin typeface="Times New Roman" panose="02020603050405020304" pitchFamily="18" charset="0"/>
              </a:rPr>
              <a:t>/Ag)</a:t>
            </a:r>
            <a:r>
              <a:rPr lang="zh-CN" altLang="en-US" i="0" dirty="0">
                <a:solidFill>
                  <a:srgbClr val="0000CC"/>
                </a:solidFill>
                <a:latin typeface="Times New Roman" panose="02020603050405020304" pitchFamily="18" charset="0"/>
              </a:rPr>
              <a:t>；并求</a:t>
            </a:r>
            <a:r>
              <a:rPr lang="en-US" altLang="zh-CN" dirty="0">
                <a:solidFill>
                  <a:srgbClr val="0000CC"/>
                </a:solidFill>
                <a:latin typeface="Times New Roman" panose="02020603050405020304" pitchFamily="18" charset="0"/>
                <a:ea typeface="宋体" panose="02010600030101010101" pitchFamily="2" charset="-122"/>
              </a:rPr>
              <a:t>E</a:t>
            </a:r>
            <a:r>
              <a:rPr lang="el-GR" altLang="zh-CN" i="0" baseline="30000" dirty="0">
                <a:solidFill>
                  <a:srgbClr val="0000CC"/>
                </a:solidFill>
                <a:latin typeface="Times New Roman" panose="02020603050405020304" pitchFamily="18" charset="0"/>
              </a:rPr>
              <a:t>Θ</a:t>
            </a:r>
            <a:r>
              <a:rPr lang="en-US" altLang="zh-CN" i="0" dirty="0">
                <a:solidFill>
                  <a:srgbClr val="0000CC"/>
                </a:solidFill>
                <a:latin typeface="Times New Roman" panose="02020603050405020304" pitchFamily="18" charset="0"/>
                <a:ea typeface="宋体" panose="02010600030101010101" pitchFamily="2" charset="-122"/>
              </a:rPr>
              <a:t>(AgCl/ Ag)=</a:t>
            </a:r>
            <a:r>
              <a:rPr lang="zh-CN" altLang="en-US" i="0" dirty="0">
                <a:solidFill>
                  <a:srgbClr val="0000CC"/>
                </a:solidFill>
                <a:latin typeface="Times New Roman" panose="02020603050405020304" pitchFamily="18" charset="0"/>
                <a:ea typeface="宋体" panose="02010600030101010101" pitchFamily="2" charset="-122"/>
              </a:rPr>
              <a:t>？</a:t>
            </a:r>
          </a:p>
          <a:p>
            <a:r>
              <a:rPr lang="zh-CN" altLang="en-US" i="0" dirty="0">
                <a:solidFill>
                  <a:srgbClr val="0000CC"/>
                </a:solidFill>
                <a:latin typeface="Times New Roman" panose="02020603050405020304" pitchFamily="18" charset="0"/>
                <a:ea typeface="宋体" panose="02010600030101010101" pitchFamily="2" charset="-122"/>
              </a:rPr>
              <a:t>                       </a:t>
            </a:r>
            <a:r>
              <a:rPr lang="zh-CN" altLang="en-US" i="0" dirty="0">
                <a:solidFill>
                  <a:srgbClr val="0000CC"/>
                </a:solidFill>
                <a:latin typeface="Times New Roman" panose="02020603050405020304" pitchFamily="18" charset="0"/>
              </a:rPr>
              <a:t>（ </a:t>
            </a:r>
            <a:r>
              <a:rPr lang="en-US" altLang="zh-CN" i="0" dirty="0">
                <a:solidFill>
                  <a:srgbClr val="0000CC"/>
                </a:solidFill>
                <a:latin typeface="Times New Roman" panose="02020603050405020304" pitchFamily="18" charset="0"/>
              </a:rPr>
              <a:t>K</a:t>
            </a:r>
            <a:r>
              <a:rPr lang="en-US" altLang="zh-CN" i="0" baseline="-25000" dirty="0">
                <a:solidFill>
                  <a:srgbClr val="0000CC"/>
                </a:solidFill>
                <a:latin typeface="Times New Roman" panose="02020603050405020304" pitchFamily="18" charset="0"/>
              </a:rPr>
              <a:t>sp</a:t>
            </a:r>
            <a:r>
              <a:rPr lang="el-GR" altLang="zh-CN" i="0" baseline="30000" dirty="0">
                <a:solidFill>
                  <a:srgbClr val="0000CC"/>
                </a:solidFill>
                <a:latin typeface="Times New Roman" panose="02020603050405020304" pitchFamily="18" charset="0"/>
              </a:rPr>
              <a:t>Θ</a:t>
            </a:r>
            <a:r>
              <a:rPr lang="en-US" altLang="zh-CN" i="0" dirty="0">
                <a:solidFill>
                  <a:srgbClr val="0000CC"/>
                </a:solidFill>
                <a:latin typeface="Times New Roman" panose="02020603050405020304" pitchFamily="18" charset="0"/>
              </a:rPr>
              <a:t>(AgCl)=1.77</a:t>
            </a:r>
            <a:r>
              <a:rPr lang="zh-CN" altLang="zh-CN" i="0" dirty="0">
                <a:solidFill>
                  <a:srgbClr val="0000CC"/>
                </a:solidFill>
                <a:latin typeface="Times New Roman" panose="02020603050405020304" pitchFamily="18" charset="0"/>
                <a:ea typeface="宋体" panose="02010600030101010101" pitchFamily="2" charset="-122"/>
              </a:rPr>
              <a:t>×</a:t>
            </a:r>
            <a:r>
              <a:rPr lang="en-US" altLang="zh-CN" i="0" dirty="0">
                <a:solidFill>
                  <a:srgbClr val="0000CC"/>
                </a:solidFill>
                <a:latin typeface="Times New Roman" panose="02020603050405020304" pitchFamily="18" charset="0"/>
                <a:ea typeface="宋体" panose="02010600030101010101" pitchFamily="2" charset="-122"/>
              </a:rPr>
              <a:t>10</a:t>
            </a:r>
            <a:r>
              <a:rPr lang="en-US" altLang="zh-CN" i="0" baseline="30000" dirty="0">
                <a:solidFill>
                  <a:srgbClr val="0000CC"/>
                </a:solidFill>
                <a:latin typeface="Times New Roman" panose="02020603050405020304" pitchFamily="18" charset="0"/>
                <a:ea typeface="宋体" panose="02010600030101010101" pitchFamily="2" charset="-122"/>
              </a:rPr>
              <a:t>-10</a:t>
            </a:r>
            <a:r>
              <a:rPr lang="zh-CN" altLang="en-US" i="0" dirty="0">
                <a:solidFill>
                  <a:srgbClr val="0000CC"/>
                </a:solidFill>
                <a:latin typeface="Times New Roman" panose="02020603050405020304" pitchFamily="18" charset="0"/>
              </a:rPr>
              <a:t>）</a:t>
            </a:r>
          </a:p>
        </p:txBody>
      </p:sp>
      <p:sp>
        <p:nvSpPr>
          <p:cNvPr id="87216" name="Rectangle 176"/>
          <p:cNvSpPr/>
          <p:nvPr/>
        </p:nvSpPr>
        <p:spPr>
          <a:xfrm>
            <a:off x="0" y="3100390"/>
            <a:ext cx="1000125" cy="579438"/>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lgn="ctr">
              <a:spcBef>
                <a:spcPct val="0"/>
              </a:spcBef>
            </a:pPr>
            <a:r>
              <a:rPr lang="zh-CN" altLang="en-US" sz="3200" i="0" dirty="0">
                <a:solidFill>
                  <a:srgbClr val="FF0000"/>
                </a:solidFill>
                <a:latin typeface="幼圆" panose="02010509060101010101" pitchFamily="49" charset="-122"/>
                <a:ea typeface="幼圆" panose="02010509060101010101" pitchFamily="49" charset="-122"/>
              </a:rPr>
              <a:t>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10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87126"/>
                                        </p:tgtEl>
                                        <p:attrNameLst>
                                          <p:attrName>style.visibility</p:attrName>
                                        </p:attrNameLst>
                                      </p:cBhvr>
                                      <p:to>
                                        <p:strVal val="visible"/>
                                      </p:to>
                                    </p:set>
                                    <p:animEffect transition="in" filter="blinds(horizontal)">
                                      <p:cBhvr>
                                        <p:cTn id="27" dur="1000"/>
                                        <p:tgtEl>
                                          <p:spTgt spid="87126"/>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grpId="0" nodeType="clickEffect">
                                  <p:stCondLst>
                                    <p:cond delay="0"/>
                                  </p:stCondLst>
                                  <p:childTnLst>
                                    <p:set>
                                      <p:cBhvr>
                                        <p:cTn id="31" dur="1" fill="hold">
                                          <p:stCondLst>
                                            <p:cond delay="0"/>
                                          </p:stCondLst>
                                        </p:cTn>
                                        <p:tgtEl>
                                          <p:spTgt spid="87216"/>
                                        </p:tgtEl>
                                        <p:attrNameLst>
                                          <p:attrName>style.visibility</p:attrName>
                                        </p:attrNameLst>
                                      </p:cBhvr>
                                      <p:to>
                                        <p:strVal val="visible"/>
                                      </p:to>
                                    </p:set>
                                    <p:anim calcmode="lin" valueType="num">
                                      <p:cBhvr additive="base">
                                        <p:cTn id="32" dur="1000" fill="hold"/>
                                        <p:tgtEl>
                                          <p:spTgt spid="87216"/>
                                        </p:tgtEl>
                                        <p:attrNameLst>
                                          <p:attrName>ppt_x</p:attrName>
                                        </p:attrNameLst>
                                      </p:cBhvr>
                                      <p:tavLst>
                                        <p:tav tm="0">
                                          <p:val>
                                            <p:strVal val="#ppt_x"/>
                                          </p:val>
                                        </p:tav>
                                        <p:tav tm="100000">
                                          <p:val>
                                            <p:strVal val="#ppt_x"/>
                                          </p:val>
                                        </p:tav>
                                      </p:tavLst>
                                    </p:anim>
                                    <p:anim calcmode="lin" valueType="num">
                                      <p:cBhvr additive="base">
                                        <p:cTn id="33" dur="1000" fill="hold"/>
                                        <p:tgtEl>
                                          <p:spTgt spid="87216"/>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grpId="0" nodeType="clickEffect">
                                  <p:stCondLst>
                                    <p:cond delay="0"/>
                                  </p:stCondLst>
                                  <p:childTnLst>
                                    <p:set>
                                      <p:cBhvr>
                                        <p:cTn id="37" dur="1" fill="hold">
                                          <p:stCondLst>
                                            <p:cond delay="0"/>
                                          </p:stCondLst>
                                        </p:cTn>
                                        <p:tgtEl>
                                          <p:spTgt spid="87127"/>
                                        </p:tgtEl>
                                        <p:attrNameLst>
                                          <p:attrName>style.visibility</p:attrName>
                                        </p:attrNameLst>
                                      </p:cBhvr>
                                      <p:to>
                                        <p:strVal val="visible"/>
                                      </p:to>
                                    </p:set>
                                    <p:animEffect transition="in" filter="blinds(horizontal)">
                                      <p:cBhvr>
                                        <p:cTn id="38" dur="500"/>
                                        <p:tgtEl>
                                          <p:spTgt spid="87127"/>
                                        </p:tgtEl>
                                      </p:cBhvr>
                                    </p:animEffect>
                                  </p:childTnLst>
                                </p:cTn>
                              </p:par>
                            </p:childTnLst>
                          </p:cTn>
                        </p:par>
                      </p:childTnLst>
                    </p:cTn>
                  </p:par>
                  <p:par>
                    <p:cTn id="39" fill="hold">
                      <p:stCondLst>
                        <p:cond delay="indefinite"/>
                      </p:stCondLst>
                      <p:childTnLst>
                        <p:par>
                          <p:cTn id="40" fill="hold">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87128"/>
                                        </p:tgtEl>
                                        <p:attrNameLst>
                                          <p:attrName>style.visibility</p:attrName>
                                        </p:attrNameLst>
                                      </p:cBhvr>
                                      <p:to>
                                        <p:strVal val="visible"/>
                                      </p:to>
                                    </p:set>
                                    <p:animEffect transition="in" filter="blinds(horizontal)">
                                      <p:cBhvr>
                                        <p:cTn id="43" dur="1000"/>
                                        <p:tgtEl>
                                          <p:spTgt spid="87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126" grpId="0"/>
      <p:bldP spid="87127" grpId="0" animBg="1"/>
      <p:bldP spid="87128" grpId="0"/>
      <p:bldP spid="87216" grpId="0" animBg="1"/>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6" name="Line 8"/>
          <p:cNvSpPr/>
          <p:nvPr/>
        </p:nvSpPr>
        <p:spPr>
          <a:xfrm>
            <a:off x="2133600" y="381000"/>
            <a:ext cx="0" cy="1295400"/>
          </a:xfrm>
          <a:prstGeom prst="line">
            <a:avLst/>
          </a:prstGeom>
          <a:ln w="12700" cap="sq" cmpd="sng">
            <a:solidFill>
              <a:schemeClr val="tx1"/>
            </a:solidFill>
            <a:prstDash val="solid"/>
            <a:headEnd type="none" w="sm" len="sm"/>
            <a:tailEnd type="none" w="sm" len="sm"/>
          </a:ln>
        </p:spPr>
      </p:sp>
      <p:sp>
        <p:nvSpPr>
          <p:cNvPr id="23557" name="Line 9"/>
          <p:cNvSpPr/>
          <p:nvPr/>
        </p:nvSpPr>
        <p:spPr>
          <a:xfrm>
            <a:off x="2209800" y="1600200"/>
            <a:ext cx="1066800" cy="0"/>
          </a:xfrm>
          <a:prstGeom prst="line">
            <a:avLst/>
          </a:prstGeom>
          <a:ln w="12700" cap="sq" cmpd="sng">
            <a:solidFill>
              <a:schemeClr val="tx1"/>
            </a:solidFill>
            <a:prstDash val="solid"/>
            <a:headEnd type="none" w="sm" len="sm"/>
            <a:tailEnd type="none" w="sm" len="sm"/>
          </a:ln>
        </p:spPr>
      </p:sp>
      <p:sp>
        <p:nvSpPr>
          <p:cNvPr id="23558" name="Line 10"/>
          <p:cNvSpPr/>
          <p:nvPr/>
        </p:nvSpPr>
        <p:spPr>
          <a:xfrm flipV="1">
            <a:off x="3276600" y="304800"/>
            <a:ext cx="0" cy="1295400"/>
          </a:xfrm>
          <a:prstGeom prst="line">
            <a:avLst/>
          </a:prstGeom>
          <a:ln w="12700" cap="sq" cmpd="sng">
            <a:solidFill>
              <a:schemeClr val="tx1"/>
            </a:solidFill>
            <a:prstDash val="solid"/>
            <a:headEnd type="none" w="sm" len="sm"/>
            <a:tailEnd type="none" w="sm" len="sm"/>
          </a:ln>
        </p:spPr>
      </p:sp>
      <p:sp>
        <p:nvSpPr>
          <p:cNvPr id="23559" name="Line 11"/>
          <p:cNvSpPr/>
          <p:nvPr/>
        </p:nvSpPr>
        <p:spPr>
          <a:xfrm flipH="1">
            <a:off x="2133600" y="1600200"/>
            <a:ext cx="152400" cy="0"/>
          </a:xfrm>
          <a:prstGeom prst="line">
            <a:avLst/>
          </a:prstGeom>
          <a:ln w="12700" cap="sq" cmpd="sng">
            <a:solidFill>
              <a:schemeClr val="tx1"/>
            </a:solidFill>
            <a:prstDash val="solid"/>
            <a:headEnd type="none" w="sm" len="sm"/>
            <a:tailEnd type="none" w="sm" len="sm"/>
          </a:ln>
        </p:spPr>
      </p:sp>
      <p:sp>
        <p:nvSpPr>
          <p:cNvPr id="23560" name="Rectangle 12"/>
          <p:cNvSpPr/>
          <p:nvPr/>
        </p:nvSpPr>
        <p:spPr>
          <a:xfrm>
            <a:off x="2590800" y="76200"/>
            <a:ext cx="152400" cy="1143000"/>
          </a:xfrm>
          <a:prstGeom prst="rect">
            <a:avLst/>
          </a:prstGeom>
          <a:solidFill>
            <a:schemeClr val="bg1"/>
          </a:solidFill>
          <a:ln w="12700" cap="sq" cmpd="sng">
            <a:solidFill>
              <a:schemeClr val="tx1"/>
            </a:solidFill>
            <a:prstDash val="solid"/>
            <a:miter/>
            <a:headEnd type="none" w="sm" len="sm"/>
            <a:tailEnd type="none" w="sm" len="sm"/>
          </a:ln>
        </p:spPr>
        <p:txBody>
          <a:bodyPr wrap="none" anchor="ctr" anchorCtr="0"/>
          <a:lstStyle/>
          <a:p>
            <a:endParaRPr lang="zh-CN" altLang="en-US" dirty="0">
              <a:latin typeface="Times New Roman" panose="02020603050405020304" pitchFamily="18" charset="0"/>
            </a:endParaRPr>
          </a:p>
        </p:txBody>
      </p:sp>
      <p:sp>
        <p:nvSpPr>
          <p:cNvPr id="23561" name="Line 13"/>
          <p:cNvSpPr/>
          <p:nvPr/>
        </p:nvSpPr>
        <p:spPr>
          <a:xfrm>
            <a:off x="2286000" y="685800"/>
            <a:ext cx="76200" cy="0"/>
          </a:xfrm>
          <a:prstGeom prst="line">
            <a:avLst/>
          </a:prstGeom>
          <a:ln w="12700" cap="sq" cmpd="sng">
            <a:solidFill>
              <a:schemeClr val="tx1"/>
            </a:solidFill>
            <a:prstDash val="solid"/>
            <a:headEnd type="none" w="sm" len="sm"/>
            <a:tailEnd type="none" w="sm" len="sm"/>
          </a:ln>
        </p:spPr>
      </p:sp>
      <p:sp>
        <p:nvSpPr>
          <p:cNvPr id="23562" name="Line 14"/>
          <p:cNvSpPr/>
          <p:nvPr/>
        </p:nvSpPr>
        <p:spPr>
          <a:xfrm>
            <a:off x="2438400" y="838200"/>
            <a:ext cx="76200" cy="0"/>
          </a:xfrm>
          <a:prstGeom prst="line">
            <a:avLst/>
          </a:prstGeom>
          <a:ln w="12700" cap="sq" cmpd="sng">
            <a:solidFill>
              <a:schemeClr val="tx1"/>
            </a:solidFill>
            <a:prstDash val="solid"/>
            <a:headEnd type="none" w="sm" len="sm"/>
            <a:tailEnd type="none" w="sm" len="sm"/>
          </a:ln>
        </p:spPr>
      </p:sp>
      <p:sp>
        <p:nvSpPr>
          <p:cNvPr id="23563" name="Line 15"/>
          <p:cNvSpPr/>
          <p:nvPr/>
        </p:nvSpPr>
        <p:spPr>
          <a:xfrm>
            <a:off x="2209800" y="1143000"/>
            <a:ext cx="228600" cy="0"/>
          </a:xfrm>
          <a:prstGeom prst="line">
            <a:avLst/>
          </a:prstGeom>
          <a:ln w="12700" cap="sq" cmpd="sng">
            <a:solidFill>
              <a:schemeClr val="tx1"/>
            </a:solidFill>
            <a:prstDash val="solid"/>
            <a:headEnd type="none" w="sm" len="sm"/>
            <a:tailEnd type="none" w="sm" len="sm"/>
          </a:ln>
        </p:spPr>
      </p:sp>
      <p:sp>
        <p:nvSpPr>
          <p:cNvPr id="23564" name="Line 16"/>
          <p:cNvSpPr/>
          <p:nvPr/>
        </p:nvSpPr>
        <p:spPr>
          <a:xfrm>
            <a:off x="2209800" y="914400"/>
            <a:ext cx="228600" cy="0"/>
          </a:xfrm>
          <a:prstGeom prst="line">
            <a:avLst/>
          </a:prstGeom>
          <a:ln w="12700" cap="sq" cmpd="sng">
            <a:solidFill>
              <a:schemeClr val="tx1"/>
            </a:solidFill>
            <a:prstDash val="solid"/>
            <a:headEnd type="none" w="sm" len="sm"/>
            <a:tailEnd type="none" w="sm" len="sm"/>
          </a:ln>
        </p:spPr>
      </p:sp>
      <p:sp>
        <p:nvSpPr>
          <p:cNvPr id="23565" name="Line 17"/>
          <p:cNvSpPr/>
          <p:nvPr/>
        </p:nvSpPr>
        <p:spPr>
          <a:xfrm>
            <a:off x="2971800" y="838200"/>
            <a:ext cx="152400" cy="0"/>
          </a:xfrm>
          <a:prstGeom prst="line">
            <a:avLst/>
          </a:prstGeom>
          <a:ln w="12700" cap="sq" cmpd="sng">
            <a:solidFill>
              <a:schemeClr val="tx1"/>
            </a:solidFill>
            <a:prstDash val="solid"/>
            <a:headEnd type="none" w="sm" len="sm"/>
            <a:tailEnd type="none" w="sm" len="sm"/>
          </a:ln>
        </p:spPr>
      </p:sp>
      <p:sp>
        <p:nvSpPr>
          <p:cNvPr id="23566" name="Line 18"/>
          <p:cNvSpPr/>
          <p:nvPr/>
        </p:nvSpPr>
        <p:spPr>
          <a:xfrm>
            <a:off x="2971800" y="1066800"/>
            <a:ext cx="152400" cy="0"/>
          </a:xfrm>
          <a:prstGeom prst="line">
            <a:avLst/>
          </a:prstGeom>
          <a:ln w="12700" cap="sq" cmpd="sng">
            <a:solidFill>
              <a:schemeClr val="tx1"/>
            </a:solidFill>
            <a:prstDash val="solid"/>
            <a:headEnd type="none" w="sm" len="sm"/>
            <a:tailEnd type="none" w="sm" len="sm"/>
          </a:ln>
        </p:spPr>
      </p:sp>
      <p:sp>
        <p:nvSpPr>
          <p:cNvPr id="23567" name="Line 19"/>
          <p:cNvSpPr/>
          <p:nvPr/>
        </p:nvSpPr>
        <p:spPr>
          <a:xfrm flipV="1">
            <a:off x="2971800" y="533400"/>
            <a:ext cx="198438" cy="152400"/>
          </a:xfrm>
          <a:prstGeom prst="line">
            <a:avLst/>
          </a:prstGeom>
          <a:ln w="12700" cap="sq" cmpd="sng">
            <a:solidFill>
              <a:schemeClr val="tx1"/>
            </a:solidFill>
            <a:prstDash val="solid"/>
            <a:headEnd type="none" w="sm" len="sm"/>
            <a:tailEnd type="none" w="sm" len="sm"/>
          </a:ln>
        </p:spPr>
      </p:sp>
      <p:sp>
        <p:nvSpPr>
          <p:cNvPr id="23568" name="Line 20"/>
          <p:cNvSpPr/>
          <p:nvPr/>
        </p:nvSpPr>
        <p:spPr>
          <a:xfrm>
            <a:off x="2590800" y="1447800"/>
            <a:ext cx="152400" cy="0"/>
          </a:xfrm>
          <a:prstGeom prst="line">
            <a:avLst/>
          </a:prstGeom>
          <a:ln w="12700" cap="sq" cmpd="sng">
            <a:solidFill>
              <a:schemeClr val="tx1"/>
            </a:solidFill>
            <a:prstDash val="solid"/>
            <a:headEnd type="none" w="sm" len="sm"/>
            <a:tailEnd type="none" w="sm" len="sm"/>
          </a:ln>
        </p:spPr>
      </p:sp>
      <p:sp>
        <p:nvSpPr>
          <p:cNvPr id="23569" name="Line 21"/>
          <p:cNvSpPr/>
          <p:nvPr/>
        </p:nvSpPr>
        <p:spPr>
          <a:xfrm>
            <a:off x="2362200" y="1371600"/>
            <a:ext cx="152400" cy="0"/>
          </a:xfrm>
          <a:prstGeom prst="line">
            <a:avLst/>
          </a:prstGeom>
          <a:ln w="12700" cap="sq" cmpd="sng">
            <a:solidFill>
              <a:schemeClr val="tx1"/>
            </a:solidFill>
            <a:prstDash val="solid"/>
            <a:headEnd type="none" w="sm" len="sm"/>
            <a:tailEnd type="none" w="sm" len="sm"/>
          </a:ln>
        </p:spPr>
      </p:sp>
      <p:graphicFrame>
        <p:nvGraphicFramePr>
          <p:cNvPr id="89110" name="Object 22"/>
          <p:cNvGraphicFramePr>
            <a:graphicFrameLocks/>
          </p:cNvGraphicFramePr>
          <p:nvPr/>
        </p:nvGraphicFramePr>
        <p:xfrm>
          <a:off x="2743200" y="990600"/>
          <a:ext cx="533400" cy="469900"/>
        </p:xfrm>
        <a:graphic>
          <a:graphicData uri="http://schemas.openxmlformats.org/presentationml/2006/ole">
            <p:oleObj spid="_x0000_s98306" r:id="rId4" imgW="304668" imgH="228501" progId="Equation.3">
              <p:embed/>
            </p:oleObj>
          </a:graphicData>
        </a:graphic>
      </p:graphicFrame>
      <p:sp>
        <p:nvSpPr>
          <p:cNvPr id="23570" name="Line 23"/>
          <p:cNvSpPr/>
          <p:nvPr/>
        </p:nvSpPr>
        <p:spPr>
          <a:xfrm>
            <a:off x="3094038" y="914400"/>
            <a:ext cx="1447800" cy="0"/>
          </a:xfrm>
          <a:prstGeom prst="line">
            <a:avLst/>
          </a:prstGeom>
          <a:ln w="12700" cap="sq" cmpd="sng">
            <a:solidFill>
              <a:schemeClr val="tx1"/>
            </a:solidFill>
            <a:prstDash val="solid"/>
            <a:headEnd type="stealth" w="med" len="lg"/>
            <a:tailEnd type="none" w="sm" len="sm"/>
          </a:ln>
        </p:spPr>
      </p:sp>
      <p:graphicFrame>
        <p:nvGraphicFramePr>
          <p:cNvPr id="89112" name="Object 24"/>
          <p:cNvGraphicFramePr>
            <a:graphicFrameLocks/>
          </p:cNvGraphicFramePr>
          <p:nvPr/>
        </p:nvGraphicFramePr>
        <p:xfrm>
          <a:off x="4648200" y="609600"/>
          <a:ext cx="3621088" cy="609600"/>
        </p:xfrm>
        <a:graphic>
          <a:graphicData uri="http://schemas.openxmlformats.org/presentationml/2006/ole">
            <p:oleObj spid="_x0000_s98305" r:id="rId5" imgW="1244600" imgH="228600" progId="Equation.3">
              <p:embed/>
            </p:oleObj>
          </a:graphicData>
        </a:graphic>
      </p:graphicFrame>
      <p:sp>
        <p:nvSpPr>
          <p:cNvPr id="23571" name="Line 25"/>
          <p:cNvSpPr/>
          <p:nvPr/>
        </p:nvSpPr>
        <p:spPr>
          <a:xfrm>
            <a:off x="2133600" y="609600"/>
            <a:ext cx="457200" cy="0"/>
          </a:xfrm>
          <a:prstGeom prst="line">
            <a:avLst/>
          </a:prstGeom>
          <a:ln w="12700" cap="sq" cmpd="sng">
            <a:solidFill>
              <a:schemeClr val="tx1"/>
            </a:solidFill>
            <a:prstDash val="solid"/>
            <a:headEnd type="none" w="sm" len="sm"/>
            <a:tailEnd type="none" w="sm" len="sm"/>
          </a:ln>
        </p:spPr>
      </p:sp>
      <p:sp>
        <p:nvSpPr>
          <p:cNvPr id="23572" name="Line 26"/>
          <p:cNvSpPr/>
          <p:nvPr/>
        </p:nvSpPr>
        <p:spPr>
          <a:xfrm>
            <a:off x="2743200" y="609600"/>
            <a:ext cx="533400" cy="0"/>
          </a:xfrm>
          <a:prstGeom prst="line">
            <a:avLst/>
          </a:prstGeom>
          <a:ln w="12700" cap="sq" cmpd="sng">
            <a:solidFill>
              <a:schemeClr val="tx1"/>
            </a:solidFill>
            <a:prstDash val="solid"/>
            <a:headEnd type="none" w="sm" len="sm"/>
            <a:tailEnd type="none" w="sm" len="sm"/>
          </a:ln>
        </p:spPr>
      </p:sp>
      <p:sp>
        <p:nvSpPr>
          <p:cNvPr id="23573" name="Text Box 28"/>
          <p:cNvSpPr txBox="1"/>
          <p:nvPr/>
        </p:nvSpPr>
        <p:spPr>
          <a:xfrm>
            <a:off x="1981200" y="0"/>
            <a:ext cx="838200" cy="519113"/>
          </a:xfrm>
          <a:prstGeom prst="rect">
            <a:avLst/>
          </a:prstGeom>
          <a:noFill/>
          <a:ln w="12700">
            <a:noFill/>
          </a:ln>
        </p:spPr>
        <p:txBody>
          <a:bodyPr>
            <a:spAutoFit/>
          </a:bodyPr>
          <a:lstStyle/>
          <a:p>
            <a:r>
              <a:rPr lang="en-US" altLang="zh-CN" b="0" i="0" dirty="0">
                <a:solidFill>
                  <a:schemeClr val="tx1"/>
                </a:solidFill>
                <a:latin typeface="Times New Roman" panose="02020603050405020304" pitchFamily="18" charset="0"/>
                <a:ea typeface="宋体" panose="02010600030101010101" pitchFamily="2" charset="-122"/>
              </a:rPr>
              <a:t>Ag</a:t>
            </a:r>
            <a:endParaRPr lang="en-US" altLang="zh-CN" sz="3200" b="0" i="0" dirty="0">
              <a:solidFill>
                <a:schemeClr val="tx1"/>
              </a:solidFill>
              <a:latin typeface="Times New Roman" panose="02020603050405020304" pitchFamily="18" charset="0"/>
              <a:ea typeface="宋体" panose="02010600030101010101" pitchFamily="2" charset="-122"/>
            </a:endParaRPr>
          </a:p>
        </p:txBody>
      </p:sp>
      <p:grpSp>
        <p:nvGrpSpPr>
          <p:cNvPr id="2" name="Group 29"/>
          <p:cNvGrpSpPr/>
          <p:nvPr/>
        </p:nvGrpSpPr>
        <p:grpSpPr>
          <a:xfrm>
            <a:off x="457200" y="3581400"/>
            <a:ext cx="8686800" cy="960438"/>
            <a:chOff x="288" y="2419"/>
            <a:chExt cx="5472" cy="605"/>
          </a:xfrm>
        </p:grpSpPr>
        <p:sp>
          <p:nvSpPr>
            <p:cNvPr id="23621" name="Text Box 30"/>
            <p:cNvSpPr txBox="1"/>
            <p:nvPr/>
          </p:nvSpPr>
          <p:spPr>
            <a:xfrm>
              <a:off x="1152" y="2419"/>
              <a:ext cx="1536"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1.77</a:t>
              </a:r>
              <a:r>
                <a:rPr lang="en-US" altLang="zh-CN" sz="3200" i="0" dirty="0">
                  <a:solidFill>
                    <a:srgbClr val="336600"/>
                  </a:solidFill>
                  <a:latin typeface="宋体" panose="02010600030101010101" pitchFamily="2" charset="-122"/>
                  <a:ea typeface="宋体" panose="02010600030101010101" pitchFamily="2" charset="-122"/>
                </a:rPr>
                <a:t>×10</a:t>
              </a:r>
              <a:r>
                <a:rPr lang="en-US" altLang="zh-CN" sz="3200" i="0" dirty="0">
                  <a:solidFill>
                    <a:srgbClr val="336600"/>
                  </a:solidFill>
                  <a:latin typeface="Times New Roman" panose="02020603050405020304" pitchFamily="18" charset="0"/>
                  <a:ea typeface="宋体" panose="02010600030101010101" pitchFamily="2" charset="-122"/>
                </a:rPr>
                <a:t> </a:t>
              </a:r>
              <a:r>
                <a:rPr lang="en-US" altLang="zh-CN" sz="3200" i="0" baseline="30000" dirty="0">
                  <a:solidFill>
                    <a:srgbClr val="336600"/>
                  </a:solidFill>
                  <a:latin typeface="Times New Roman" panose="02020603050405020304" pitchFamily="18" charset="0"/>
                  <a:ea typeface="宋体" panose="02010600030101010101" pitchFamily="2" charset="-122"/>
                </a:rPr>
                <a:t>-10</a:t>
              </a:r>
            </a:p>
          </p:txBody>
        </p:sp>
        <p:grpSp>
          <p:nvGrpSpPr>
            <p:cNvPr id="23622" name="Group 31"/>
            <p:cNvGrpSpPr/>
            <p:nvPr/>
          </p:nvGrpSpPr>
          <p:grpSpPr>
            <a:xfrm>
              <a:off x="288" y="2544"/>
              <a:ext cx="5472" cy="480"/>
              <a:chOff x="288" y="2544"/>
              <a:chExt cx="5472" cy="480"/>
            </a:xfrm>
          </p:grpSpPr>
          <p:sp>
            <p:nvSpPr>
              <p:cNvPr id="23623" name="Text Box 32"/>
              <p:cNvSpPr txBox="1"/>
              <p:nvPr/>
            </p:nvSpPr>
            <p:spPr>
              <a:xfrm>
                <a:off x="288" y="2544"/>
                <a:ext cx="5472" cy="365"/>
              </a:xfrm>
              <a:prstGeom prst="rect">
                <a:avLst/>
              </a:prstGeom>
              <a:noFill/>
              <a:ln w="9525">
                <a:noFill/>
              </a:ln>
            </p:spPr>
            <p:txBody>
              <a:bodyPr>
                <a:spAutoFit/>
              </a:bodyPr>
              <a:lstStyle/>
              <a:p>
                <a:r>
                  <a:rPr lang="en-US" altLang="zh-CN" sz="3200" dirty="0">
                    <a:solidFill>
                      <a:srgbClr val="336600"/>
                    </a:solidFill>
                    <a:latin typeface="Times New Roman" panose="02020603050405020304" pitchFamily="18" charset="0"/>
                    <a:ea typeface="宋体" panose="02010600030101010101" pitchFamily="2" charset="-122"/>
                  </a:rPr>
                  <a:t>c</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                     mol</a:t>
                </a:r>
                <a:r>
                  <a:rPr lang="en-US" altLang="zh-CN" sz="3200" i="0" dirty="0">
                    <a:solidFill>
                      <a:srgbClr val="3366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i="0" dirty="0">
                    <a:solidFill>
                      <a:srgbClr val="336600"/>
                    </a:solidFill>
                    <a:latin typeface="Times New Roman" panose="02020603050405020304" pitchFamily="18" charset="0"/>
                    <a:ea typeface="宋体" panose="02010600030101010101" pitchFamily="2" charset="-122"/>
                  </a:rPr>
                  <a:t>L</a:t>
                </a:r>
                <a:r>
                  <a:rPr lang="en-US" altLang="zh-CN" sz="3200" i="0" baseline="30000" dirty="0">
                    <a:solidFill>
                      <a:srgbClr val="336600"/>
                    </a:solidFill>
                    <a:latin typeface="Times New Roman" panose="02020603050405020304" pitchFamily="18" charset="0"/>
                    <a:ea typeface="宋体" panose="02010600030101010101" pitchFamily="2" charset="-122"/>
                  </a:rPr>
                  <a:t>-1 </a:t>
                </a:r>
                <a:r>
                  <a:rPr lang="en-US" altLang="zh-CN" sz="3200" i="0" dirty="0">
                    <a:solidFill>
                      <a:srgbClr val="336600"/>
                    </a:solidFill>
                    <a:latin typeface="Times New Roman" panose="02020603050405020304" pitchFamily="18" charset="0"/>
                    <a:ea typeface="宋体" panose="02010600030101010101" pitchFamily="2" charset="-122"/>
                  </a:rPr>
                  <a:t>= 1.77</a:t>
                </a:r>
                <a:r>
                  <a:rPr lang="en-US" altLang="zh-CN" sz="3200" i="0" dirty="0">
                    <a:solidFill>
                      <a:srgbClr val="336600"/>
                    </a:solidFill>
                    <a:latin typeface="宋体" panose="02010600030101010101" pitchFamily="2" charset="-122"/>
                    <a:ea typeface="宋体" panose="02010600030101010101" pitchFamily="2" charset="-122"/>
                  </a:rPr>
                  <a:t>×10</a:t>
                </a:r>
                <a:r>
                  <a:rPr lang="en-US" altLang="zh-CN" sz="3200" i="0" dirty="0">
                    <a:solidFill>
                      <a:srgbClr val="336600"/>
                    </a:solidFill>
                    <a:latin typeface="Times New Roman" panose="02020603050405020304" pitchFamily="18" charset="0"/>
                    <a:ea typeface="宋体" panose="02010600030101010101" pitchFamily="2" charset="-122"/>
                  </a:rPr>
                  <a:t> </a:t>
                </a:r>
                <a:r>
                  <a:rPr lang="en-US" altLang="zh-CN" sz="3200" i="0" baseline="30000" dirty="0">
                    <a:solidFill>
                      <a:srgbClr val="336600"/>
                    </a:solidFill>
                    <a:latin typeface="Times New Roman" panose="02020603050405020304" pitchFamily="18" charset="0"/>
                    <a:ea typeface="宋体" panose="02010600030101010101" pitchFamily="2" charset="-122"/>
                  </a:rPr>
                  <a:t>-10 </a:t>
                </a:r>
                <a:r>
                  <a:rPr lang="en-US" altLang="zh-CN" sz="3200" i="0" dirty="0">
                    <a:solidFill>
                      <a:srgbClr val="336600"/>
                    </a:solidFill>
                    <a:latin typeface="Times New Roman" panose="02020603050405020304" pitchFamily="18" charset="0"/>
                    <a:ea typeface="宋体" panose="02010600030101010101" pitchFamily="2" charset="-122"/>
                  </a:rPr>
                  <a:t>mol</a:t>
                </a:r>
                <a:r>
                  <a:rPr lang="en-US" altLang="zh-CN" sz="3200" i="0" dirty="0">
                    <a:solidFill>
                      <a:srgbClr val="336600"/>
                    </a:solidFill>
                    <a:latin typeface="Times New Roman" panose="02020603050405020304" pitchFamily="18" charset="0"/>
                    <a:ea typeface="宋体" panose="02010600030101010101" pitchFamily="2" charset="-122"/>
                    <a:sym typeface="Symbol" panose="05050102010706020507" pitchFamily="18" charset="2"/>
                  </a:rPr>
                  <a:t></a:t>
                </a:r>
                <a:r>
                  <a:rPr lang="en-US" altLang="zh-CN" sz="3200" i="0" dirty="0">
                    <a:solidFill>
                      <a:srgbClr val="336600"/>
                    </a:solidFill>
                    <a:latin typeface="Times New Roman" panose="02020603050405020304" pitchFamily="18" charset="0"/>
                    <a:ea typeface="宋体" panose="02010600030101010101" pitchFamily="2" charset="-122"/>
                  </a:rPr>
                  <a:t>L</a:t>
                </a:r>
                <a:r>
                  <a:rPr lang="en-US" altLang="zh-CN" sz="3200" i="0" baseline="30000" dirty="0">
                    <a:solidFill>
                      <a:srgbClr val="336600"/>
                    </a:solidFill>
                    <a:latin typeface="Times New Roman" panose="02020603050405020304" pitchFamily="18" charset="0"/>
                    <a:ea typeface="宋体" panose="02010600030101010101" pitchFamily="2" charset="-122"/>
                  </a:rPr>
                  <a:t>-1</a:t>
                </a:r>
                <a:r>
                  <a:rPr lang="en-US" altLang="zh-CN" sz="3200" i="0" dirty="0">
                    <a:solidFill>
                      <a:srgbClr val="336600"/>
                    </a:solidFill>
                    <a:latin typeface="Times New Roman" panose="02020603050405020304" pitchFamily="18" charset="0"/>
                    <a:ea typeface="宋体" panose="02010600030101010101" pitchFamily="2" charset="-122"/>
                  </a:rPr>
                  <a:t> </a:t>
                </a:r>
              </a:p>
            </p:txBody>
          </p:sp>
          <p:grpSp>
            <p:nvGrpSpPr>
              <p:cNvPr id="23624" name="Group 33"/>
              <p:cNvGrpSpPr/>
              <p:nvPr/>
            </p:nvGrpSpPr>
            <p:grpSpPr>
              <a:xfrm>
                <a:off x="1200" y="2659"/>
                <a:ext cx="1296" cy="365"/>
                <a:chOff x="1200" y="2659"/>
                <a:chExt cx="1296" cy="365"/>
              </a:xfrm>
            </p:grpSpPr>
            <p:sp>
              <p:nvSpPr>
                <p:cNvPr id="23625" name="Text Box 34"/>
                <p:cNvSpPr txBox="1"/>
                <p:nvPr/>
              </p:nvSpPr>
              <p:spPr>
                <a:xfrm>
                  <a:off x="1536" y="2659"/>
                  <a:ext cx="720"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1.00</a:t>
                  </a:r>
                </a:p>
              </p:txBody>
            </p:sp>
            <p:sp>
              <p:nvSpPr>
                <p:cNvPr id="23626" name="Line 35"/>
                <p:cNvSpPr/>
                <p:nvPr/>
              </p:nvSpPr>
              <p:spPr>
                <a:xfrm>
                  <a:off x="1200" y="2736"/>
                  <a:ext cx="1296" cy="0"/>
                </a:xfrm>
                <a:prstGeom prst="line">
                  <a:avLst/>
                </a:prstGeom>
                <a:ln w="28575" cap="flat" cmpd="sng">
                  <a:solidFill>
                    <a:schemeClr val="tx1"/>
                  </a:solidFill>
                  <a:prstDash val="solid"/>
                  <a:headEnd type="none" w="med" len="med"/>
                  <a:tailEnd type="none" w="med" len="med"/>
                </a:ln>
              </p:spPr>
            </p:sp>
          </p:grpSp>
        </p:grpSp>
      </p:grpSp>
      <p:grpSp>
        <p:nvGrpSpPr>
          <p:cNvPr id="5" name="Group 36"/>
          <p:cNvGrpSpPr/>
          <p:nvPr/>
        </p:nvGrpSpPr>
        <p:grpSpPr>
          <a:xfrm>
            <a:off x="533400" y="1752600"/>
            <a:ext cx="8610600" cy="655638"/>
            <a:chOff x="336" y="1440"/>
            <a:chExt cx="5424" cy="413"/>
          </a:xfrm>
        </p:grpSpPr>
        <p:grpSp>
          <p:nvGrpSpPr>
            <p:cNvPr id="23611" name="Group 37"/>
            <p:cNvGrpSpPr/>
            <p:nvPr/>
          </p:nvGrpSpPr>
          <p:grpSpPr>
            <a:xfrm>
              <a:off x="336" y="1440"/>
              <a:ext cx="5424" cy="413"/>
              <a:chOff x="384" y="1440"/>
              <a:chExt cx="5376" cy="413"/>
            </a:xfrm>
          </p:grpSpPr>
          <p:sp>
            <p:nvSpPr>
              <p:cNvPr id="23619" name="Text Box 38"/>
              <p:cNvSpPr txBox="1"/>
              <p:nvPr/>
            </p:nvSpPr>
            <p:spPr>
              <a:xfrm>
                <a:off x="384" y="1440"/>
                <a:ext cx="576" cy="365"/>
              </a:xfrm>
              <a:prstGeom prst="rect">
                <a:avLst/>
              </a:prstGeom>
              <a:noFill/>
              <a:ln w="9525">
                <a:noFill/>
              </a:ln>
            </p:spPr>
            <p:txBody>
              <a:bodyPr>
                <a:spAutoFit/>
              </a:bodyPr>
              <a:lstStyle/>
              <a:p>
                <a:r>
                  <a:rPr lang="zh-CN" altLang="en-US" sz="3200" i="0" dirty="0">
                    <a:latin typeface="Times New Roman" panose="02020603050405020304" pitchFamily="18" charset="0"/>
                    <a:ea typeface="幼圆" panose="02010509060101010101" pitchFamily="49" charset="-122"/>
                  </a:rPr>
                  <a:t>解</a:t>
                </a:r>
                <a:r>
                  <a:rPr lang="en-US" altLang="zh-CN" sz="3200" i="0" dirty="0">
                    <a:latin typeface="Times New Roman" panose="02020603050405020304" pitchFamily="18" charset="0"/>
                    <a:ea typeface="幼圆" panose="02010509060101010101" pitchFamily="49" charset="-122"/>
                  </a:rPr>
                  <a:t>:</a:t>
                </a:r>
              </a:p>
            </p:txBody>
          </p:sp>
          <p:sp>
            <p:nvSpPr>
              <p:cNvPr id="23620" name="Text Box 39"/>
              <p:cNvSpPr txBox="1"/>
              <p:nvPr/>
            </p:nvSpPr>
            <p:spPr>
              <a:xfrm>
                <a:off x="816" y="1488"/>
                <a:ext cx="4944" cy="365"/>
              </a:xfrm>
              <a:prstGeom prst="rect">
                <a:avLst/>
              </a:prstGeom>
              <a:noFill/>
              <a:ln w="9525">
                <a:noFill/>
              </a:ln>
            </p:spPr>
            <p:txBody>
              <a:bodyPr>
                <a:spAutoFit/>
              </a:bodyPr>
              <a:lstStyle/>
              <a:p>
                <a:pPr algn="just"/>
                <a:r>
                  <a:rPr lang="zh-CN" altLang="en-US" sz="3200" i="0" dirty="0">
                    <a:solidFill>
                      <a:srgbClr val="336600"/>
                    </a:solidFill>
                    <a:latin typeface="Times New Roman" panose="02020603050405020304" pitchFamily="18" charset="0"/>
                    <a:ea typeface="幼圆" panose="02010509060101010101" pitchFamily="49" charset="-122"/>
                  </a:rPr>
                  <a:t>沉淀反应</a:t>
                </a:r>
                <a:r>
                  <a:rPr lang="zh-CN" altLang="en-US" sz="3200" i="0" dirty="0">
                    <a:solidFill>
                      <a:srgbClr val="336600"/>
                    </a:solidFill>
                    <a:latin typeface="Times New Roman" panose="02020603050405020304" pitchFamily="18" charset="0"/>
                    <a:ea typeface="宋体" panose="02010600030101010101" pitchFamily="2" charset="-122"/>
                  </a:rPr>
                  <a:t>     </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 + Cl</a:t>
                </a:r>
                <a:r>
                  <a:rPr lang="en-US" altLang="zh-CN" sz="3200" i="0" baseline="30000" dirty="0">
                    <a:solidFill>
                      <a:srgbClr val="336600"/>
                    </a:solidFill>
                    <a:latin typeface="Times New Roman" panose="02020603050405020304" pitchFamily="18" charset="0"/>
                    <a:ea typeface="宋体" panose="02010600030101010101" pitchFamily="2" charset="-122"/>
                  </a:rPr>
                  <a:t>-             </a:t>
                </a:r>
                <a:r>
                  <a:rPr lang="en-US" altLang="zh-CN" sz="3200" i="0" dirty="0">
                    <a:solidFill>
                      <a:srgbClr val="336600"/>
                    </a:solidFill>
                    <a:latin typeface="Times New Roman" panose="02020603050405020304" pitchFamily="18" charset="0"/>
                    <a:ea typeface="宋体" panose="02010600030101010101" pitchFamily="2" charset="-122"/>
                  </a:rPr>
                  <a:t>AgCl</a:t>
                </a:r>
                <a:r>
                  <a:rPr lang="en-US" altLang="zh-CN" sz="3200" i="0" dirty="0">
                    <a:solidFill>
                      <a:srgbClr val="336600"/>
                    </a:solidFill>
                    <a:latin typeface="Times New Roman" panose="02020603050405020304" pitchFamily="18" charset="0"/>
                    <a:ea typeface="Arial Unicode MS" panose="020B0604020202020204" charset="-122"/>
                  </a:rPr>
                  <a:t>↓</a:t>
                </a:r>
              </a:p>
            </p:txBody>
          </p:sp>
        </p:grpSp>
        <p:grpSp>
          <p:nvGrpSpPr>
            <p:cNvPr id="23612" name="Group 40"/>
            <p:cNvGrpSpPr/>
            <p:nvPr/>
          </p:nvGrpSpPr>
          <p:grpSpPr>
            <a:xfrm>
              <a:off x="3303" y="1628"/>
              <a:ext cx="374" cy="124"/>
              <a:chOff x="703" y="4080"/>
              <a:chExt cx="278" cy="93"/>
            </a:xfrm>
          </p:grpSpPr>
          <p:grpSp>
            <p:nvGrpSpPr>
              <p:cNvPr id="23613" name="Group 41"/>
              <p:cNvGrpSpPr/>
              <p:nvPr/>
            </p:nvGrpSpPr>
            <p:grpSpPr>
              <a:xfrm>
                <a:off x="703" y="4080"/>
                <a:ext cx="272" cy="30"/>
                <a:chOff x="703" y="4080"/>
                <a:chExt cx="272" cy="30"/>
              </a:xfrm>
            </p:grpSpPr>
            <p:sp>
              <p:nvSpPr>
                <p:cNvPr id="23617" name="Line 42"/>
                <p:cNvSpPr/>
                <p:nvPr/>
              </p:nvSpPr>
              <p:spPr>
                <a:xfrm flipV="1">
                  <a:off x="703" y="4110"/>
                  <a:ext cx="272" cy="0"/>
                </a:xfrm>
                <a:prstGeom prst="line">
                  <a:avLst/>
                </a:prstGeom>
                <a:ln w="19050" cap="flat" cmpd="sng">
                  <a:solidFill>
                    <a:schemeClr val="tx1"/>
                  </a:solidFill>
                  <a:prstDash val="solid"/>
                  <a:headEnd type="none" w="med" len="med"/>
                  <a:tailEnd type="none" w="med" len="med"/>
                </a:ln>
              </p:spPr>
            </p:sp>
            <p:sp>
              <p:nvSpPr>
                <p:cNvPr id="23618" name="Line 43"/>
                <p:cNvSpPr/>
                <p:nvPr/>
              </p:nvSpPr>
              <p:spPr>
                <a:xfrm>
                  <a:off x="930" y="4080"/>
                  <a:ext cx="45" cy="23"/>
                </a:xfrm>
                <a:prstGeom prst="line">
                  <a:avLst/>
                </a:prstGeom>
                <a:ln w="19050" cap="flat" cmpd="sng">
                  <a:solidFill>
                    <a:schemeClr val="tx1"/>
                  </a:solidFill>
                  <a:prstDash val="solid"/>
                  <a:headEnd type="none" w="med" len="med"/>
                  <a:tailEnd type="none" w="med" len="med"/>
                </a:ln>
              </p:spPr>
            </p:sp>
          </p:grpSp>
          <p:grpSp>
            <p:nvGrpSpPr>
              <p:cNvPr id="23614" name="Group 44"/>
              <p:cNvGrpSpPr/>
              <p:nvPr/>
            </p:nvGrpSpPr>
            <p:grpSpPr>
              <a:xfrm flipH="1" flipV="1">
                <a:off x="709" y="4143"/>
                <a:ext cx="272" cy="30"/>
                <a:chOff x="703" y="4080"/>
                <a:chExt cx="272" cy="30"/>
              </a:xfrm>
            </p:grpSpPr>
            <p:sp>
              <p:nvSpPr>
                <p:cNvPr id="23615" name="Line 45"/>
                <p:cNvSpPr/>
                <p:nvPr/>
              </p:nvSpPr>
              <p:spPr>
                <a:xfrm flipV="1">
                  <a:off x="703" y="4110"/>
                  <a:ext cx="272" cy="0"/>
                </a:xfrm>
                <a:prstGeom prst="line">
                  <a:avLst/>
                </a:prstGeom>
                <a:ln w="19050" cap="flat" cmpd="sng">
                  <a:solidFill>
                    <a:schemeClr val="tx1"/>
                  </a:solidFill>
                  <a:prstDash val="solid"/>
                  <a:headEnd type="none" w="med" len="med"/>
                  <a:tailEnd type="none" w="med" len="med"/>
                </a:ln>
              </p:spPr>
            </p:sp>
            <p:sp>
              <p:nvSpPr>
                <p:cNvPr id="23616" name="Line 46"/>
                <p:cNvSpPr/>
                <p:nvPr/>
              </p:nvSpPr>
              <p:spPr>
                <a:xfrm>
                  <a:off x="930" y="4080"/>
                  <a:ext cx="45" cy="23"/>
                </a:xfrm>
                <a:prstGeom prst="line">
                  <a:avLst/>
                </a:prstGeom>
                <a:ln w="19050" cap="flat" cmpd="sng">
                  <a:solidFill>
                    <a:schemeClr val="tx1"/>
                  </a:solidFill>
                  <a:prstDash val="solid"/>
                  <a:headEnd type="none" w="med" len="med"/>
                  <a:tailEnd type="none" w="med" len="med"/>
                </a:ln>
              </p:spPr>
            </p:sp>
          </p:grpSp>
        </p:grpSp>
      </p:grpSp>
      <p:grpSp>
        <p:nvGrpSpPr>
          <p:cNvPr id="10" name="Group 47"/>
          <p:cNvGrpSpPr/>
          <p:nvPr/>
        </p:nvGrpSpPr>
        <p:grpSpPr>
          <a:xfrm>
            <a:off x="2057400" y="2514600"/>
            <a:ext cx="4537075" cy="1023938"/>
            <a:chOff x="1247" y="1842"/>
            <a:chExt cx="2858" cy="645"/>
          </a:xfrm>
        </p:grpSpPr>
        <p:sp>
          <p:nvSpPr>
            <p:cNvPr id="23598" name="Text Box 48"/>
            <p:cNvSpPr txBox="1"/>
            <p:nvPr/>
          </p:nvSpPr>
          <p:spPr>
            <a:xfrm>
              <a:off x="2448" y="1977"/>
              <a:ext cx="288" cy="231"/>
            </a:xfrm>
            <a:prstGeom prst="rect">
              <a:avLst/>
            </a:prstGeom>
            <a:noFill/>
            <a:ln w="9525">
              <a:noFill/>
            </a:ln>
          </p:spPr>
          <p:txBody>
            <a:bodyPr>
              <a:spAutoFit/>
            </a:bodyPr>
            <a:lstStyle/>
            <a:p>
              <a:r>
                <a:rPr lang="en-US" altLang="zh-CN" sz="1800" i="0" dirty="0">
                  <a:solidFill>
                    <a:srgbClr val="336600"/>
                  </a:solidFill>
                  <a:latin typeface="Times New Roman" panose="02020603050405020304" pitchFamily="18" charset="0"/>
                  <a:ea typeface="Arial Unicode MS" panose="020B0604020202020204" charset="-122"/>
                </a:rPr>
                <a:t>sp</a:t>
              </a:r>
            </a:p>
          </p:txBody>
        </p:sp>
        <p:sp>
          <p:nvSpPr>
            <p:cNvPr id="23599" name="Text Box 49"/>
            <p:cNvSpPr txBox="1"/>
            <p:nvPr/>
          </p:nvSpPr>
          <p:spPr>
            <a:xfrm>
              <a:off x="2255" y="1872"/>
              <a:ext cx="240" cy="365"/>
            </a:xfrm>
            <a:prstGeom prst="rect">
              <a:avLst/>
            </a:prstGeom>
            <a:noFill/>
            <a:ln w="9525">
              <a:noFill/>
            </a:ln>
          </p:spPr>
          <p:txBody>
            <a:bodyPr>
              <a:spAutoFit/>
            </a:bodyPr>
            <a:lstStyle/>
            <a:p>
              <a:r>
                <a:rPr lang="en-US" altLang="zh-CN" sz="3200" dirty="0">
                  <a:solidFill>
                    <a:srgbClr val="336600"/>
                  </a:solidFill>
                  <a:latin typeface="Times New Roman" panose="02020603050405020304" pitchFamily="18" charset="0"/>
                  <a:ea typeface="宋体" panose="02010600030101010101" pitchFamily="2" charset="-122"/>
                </a:rPr>
                <a:t>K</a:t>
              </a:r>
              <a:endParaRPr lang="en-US" altLang="zh-CN" sz="3200" i="0" baseline="-30000" dirty="0">
                <a:solidFill>
                  <a:srgbClr val="336600"/>
                </a:solidFill>
                <a:latin typeface="Times New Roman" panose="02020603050405020304" pitchFamily="18" charset="0"/>
                <a:ea typeface="宋体" panose="02010600030101010101" pitchFamily="2" charset="-122"/>
              </a:endParaRPr>
            </a:p>
          </p:txBody>
        </p:sp>
        <p:grpSp>
          <p:nvGrpSpPr>
            <p:cNvPr id="23600" name="Group 50"/>
            <p:cNvGrpSpPr/>
            <p:nvPr/>
          </p:nvGrpSpPr>
          <p:grpSpPr>
            <a:xfrm>
              <a:off x="1247" y="1945"/>
              <a:ext cx="2586" cy="542"/>
              <a:chOff x="1248" y="1945"/>
              <a:chExt cx="2586" cy="542"/>
            </a:xfrm>
          </p:grpSpPr>
          <p:sp>
            <p:nvSpPr>
              <p:cNvPr id="23605" name="Text Box 51"/>
              <p:cNvSpPr txBox="1"/>
              <p:nvPr/>
            </p:nvSpPr>
            <p:spPr>
              <a:xfrm>
                <a:off x="1248" y="1990"/>
                <a:ext cx="1152" cy="365"/>
              </a:xfrm>
              <a:prstGeom prst="rect">
                <a:avLst/>
              </a:prstGeom>
              <a:noFill/>
              <a:ln w="9525">
                <a:noFill/>
              </a:ln>
            </p:spPr>
            <p:txBody>
              <a:bodyPr>
                <a:spAutoFit/>
              </a:bodyPr>
              <a:lstStyle/>
              <a:p>
                <a:r>
                  <a:rPr lang="en-US" altLang="zh-CN" sz="3200" dirty="0">
                    <a:solidFill>
                      <a:srgbClr val="336600"/>
                    </a:solidFill>
                    <a:latin typeface="Times New Roman" panose="02020603050405020304" pitchFamily="18" charset="0"/>
                    <a:ea typeface="宋体" panose="02010600030101010101" pitchFamily="2" charset="-122"/>
                  </a:rPr>
                  <a:t> c</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3606" name="Text Box 52"/>
              <p:cNvSpPr txBox="1"/>
              <p:nvPr/>
            </p:nvSpPr>
            <p:spPr>
              <a:xfrm>
                <a:off x="2736" y="2160"/>
                <a:ext cx="672" cy="327"/>
              </a:xfrm>
              <a:prstGeom prst="rect">
                <a:avLst/>
              </a:prstGeom>
              <a:noFill/>
              <a:ln w="9525">
                <a:noFill/>
              </a:ln>
            </p:spPr>
            <p:txBody>
              <a:bodyPr>
                <a:spAutoFit/>
              </a:bodyPr>
              <a:lstStyle/>
              <a:p>
                <a:r>
                  <a:rPr lang="en-US" altLang="zh-CN" dirty="0">
                    <a:solidFill>
                      <a:srgbClr val="336600"/>
                    </a:solidFill>
                    <a:latin typeface="Times New Roman" panose="02020603050405020304" pitchFamily="18" charset="0"/>
                    <a:ea typeface="宋体" panose="02010600030101010101" pitchFamily="2" charset="-122"/>
                  </a:rPr>
                  <a:t>c</a:t>
                </a:r>
                <a:r>
                  <a:rPr lang="en-US" altLang="zh-CN" i="0" dirty="0">
                    <a:solidFill>
                      <a:srgbClr val="336600"/>
                    </a:solidFill>
                    <a:latin typeface="Times New Roman" panose="02020603050405020304" pitchFamily="18" charset="0"/>
                    <a:ea typeface="宋体" panose="02010600030101010101" pitchFamily="2" charset="-122"/>
                  </a:rPr>
                  <a:t>(Cl</a:t>
                </a:r>
                <a:r>
                  <a:rPr lang="en-US" altLang="zh-CN" i="0" baseline="30000" dirty="0">
                    <a:solidFill>
                      <a:srgbClr val="336600"/>
                    </a:solidFill>
                    <a:latin typeface="Times New Roman" panose="02020603050405020304" pitchFamily="18" charset="0"/>
                    <a:ea typeface="宋体" panose="02010600030101010101" pitchFamily="2" charset="-122"/>
                  </a:rPr>
                  <a:t>-</a:t>
                </a:r>
                <a:r>
                  <a:rPr lang="en-US" altLang="zh-CN" i="0" dirty="0">
                    <a:solidFill>
                      <a:srgbClr val="336600"/>
                    </a:solidFill>
                    <a:latin typeface="Times New Roman" panose="02020603050405020304" pitchFamily="18" charset="0"/>
                    <a:ea typeface="宋体" panose="02010600030101010101" pitchFamily="2" charset="-122"/>
                  </a:rPr>
                  <a:t>)</a:t>
                </a:r>
              </a:p>
            </p:txBody>
          </p:sp>
          <p:sp>
            <p:nvSpPr>
              <p:cNvPr id="23607" name="Line 53"/>
              <p:cNvSpPr/>
              <p:nvPr/>
            </p:nvSpPr>
            <p:spPr>
              <a:xfrm>
                <a:off x="2256" y="2185"/>
                <a:ext cx="1578" cy="0"/>
              </a:xfrm>
              <a:prstGeom prst="line">
                <a:avLst/>
              </a:prstGeom>
              <a:ln w="28575" cap="flat" cmpd="sng">
                <a:solidFill>
                  <a:schemeClr val="tx1"/>
                </a:solidFill>
                <a:prstDash val="solid"/>
                <a:headEnd type="none" w="med" len="med"/>
                <a:tailEnd type="none" w="med" len="med"/>
              </a:ln>
            </p:spPr>
          </p:sp>
          <p:grpSp>
            <p:nvGrpSpPr>
              <p:cNvPr id="23608" name="Group 54"/>
              <p:cNvGrpSpPr/>
              <p:nvPr/>
            </p:nvGrpSpPr>
            <p:grpSpPr>
              <a:xfrm>
                <a:off x="2562" y="1945"/>
                <a:ext cx="73" cy="73"/>
                <a:chOff x="528" y="1344"/>
                <a:chExt cx="96" cy="96"/>
              </a:xfrm>
            </p:grpSpPr>
            <p:sp>
              <p:nvSpPr>
                <p:cNvPr id="23609" name="Oval 55"/>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610" name="Line 56"/>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sp>
          <p:nvSpPr>
            <p:cNvPr id="23601" name="Text Box 57"/>
            <p:cNvSpPr txBox="1"/>
            <p:nvPr/>
          </p:nvSpPr>
          <p:spPr>
            <a:xfrm>
              <a:off x="2607" y="1842"/>
              <a:ext cx="1498"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(AgCl)·</a:t>
              </a:r>
              <a:r>
                <a:rPr lang="en-US" altLang="zh-CN" i="0" dirty="0">
                  <a:solidFill>
                    <a:srgbClr val="336600"/>
                  </a:solidFill>
                  <a:latin typeface="Times New Roman" panose="02020603050405020304" pitchFamily="18" charset="0"/>
                  <a:ea typeface="宋体" panose="02010600030101010101" pitchFamily="2" charset="-122"/>
                </a:rPr>
                <a:t>{</a:t>
              </a:r>
              <a:r>
                <a:rPr lang="en-US" altLang="zh-CN" sz="3200" dirty="0">
                  <a:solidFill>
                    <a:srgbClr val="336600"/>
                  </a:solidFill>
                  <a:latin typeface="Times New Roman" panose="02020603050405020304" pitchFamily="18" charset="0"/>
                  <a:ea typeface="宋体" panose="02010600030101010101" pitchFamily="2" charset="-122"/>
                </a:rPr>
                <a:t>c</a:t>
              </a:r>
              <a:r>
                <a:rPr lang="en-US" altLang="zh-CN" sz="3200" i="0" dirty="0">
                  <a:solidFill>
                    <a:srgbClr val="336600"/>
                  </a:solidFill>
                  <a:latin typeface="Times New Roman" panose="02020603050405020304" pitchFamily="18" charset="0"/>
                  <a:ea typeface="宋体" panose="02010600030101010101" pitchFamily="2" charset="-122"/>
                </a:rPr>
                <a:t>  </a:t>
              </a:r>
              <a:r>
                <a:rPr lang="en-US" altLang="zh-CN" i="0" dirty="0">
                  <a:solidFill>
                    <a:srgbClr val="336600"/>
                  </a:solidFill>
                  <a:latin typeface="Times New Roman" panose="02020603050405020304" pitchFamily="18" charset="0"/>
                  <a:ea typeface="宋体" panose="02010600030101010101" pitchFamily="2" charset="-122"/>
                </a:rPr>
                <a:t>}</a:t>
              </a:r>
              <a:r>
                <a:rPr lang="en-US" altLang="zh-CN" sz="3200" i="0" baseline="30000" dirty="0">
                  <a:solidFill>
                    <a:srgbClr val="336600"/>
                  </a:solidFill>
                  <a:latin typeface="Times New Roman" panose="02020603050405020304" pitchFamily="18" charset="0"/>
                  <a:ea typeface="宋体" panose="02010600030101010101" pitchFamily="2" charset="-122"/>
                </a:rPr>
                <a:t>2</a:t>
              </a:r>
            </a:p>
          </p:txBody>
        </p:sp>
        <p:grpSp>
          <p:nvGrpSpPr>
            <p:cNvPr id="23602" name="Group 58"/>
            <p:cNvGrpSpPr/>
            <p:nvPr/>
          </p:nvGrpSpPr>
          <p:grpSpPr>
            <a:xfrm>
              <a:off x="3702" y="1956"/>
              <a:ext cx="73" cy="73"/>
              <a:chOff x="528" y="1344"/>
              <a:chExt cx="96" cy="96"/>
            </a:xfrm>
          </p:grpSpPr>
          <p:sp>
            <p:nvSpPr>
              <p:cNvPr id="23603" name="Oval 59"/>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604" name="Line 60"/>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nvGrpSpPr>
          <p:cNvPr id="14" name="Group 61"/>
          <p:cNvGrpSpPr/>
          <p:nvPr/>
        </p:nvGrpSpPr>
        <p:grpSpPr>
          <a:xfrm>
            <a:off x="304800" y="4419600"/>
            <a:ext cx="8553450" cy="2093913"/>
            <a:chOff x="228" y="2886"/>
            <a:chExt cx="5388" cy="1319"/>
          </a:xfrm>
        </p:grpSpPr>
        <p:sp>
          <p:nvSpPr>
            <p:cNvPr id="23578" name="Text Box 62"/>
            <p:cNvSpPr txBox="1"/>
            <p:nvPr/>
          </p:nvSpPr>
          <p:spPr>
            <a:xfrm>
              <a:off x="1440" y="3840"/>
              <a:ext cx="1488"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 +0.22V</a:t>
              </a:r>
              <a:endParaRPr lang="en-US" altLang="zh-CN" sz="2400" i="0" dirty="0">
                <a:solidFill>
                  <a:srgbClr val="336600"/>
                </a:solidFill>
                <a:latin typeface="Times New Roman" panose="02020603050405020304" pitchFamily="18" charset="0"/>
                <a:ea typeface="宋体" panose="02010600030101010101" pitchFamily="2" charset="-122"/>
              </a:endParaRPr>
            </a:p>
          </p:txBody>
        </p:sp>
        <p:grpSp>
          <p:nvGrpSpPr>
            <p:cNvPr id="23579" name="Group 63"/>
            <p:cNvGrpSpPr/>
            <p:nvPr/>
          </p:nvGrpSpPr>
          <p:grpSpPr>
            <a:xfrm>
              <a:off x="1440" y="3379"/>
              <a:ext cx="4176" cy="605"/>
              <a:chOff x="1440" y="3235"/>
              <a:chExt cx="4176" cy="605"/>
            </a:xfrm>
          </p:grpSpPr>
          <p:sp>
            <p:nvSpPr>
              <p:cNvPr id="23594" name="Text Box 64"/>
              <p:cNvSpPr txBox="1"/>
              <p:nvPr/>
            </p:nvSpPr>
            <p:spPr>
              <a:xfrm>
                <a:off x="1440" y="3360"/>
                <a:ext cx="4176"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 +0.7991V +                 lg(1.77</a:t>
                </a:r>
                <a:r>
                  <a:rPr lang="en-US" altLang="zh-CN" sz="3200" i="0" dirty="0">
                    <a:solidFill>
                      <a:srgbClr val="336600"/>
                    </a:solidFill>
                    <a:latin typeface="宋体" panose="02010600030101010101" pitchFamily="2" charset="-122"/>
                    <a:ea typeface="宋体" panose="02010600030101010101" pitchFamily="2" charset="-122"/>
                  </a:rPr>
                  <a:t>×10</a:t>
                </a:r>
                <a:r>
                  <a:rPr lang="en-US" altLang="zh-CN" sz="3200" i="0" baseline="30000" dirty="0">
                    <a:solidFill>
                      <a:srgbClr val="336600"/>
                    </a:solidFill>
                    <a:latin typeface="Times New Roman" panose="02020603050405020304" pitchFamily="18" charset="0"/>
                    <a:ea typeface="宋体" panose="02010600030101010101" pitchFamily="2" charset="-122"/>
                  </a:rPr>
                  <a:t>–10</a:t>
                </a: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3595" name="Text Box 65"/>
              <p:cNvSpPr txBox="1"/>
              <p:nvPr/>
            </p:nvSpPr>
            <p:spPr>
              <a:xfrm>
                <a:off x="2999" y="3235"/>
                <a:ext cx="1081"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0.0592V</a:t>
                </a:r>
                <a:endParaRPr lang="en-US" altLang="zh-CN" sz="3200" i="0" baseline="30000" dirty="0">
                  <a:solidFill>
                    <a:srgbClr val="336600"/>
                  </a:solidFill>
                  <a:latin typeface="Times New Roman" panose="02020603050405020304" pitchFamily="18" charset="0"/>
                  <a:ea typeface="宋体" panose="02010600030101010101" pitchFamily="2" charset="-122"/>
                </a:endParaRPr>
              </a:p>
            </p:txBody>
          </p:sp>
          <p:sp>
            <p:nvSpPr>
              <p:cNvPr id="23596" name="Text Box 66"/>
              <p:cNvSpPr txBox="1"/>
              <p:nvPr/>
            </p:nvSpPr>
            <p:spPr>
              <a:xfrm>
                <a:off x="3383" y="3475"/>
                <a:ext cx="313"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1</a:t>
                </a:r>
              </a:p>
            </p:txBody>
          </p:sp>
          <p:sp>
            <p:nvSpPr>
              <p:cNvPr id="23597" name="Line 67"/>
              <p:cNvSpPr/>
              <p:nvPr/>
            </p:nvSpPr>
            <p:spPr>
              <a:xfrm>
                <a:off x="3024" y="3552"/>
                <a:ext cx="1008" cy="0"/>
              </a:xfrm>
              <a:prstGeom prst="line">
                <a:avLst/>
              </a:prstGeom>
              <a:ln w="38100" cap="flat" cmpd="sng">
                <a:solidFill>
                  <a:schemeClr val="tx1"/>
                </a:solidFill>
                <a:prstDash val="solid"/>
                <a:headEnd type="none" w="med" len="med"/>
                <a:tailEnd type="none" w="med" len="med"/>
              </a:ln>
            </p:spPr>
          </p:sp>
        </p:grpSp>
        <p:grpSp>
          <p:nvGrpSpPr>
            <p:cNvPr id="23580" name="Group 68"/>
            <p:cNvGrpSpPr/>
            <p:nvPr/>
          </p:nvGrpSpPr>
          <p:grpSpPr>
            <a:xfrm>
              <a:off x="228" y="2886"/>
              <a:ext cx="5232" cy="566"/>
              <a:chOff x="228" y="2886"/>
              <a:chExt cx="5232" cy="566"/>
            </a:xfrm>
          </p:grpSpPr>
          <p:grpSp>
            <p:nvGrpSpPr>
              <p:cNvPr id="23581" name="Group 69"/>
              <p:cNvGrpSpPr/>
              <p:nvPr/>
            </p:nvGrpSpPr>
            <p:grpSpPr>
              <a:xfrm>
                <a:off x="228" y="2886"/>
                <a:ext cx="5232" cy="566"/>
                <a:chOff x="240" y="2880"/>
                <a:chExt cx="5232" cy="566"/>
              </a:xfrm>
            </p:grpSpPr>
            <p:sp>
              <p:nvSpPr>
                <p:cNvPr id="23588" name="Text Box 70"/>
                <p:cNvSpPr txBox="1"/>
                <p:nvPr/>
              </p:nvSpPr>
              <p:spPr>
                <a:xfrm>
                  <a:off x="3121" y="2880"/>
                  <a:ext cx="863" cy="365"/>
                </a:xfrm>
                <a:prstGeom prst="rect">
                  <a:avLst/>
                </a:prstGeom>
                <a:noFill/>
                <a:ln w="9525">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0.0592</a:t>
                  </a: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baseline="30000" dirty="0">
                    <a:solidFill>
                      <a:srgbClr val="336600"/>
                    </a:solidFill>
                    <a:latin typeface="Times New Roman" panose="02020603050405020304" pitchFamily="18" charset="0"/>
                    <a:ea typeface="宋体" panose="02010600030101010101" pitchFamily="2" charset="-122"/>
                  </a:endParaRPr>
                </a:p>
              </p:txBody>
            </p:sp>
            <p:grpSp>
              <p:nvGrpSpPr>
                <p:cNvPr id="23589" name="Group 71"/>
                <p:cNvGrpSpPr/>
                <p:nvPr/>
              </p:nvGrpSpPr>
              <p:grpSpPr>
                <a:xfrm>
                  <a:off x="240" y="2995"/>
                  <a:ext cx="5232" cy="451"/>
                  <a:chOff x="240" y="2995"/>
                  <a:chExt cx="5232" cy="451"/>
                </a:xfrm>
              </p:grpSpPr>
              <p:grpSp>
                <p:nvGrpSpPr>
                  <p:cNvPr id="23590" name="Group 72"/>
                  <p:cNvGrpSpPr/>
                  <p:nvPr/>
                </p:nvGrpSpPr>
                <p:grpSpPr>
                  <a:xfrm>
                    <a:off x="240" y="2995"/>
                    <a:ext cx="5232" cy="451"/>
                    <a:chOff x="432" y="2947"/>
                    <a:chExt cx="5232" cy="451"/>
                  </a:xfrm>
                </p:grpSpPr>
                <p:sp>
                  <p:nvSpPr>
                    <p:cNvPr id="23592" name="Text Box 73"/>
                    <p:cNvSpPr txBox="1"/>
                    <p:nvPr/>
                  </p:nvSpPr>
                  <p:spPr>
                    <a:xfrm>
                      <a:off x="3589" y="3033"/>
                      <a:ext cx="299" cy="365"/>
                    </a:xfrm>
                    <a:prstGeom prst="rect">
                      <a:avLst/>
                    </a:prstGeom>
                    <a:noFill/>
                    <a:ln w="9525">
                      <a:noFill/>
                    </a:ln>
                  </p:spPr>
                  <p:txBody>
                    <a:bodyPr>
                      <a:spAutoFit/>
                    </a:bodyPr>
                    <a:lstStyle/>
                    <a:p>
                      <a:r>
                        <a:rPr lang="en-US" altLang="zh-CN" sz="3200" dirty="0">
                          <a:solidFill>
                            <a:srgbClr val="336600"/>
                          </a:solidFill>
                          <a:latin typeface="宋体" panose="02010600030101010101" pitchFamily="2" charset="-122"/>
                          <a:ea typeface="宋体" panose="02010600030101010101" pitchFamily="2" charset="-122"/>
                        </a:rPr>
                        <a:t>z</a:t>
                      </a:r>
                      <a:endParaRPr lang="en-US" altLang="zh-CN" sz="3200" dirty="0">
                        <a:solidFill>
                          <a:srgbClr val="336600"/>
                        </a:solidFill>
                        <a:latin typeface="Times New Roman" panose="02020603050405020304" pitchFamily="18" charset="0"/>
                        <a:ea typeface="宋体" panose="02010600030101010101" pitchFamily="2" charset="-122"/>
                      </a:endParaRPr>
                    </a:p>
                  </p:txBody>
                </p:sp>
                <p:sp>
                  <p:nvSpPr>
                    <p:cNvPr id="23593" name="Text Box 74"/>
                    <p:cNvSpPr txBox="1"/>
                    <p:nvPr/>
                  </p:nvSpPr>
                  <p:spPr>
                    <a:xfrm>
                      <a:off x="432" y="2947"/>
                      <a:ext cx="5232" cy="365"/>
                    </a:xfrm>
                    <a:prstGeom prst="rect">
                      <a:avLst/>
                    </a:prstGeom>
                    <a:noFill/>
                    <a:ln w="9525">
                      <a:noFill/>
                    </a:ln>
                  </p:spPr>
                  <p:txBody>
                    <a:bodyPr>
                      <a:spAutoFit/>
                    </a:bodyPr>
                    <a:lstStyle/>
                    <a:p>
                      <a:r>
                        <a:rPr lang="en-US" altLang="zh-CN" sz="3200" dirty="0">
                          <a:solidFill>
                            <a:srgbClr val="336600"/>
                          </a:solidFill>
                          <a:latin typeface="Times New Roman" panose="02020603050405020304" pitchFamily="18" charset="0"/>
                          <a:ea typeface="宋体" panose="02010600030101010101" pitchFamily="2" charset="-122"/>
                        </a:rPr>
                        <a:t>E</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/Ag) =</a:t>
                      </a:r>
                      <a:r>
                        <a:rPr lang="en-US" altLang="zh-CN" sz="3200" dirty="0">
                          <a:solidFill>
                            <a:srgbClr val="336600"/>
                          </a:solidFill>
                          <a:latin typeface="Times New Roman" panose="02020603050405020304" pitchFamily="18" charset="0"/>
                          <a:ea typeface="宋体" panose="02010600030101010101" pitchFamily="2" charset="-122"/>
                        </a:rPr>
                        <a:t>E  </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/Ag) +              lg [</a:t>
                      </a:r>
                      <a:r>
                        <a:rPr lang="en-US" altLang="zh-CN" sz="3200" dirty="0">
                          <a:solidFill>
                            <a:srgbClr val="336600"/>
                          </a:solidFill>
                          <a:latin typeface="Times New Roman" panose="02020603050405020304" pitchFamily="18" charset="0"/>
                          <a:ea typeface="宋体" panose="02010600030101010101" pitchFamily="2" charset="-122"/>
                        </a:rPr>
                        <a:t>c</a:t>
                      </a:r>
                      <a:r>
                        <a:rPr lang="en-US" altLang="zh-CN" sz="3200" i="0" dirty="0">
                          <a:solidFill>
                            <a:srgbClr val="336600"/>
                          </a:solidFill>
                          <a:latin typeface="Times New Roman" panose="02020603050405020304" pitchFamily="18" charset="0"/>
                          <a:ea typeface="宋体" panose="02010600030101010101" pitchFamily="2" charset="-122"/>
                        </a:rPr>
                        <a:t>(Ag</a:t>
                      </a:r>
                      <a:r>
                        <a:rPr lang="en-US" altLang="zh-CN" sz="3200" i="0" baseline="30000" dirty="0">
                          <a:solidFill>
                            <a:srgbClr val="336600"/>
                          </a:solidFill>
                          <a:latin typeface="Times New Roman" panose="02020603050405020304" pitchFamily="18" charset="0"/>
                          <a:ea typeface="宋体" panose="02010600030101010101" pitchFamily="2" charset="-122"/>
                        </a:rPr>
                        <a:t>+</a:t>
                      </a:r>
                      <a:r>
                        <a:rPr lang="en-US" altLang="zh-CN" sz="3200" i="0" dirty="0">
                          <a:solidFill>
                            <a:srgbClr val="336600"/>
                          </a:solidFill>
                          <a:latin typeface="Times New Roman" panose="02020603050405020304" pitchFamily="18" charset="0"/>
                          <a:ea typeface="宋体" panose="02010600030101010101" pitchFamily="2" charset="-122"/>
                        </a:rPr>
                        <a:t>)/</a:t>
                      </a:r>
                      <a:r>
                        <a:rPr lang="en-US" altLang="zh-CN" dirty="0">
                          <a:solidFill>
                            <a:srgbClr val="336600"/>
                          </a:solidFill>
                          <a:latin typeface="Times New Roman" panose="02020603050405020304" pitchFamily="18" charset="0"/>
                          <a:ea typeface="宋体" panose="02010600030101010101" pitchFamily="2" charset="-122"/>
                        </a:rPr>
                        <a:t>c</a:t>
                      </a:r>
                      <a:r>
                        <a:rPr lang="en-US" altLang="zh-CN" i="0" dirty="0">
                          <a:solidFill>
                            <a:srgbClr val="336600"/>
                          </a:solidFill>
                          <a:latin typeface="Times New Roman" panose="02020603050405020304" pitchFamily="18" charset="0"/>
                          <a:ea typeface="宋体" panose="02010600030101010101" pitchFamily="2" charset="-122"/>
                        </a:rPr>
                        <a:t>  ]</a:t>
                      </a:r>
                    </a:p>
                  </p:txBody>
                </p:sp>
              </p:grpSp>
              <p:sp>
                <p:nvSpPr>
                  <p:cNvPr id="23591" name="Line 75"/>
                  <p:cNvSpPr/>
                  <p:nvPr/>
                </p:nvSpPr>
                <p:spPr>
                  <a:xfrm>
                    <a:off x="3168" y="3194"/>
                    <a:ext cx="672" cy="0"/>
                  </a:xfrm>
                  <a:prstGeom prst="line">
                    <a:avLst/>
                  </a:prstGeom>
                  <a:ln w="28575" cap="flat" cmpd="sng">
                    <a:solidFill>
                      <a:schemeClr val="tx1"/>
                    </a:solidFill>
                    <a:prstDash val="solid"/>
                    <a:headEnd type="none" w="med" len="med"/>
                    <a:tailEnd type="none" w="med" len="med"/>
                  </a:ln>
                </p:spPr>
              </p:sp>
            </p:grpSp>
          </p:grpSp>
          <p:grpSp>
            <p:nvGrpSpPr>
              <p:cNvPr id="23582" name="Group 76"/>
              <p:cNvGrpSpPr/>
              <p:nvPr/>
            </p:nvGrpSpPr>
            <p:grpSpPr>
              <a:xfrm>
                <a:off x="5251" y="3146"/>
                <a:ext cx="73" cy="73"/>
                <a:chOff x="528" y="1344"/>
                <a:chExt cx="96" cy="96"/>
              </a:xfrm>
            </p:grpSpPr>
            <p:sp>
              <p:nvSpPr>
                <p:cNvPr id="23586" name="Oval 77"/>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87" name="Line 78"/>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23583" name="Group 79"/>
              <p:cNvGrpSpPr/>
              <p:nvPr/>
            </p:nvGrpSpPr>
            <p:grpSpPr>
              <a:xfrm>
                <a:off x="1866" y="3067"/>
                <a:ext cx="73" cy="73"/>
                <a:chOff x="528" y="1344"/>
                <a:chExt cx="96" cy="96"/>
              </a:xfrm>
            </p:grpSpPr>
            <p:sp>
              <p:nvSpPr>
                <p:cNvPr id="23584" name="Oval 80"/>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3585" name="Line 81"/>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110"/>
                                        </p:tgtEl>
                                        <p:attrNameLst>
                                          <p:attrName>style.visibility</p:attrName>
                                        </p:attrNameLst>
                                      </p:cBhvr>
                                      <p:to>
                                        <p:strVal val="visible"/>
                                      </p:to>
                                    </p:set>
                                    <p:anim calcmode="lin" valueType="num">
                                      <p:cBhvr additive="base">
                                        <p:cTn id="7" dur="1000" fill="hold"/>
                                        <p:tgtEl>
                                          <p:spTgt spid="89110"/>
                                        </p:tgtEl>
                                        <p:attrNameLst>
                                          <p:attrName>ppt_x</p:attrName>
                                        </p:attrNameLst>
                                      </p:cBhvr>
                                      <p:tavLst>
                                        <p:tav tm="0">
                                          <p:val>
                                            <p:strVal val="#ppt_x"/>
                                          </p:val>
                                        </p:tav>
                                        <p:tav tm="100000">
                                          <p:val>
                                            <p:strVal val="#ppt_x"/>
                                          </p:val>
                                        </p:tav>
                                      </p:tavLst>
                                    </p:anim>
                                    <p:anim calcmode="lin" valueType="num">
                                      <p:cBhvr additive="base">
                                        <p:cTn id="8" dur="1000" fill="hold"/>
                                        <p:tgtEl>
                                          <p:spTgt spid="891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89112"/>
                                        </p:tgtEl>
                                        <p:attrNameLst>
                                          <p:attrName>style.visibility</p:attrName>
                                        </p:attrNameLst>
                                      </p:cBhvr>
                                      <p:to>
                                        <p:strVal val="visible"/>
                                      </p:to>
                                    </p:set>
                                    <p:anim calcmode="lin" valueType="num">
                                      <p:cBhvr additive="base">
                                        <p:cTn id="13" dur="500" fill="hold"/>
                                        <p:tgtEl>
                                          <p:spTgt spid="89112"/>
                                        </p:tgtEl>
                                        <p:attrNameLst>
                                          <p:attrName>ppt_x</p:attrName>
                                        </p:attrNameLst>
                                      </p:cBhvr>
                                      <p:tavLst>
                                        <p:tav tm="0">
                                          <p:val>
                                            <p:strVal val="1+#ppt_w/2"/>
                                          </p:val>
                                        </p:tav>
                                        <p:tav tm="100000">
                                          <p:val>
                                            <p:strVal val="#ppt_x"/>
                                          </p:val>
                                        </p:tav>
                                      </p:tavLst>
                                    </p:anim>
                                    <p:anim calcmode="lin" valueType="num">
                                      <p:cBhvr additive="base">
                                        <p:cTn id="14" dur="500" fill="hold"/>
                                        <p:tgtEl>
                                          <p:spTgt spid="8911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box(in)">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16" presetClass="entr" presetSubtype="26"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barn(inHorizontal)">
                                      <p:cBhvr>
                                        <p:cTn id="24" dur="500"/>
                                        <p:tgtEl>
                                          <p:spTgt spid="10"/>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wipe(up)">
                                      <p:cBhvr>
                                        <p:cTn id="29" dur="1000"/>
                                        <p:tgtEl>
                                          <p:spTgt spid="2"/>
                                        </p:tgtEl>
                                      </p:cBhvr>
                                    </p:animEffect>
                                  </p:childTnLst>
                                </p:cTn>
                              </p:par>
                            </p:childTnLst>
                          </p:cTn>
                        </p:par>
                      </p:childTnLst>
                    </p:cTn>
                  </p:par>
                  <p:par>
                    <p:cTn id="30" fill="hold">
                      <p:stCondLst>
                        <p:cond delay="indefinite"/>
                      </p:stCondLst>
                      <p:childTnLst>
                        <p:par>
                          <p:cTn id="31" fill="hold">
                            <p:stCondLst>
                              <p:cond delay="0"/>
                            </p:stCondLst>
                            <p:childTnLst>
                              <p:par>
                                <p:cTn id="32" presetID="12" presetClass="entr" presetSubtype="4" fill="hold"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slide(fromBottom)">
                                      <p:cBhvr>
                                        <p:cTn id="34"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9"/>
          <p:cNvGrpSpPr/>
          <p:nvPr/>
        </p:nvGrpSpPr>
        <p:grpSpPr>
          <a:xfrm>
            <a:off x="2400280" y="2886052"/>
            <a:ext cx="1525588" cy="503238"/>
            <a:chOff x="855" y="2323"/>
            <a:chExt cx="961" cy="317"/>
          </a:xfrm>
        </p:grpSpPr>
        <p:sp>
          <p:nvSpPr>
            <p:cNvPr id="24714" name="Rectangle 10"/>
            <p:cNvSpPr/>
            <p:nvPr/>
          </p:nvSpPr>
          <p:spPr>
            <a:xfrm>
              <a:off x="1631" y="2333"/>
              <a:ext cx="1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V</a:t>
              </a:r>
            </a:p>
          </p:txBody>
        </p:sp>
        <p:sp>
          <p:nvSpPr>
            <p:cNvPr id="24715" name="Rectangle 11"/>
            <p:cNvSpPr/>
            <p:nvPr/>
          </p:nvSpPr>
          <p:spPr>
            <a:xfrm>
              <a:off x="1243" y="2333"/>
              <a:ext cx="38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222</a:t>
              </a:r>
            </a:p>
          </p:txBody>
        </p:sp>
        <p:sp>
          <p:nvSpPr>
            <p:cNvPr id="24716" name="Rectangle 12"/>
            <p:cNvSpPr/>
            <p:nvPr/>
          </p:nvSpPr>
          <p:spPr>
            <a:xfrm>
              <a:off x="1179" y="2333"/>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17" name="Rectangle 13"/>
            <p:cNvSpPr/>
            <p:nvPr/>
          </p:nvSpPr>
          <p:spPr>
            <a:xfrm>
              <a:off x="1051" y="2333"/>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p>
          </p:txBody>
        </p:sp>
        <p:sp>
          <p:nvSpPr>
            <p:cNvPr id="24718" name="Rectangle 14"/>
            <p:cNvSpPr/>
            <p:nvPr/>
          </p:nvSpPr>
          <p:spPr>
            <a:xfrm>
              <a:off x="855" y="2323"/>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grpSp>
      <p:grpSp>
        <p:nvGrpSpPr>
          <p:cNvPr id="3" name="Group 15"/>
          <p:cNvGrpSpPr/>
          <p:nvPr/>
        </p:nvGrpSpPr>
        <p:grpSpPr>
          <a:xfrm>
            <a:off x="3238480" y="1590652"/>
            <a:ext cx="2181225" cy="546100"/>
            <a:chOff x="855" y="1442"/>
            <a:chExt cx="1374" cy="344"/>
          </a:xfrm>
        </p:grpSpPr>
        <p:sp>
          <p:nvSpPr>
            <p:cNvPr id="24706" name="Rectangle 16"/>
            <p:cNvSpPr/>
            <p:nvPr/>
          </p:nvSpPr>
          <p:spPr>
            <a:xfrm>
              <a:off x="1653" y="1442"/>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grpSp>
          <p:nvGrpSpPr>
            <p:cNvPr id="24707" name="Group 17"/>
            <p:cNvGrpSpPr/>
            <p:nvPr/>
          </p:nvGrpSpPr>
          <p:grpSpPr>
            <a:xfrm>
              <a:off x="855" y="1449"/>
              <a:ext cx="1374" cy="337"/>
              <a:chOff x="855" y="1449"/>
              <a:chExt cx="1374" cy="337"/>
            </a:xfrm>
          </p:grpSpPr>
          <p:sp>
            <p:nvSpPr>
              <p:cNvPr id="24708" name="Rectangle 18"/>
              <p:cNvSpPr/>
              <p:nvPr/>
            </p:nvSpPr>
            <p:spPr>
              <a:xfrm>
                <a:off x="2144" y="147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09" name="Rectangle 19"/>
              <p:cNvSpPr/>
              <p:nvPr/>
            </p:nvSpPr>
            <p:spPr>
              <a:xfrm>
                <a:off x="1756" y="1479"/>
                <a:ext cx="38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a:t>
                </a:r>
              </a:p>
            </p:txBody>
          </p:sp>
          <p:sp>
            <p:nvSpPr>
              <p:cNvPr id="24710" name="Rectangle 20"/>
              <p:cNvSpPr/>
              <p:nvPr/>
            </p:nvSpPr>
            <p:spPr>
              <a:xfrm>
                <a:off x="1327" y="1479"/>
                <a:ext cx="31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a:t>
                </a:r>
              </a:p>
            </p:txBody>
          </p:sp>
          <p:sp>
            <p:nvSpPr>
              <p:cNvPr id="24711" name="Rectangle 21"/>
              <p:cNvSpPr/>
              <p:nvPr/>
            </p:nvSpPr>
            <p:spPr>
              <a:xfrm>
                <a:off x="1235" y="147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12" name="Rectangle 22"/>
              <p:cNvSpPr/>
              <p:nvPr/>
            </p:nvSpPr>
            <p:spPr>
              <a:xfrm>
                <a:off x="855" y="1449"/>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13" name="Rectangle 23"/>
              <p:cNvSpPr/>
              <p:nvPr/>
            </p:nvSpPr>
            <p:spPr>
              <a:xfrm>
                <a:off x="1063" y="1479"/>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E</a:t>
                </a:r>
                <a:endParaRPr lang="en-US" altLang="zh-CN" sz="3200" i="0" dirty="0">
                  <a:solidFill>
                    <a:srgbClr val="336600"/>
                  </a:solidFill>
                  <a:latin typeface="Times New Roman" panose="02020603050405020304" pitchFamily="18" charset="0"/>
                  <a:ea typeface="宋体" panose="02010600030101010101" pitchFamily="2" charset="-122"/>
                </a:endParaRPr>
              </a:p>
            </p:txBody>
          </p:sp>
        </p:grpSp>
      </p:grpSp>
      <p:grpSp>
        <p:nvGrpSpPr>
          <p:cNvPr id="5" name="Group 24"/>
          <p:cNvGrpSpPr/>
          <p:nvPr/>
        </p:nvGrpSpPr>
        <p:grpSpPr>
          <a:xfrm>
            <a:off x="1714480" y="142852"/>
            <a:ext cx="5140325" cy="547688"/>
            <a:chOff x="983" y="130"/>
            <a:chExt cx="3238" cy="345"/>
          </a:xfrm>
        </p:grpSpPr>
        <p:sp>
          <p:nvSpPr>
            <p:cNvPr id="24695" name="Rectangle 25"/>
            <p:cNvSpPr/>
            <p:nvPr/>
          </p:nvSpPr>
          <p:spPr>
            <a:xfrm>
              <a:off x="4136" y="168"/>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96" name="Rectangle 26"/>
            <p:cNvSpPr/>
            <p:nvPr/>
          </p:nvSpPr>
          <p:spPr>
            <a:xfrm>
              <a:off x="3888" y="168"/>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p>
          </p:txBody>
        </p:sp>
        <p:sp>
          <p:nvSpPr>
            <p:cNvPr id="24697" name="Rectangle 27"/>
            <p:cNvSpPr/>
            <p:nvPr/>
          </p:nvSpPr>
          <p:spPr>
            <a:xfrm>
              <a:off x="3800" y="168"/>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98" name="Rectangle 28"/>
            <p:cNvSpPr/>
            <p:nvPr/>
          </p:nvSpPr>
          <p:spPr>
            <a:xfrm>
              <a:off x="3433" y="168"/>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Cl</a:t>
              </a:r>
            </a:p>
          </p:txBody>
        </p:sp>
        <p:sp>
          <p:nvSpPr>
            <p:cNvPr id="24699" name="Rectangle 29"/>
            <p:cNvSpPr/>
            <p:nvPr/>
          </p:nvSpPr>
          <p:spPr>
            <a:xfrm>
              <a:off x="2629" y="168"/>
              <a:ext cx="58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Ag(s)</a:t>
              </a:r>
            </a:p>
          </p:txBody>
        </p:sp>
        <p:sp>
          <p:nvSpPr>
            <p:cNvPr id="24700" name="Rectangle 30"/>
            <p:cNvSpPr/>
            <p:nvPr/>
          </p:nvSpPr>
          <p:spPr>
            <a:xfrm>
              <a:off x="2027" y="168"/>
              <a:ext cx="11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e</a:t>
              </a:r>
            </a:p>
          </p:txBody>
        </p:sp>
        <p:sp>
          <p:nvSpPr>
            <p:cNvPr id="24701" name="Rectangle 31"/>
            <p:cNvSpPr/>
            <p:nvPr/>
          </p:nvSpPr>
          <p:spPr>
            <a:xfrm>
              <a:off x="983" y="168"/>
              <a:ext cx="83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AgCl(s)</a:t>
              </a:r>
            </a:p>
          </p:txBody>
        </p:sp>
        <p:sp>
          <p:nvSpPr>
            <p:cNvPr id="24702" name="Rectangle 32"/>
            <p:cNvSpPr/>
            <p:nvPr/>
          </p:nvSpPr>
          <p:spPr>
            <a:xfrm>
              <a:off x="3249" y="138"/>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03" name="Rectangle 33"/>
            <p:cNvSpPr/>
            <p:nvPr/>
          </p:nvSpPr>
          <p:spPr>
            <a:xfrm>
              <a:off x="1843" y="138"/>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704" name="Rectangle 34"/>
            <p:cNvSpPr/>
            <p:nvPr/>
          </p:nvSpPr>
          <p:spPr>
            <a:xfrm>
              <a:off x="3687" y="130"/>
              <a:ext cx="56" cy="202"/>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a:t>
              </a:r>
            </a:p>
          </p:txBody>
        </p:sp>
        <p:sp>
          <p:nvSpPr>
            <p:cNvPr id="24705" name="Rectangle 35"/>
            <p:cNvSpPr/>
            <p:nvPr/>
          </p:nvSpPr>
          <p:spPr>
            <a:xfrm>
              <a:off x="2153" y="130"/>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graphicFrame>
          <p:nvGraphicFramePr>
            <p:cNvPr id="24586" name="Object 36"/>
            <p:cNvGraphicFramePr>
              <a:graphicFrameLocks/>
            </p:cNvGraphicFramePr>
            <p:nvPr/>
          </p:nvGraphicFramePr>
          <p:xfrm>
            <a:off x="2208" y="288"/>
            <a:ext cx="410" cy="129"/>
          </p:xfrm>
          <a:graphic>
            <a:graphicData uri="http://schemas.openxmlformats.org/presentationml/2006/ole">
              <p:oleObj spid="_x0000_s100361" r:id="rId4" imgW="18726150" imgH="15268575" progId="">
                <p:embed/>
              </p:oleObj>
            </a:graphicData>
          </a:graphic>
        </p:graphicFrame>
      </p:grpSp>
      <p:grpSp>
        <p:nvGrpSpPr>
          <p:cNvPr id="6" name="Group 37"/>
          <p:cNvGrpSpPr/>
          <p:nvPr/>
        </p:nvGrpSpPr>
        <p:grpSpPr>
          <a:xfrm>
            <a:off x="495280" y="828652"/>
            <a:ext cx="7753350" cy="711200"/>
            <a:chOff x="636" y="555"/>
            <a:chExt cx="4884" cy="448"/>
          </a:xfrm>
        </p:grpSpPr>
        <p:sp>
          <p:nvSpPr>
            <p:cNvPr id="24663" name="Rectangle 38"/>
            <p:cNvSpPr/>
            <p:nvPr/>
          </p:nvSpPr>
          <p:spPr>
            <a:xfrm>
              <a:off x="2838" y="571"/>
              <a:ext cx="84" cy="202"/>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1</a:t>
              </a:r>
            </a:p>
          </p:txBody>
        </p:sp>
        <p:sp>
          <p:nvSpPr>
            <p:cNvPr id="24664" name="Rectangle 39"/>
            <p:cNvSpPr/>
            <p:nvPr/>
          </p:nvSpPr>
          <p:spPr>
            <a:xfrm>
              <a:off x="4219" y="562"/>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65" name="Rectangle 40"/>
            <p:cNvSpPr/>
            <p:nvPr/>
          </p:nvSpPr>
          <p:spPr>
            <a:xfrm>
              <a:off x="2530" y="56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3200" i="0" dirty="0">
                <a:solidFill>
                  <a:srgbClr val="336600"/>
                </a:solidFill>
                <a:latin typeface="Times New Roman" panose="02020603050405020304" pitchFamily="18" charset="0"/>
                <a:ea typeface="宋体" panose="02010600030101010101" pitchFamily="2" charset="-122"/>
              </a:endParaRPr>
            </a:p>
          </p:txBody>
        </p:sp>
        <p:sp>
          <p:nvSpPr>
            <p:cNvPr id="24666" name="Rectangle 41"/>
            <p:cNvSpPr/>
            <p:nvPr/>
          </p:nvSpPr>
          <p:spPr>
            <a:xfrm>
              <a:off x="1610" y="562"/>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67" name="Rectangle 42"/>
            <p:cNvSpPr/>
            <p:nvPr/>
          </p:nvSpPr>
          <p:spPr>
            <a:xfrm>
              <a:off x="2764" y="555"/>
              <a:ext cx="56" cy="202"/>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a:t>
              </a:r>
            </a:p>
          </p:txBody>
        </p:sp>
        <p:sp>
          <p:nvSpPr>
            <p:cNvPr id="24668" name="Rectangle 43"/>
            <p:cNvSpPr/>
            <p:nvPr/>
          </p:nvSpPr>
          <p:spPr>
            <a:xfrm>
              <a:off x="1354" y="555"/>
              <a:ext cx="56" cy="202"/>
            </a:xfrm>
            <a:prstGeom prst="rect">
              <a:avLst/>
            </a:prstGeom>
            <a:noFill/>
            <a:ln w="9525">
              <a:noFill/>
            </a:ln>
          </p:spPr>
          <p:txBody>
            <a:bodyPr wrap="none" lIns="0" tIns="0" rIns="0" bIns="0">
              <a:spAutoFit/>
            </a:bodyPr>
            <a:lstStyle/>
            <a:p>
              <a:pPr>
                <a:spcBef>
                  <a:spcPct val="0"/>
                </a:spcBef>
              </a:pPr>
              <a:r>
                <a:rPr lang="en-US" altLang="zh-CN" sz="3200" i="0" baseline="30000" dirty="0">
                  <a:solidFill>
                    <a:srgbClr val="336600"/>
                  </a:solidFill>
                  <a:latin typeface="Times New Roman" panose="02020603050405020304" pitchFamily="18" charset="0"/>
                  <a:ea typeface="宋体" panose="02010600030101010101" pitchFamily="2" charset="-122"/>
                </a:rPr>
                <a:t>-</a:t>
              </a:r>
            </a:p>
          </p:txBody>
        </p:sp>
        <p:grpSp>
          <p:nvGrpSpPr>
            <p:cNvPr id="24669" name="Group 44"/>
            <p:cNvGrpSpPr/>
            <p:nvPr/>
          </p:nvGrpSpPr>
          <p:grpSpPr>
            <a:xfrm>
              <a:off x="636" y="555"/>
              <a:ext cx="4884" cy="448"/>
              <a:chOff x="636" y="555"/>
              <a:chExt cx="4884" cy="448"/>
            </a:xfrm>
          </p:grpSpPr>
          <p:sp>
            <p:nvSpPr>
              <p:cNvPr id="24670" name="Rectangle 45"/>
              <p:cNvSpPr/>
              <p:nvPr/>
            </p:nvSpPr>
            <p:spPr>
              <a:xfrm>
                <a:off x="3959" y="555"/>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grpSp>
            <p:nvGrpSpPr>
              <p:cNvPr id="24671" name="Group 46"/>
              <p:cNvGrpSpPr/>
              <p:nvPr/>
            </p:nvGrpSpPr>
            <p:grpSpPr>
              <a:xfrm>
                <a:off x="636" y="592"/>
                <a:ext cx="4884" cy="411"/>
                <a:chOff x="636" y="592"/>
                <a:chExt cx="4884" cy="411"/>
              </a:xfrm>
            </p:grpSpPr>
            <p:sp>
              <p:nvSpPr>
                <p:cNvPr id="24672" name="Rectangle 47"/>
                <p:cNvSpPr/>
                <p:nvPr/>
              </p:nvSpPr>
              <p:spPr>
                <a:xfrm>
                  <a:off x="4866" y="592"/>
                  <a:ext cx="65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AgCl)</a:t>
                  </a:r>
                </a:p>
              </p:txBody>
            </p:sp>
            <p:sp>
              <p:nvSpPr>
                <p:cNvPr id="24673" name="Rectangle 48"/>
                <p:cNvSpPr/>
                <p:nvPr/>
              </p:nvSpPr>
              <p:spPr>
                <a:xfrm>
                  <a:off x="4774" y="59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74" name="Rectangle 49"/>
                <p:cNvSpPr/>
                <p:nvPr/>
              </p:nvSpPr>
              <p:spPr>
                <a:xfrm>
                  <a:off x="4075" y="59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75" name="Rectangle 50"/>
                <p:cNvSpPr/>
                <p:nvPr/>
              </p:nvSpPr>
              <p:spPr>
                <a:xfrm>
                  <a:off x="3633" y="592"/>
                  <a:ext cx="31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a:t>
                  </a:r>
                </a:p>
              </p:txBody>
            </p:sp>
            <p:sp>
              <p:nvSpPr>
                <p:cNvPr id="24676" name="Rectangle 51"/>
                <p:cNvSpPr/>
                <p:nvPr/>
              </p:nvSpPr>
              <p:spPr>
                <a:xfrm>
                  <a:off x="3541" y="59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77" name="Rectangle 52"/>
                <p:cNvSpPr/>
                <p:nvPr/>
              </p:nvSpPr>
              <p:spPr>
                <a:xfrm>
                  <a:off x="3109" y="592"/>
                  <a:ext cx="32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p>
              </p:txBody>
            </p:sp>
            <p:sp>
              <p:nvSpPr>
                <p:cNvPr id="24678" name="Rectangle 53"/>
                <p:cNvSpPr/>
                <p:nvPr/>
              </p:nvSpPr>
              <p:spPr>
                <a:xfrm>
                  <a:off x="3246" y="59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79" name="Rectangle 54"/>
                <p:cNvSpPr/>
                <p:nvPr/>
              </p:nvSpPr>
              <p:spPr>
                <a:xfrm>
                  <a:off x="3194" y="59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p>
              </p:txBody>
            </p:sp>
            <p:sp>
              <p:nvSpPr>
                <p:cNvPr id="24680" name="Rectangle 55"/>
                <p:cNvSpPr/>
                <p:nvPr/>
              </p:nvSpPr>
              <p:spPr>
                <a:xfrm>
                  <a:off x="2918" y="59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p>
              </p:txBody>
            </p:sp>
            <p:sp>
              <p:nvSpPr>
                <p:cNvPr id="24681" name="Rectangle 56"/>
                <p:cNvSpPr/>
                <p:nvPr/>
              </p:nvSpPr>
              <p:spPr>
                <a:xfrm>
                  <a:off x="2626" y="592"/>
                  <a:ext cx="17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a:t>
                  </a:r>
                </a:p>
              </p:txBody>
            </p:sp>
            <p:sp>
              <p:nvSpPr>
                <p:cNvPr id="24682" name="Rectangle 57"/>
                <p:cNvSpPr/>
                <p:nvPr/>
              </p:nvSpPr>
              <p:spPr>
                <a:xfrm>
                  <a:off x="2106" y="592"/>
                  <a:ext cx="412"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mol</a:t>
                  </a:r>
                </a:p>
              </p:txBody>
            </p:sp>
            <p:sp>
              <p:nvSpPr>
                <p:cNvPr id="24683" name="Rectangle 58"/>
                <p:cNvSpPr/>
                <p:nvPr/>
              </p:nvSpPr>
              <p:spPr>
                <a:xfrm>
                  <a:off x="1974" y="592"/>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p>
              </p:txBody>
            </p:sp>
            <p:sp>
              <p:nvSpPr>
                <p:cNvPr id="24684" name="Rectangle 59"/>
                <p:cNvSpPr/>
                <p:nvPr/>
              </p:nvSpPr>
              <p:spPr>
                <a:xfrm>
                  <a:off x="1910" y="59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85" name="Rectangle 60"/>
                <p:cNvSpPr/>
                <p:nvPr/>
              </p:nvSpPr>
              <p:spPr>
                <a:xfrm>
                  <a:off x="1782" y="592"/>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1</a:t>
                  </a:r>
                </a:p>
              </p:txBody>
            </p:sp>
            <p:sp>
              <p:nvSpPr>
                <p:cNvPr id="24686" name="Rectangle 61"/>
                <p:cNvSpPr/>
                <p:nvPr/>
              </p:nvSpPr>
              <p:spPr>
                <a:xfrm>
                  <a:off x="1466" y="59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87" name="Rectangle 62"/>
                <p:cNvSpPr/>
                <p:nvPr/>
              </p:nvSpPr>
              <p:spPr>
                <a:xfrm>
                  <a:off x="1100" y="592"/>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Cl</a:t>
                  </a:r>
                </a:p>
              </p:txBody>
            </p:sp>
            <p:sp>
              <p:nvSpPr>
                <p:cNvPr id="24688" name="Rectangle 63"/>
                <p:cNvSpPr/>
                <p:nvPr/>
              </p:nvSpPr>
              <p:spPr>
                <a:xfrm>
                  <a:off x="1012" y="59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89" name="Rectangle 64"/>
                <p:cNvSpPr/>
                <p:nvPr/>
              </p:nvSpPr>
              <p:spPr>
                <a:xfrm>
                  <a:off x="4610" y="753"/>
                  <a:ext cx="19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sp</a:t>
                  </a:r>
                </a:p>
              </p:txBody>
            </p:sp>
            <p:sp>
              <p:nvSpPr>
                <p:cNvPr id="24690" name="Rectangle 65"/>
                <p:cNvSpPr/>
                <p:nvPr/>
              </p:nvSpPr>
              <p:spPr>
                <a:xfrm>
                  <a:off x="2954" y="600"/>
                  <a:ext cx="257"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Times New Roman" panose="02020603050405020304" pitchFamily="18" charset="0"/>
                      <a:ea typeface="宋体" panose="02010600030101010101" pitchFamily="2" charset="-122"/>
                    </a:rPr>
                    <a:t>时</a:t>
                  </a:r>
                </a:p>
              </p:txBody>
            </p:sp>
            <p:sp>
              <p:nvSpPr>
                <p:cNvPr id="24691" name="Rectangle 66"/>
                <p:cNvSpPr/>
                <p:nvPr/>
              </p:nvSpPr>
              <p:spPr>
                <a:xfrm>
                  <a:off x="636" y="600"/>
                  <a:ext cx="257"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Times New Roman" panose="02020603050405020304" pitchFamily="18" charset="0"/>
                      <a:ea typeface="宋体" panose="02010600030101010101" pitchFamily="2" charset="-122"/>
                    </a:rPr>
                    <a:t>当</a:t>
                  </a:r>
                </a:p>
              </p:txBody>
            </p:sp>
            <p:sp>
              <p:nvSpPr>
                <p:cNvPr id="24692" name="Rectangle 67"/>
                <p:cNvSpPr/>
                <p:nvPr/>
              </p:nvSpPr>
              <p:spPr>
                <a:xfrm>
                  <a:off x="4427" y="592"/>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K</a:t>
                  </a:r>
                  <a:endParaRPr lang="en-US" altLang="zh-CN" sz="3200" i="0" dirty="0">
                    <a:solidFill>
                      <a:srgbClr val="336600"/>
                    </a:solidFill>
                    <a:latin typeface="Times New Roman" panose="02020603050405020304" pitchFamily="18" charset="0"/>
                    <a:ea typeface="宋体" panose="02010600030101010101" pitchFamily="2" charset="-122"/>
                  </a:endParaRPr>
                </a:p>
              </p:txBody>
            </p:sp>
            <p:sp>
              <p:nvSpPr>
                <p:cNvPr id="24693" name="Rectangle 68"/>
                <p:cNvSpPr/>
                <p:nvPr/>
              </p:nvSpPr>
              <p:spPr>
                <a:xfrm>
                  <a:off x="3421" y="592"/>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c</a:t>
                  </a:r>
                  <a:endParaRPr lang="en-US" altLang="zh-CN" sz="3200" i="0" dirty="0">
                    <a:solidFill>
                      <a:srgbClr val="336600"/>
                    </a:solidFill>
                    <a:latin typeface="Times New Roman" panose="02020603050405020304" pitchFamily="18" charset="0"/>
                    <a:ea typeface="宋体" panose="02010600030101010101" pitchFamily="2" charset="-122"/>
                  </a:endParaRPr>
                </a:p>
              </p:txBody>
            </p:sp>
            <p:sp>
              <p:nvSpPr>
                <p:cNvPr id="24694" name="Rectangle 69"/>
                <p:cNvSpPr/>
                <p:nvPr/>
              </p:nvSpPr>
              <p:spPr>
                <a:xfrm>
                  <a:off x="892" y="592"/>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c</a:t>
                  </a:r>
                  <a:endParaRPr lang="en-US" altLang="zh-CN" sz="3200" i="0" dirty="0">
                    <a:solidFill>
                      <a:srgbClr val="336600"/>
                    </a:solidFill>
                    <a:latin typeface="Times New Roman" panose="02020603050405020304" pitchFamily="18" charset="0"/>
                    <a:ea typeface="宋体" panose="02010600030101010101" pitchFamily="2" charset="-122"/>
                  </a:endParaRPr>
                </a:p>
              </p:txBody>
            </p:sp>
          </p:grpSp>
        </p:grpSp>
        <p:graphicFrame>
          <p:nvGraphicFramePr>
            <p:cNvPr id="24585" name="Object 70"/>
            <p:cNvGraphicFramePr>
              <a:graphicFrameLocks/>
            </p:cNvGraphicFramePr>
            <p:nvPr/>
          </p:nvGraphicFramePr>
          <p:xfrm>
            <a:off x="4608" y="576"/>
            <a:ext cx="171" cy="168"/>
          </p:xfrm>
          <a:graphic>
            <a:graphicData uri="http://schemas.openxmlformats.org/presentationml/2006/ole">
              <p:oleObj spid="_x0000_s100360" r:id="rId5" imgW="20669250" imgH="13163550" progId="">
                <p:embed/>
              </p:oleObj>
            </a:graphicData>
          </a:graphic>
        </p:graphicFrame>
      </p:grpSp>
      <p:grpSp>
        <p:nvGrpSpPr>
          <p:cNvPr id="9" name="Group 71"/>
          <p:cNvGrpSpPr/>
          <p:nvPr/>
        </p:nvGrpSpPr>
        <p:grpSpPr>
          <a:xfrm>
            <a:off x="800080" y="1590652"/>
            <a:ext cx="2359025" cy="487363"/>
            <a:chOff x="1055" y="1055"/>
            <a:chExt cx="1486" cy="307"/>
          </a:xfrm>
        </p:grpSpPr>
        <p:sp>
          <p:nvSpPr>
            <p:cNvPr id="24658" name="Rectangle 72"/>
            <p:cNvSpPr/>
            <p:nvPr/>
          </p:nvSpPr>
          <p:spPr>
            <a:xfrm>
              <a:off x="2456" y="105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59" name="Rectangle 73"/>
            <p:cNvSpPr/>
            <p:nvPr/>
          </p:nvSpPr>
          <p:spPr>
            <a:xfrm>
              <a:off x="2004" y="1055"/>
              <a:ext cx="44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/Ag</a:t>
              </a:r>
            </a:p>
          </p:txBody>
        </p:sp>
        <p:sp>
          <p:nvSpPr>
            <p:cNvPr id="24660" name="Rectangle 74"/>
            <p:cNvSpPr/>
            <p:nvPr/>
          </p:nvSpPr>
          <p:spPr>
            <a:xfrm>
              <a:off x="1464" y="1055"/>
              <a:ext cx="56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AgCl</a:t>
              </a:r>
            </a:p>
          </p:txBody>
        </p:sp>
        <p:sp>
          <p:nvSpPr>
            <p:cNvPr id="24661" name="Rectangle 75"/>
            <p:cNvSpPr/>
            <p:nvPr/>
          </p:nvSpPr>
          <p:spPr>
            <a:xfrm>
              <a:off x="1372" y="105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62" name="Rectangle 76"/>
            <p:cNvSpPr/>
            <p:nvPr/>
          </p:nvSpPr>
          <p:spPr>
            <a:xfrm>
              <a:off x="1055" y="1055"/>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E</a:t>
              </a:r>
              <a:endParaRPr lang="en-US" altLang="zh-CN" sz="3200" i="0" dirty="0">
                <a:solidFill>
                  <a:srgbClr val="336600"/>
                </a:solidFill>
                <a:latin typeface="Times New Roman" panose="02020603050405020304" pitchFamily="18" charset="0"/>
                <a:ea typeface="宋体" panose="02010600030101010101" pitchFamily="2" charset="-122"/>
              </a:endParaRPr>
            </a:p>
          </p:txBody>
        </p:sp>
        <p:graphicFrame>
          <p:nvGraphicFramePr>
            <p:cNvPr id="24584" name="Object 77"/>
            <p:cNvGraphicFramePr>
              <a:graphicFrameLocks/>
            </p:cNvGraphicFramePr>
            <p:nvPr/>
          </p:nvGraphicFramePr>
          <p:xfrm>
            <a:off x="1232" y="1056"/>
            <a:ext cx="171" cy="168"/>
          </p:xfrm>
          <a:graphic>
            <a:graphicData uri="http://schemas.openxmlformats.org/presentationml/2006/ole">
              <p:oleObj spid="_x0000_s100359" r:id="rId6" imgW="271780" imgH="266700" progId="">
                <p:embed/>
              </p:oleObj>
            </a:graphicData>
          </a:graphic>
        </p:graphicFrame>
      </p:grpSp>
      <p:grpSp>
        <p:nvGrpSpPr>
          <p:cNvPr id="10" name="Group 78"/>
          <p:cNvGrpSpPr/>
          <p:nvPr/>
        </p:nvGrpSpPr>
        <p:grpSpPr>
          <a:xfrm>
            <a:off x="2400280" y="2200252"/>
            <a:ext cx="6405563" cy="642938"/>
            <a:chOff x="855" y="1866"/>
            <a:chExt cx="4035" cy="518"/>
          </a:xfrm>
        </p:grpSpPr>
        <p:sp>
          <p:nvSpPr>
            <p:cNvPr id="24640" name="Rectangle 79"/>
            <p:cNvSpPr/>
            <p:nvPr/>
          </p:nvSpPr>
          <p:spPr>
            <a:xfrm>
              <a:off x="1822" y="1866"/>
              <a:ext cx="146" cy="392"/>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grpSp>
          <p:nvGrpSpPr>
            <p:cNvPr id="24641" name="Group 80"/>
            <p:cNvGrpSpPr/>
            <p:nvPr/>
          </p:nvGrpSpPr>
          <p:grpSpPr>
            <a:xfrm>
              <a:off x="855" y="1874"/>
              <a:ext cx="4035" cy="510"/>
              <a:chOff x="855" y="1874"/>
              <a:chExt cx="4035" cy="510"/>
            </a:xfrm>
          </p:grpSpPr>
          <p:sp>
            <p:nvSpPr>
              <p:cNvPr id="24642" name="Rectangle 81"/>
              <p:cNvSpPr/>
              <p:nvPr/>
            </p:nvSpPr>
            <p:spPr>
              <a:xfrm>
                <a:off x="4236" y="1903"/>
                <a:ext cx="654"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AgCl)</a:t>
                </a:r>
              </a:p>
            </p:txBody>
          </p:sp>
          <p:sp>
            <p:nvSpPr>
              <p:cNvPr id="24643" name="Rectangle 82"/>
              <p:cNvSpPr/>
              <p:nvPr/>
            </p:nvSpPr>
            <p:spPr>
              <a:xfrm>
                <a:off x="4144" y="1903"/>
                <a:ext cx="85"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44" name="Rectangle 83"/>
              <p:cNvSpPr/>
              <p:nvPr/>
            </p:nvSpPr>
            <p:spPr>
              <a:xfrm>
                <a:off x="3553" y="1903"/>
                <a:ext cx="199"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lg</a:t>
                </a:r>
              </a:p>
            </p:txBody>
          </p:sp>
          <p:sp>
            <p:nvSpPr>
              <p:cNvPr id="24645" name="Rectangle 84"/>
              <p:cNvSpPr/>
              <p:nvPr/>
            </p:nvSpPr>
            <p:spPr>
              <a:xfrm>
                <a:off x="3333" y="1903"/>
                <a:ext cx="185"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V</a:t>
                </a:r>
              </a:p>
            </p:txBody>
          </p:sp>
          <p:sp>
            <p:nvSpPr>
              <p:cNvPr id="24646" name="Rectangle 85"/>
              <p:cNvSpPr/>
              <p:nvPr/>
            </p:nvSpPr>
            <p:spPr>
              <a:xfrm>
                <a:off x="2817" y="1903"/>
                <a:ext cx="512"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0592</a:t>
                </a:r>
              </a:p>
            </p:txBody>
          </p:sp>
          <p:sp>
            <p:nvSpPr>
              <p:cNvPr id="24647" name="Rectangle 86"/>
              <p:cNvSpPr/>
              <p:nvPr/>
            </p:nvSpPr>
            <p:spPr>
              <a:xfrm>
                <a:off x="2753" y="1903"/>
                <a:ext cx="64"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48" name="Rectangle 87"/>
              <p:cNvSpPr/>
              <p:nvPr/>
            </p:nvSpPr>
            <p:spPr>
              <a:xfrm>
                <a:off x="2625" y="1903"/>
                <a:ext cx="128"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0</a:t>
                </a:r>
              </a:p>
            </p:txBody>
          </p:sp>
          <p:sp>
            <p:nvSpPr>
              <p:cNvPr id="24649" name="Rectangle 88"/>
              <p:cNvSpPr/>
              <p:nvPr/>
            </p:nvSpPr>
            <p:spPr>
              <a:xfrm>
                <a:off x="2313" y="1903"/>
                <a:ext cx="85"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50" name="Rectangle 89"/>
              <p:cNvSpPr/>
              <p:nvPr/>
            </p:nvSpPr>
            <p:spPr>
              <a:xfrm>
                <a:off x="1925" y="1903"/>
                <a:ext cx="384"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a:t>
                </a:r>
              </a:p>
            </p:txBody>
          </p:sp>
          <p:sp>
            <p:nvSpPr>
              <p:cNvPr id="24651" name="Rectangle 90"/>
              <p:cNvSpPr/>
              <p:nvPr/>
            </p:nvSpPr>
            <p:spPr>
              <a:xfrm>
                <a:off x="1496" y="1903"/>
                <a:ext cx="313"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Ag</a:t>
                </a:r>
              </a:p>
            </p:txBody>
          </p:sp>
          <p:sp>
            <p:nvSpPr>
              <p:cNvPr id="24652" name="Rectangle 91"/>
              <p:cNvSpPr/>
              <p:nvPr/>
            </p:nvSpPr>
            <p:spPr>
              <a:xfrm>
                <a:off x="1404" y="1903"/>
                <a:ext cx="85"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53" name="Rectangle 92"/>
              <p:cNvSpPr/>
              <p:nvPr/>
            </p:nvSpPr>
            <p:spPr>
              <a:xfrm>
                <a:off x="3980" y="2064"/>
                <a:ext cx="197" cy="32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sp</a:t>
                </a:r>
              </a:p>
            </p:txBody>
          </p:sp>
          <p:sp>
            <p:nvSpPr>
              <p:cNvPr id="24654" name="Rectangle 93"/>
              <p:cNvSpPr/>
              <p:nvPr/>
            </p:nvSpPr>
            <p:spPr>
              <a:xfrm>
                <a:off x="2441" y="1874"/>
                <a:ext cx="146"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55" name="Rectangle 94"/>
              <p:cNvSpPr/>
              <p:nvPr/>
            </p:nvSpPr>
            <p:spPr>
              <a:xfrm>
                <a:off x="855" y="1874"/>
                <a:ext cx="146" cy="393"/>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p>
            </p:txBody>
          </p:sp>
          <p:sp>
            <p:nvSpPr>
              <p:cNvPr id="24656" name="Rectangle 95"/>
              <p:cNvSpPr/>
              <p:nvPr/>
            </p:nvSpPr>
            <p:spPr>
              <a:xfrm>
                <a:off x="3797" y="1903"/>
                <a:ext cx="171" cy="393"/>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K</a:t>
                </a:r>
                <a:endParaRPr lang="en-US" altLang="zh-CN" sz="3200" i="0" dirty="0">
                  <a:solidFill>
                    <a:srgbClr val="336600"/>
                  </a:solidFill>
                  <a:latin typeface="Times New Roman" panose="02020603050405020304" pitchFamily="18" charset="0"/>
                  <a:ea typeface="宋体" panose="02010600030101010101" pitchFamily="2" charset="-122"/>
                </a:endParaRPr>
              </a:p>
            </p:txBody>
          </p:sp>
          <p:sp>
            <p:nvSpPr>
              <p:cNvPr id="24657" name="Rectangle 96"/>
              <p:cNvSpPr/>
              <p:nvPr/>
            </p:nvSpPr>
            <p:spPr>
              <a:xfrm>
                <a:off x="1063" y="1903"/>
                <a:ext cx="171" cy="393"/>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E</a:t>
                </a:r>
                <a:endParaRPr lang="en-US" altLang="zh-CN" sz="3200" i="0" dirty="0">
                  <a:solidFill>
                    <a:srgbClr val="336600"/>
                  </a:solidFill>
                  <a:latin typeface="Times New Roman" panose="02020603050405020304" pitchFamily="18" charset="0"/>
                  <a:ea typeface="宋体" panose="02010600030101010101" pitchFamily="2" charset="-122"/>
                </a:endParaRPr>
              </a:p>
            </p:txBody>
          </p:sp>
          <p:graphicFrame>
            <p:nvGraphicFramePr>
              <p:cNvPr id="24582" name="Object 97"/>
              <p:cNvGraphicFramePr>
                <a:graphicFrameLocks/>
              </p:cNvGraphicFramePr>
              <p:nvPr/>
            </p:nvGraphicFramePr>
            <p:xfrm>
              <a:off x="1248" y="1888"/>
              <a:ext cx="171" cy="168"/>
            </p:xfrm>
            <a:graphic>
              <a:graphicData uri="http://schemas.openxmlformats.org/presentationml/2006/ole">
                <p:oleObj spid="_x0000_s100358" r:id="rId7" imgW="271780" imgH="266700" progId="">
                  <p:embed/>
                </p:oleObj>
              </a:graphicData>
            </a:graphic>
          </p:graphicFrame>
          <p:graphicFrame>
            <p:nvGraphicFramePr>
              <p:cNvPr id="24583" name="Object 98"/>
              <p:cNvGraphicFramePr>
                <a:graphicFrameLocks/>
              </p:cNvGraphicFramePr>
              <p:nvPr/>
            </p:nvGraphicFramePr>
            <p:xfrm>
              <a:off x="3984" y="1888"/>
              <a:ext cx="171" cy="168"/>
            </p:xfrm>
            <a:graphic>
              <a:graphicData uri="http://schemas.openxmlformats.org/presentationml/2006/ole">
                <p:oleObj spid="_x0000_s100357" r:id="rId8" imgW="271780" imgH="266700" progId="">
                  <p:embed/>
                </p:oleObj>
              </a:graphicData>
            </a:graphic>
          </p:graphicFrame>
        </p:grpSp>
      </p:grpSp>
      <p:grpSp>
        <p:nvGrpSpPr>
          <p:cNvPr id="12" name="Group 99"/>
          <p:cNvGrpSpPr/>
          <p:nvPr/>
        </p:nvGrpSpPr>
        <p:grpSpPr>
          <a:xfrm>
            <a:off x="1000100" y="3571876"/>
            <a:ext cx="4724400" cy="1039813"/>
            <a:chOff x="1392" y="2771"/>
            <a:chExt cx="2976" cy="844"/>
          </a:xfrm>
        </p:grpSpPr>
        <p:sp>
          <p:nvSpPr>
            <p:cNvPr id="24628" name="Rectangle 100"/>
            <p:cNvSpPr/>
            <p:nvPr/>
          </p:nvSpPr>
          <p:spPr>
            <a:xfrm>
              <a:off x="3883" y="2771"/>
              <a:ext cx="361"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AgI</a:t>
              </a:r>
            </a:p>
          </p:txBody>
        </p:sp>
        <p:sp>
          <p:nvSpPr>
            <p:cNvPr id="24629" name="Rectangle 101"/>
            <p:cNvSpPr/>
            <p:nvPr/>
          </p:nvSpPr>
          <p:spPr>
            <a:xfrm>
              <a:off x="3564" y="2771"/>
              <a:ext cx="280"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24630" name="Rectangle 102"/>
            <p:cNvSpPr/>
            <p:nvPr/>
          </p:nvSpPr>
          <p:spPr>
            <a:xfrm>
              <a:off x="2611" y="2771"/>
              <a:ext cx="858"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AgBr      </a:t>
              </a:r>
            </a:p>
          </p:txBody>
        </p:sp>
        <p:sp>
          <p:nvSpPr>
            <p:cNvPr id="24631" name="Rectangle 103"/>
            <p:cNvSpPr/>
            <p:nvPr/>
          </p:nvSpPr>
          <p:spPr>
            <a:xfrm>
              <a:off x="1969" y="2771"/>
              <a:ext cx="560"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24632" name="Rectangle 104"/>
            <p:cNvSpPr/>
            <p:nvPr/>
          </p:nvSpPr>
          <p:spPr>
            <a:xfrm>
              <a:off x="1424" y="2771"/>
              <a:ext cx="498"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AgCl</a:t>
              </a:r>
            </a:p>
          </p:txBody>
        </p:sp>
        <p:sp>
          <p:nvSpPr>
            <p:cNvPr id="24633" name="Line 105"/>
            <p:cNvSpPr/>
            <p:nvPr/>
          </p:nvSpPr>
          <p:spPr>
            <a:xfrm>
              <a:off x="1392" y="3120"/>
              <a:ext cx="2976" cy="0"/>
            </a:xfrm>
            <a:prstGeom prst="line">
              <a:avLst/>
            </a:prstGeom>
            <a:ln w="12700" cap="flat" cmpd="sng">
              <a:solidFill>
                <a:schemeClr val="tx1"/>
              </a:solidFill>
              <a:prstDash val="solid"/>
              <a:headEnd type="none" w="sm" len="sm"/>
              <a:tailEnd type="stealth" w="med" len="lg"/>
            </a:ln>
          </p:spPr>
        </p:sp>
        <p:grpSp>
          <p:nvGrpSpPr>
            <p:cNvPr id="24634" name="Group 106"/>
            <p:cNvGrpSpPr/>
            <p:nvPr/>
          </p:nvGrpSpPr>
          <p:grpSpPr>
            <a:xfrm>
              <a:off x="2426" y="3168"/>
              <a:ext cx="889" cy="447"/>
              <a:chOff x="2426" y="3168"/>
              <a:chExt cx="889" cy="447"/>
            </a:xfrm>
          </p:grpSpPr>
          <p:sp>
            <p:nvSpPr>
              <p:cNvPr id="24635" name="Rectangle 107"/>
              <p:cNvSpPr/>
              <p:nvPr/>
            </p:nvSpPr>
            <p:spPr>
              <a:xfrm>
                <a:off x="2865" y="3168"/>
                <a:ext cx="450" cy="347"/>
              </a:xfrm>
              <a:prstGeom prst="rect">
                <a:avLst/>
              </a:prstGeom>
              <a:noFill/>
              <a:ln w="9525">
                <a:noFill/>
              </a:ln>
            </p:spPr>
            <p:txBody>
              <a:bodyPr wrap="none" lIns="0" tIns="0" rIns="0" bIns="0">
                <a:spAutoFit/>
              </a:bodyPr>
              <a:lstStyle/>
              <a:p>
                <a:pPr>
                  <a:spcBef>
                    <a:spcPct val="0"/>
                  </a:spcBef>
                </a:pPr>
                <a:r>
                  <a:rPr lang="zh-CN" altLang="en-US" i="0" dirty="0">
                    <a:solidFill>
                      <a:srgbClr val="0000CC"/>
                    </a:solidFill>
                    <a:latin typeface="Times New Roman" panose="02020603050405020304" pitchFamily="18" charset="0"/>
                    <a:ea typeface="宋体" panose="02010600030101010101" pitchFamily="2" charset="-122"/>
                  </a:rPr>
                  <a:t>减小</a:t>
                </a:r>
              </a:p>
            </p:txBody>
          </p:sp>
          <p:grpSp>
            <p:nvGrpSpPr>
              <p:cNvPr id="24636" name="Group 108"/>
              <p:cNvGrpSpPr/>
              <p:nvPr/>
            </p:nvGrpSpPr>
            <p:grpSpPr>
              <a:xfrm>
                <a:off x="2426" y="3168"/>
                <a:ext cx="441" cy="447"/>
                <a:chOff x="2426" y="3208"/>
                <a:chExt cx="441" cy="447"/>
              </a:xfrm>
            </p:grpSpPr>
            <p:sp>
              <p:nvSpPr>
                <p:cNvPr id="24637" name="Rectangle 109"/>
                <p:cNvSpPr/>
                <p:nvPr/>
              </p:nvSpPr>
              <p:spPr>
                <a:xfrm>
                  <a:off x="2811" y="3223"/>
                  <a:ext cx="56" cy="347"/>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24638" name="Rectangle 110"/>
                <p:cNvSpPr/>
                <p:nvPr/>
              </p:nvSpPr>
              <p:spPr>
                <a:xfrm>
                  <a:off x="2611" y="3333"/>
                  <a:ext cx="197" cy="322"/>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sp</a:t>
                  </a:r>
                </a:p>
              </p:txBody>
            </p:sp>
            <p:sp>
              <p:nvSpPr>
                <p:cNvPr id="24639" name="Rectangle 111"/>
                <p:cNvSpPr/>
                <p:nvPr/>
              </p:nvSpPr>
              <p:spPr>
                <a:xfrm>
                  <a:off x="2426" y="3223"/>
                  <a:ext cx="149" cy="347"/>
                </a:xfrm>
                <a:prstGeom prst="rect">
                  <a:avLst/>
                </a:prstGeom>
                <a:noFill/>
                <a:ln w="9525">
                  <a:noFill/>
                </a:ln>
              </p:spPr>
              <p:txBody>
                <a:bodyPr wrap="none" lIns="0" tIns="0" rIns="0" bIns="0">
                  <a:spAutoFit/>
                </a:bodyPr>
                <a:lstStyle/>
                <a:p>
                  <a:pPr>
                    <a:spcBef>
                      <a:spcPct val="0"/>
                    </a:spcBef>
                  </a:pPr>
                  <a:r>
                    <a:rPr lang="en-US" altLang="zh-CN" dirty="0">
                      <a:solidFill>
                        <a:srgbClr val="0000CC"/>
                      </a:solidFill>
                      <a:latin typeface="Times New Roman" panose="02020603050405020304" pitchFamily="18" charset="0"/>
                      <a:ea typeface="宋体" panose="02010600030101010101" pitchFamily="2" charset="-122"/>
                    </a:rPr>
                    <a:t>K</a:t>
                  </a:r>
                  <a:endParaRPr lang="en-US" altLang="zh-CN" i="0" dirty="0">
                    <a:solidFill>
                      <a:srgbClr val="0000CC"/>
                    </a:solidFill>
                    <a:latin typeface="Times New Roman" panose="02020603050405020304" pitchFamily="18" charset="0"/>
                    <a:ea typeface="宋体" panose="02010600030101010101" pitchFamily="2" charset="-122"/>
                  </a:endParaRPr>
                </a:p>
              </p:txBody>
            </p:sp>
            <p:graphicFrame>
              <p:nvGraphicFramePr>
                <p:cNvPr id="24581" name="Object 112"/>
                <p:cNvGraphicFramePr>
                  <a:graphicFrameLocks/>
                </p:cNvGraphicFramePr>
                <p:nvPr/>
              </p:nvGraphicFramePr>
              <p:xfrm>
                <a:off x="2608" y="3208"/>
                <a:ext cx="171" cy="168"/>
              </p:xfrm>
              <a:graphic>
                <a:graphicData uri="http://schemas.openxmlformats.org/presentationml/2006/ole">
                  <p:oleObj spid="_x0000_s100356" r:id="rId9" imgW="271780" imgH="266700" progId="">
                    <p:embed/>
                  </p:oleObj>
                </a:graphicData>
              </a:graphic>
            </p:graphicFrame>
          </p:grpSp>
        </p:grpSp>
      </p:grpSp>
      <p:grpSp>
        <p:nvGrpSpPr>
          <p:cNvPr id="15" name="Group 113"/>
          <p:cNvGrpSpPr/>
          <p:nvPr/>
        </p:nvGrpSpPr>
        <p:grpSpPr>
          <a:xfrm>
            <a:off x="619100" y="5095876"/>
            <a:ext cx="7669213" cy="550863"/>
            <a:chOff x="559" y="3652"/>
            <a:chExt cx="4831" cy="347"/>
          </a:xfrm>
        </p:grpSpPr>
        <p:sp>
          <p:nvSpPr>
            <p:cNvPr id="24615" name="Rectangle 114"/>
            <p:cNvSpPr/>
            <p:nvPr/>
          </p:nvSpPr>
          <p:spPr>
            <a:xfrm>
              <a:off x="4392" y="3658"/>
              <a:ext cx="998"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(AgI/Ag)</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16" name="Rectangle 115"/>
            <p:cNvSpPr/>
            <p:nvPr/>
          </p:nvSpPr>
          <p:spPr>
            <a:xfrm>
              <a:off x="4408" y="3682"/>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  </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17" name="Rectangle 116"/>
            <p:cNvSpPr/>
            <p:nvPr/>
          </p:nvSpPr>
          <p:spPr>
            <a:xfrm>
              <a:off x="4008" y="3682"/>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 </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18" name="Rectangle 117"/>
            <p:cNvSpPr/>
            <p:nvPr/>
          </p:nvSpPr>
          <p:spPr>
            <a:xfrm>
              <a:off x="3750" y="3682"/>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  </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19" name="Rectangle 118"/>
            <p:cNvSpPr/>
            <p:nvPr/>
          </p:nvSpPr>
          <p:spPr>
            <a:xfrm>
              <a:off x="2639" y="3682"/>
              <a:ext cx="1188"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(AgBr/Ag)</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0" name="Rectangle 119"/>
            <p:cNvSpPr/>
            <p:nvPr/>
          </p:nvSpPr>
          <p:spPr>
            <a:xfrm>
              <a:off x="2227" y="3682"/>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 </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1" name="Rectangle 120"/>
            <p:cNvSpPr/>
            <p:nvPr/>
          </p:nvSpPr>
          <p:spPr>
            <a:xfrm>
              <a:off x="1969" y="3682"/>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  </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2" name="Rectangle 121"/>
            <p:cNvSpPr/>
            <p:nvPr/>
          </p:nvSpPr>
          <p:spPr>
            <a:xfrm>
              <a:off x="870" y="3682"/>
              <a:ext cx="1159"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Times New Roman" panose="02020603050405020304" pitchFamily="18" charset="0"/>
                  <a:ea typeface="宋体" panose="02010600030101010101" pitchFamily="2" charset="-122"/>
                </a:rPr>
                <a:t>(AgCl/Ag)</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3" name="Rectangle 122"/>
            <p:cNvSpPr/>
            <p:nvPr/>
          </p:nvSpPr>
          <p:spPr>
            <a:xfrm>
              <a:off x="4077" y="3682"/>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990000"/>
                  </a:solidFill>
                  <a:latin typeface="Times New Roman" panose="02020603050405020304" pitchFamily="18" charset="0"/>
                  <a:ea typeface="宋体" panose="02010600030101010101" pitchFamily="2" charset="-122"/>
                </a:rPr>
                <a:t>E</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4" name="Rectangle 123"/>
            <p:cNvSpPr/>
            <p:nvPr/>
          </p:nvSpPr>
          <p:spPr>
            <a:xfrm>
              <a:off x="2296" y="3682"/>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990000"/>
                  </a:solidFill>
                  <a:latin typeface="Times New Roman" panose="02020603050405020304" pitchFamily="18" charset="0"/>
                  <a:ea typeface="宋体" panose="02010600030101010101" pitchFamily="2" charset="-122"/>
                </a:rPr>
                <a:t>E</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5" name="Rectangle 124"/>
            <p:cNvSpPr/>
            <p:nvPr/>
          </p:nvSpPr>
          <p:spPr>
            <a:xfrm>
              <a:off x="559" y="3682"/>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990000"/>
                  </a:solidFill>
                  <a:latin typeface="Times New Roman" panose="02020603050405020304" pitchFamily="18" charset="0"/>
                  <a:ea typeface="宋体" panose="02010600030101010101" pitchFamily="2" charset="-122"/>
                </a:rPr>
                <a:t>E</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6" name="Rectangle 125"/>
            <p:cNvSpPr/>
            <p:nvPr/>
          </p:nvSpPr>
          <p:spPr>
            <a:xfrm>
              <a:off x="3875" y="3652"/>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Symbol" panose="05050102010706020507" pitchFamily="18" charset="2"/>
                  <a:ea typeface="宋体" panose="02010600030101010101" pitchFamily="2" charset="-122"/>
                </a:rPr>
                <a:t>&gt;</a:t>
              </a:r>
              <a:endParaRPr lang="en-US" altLang="zh-CN" sz="1800" i="0" dirty="0">
                <a:solidFill>
                  <a:srgbClr val="990000"/>
                </a:solidFill>
                <a:latin typeface="Arial" panose="020B0604020202020204" pitchFamily="34" charset="0"/>
                <a:ea typeface="宋体" panose="02010600030101010101" pitchFamily="2" charset="-122"/>
              </a:endParaRPr>
            </a:p>
          </p:txBody>
        </p:sp>
        <p:sp>
          <p:nvSpPr>
            <p:cNvPr id="24627" name="Rectangle 126"/>
            <p:cNvSpPr/>
            <p:nvPr/>
          </p:nvSpPr>
          <p:spPr>
            <a:xfrm>
              <a:off x="2094" y="3652"/>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990000"/>
                  </a:solidFill>
                  <a:latin typeface="Symbol" panose="05050102010706020507" pitchFamily="18" charset="2"/>
                  <a:ea typeface="宋体" panose="02010600030101010101" pitchFamily="2" charset="-122"/>
                </a:rPr>
                <a:t>&gt;</a:t>
              </a:r>
              <a:endParaRPr lang="en-US" altLang="zh-CN" sz="1800" i="0" dirty="0">
                <a:solidFill>
                  <a:srgbClr val="990000"/>
                </a:solidFill>
                <a:latin typeface="Arial" panose="020B0604020202020204" pitchFamily="34" charset="0"/>
                <a:ea typeface="宋体" panose="02010600030101010101" pitchFamily="2" charset="-122"/>
              </a:endParaRPr>
            </a:p>
          </p:txBody>
        </p:sp>
        <p:graphicFrame>
          <p:nvGraphicFramePr>
            <p:cNvPr id="24578" name="Object 127"/>
            <p:cNvGraphicFramePr>
              <a:graphicFrameLocks/>
            </p:cNvGraphicFramePr>
            <p:nvPr/>
          </p:nvGraphicFramePr>
          <p:xfrm>
            <a:off x="728" y="3672"/>
            <a:ext cx="171" cy="168"/>
          </p:xfrm>
          <a:graphic>
            <a:graphicData uri="http://schemas.openxmlformats.org/presentationml/2006/ole">
              <p:oleObj spid="_x0000_s100355" r:id="rId10" imgW="271780" imgH="266700" progId="">
                <p:embed/>
              </p:oleObj>
            </a:graphicData>
          </a:graphic>
        </p:graphicFrame>
        <p:graphicFrame>
          <p:nvGraphicFramePr>
            <p:cNvPr id="24579" name="Object 128"/>
            <p:cNvGraphicFramePr>
              <a:graphicFrameLocks/>
            </p:cNvGraphicFramePr>
            <p:nvPr/>
          </p:nvGraphicFramePr>
          <p:xfrm>
            <a:off x="2464" y="3672"/>
            <a:ext cx="171" cy="168"/>
          </p:xfrm>
          <a:graphic>
            <a:graphicData uri="http://schemas.openxmlformats.org/presentationml/2006/ole">
              <p:oleObj spid="_x0000_s100354" r:id="rId11" imgW="271780" imgH="266700" progId="">
                <p:embed/>
              </p:oleObj>
            </a:graphicData>
          </a:graphic>
        </p:graphicFrame>
        <p:graphicFrame>
          <p:nvGraphicFramePr>
            <p:cNvPr id="24580" name="Object 129"/>
            <p:cNvGraphicFramePr>
              <a:graphicFrameLocks/>
            </p:cNvGraphicFramePr>
            <p:nvPr/>
          </p:nvGraphicFramePr>
          <p:xfrm>
            <a:off x="4248" y="3672"/>
            <a:ext cx="171" cy="168"/>
          </p:xfrm>
          <a:graphic>
            <a:graphicData uri="http://schemas.openxmlformats.org/presentationml/2006/ole">
              <p:oleObj spid="_x0000_s100353" r:id="rId12" imgW="271780" imgH="266700" progId="">
                <p:embed/>
              </p:oleObj>
            </a:graphicData>
          </a:graphic>
        </p:graphicFrame>
      </p:grpSp>
      <p:grpSp>
        <p:nvGrpSpPr>
          <p:cNvPr id="16" name="Group 130"/>
          <p:cNvGrpSpPr/>
          <p:nvPr/>
        </p:nvGrpSpPr>
        <p:grpSpPr>
          <a:xfrm>
            <a:off x="1785918" y="3000372"/>
            <a:ext cx="5181600" cy="3200400"/>
            <a:chOff x="476" y="527"/>
            <a:chExt cx="4704" cy="2544"/>
          </a:xfrm>
        </p:grpSpPr>
        <p:sp>
          <p:nvSpPr>
            <p:cNvPr id="24597" name="AutoShape 131"/>
            <p:cNvSpPr/>
            <p:nvPr/>
          </p:nvSpPr>
          <p:spPr>
            <a:xfrm>
              <a:off x="476" y="527"/>
              <a:ext cx="4704" cy="2544"/>
            </a:xfrm>
            <a:prstGeom prst="downArrowCallout">
              <a:avLst>
                <a:gd name="adj1" fmla="val 46226"/>
                <a:gd name="adj2" fmla="val 46226"/>
                <a:gd name="adj3" fmla="val 16662"/>
                <a:gd name="adj4" fmla="val 75472"/>
              </a:avLst>
            </a:prstGeom>
            <a:gradFill rotWithShape="0">
              <a:gsLst>
                <a:gs pos="0">
                  <a:srgbClr val="99CCFF"/>
                </a:gs>
                <a:gs pos="50000">
                  <a:srgbClr val="CCE5FF"/>
                </a:gs>
                <a:gs pos="100000">
                  <a:srgbClr val="99CCFF"/>
                </a:gs>
              </a:gsLst>
              <a:lin ang="5400000" scaled="1"/>
              <a:tileRect/>
            </a:gradFill>
            <a:ln w="9525" cap="flat" cmpd="sng">
              <a:solidFill>
                <a:schemeClr val="tx1"/>
              </a:solidFill>
              <a:prstDash val="solid"/>
              <a:miter/>
              <a:headEnd type="none" w="med" len="med"/>
              <a:tailEnd type="none" w="med" len="med"/>
            </a:ln>
          </p:spPr>
          <p:txBody>
            <a:bodyPr wrap="none" anchor="ctr" anchorCtr="0"/>
            <a:lstStyle/>
            <a:p>
              <a:pPr algn="ctr">
                <a:spcBef>
                  <a:spcPct val="0"/>
                </a:spcBef>
              </a:pPr>
              <a:endParaRPr lang="en-US" altLang="zh-CN" sz="2600" dirty="0">
                <a:solidFill>
                  <a:srgbClr val="FF0000"/>
                </a:solidFill>
                <a:latin typeface="Times New Roman" panose="02020603050405020304" pitchFamily="18" charset="0"/>
                <a:ea typeface="宋体" panose="02010600030101010101" pitchFamily="2" charset="-122"/>
              </a:endParaRPr>
            </a:p>
            <a:p>
              <a:pPr algn="ctr">
                <a:spcBef>
                  <a:spcPct val="0"/>
                </a:spcBef>
              </a:pPr>
              <a:endParaRPr lang="en-US" altLang="zh-CN" sz="2600" i="0" dirty="0">
                <a:solidFill>
                  <a:srgbClr val="FF0000"/>
                </a:solidFill>
                <a:latin typeface="Times New Roman" panose="02020603050405020304" pitchFamily="18" charset="0"/>
                <a:ea typeface="宋体" panose="02010600030101010101" pitchFamily="2" charset="-122"/>
              </a:endParaRPr>
            </a:p>
            <a:p>
              <a:pPr algn="ctr">
                <a:spcBef>
                  <a:spcPct val="0"/>
                </a:spcBef>
              </a:pPr>
              <a:endParaRPr lang="en-US" altLang="zh-CN" sz="2600" i="0" dirty="0">
                <a:solidFill>
                  <a:srgbClr val="FF0000"/>
                </a:solidFill>
                <a:latin typeface="Times New Roman" panose="02020603050405020304" pitchFamily="18" charset="0"/>
                <a:ea typeface="幼圆" panose="02010509060101010101" pitchFamily="49" charset="-122"/>
              </a:endParaRPr>
            </a:p>
            <a:p>
              <a:pPr algn="ctr">
                <a:spcBef>
                  <a:spcPct val="0"/>
                </a:spcBef>
              </a:pPr>
              <a:endParaRPr lang="en-US" altLang="zh-CN" sz="2600" i="0" dirty="0">
                <a:solidFill>
                  <a:srgbClr val="FF0000"/>
                </a:solidFill>
                <a:latin typeface="Times New Roman" panose="02020603050405020304" pitchFamily="18" charset="0"/>
                <a:ea typeface="幼圆" panose="02010509060101010101" pitchFamily="49" charset="-122"/>
              </a:endParaRPr>
            </a:p>
            <a:p>
              <a:pPr algn="ctr">
                <a:spcBef>
                  <a:spcPct val="0"/>
                </a:spcBef>
              </a:pPr>
              <a:r>
                <a:rPr lang="zh-CN" altLang="en-US" sz="2600" i="0" dirty="0">
                  <a:solidFill>
                    <a:srgbClr val="FF0000"/>
                  </a:solidFill>
                  <a:latin typeface="Times New Roman" panose="02020603050405020304" pitchFamily="18" charset="0"/>
                  <a:ea typeface="幼圆" panose="02010509060101010101" pitchFamily="49" charset="-122"/>
                </a:rPr>
                <a:t>由于</a:t>
              </a:r>
              <a:r>
                <a:rPr lang="en-US" altLang="zh-CN" sz="2600" i="0" dirty="0">
                  <a:solidFill>
                    <a:srgbClr val="FF0000"/>
                  </a:solidFill>
                  <a:latin typeface="Times New Roman" panose="02020603050405020304" pitchFamily="18" charset="0"/>
                  <a:ea typeface="幼圆" panose="02010509060101010101" pitchFamily="49" charset="-122"/>
                </a:rPr>
                <a:t>AgCl</a:t>
              </a:r>
              <a:r>
                <a:rPr lang="zh-CN" altLang="en-US" sz="2600" i="0" dirty="0">
                  <a:solidFill>
                    <a:srgbClr val="FF0000"/>
                  </a:solidFill>
                  <a:latin typeface="Times New Roman" panose="02020603050405020304" pitchFamily="18" charset="0"/>
                  <a:ea typeface="幼圆" panose="02010509060101010101" pitchFamily="49" charset="-122"/>
                </a:rPr>
                <a:t>沉淀的生成，</a:t>
              </a:r>
            </a:p>
            <a:p>
              <a:pPr algn="ctr">
                <a:spcBef>
                  <a:spcPct val="0"/>
                </a:spcBef>
              </a:pPr>
              <a:r>
                <a:rPr lang="zh-CN" altLang="en-US" sz="2600" i="0" dirty="0">
                  <a:solidFill>
                    <a:srgbClr val="FF0000"/>
                  </a:solidFill>
                  <a:latin typeface="Times New Roman" panose="02020603050405020304" pitchFamily="18" charset="0"/>
                  <a:ea typeface="幼圆" panose="02010509060101010101" pitchFamily="49" charset="-122"/>
                </a:rPr>
                <a:t>使</a:t>
              </a:r>
              <a:r>
                <a:rPr lang="en-US" altLang="zh-CN" sz="2600" dirty="0">
                  <a:solidFill>
                    <a:srgbClr val="FF0000"/>
                  </a:solidFill>
                  <a:latin typeface="Times New Roman" panose="02020603050405020304" pitchFamily="18" charset="0"/>
                  <a:ea typeface="宋体" panose="02010600030101010101" pitchFamily="2" charset="-122"/>
                </a:rPr>
                <a:t>c</a:t>
              </a:r>
              <a:r>
                <a:rPr lang="en-US" altLang="zh-CN" sz="2600" i="0" dirty="0">
                  <a:solidFill>
                    <a:srgbClr val="FF0000"/>
                  </a:solidFill>
                  <a:latin typeface="Times New Roman" panose="02020603050405020304" pitchFamily="18" charset="0"/>
                  <a:ea typeface="宋体" panose="02010600030101010101" pitchFamily="2" charset="-122"/>
                </a:rPr>
                <a:t>(Ag</a:t>
              </a:r>
              <a:r>
                <a:rPr lang="en-US" altLang="zh-CN" sz="2600" i="0" baseline="30000" dirty="0">
                  <a:solidFill>
                    <a:srgbClr val="FF0000"/>
                  </a:solidFill>
                  <a:latin typeface="Times New Roman" panose="02020603050405020304" pitchFamily="18" charset="0"/>
                  <a:ea typeface="宋体" panose="02010600030101010101" pitchFamily="2" charset="-122"/>
                </a:rPr>
                <a:t>+</a:t>
              </a:r>
              <a:r>
                <a:rPr lang="en-US" altLang="zh-CN" sz="2600" i="0" dirty="0">
                  <a:solidFill>
                    <a:srgbClr val="FF0000"/>
                  </a:solidFill>
                  <a:latin typeface="Times New Roman" panose="02020603050405020304" pitchFamily="18" charset="0"/>
                  <a:ea typeface="宋体" panose="02010600030101010101" pitchFamily="2" charset="-122"/>
                </a:rPr>
                <a:t>)</a:t>
              </a:r>
              <a:r>
                <a:rPr lang="zh-CN" altLang="en-US" sz="2600" i="0" dirty="0">
                  <a:solidFill>
                    <a:srgbClr val="FF0000"/>
                  </a:solidFill>
                  <a:latin typeface="Times New Roman" panose="02020603050405020304" pitchFamily="18" charset="0"/>
                  <a:ea typeface="宋体" panose="02010600030101010101" pitchFamily="2" charset="-122"/>
                </a:rPr>
                <a:t>减小，使</a:t>
              </a:r>
              <a:r>
                <a:rPr lang="en-US" altLang="zh-CN" sz="2600" dirty="0">
                  <a:solidFill>
                    <a:srgbClr val="FF0000"/>
                  </a:solidFill>
                  <a:latin typeface="Times New Roman" panose="02020603050405020304" pitchFamily="18" charset="0"/>
                  <a:ea typeface="宋体" panose="02010600030101010101" pitchFamily="2" charset="-122"/>
                </a:rPr>
                <a:t>E</a:t>
              </a:r>
              <a:r>
                <a:rPr lang="en-US" altLang="zh-CN" sz="2600" i="0" dirty="0">
                  <a:solidFill>
                    <a:srgbClr val="FF0000"/>
                  </a:solidFill>
                  <a:latin typeface="Times New Roman" panose="02020603050405020304" pitchFamily="18" charset="0"/>
                  <a:ea typeface="宋体" panose="02010600030101010101" pitchFamily="2" charset="-122"/>
                </a:rPr>
                <a:t>(Ag</a:t>
              </a:r>
              <a:r>
                <a:rPr lang="en-US" altLang="zh-CN" sz="2600" i="0" baseline="30000" dirty="0">
                  <a:solidFill>
                    <a:srgbClr val="FF0000"/>
                  </a:solidFill>
                  <a:latin typeface="Times New Roman" panose="02020603050405020304" pitchFamily="18" charset="0"/>
                  <a:ea typeface="宋体" panose="02010600030101010101" pitchFamily="2" charset="-122"/>
                </a:rPr>
                <a:t>+</a:t>
              </a:r>
              <a:r>
                <a:rPr lang="en-US" altLang="zh-CN" sz="2600" i="0" dirty="0">
                  <a:solidFill>
                    <a:srgbClr val="FF0000"/>
                  </a:solidFill>
                  <a:latin typeface="Times New Roman" panose="02020603050405020304" pitchFamily="18" charset="0"/>
                  <a:ea typeface="宋体" panose="02010600030101010101" pitchFamily="2" charset="-122"/>
                </a:rPr>
                <a:t>/Ag)</a:t>
              </a:r>
              <a:r>
                <a:rPr lang="zh-CN" altLang="en-US" sz="2600" i="0" dirty="0">
                  <a:solidFill>
                    <a:srgbClr val="FF0000"/>
                  </a:solidFill>
                  <a:latin typeface="Times New Roman" panose="02020603050405020304" pitchFamily="18" charset="0"/>
                  <a:ea typeface="宋体" panose="02010600030101010101" pitchFamily="2" charset="-122"/>
                </a:rPr>
                <a:t>减小</a:t>
              </a:r>
            </a:p>
            <a:p>
              <a:pPr algn="ctr">
                <a:spcBef>
                  <a:spcPct val="0"/>
                </a:spcBef>
              </a:pPr>
              <a:r>
                <a:rPr lang="en-US" altLang="zh-CN" sz="2600" i="0" dirty="0">
                  <a:solidFill>
                    <a:srgbClr val="FF0000"/>
                  </a:solidFill>
                  <a:latin typeface="Times New Roman" panose="02020603050405020304" pitchFamily="18" charset="0"/>
                  <a:ea typeface="宋体" panose="02010600030101010101" pitchFamily="2" charset="-122"/>
                </a:rPr>
                <a:t>Ag</a:t>
              </a:r>
              <a:r>
                <a:rPr lang="en-US" altLang="zh-CN" sz="2600" i="0" baseline="30000" dirty="0">
                  <a:solidFill>
                    <a:srgbClr val="FF0000"/>
                  </a:solidFill>
                  <a:latin typeface="Times New Roman" panose="02020603050405020304" pitchFamily="18" charset="0"/>
                  <a:ea typeface="宋体" panose="02010600030101010101" pitchFamily="2" charset="-122"/>
                </a:rPr>
                <a:t>+</a:t>
              </a:r>
              <a:r>
                <a:rPr lang="zh-CN" altLang="en-US" sz="2600" i="0" dirty="0">
                  <a:solidFill>
                    <a:srgbClr val="FF0000"/>
                  </a:solidFill>
                  <a:latin typeface="Times New Roman" panose="02020603050405020304" pitchFamily="18" charset="0"/>
                  <a:ea typeface="宋体" panose="02010600030101010101" pitchFamily="2" charset="-122"/>
                </a:rPr>
                <a:t>的氧化能力降低</a:t>
              </a:r>
            </a:p>
            <a:p>
              <a:pPr algn="ctr">
                <a:spcBef>
                  <a:spcPct val="0"/>
                </a:spcBef>
              </a:pPr>
              <a:endParaRPr lang="en-US" altLang="zh-CN" sz="2600" i="0" dirty="0">
                <a:solidFill>
                  <a:srgbClr val="FF0000"/>
                </a:solidFill>
                <a:latin typeface="Times New Roman" panose="02020603050405020304" pitchFamily="18" charset="0"/>
                <a:ea typeface="宋体" panose="02010600030101010101" pitchFamily="2" charset="-122"/>
              </a:endParaRPr>
            </a:p>
          </p:txBody>
        </p:sp>
        <p:grpSp>
          <p:nvGrpSpPr>
            <p:cNvPr id="24598" name="Group 132"/>
            <p:cNvGrpSpPr/>
            <p:nvPr/>
          </p:nvGrpSpPr>
          <p:grpSpPr>
            <a:xfrm>
              <a:off x="1056" y="663"/>
              <a:ext cx="3820" cy="737"/>
              <a:chOff x="1056" y="663"/>
              <a:chExt cx="3820" cy="737"/>
            </a:xfrm>
          </p:grpSpPr>
          <p:grpSp>
            <p:nvGrpSpPr>
              <p:cNvPr id="24599" name="Group 133"/>
              <p:cNvGrpSpPr/>
              <p:nvPr/>
            </p:nvGrpSpPr>
            <p:grpSpPr>
              <a:xfrm>
                <a:off x="1056" y="663"/>
                <a:ext cx="3754" cy="737"/>
                <a:chOff x="1056" y="663"/>
                <a:chExt cx="3754" cy="737"/>
              </a:xfrm>
            </p:grpSpPr>
            <p:sp>
              <p:nvSpPr>
                <p:cNvPr id="24608" name="Line 134"/>
                <p:cNvSpPr/>
                <p:nvPr/>
              </p:nvSpPr>
              <p:spPr>
                <a:xfrm>
                  <a:off x="1066" y="663"/>
                  <a:ext cx="3744" cy="0"/>
                </a:xfrm>
                <a:prstGeom prst="line">
                  <a:avLst/>
                </a:prstGeom>
                <a:ln w="28575" cap="sq" cmpd="sng">
                  <a:solidFill>
                    <a:schemeClr val="tx1"/>
                  </a:solidFill>
                  <a:prstDash val="solid"/>
                  <a:headEnd type="none" w="med" len="med"/>
                  <a:tailEnd type="none" w="med" len="med"/>
                </a:ln>
              </p:spPr>
            </p:sp>
            <p:sp>
              <p:nvSpPr>
                <p:cNvPr id="24609" name="Line 135"/>
                <p:cNvSpPr/>
                <p:nvPr/>
              </p:nvSpPr>
              <p:spPr>
                <a:xfrm>
                  <a:off x="1056" y="1036"/>
                  <a:ext cx="3744" cy="0"/>
                </a:xfrm>
                <a:prstGeom prst="line">
                  <a:avLst/>
                </a:prstGeom>
                <a:ln w="12700" cap="flat" cmpd="sng">
                  <a:solidFill>
                    <a:schemeClr val="tx1"/>
                  </a:solidFill>
                  <a:prstDash val="solid"/>
                  <a:headEnd type="none" w="med" len="med"/>
                  <a:tailEnd type="none" w="med" len="med"/>
                </a:ln>
              </p:spPr>
            </p:sp>
            <p:sp>
              <p:nvSpPr>
                <p:cNvPr id="24610" name="Line 136"/>
                <p:cNvSpPr/>
                <p:nvPr/>
              </p:nvSpPr>
              <p:spPr>
                <a:xfrm>
                  <a:off x="1056" y="1400"/>
                  <a:ext cx="3744" cy="0"/>
                </a:xfrm>
                <a:prstGeom prst="line">
                  <a:avLst/>
                </a:prstGeom>
                <a:ln w="28575" cap="sq" cmpd="sng">
                  <a:solidFill>
                    <a:schemeClr val="tx1"/>
                  </a:solidFill>
                  <a:prstDash val="solid"/>
                  <a:headEnd type="none" w="med" len="med"/>
                  <a:tailEnd type="none" w="med" len="med"/>
                </a:ln>
              </p:spPr>
            </p:sp>
            <p:sp>
              <p:nvSpPr>
                <p:cNvPr id="24611" name="Line 137"/>
                <p:cNvSpPr/>
                <p:nvPr/>
              </p:nvSpPr>
              <p:spPr>
                <a:xfrm>
                  <a:off x="1056" y="672"/>
                  <a:ext cx="0" cy="728"/>
                </a:xfrm>
                <a:prstGeom prst="line">
                  <a:avLst/>
                </a:prstGeom>
                <a:ln w="28575" cap="sq" cmpd="sng">
                  <a:solidFill>
                    <a:schemeClr val="tx1"/>
                  </a:solidFill>
                  <a:prstDash val="solid"/>
                  <a:headEnd type="none" w="med" len="med"/>
                  <a:tailEnd type="none" w="med" len="med"/>
                </a:ln>
              </p:spPr>
            </p:sp>
            <p:sp>
              <p:nvSpPr>
                <p:cNvPr id="24612" name="Line 138"/>
                <p:cNvSpPr/>
                <p:nvPr/>
              </p:nvSpPr>
              <p:spPr>
                <a:xfrm>
                  <a:off x="2904" y="672"/>
                  <a:ext cx="0" cy="728"/>
                </a:xfrm>
                <a:prstGeom prst="line">
                  <a:avLst/>
                </a:prstGeom>
                <a:ln w="12700" cap="flat" cmpd="sng">
                  <a:solidFill>
                    <a:schemeClr val="tx1"/>
                  </a:solidFill>
                  <a:prstDash val="solid"/>
                  <a:headEnd type="none" w="med" len="med"/>
                  <a:tailEnd type="none" w="med" len="med"/>
                </a:ln>
              </p:spPr>
            </p:sp>
            <p:sp>
              <p:nvSpPr>
                <p:cNvPr id="24613" name="Line 139"/>
                <p:cNvSpPr/>
                <p:nvPr/>
              </p:nvSpPr>
              <p:spPr>
                <a:xfrm>
                  <a:off x="4800" y="672"/>
                  <a:ext cx="0" cy="728"/>
                </a:xfrm>
                <a:prstGeom prst="line">
                  <a:avLst/>
                </a:prstGeom>
                <a:ln w="28575" cap="sq" cmpd="sng">
                  <a:solidFill>
                    <a:schemeClr val="tx1"/>
                  </a:solidFill>
                  <a:prstDash val="solid"/>
                  <a:headEnd type="none" w="med" len="med"/>
                  <a:tailEnd type="none" w="med" len="med"/>
                </a:ln>
              </p:spPr>
            </p:sp>
            <p:sp>
              <p:nvSpPr>
                <p:cNvPr id="24614" name="Text Box 140"/>
                <p:cNvSpPr txBox="1"/>
                <p:nvPr/>
              </p:nvSpPr>
              <p:spPr>
                <a:xfrm>
                  <a:off x="2784" y="817"/>
                  <a:ext cx="241" cy="510"/>
                </a:xfrm>
                <a:prstGeom prst="rect">
                  <a:avLst/>
                </a:prstGeom>
                <a:noFill/>
                <a:ln w="9525">
                  <a:noFill/>
                </a:ln>
              </p:spPr>
              <p:txBody>
                <a:bodyPr>
                  <a:spAutoFit/>
                </a:bodyPr>
                <a:lstStyle/>
                <a:p>
                  <a:r>
                    <a:rPr lang="en-US" altLang="zh-CN" sz="3600" i="0" dirty="0">
                      <a:latin typeface="Times New Roman" panose="02020603050405020304" pitchFamily="18" charset="0"/>
                      <a:ea typeface="宋体" panose="02010600030101010101" pitchFamily="2" charset="-122"/>
                    </a:rPr>
                    <a:t>&gt;</a:t>
                  </a:r>
                  <a:endParaRPr lang="en-US" altLang="zh-CN" sz="3600" i="0" dirty="0">
                    <a:latin typeface="Times New Roman" panose="02020603050405020304" pitchFamily="18" charset="0"/>
                    <a:ea typeface="Arial Unicode MS" panose="020B0604020202020204" charset="-122"/>
                  </a:endParaRPr>
                </a:p>
              </p:txBody>
            </p:sp>
          </p:grpSp>
          <p:grpSp>
            <p:nvGrpSpPr>
              <p:cNvPr id="24600" name="Group 141"/>
              <p:cNvGrpSpPr/>
              <p:nvPr/>
            </p:nvGrpSpPr>
            <p:grpSpPr>
              <a:xfrm>
                <a:off x="1132" y="663"/>
                <a:ext cx="3744" cy="728"/>
                <a:chOff x="1056" y="672"/>
                <a:chExt cx="3744" cy="728"/>
              </a:xfrm>
            </p:grpSpPr>
            <p:sp>
              <p:nvSpPr>
                <p:cNvPr id="24601" name="Rectangle 142"/>
                <p:cNvSpPr/>
                <p:nvPr/>
              </p:nvSpPr>
              <p:spPr>
                <a:xfrm>
                  <a:off x="2904" y="1036"/>
                  <a:ext cx="1896" cy="364"/>
                </a:xfrm>
                <a:prstGeom prst="rect">
                  <a:avLst/>
                </a:prstGeom>
                <a:noFill/>
                <a:ln w="9525">
                  <a:noFill/>
                </a:ln>
              </p:spPr>
              <p:txBody>
                <a:bodyPr/>
                <a:lstStyle/>
                <a:p>
                  <a:pPr algn="ctr">
                    <a:spcBef>
                      <a:spcPct val="20000"/>
                    </a:spcBef>
                  </a:pPr>
                  <a:r>
                    <a:rPr lang="en-US" altLang="zh-CN" sz="2400" i="0" dirty="0">
                      <a:solidFill>
                        <a:srgbClr val="0000CC"/>
                      </a:solidFill>
                      <a:latin typeface="Arial" panose="020B0604020202020204" pitchFamily="34" charset="0"/>
                      <a:ea typeface="宋体" panose="02010600030101010101" pitchFamily="2" charset="-122"/>
                    </a:rPr>
                    <a:t>+0.22V</a:t>
                  </a:r>
                </a:p>
              </p:txBody>
            </p:sp>
            <p:sp>
              <p:nvSpPr>
                <p:cNvPr id="24602" name="Rectangle 143"/>
                <p:cNvSpPr/>
                <p:nvPr/>
              </p:nvSpPr>
              <p:spPr>
                <a:xfrm>
                  <a:off x="1056" y="1036"/>
                  <a:ext cx="1848" cy="364"/>
                </a:xfrm>
                <a:prstGeom prst="rect">
                  <a:avLst/>
                </a:prstGeom>
                <a:noFill/>
                <a:ln w="9525">
                  <a:noFill/>
                </a:ln>
              </p:spPr>
              <p:txBody>
                <a:bodyPr/>
                <a:lstStyle/>
                <a:p>
                  <a:pPr algn="ctr">
                    <a:spcBef>
                      <a:spcPct val="20000"/>
                    </a:spcBef>
                  </a:pPr>
                  <a:r>
                    <a:rPr lang="en-US" altLang="zh-CN" sz="2400" i="0" dirty="0">
                      <a:solidFill>
                        <a:srgbClr val="336600"/>
                      </a:solidFill>
                      <a:latin typeface="Arial" panose="020B0604020202020204" pitchFamily="34" charset="0"/>
                      <a:ea typeface="宋体" panose="02010600030101010101" pitchFamily="2" charset="-122"/>
                    </a:rPr>
                    <a:t>+0.7991V</a:t>
                  </a:r>
                </a:p>
              </p:txBody>
            </p:sp>
            <p:sp>
              <p:nvSpPr>
                <p:cNvPr id="24603" name="Rectangle 144"/>
                <p:cNvSpPr/>
                <p:nvPr/>
              </p:nvSpPr>
              <p:spPr>
                <a:xfrm>
                  <a:off x="2904" y="672"/>
                  <a:ext cx="1896" cy="364"/>
                </a:xfrm>
                <a:prstGeom prst="rect">
                  <a:avLst/>
                </a:prstGeom>
                <a:noFill/>
                <a:ln w="9525">
                  <a:noFill/>
                </a:ln>
              </p:spPr>
              <p:txBody>
                <a:bodyPr/>
                <a:lstStyle/>
                <a:p>
                  <a:pPr algn="ctr">
                    <a:spcBef>
                      <a:spcPct val="20000"/>
                    </a:spcBef>
                  </a:pPr>
                  <a:r>
                    <a:rPr lang="en-US" altLang="zh-CN" sz="2400" dirty="0">
                      <a:solidFill>
                        <a:srgbClr val="0000CC"/>
                      </a:solidFill>
                      <a:latin typeface="Arial" panose="020B0604020202020204" pitchFamily="34" charset="0"/>
                      <a:ea typeface="宋体" panose="02010600030101010101" pitchFamily="2" charset="-122"/>
                    </a:rPr>
                    <a:t>E</a:t>
                  </a:r>
                  <a:r>
                    <a:rPr lang="en-US" altLang="zh-CN" sz="2400" i="0" dirty="0">
                      <a:solidFill>
                        <a:srgbClr val="0000CC"/>
                      </a:solidFill>
                      <a:latin typeface="Arial" panose="020B0604020202020204" pitchFamily="34" charset="0"/>
                      <a:ea typeface="宋体" panose="02010600030101010101" pitchFamily="2" charset="-122"/>
                    </a:rPr>
                    <a:t>(Ag</a:t>
                  </a:r>
                  <a:r>
                    <a:rPr lang="en-US" altLang="zh-CN" sz="2400" i="0" baseline="30000" dirty="0">
                      <a:solidFill>
                        <a:srgbClr val="0000CC"/>
                      </a:solidFill>
                      <a:latin typeface="Arial" panose="020B0604020202020204" pitchFamily="34" charset="0"/>
                      <a:ea typeface="宋体" panose="02010600030101010101" pitchFamily="2" charset="-122"/>
                    </a:rPr>
                    <a:t>+</a:t>
                  </a:r>
                  <a:r>
                    <a:rPr lang="en-US" altLang="zh-CN" sz="2400" i="0" dirty="0">
                      <a:solidFill>
                        <a:srgbClr val="0000CC"/>
                      </a:solidFill>
                      <a:latin typeface="Arial" panose="020B0604020202020204" pitchFamily="34" charset="0"/>
                      <a:ea typeface="宋体" panose="02010600030101010101" pitchFamily="2" charset="-122"/>
                    </a:rPr>
                    <a:t>/Ag)</a:t>
                  </a:r>
                </a:p>
              </p:txBody>
            </p:sp>
            <p:sp>
              <p:nvSpPr>
                <p:cNvPr id="24604" name="Rectangle 145"/>
                <p:cNvSpPr/>
                <p:nvPr/>
              </p:nvSpPr>
              <p:spPr>
                <a:xfrm>
                  <a:off x="1056" y="672"/>
                  <a:ext cx="1848" cy="364"/>
                </a:xfrm>
                <a:prstGeom prst="rect">
                  <a:avLst/>
                </a:prstGeom>
                <a:noFill/>
                <a:ln w="9525">
                  <a:noFill/>
                </a:ln>
              </p:spPr>
              <p:txBody>
                <a:bodyPr/>
                <a:lstStyle/>
                <a:p>
                  <a:pPr algn="ctr">
                    <a:spcBef>
                      <a:spcPct val="20000"/>
                    </a:spcBef>
                  </a:pPr>
                  <a:r>
                    <a:rPr lang="en-US" altLang="zh-CN" sz="2400" dirty="0">
                      <a:solidFill>
                        <a:srgbClr val="336600"/>
                      </a:solidFill>
                      <a:latin typeface="Arial" panose="020B0604020202020204" pitchFamily="34" charset="0"/>
                      <a:ea typeface="宋体" panose="02010600030101010101" pitchFamily="2" charset="-122"/>
                    </a:rPr>
                    <a:t>E  </a:t>
                  </a:r>
                  <a:r>
                    <a:rPr lang="en-US" altLang="zh-CN" sz="2400" i="0" dirty="0">
                      <a:solidFill>
                        <a:srgbClr val="336600"/>
                      </a:solidFill>
                      <a:latin typeface="Arial" panose="020B0604020202020204" pitchFamily="34" charset="0"/>
                      <a:ea typeface="宋体" panose="02010600030101010101" pitchFamily="2" charset="-122"/>
                    </a:rPr>
                    <a:t>(Ag</a:t>
                  </a:r>
                  <a:r>
                    <a:rPr lang="en-US" altLang="zh-CN" sz="2400" i="0" baseline="30000" dirty="0">
                      <a:solidFill>
                        <a:srgbClr val="336600"/>
                      </a:solidFill>
                      <a:latin typeface="Arial" panose="020B0604020202020204" pitchFamily="34" charset="0"/>
                      <a:ea typeface="宋体" panose="02010600030101010101" pitchFamily="2" charset="-122"/>
                    </a:rPr>
                    <a:t>+</a:t>
                  </a:r>
                  <a:r>
                    <a:rPr lang="en-US" altLang="zh-CN" sz="2400" i="0" dirty="0">
                      <a:solidFill>
                        <a:srgbClr val="336600"/>
                      </a:solidFill>
                      <a:latin typeface="Arial" panose="020B0604020202020204" pitchFamily="34" charset="0"/>
                      <a:ea typeface="宋体" panose="02010600030101010101" pitchFamily="2" charset="-122"/>
                    </a:rPr>
                    <a:t>/Ag)</a:t>
                  </a:r>
                </a:p>
              </p:txBody>
            </p:sp>
            <p:grpSp>
              <p:nvGrpSpPr>
                <p:cNvPr id="24605" name="Group 146"/>
                <p:cNvGrpSpPr/>
                <p:nvPr/>
              </p:nvGrpSpPr>
              <p:grpSpPr>
                <a:xfrm>
                  <a:off x="1565" y="754"/>
                  <a:ext cx="73" cy="73"/>
                  <a:chOff x="528" y="1344"/>
                  <a:chExt cx="96" cy="96"/>
                </a:xfrm>
              </p:grpSpPr>
              <p:sp>
                <p:nvSpPr>
                  <p:cNvPr id="24606" name="Oval 147"/>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24607" name="Line 148"/>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10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10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10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10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10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slide(fromTop)">
                                      <p:cBhvr>
                                        <p:cTn id="47" dur="1000"/>
                                        <p:tgtEl>
                                          <p:spTgt spid="16"/>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xit" presetSubtype="16" fill="hold" nodeType="clickEffect">
                                  <p:stCondLst>
                                    <p:cond delay="0"/>
                                  </p:stCondLst>
                                  <p:childTnLst>
                                    <p:animEffect transition="out" filter="box(in)">
                                      <p:cBhvr>
                                        <p:cTn id="51" dur="1000"/>
                                        <p:tgtEl>
                                          <p:spTgt spid="16"/>
                                        </p:tgtEl>
                                      </p:cBhvr>
                                    </p:animEffect>
                                    <p:set>
                                      <p:cBhvr>
                                        <p:cTn id="52" dur="1" fill="hold">
                                          <p:stCondLst>
                                            <p:cond delay="999"/>
                                          </p:stCondLst>
                                        </p:cTn>
                                        <p:tgtEl>
                                          <p:spTgt spid="1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05"/>
          <p:cNvGrpSpPr/>
          <p:nvPr/>
        </p:nvGrpSpPr>
        <p:grpSpPr>
          <a:xfrm>
            <a:off x="419072" y="1981200"/>
            <a:ext cx="7269163" cy="500063"/>
            <a:chOff x="571" y="1963"/>
            <a:chExt cx="4579" cy="315"/>
          </a:xfrm>
        </p:grpSpPr>
        <p:sp>
          <p:nvSpPr>
            <p:cNvPr id="25762" name="Rectangle 106"/>
            <p:cNvSpPr/>
            <p:nvPr/>
          </p:nvSpPr>
          <p:spPr>
            <a:xfrm>
              <a:off x="5086" y="1963"/>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63" name="Rectangle 107"/>
            <p:cNvSpPr/>
            <p:nvPr/>
          </p:nvSpPr>
          <p:spPr>
            <a:xfrm>
              <a:off x="2406" y="1963"/>
              <a:ext cx="71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NaOH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64" name="Rectangle 108"/>
            <p:cNvSpPr/>
            <p:nvPr/>
          </p:nvSpPr>
          <p:spPr>
            <a:xfrm>
              <a:off x="2338" y="1963"/>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65" name="Rectangle 109"/>
            <p:cNvSpPr/>
            <p:nvPr/>
          </p:nvSpPr>
          <p:spPr>
            <a:xfrm>
              <a:off x="3065" y="1971"/>
              <a:ext cx="2056"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，达到平衡时保持</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766" name="Rectangle 110"/>
            <p:cNvSpPr/>
            <p:nvPr/>
          </p:nvSpPr>
          <p:spPr>
            <a:xfrm>
              <a:off x="571" y="1971"/>
              <a:ext cx="1799"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的半电池中加入</a:t>
              </a:r>
              <a:endParaRPr lang="zh-CN" altLang="en-US" sz="1800" i="0" dirty="0">
                <a:solidFill>
                  <a:srgbClr val="0000CC"/>
                </a:solidFill>
                <a:latin typeface="Arial" panose="020B0604020202020204" pitchFamily="34" charset="0"/>
                <a:ea typeface="宋体" panose="02010600030101010101" pitchFamily="2" charset="-122"/>
              </a:endParaRPr>
            </a:p>
          </p:txBody>
        </p:sp>
      </p:grpSp>
      <p:grpSp>
        <p:nvGrpSpPr>
          <p:cNvPr id="3" name="Group 111"/>
          <p:cNvGrpSpPr/>
          <p:nvPr/>
        </p:nvGrpSpPr>
        <p:grpSpPr>
          <a:xfrm>
            <a:off x="419072" y="2590800"/>
            <a:ext cx="7708900" cy="558800"/>
            <a:chOff x="595" y="2348"/>
            <a:chExt cx="4856" cy="352"/>
          </a:xfrm>
        </p:grpSpPr>
        <p:sp>
          <p:nvSpPr>
            <p:cNvPr id="25732" name="Line 112"/>
            <p:cNvSpPr/>
            <p:nvPr/>
          </p:nvSpPr>
          <p:spPr>
            <a:xfrm flipH="1">
              <a:off x="4382" y="2384"/>
              <a:ext cx="92" cy="293"/>
            </a:xfrm>
            <a:prstGeom prst="line">
              <a:avLst/>
            </a:prstGeom>
            <a:ln w="17463" cap="flat" cmpd="sng">
              <a:solidFill>
                <a:srgbClr val="000000"/>
              </a:solidFill>
              <a:prstDash val="solid"/>
              <a:headEnd type="none" w="med" len="med"/>
              <a:tailEnd type="none" w="med" len="med"/>
            </a:ln>
          </p:spPr>
        </p:sp>
        <p:sp>
          <p:nvSpPr>
            <p:cNvPr id="25733" name="Rectangle 113"/>
            <p:cNvSpPr/>
            <p:nvPr/>
          </p:nvSpPr>
          <p:spPr>
            <a:xfrm>
              <a:off x="5387" y="2385"/>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4" name="Rectangle 114"/>
            <p:cNvSpPr/>
            <p:nvPr/>
          </p:nvSpPr>
          <p:spPr>
            <a:xfrm>
              <a:off x="5288" y="2385"/>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5" name="Rectangle 115"/>
            <p:cNvSpPr/>
            <p:nvPr/>
          </p:nvSpPr>
          <p:spPr>
            <a:xfrm>
              <a:off x="4955" y="238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6" name="Rectangle 116"/>
            <p:cNvSpPr/>
            <p:nvPr/>
          </p:nvSpPr>
          <p:spPr>
            <a:xfrm>
              <a:off x="4495" y="2385"/>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7" name="Rectangle 117"/>
            <p:cNvSpPr/>
            <p:nvPr/>
          </p:nvSpPr>
          <p:spPr>
            <a:xfrm>
              <a:off x="3937" y="2385"/>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8" name="Rectangle 118"/>
            <p:cNvSpPr/>
            <p:nvPr/>
          </p:nvSpPr>
          <p:spPr>
            <a:xfrm>
              <a:off x="3846" y="238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9" name="Rectangle 119"/>
            <p:cNvSpPr/>
            <p:nvPr/>
          </p:nvSpPr>
          <p:spPr>
            <a:xfrm>
              <a:off x="2797" y="2385"/>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0" name="Rectangle 120"/>
            <p:cNvSpPr/>
            <p:nvPr/>
          </p:nvSpPr>
          <p:spPr>
            <a:xfrm>
              <a:off x="2746" y="2385"/>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1" name="Rectangle 121"/>
            <p:cNvSpPr/>
            <p:nvPr/>
          </p:nvSpPr>
          <p:spPr>
            <a:xfrm>
              <a:off x="2448" y="2385"/>
              <a:ext cx="1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2" name="Rectangle 122"/>
            <p:cNvSpPr/>
            <p:nvPr/>
          </p:nvSpPr>
          <p:spPr>
            <a:xfrm>
              <a:off x="1932" y="2385"/>
              <a:ext cx="412"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mol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3" name="Rectangle 123"/>
            <p:cNvSpPr/>
            <p:nvPr/>
          </p:nvSpPr>
          <p:spPr>
            <a:xfrm>
              <a:off x="1801" y="2385"/>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4" name="Rectangle 124"/>
            <p:cNvSpPr/>
            <p:nvPr/>
          </p:nvSpPr>
          <p:spPr>
            <a:xfrm>
              <a:off x="1737" y="2385"/>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5" name="Rectangle 125"/>
            <p:cNvSpPr/>
            <p:nvPr/>
          </p:nvSpPr>
          <p:spPr>
            <a:xfrm>
              <a:off x="1610" y="2385"/>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6" name="Rectangle 126"/>
            <p:cNvSpPr/>
            <p:nvPr/>
          </p:nvSpPr>
          <p:spPr>
            <a:xfrm>
              <a:off x="1297" y="238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7" name="Rectangle 127"/>
            <p:cNvSpPr/>
            <p:nvPr/>
          </p:nvSpPr>
          <p:spPr>
            <a:xfrm>
              <a:off x="802" y="2385"/>
              <a:ext cx="39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8" name="Rectangle 128"/>
            <p:cNvSpPr/>
            <p:nvPr/>
          </p:nvSpPr>
          <p:spPr>
            <a:xfrm>
              <a:off x="714" y="2385"/>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49" name="Rectangle 129"/>
            <p:cNvSpPr/>
            <p:nvPr/>
          </p:nvSpPr>
          <p:spPr>
            <a:xfrm>
              <a:off x="4759" y="2364"/>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0" name="Rectangle 130"/>
            <p:cNvSpPr/>
            <p:nvPr/>
          </p:nvSpPr>
          <p:spPr>
            <a:xfrm>
              <a:off x="4196" y="2364"/>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1" name="Rectangle 131"/>
            <p:cNvSpPr/>
            <p:nvPr/>
          </p:nvSpPr>
          <p:spPr>
            <a:xfrm>
              <a:off x="2658" y="2364"/>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2" name="Rectangle 132"/>
            <p:cNvSpPr/>
            <p:nvPr/>
          </p:nvSpPr>
          <p:spPr>
            <a:xfrm>
              <a:off x="5098" y="2355"/>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3" name="Rectangle 133"/>
            <p:cNvSpPr/>
            <p:nvPr/>
          </p:nvSpPr>
          <p:spPr>
            <a:xfrm>
              <a:off x="2353" y="2355"/>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4" name="Rectangle 134"/>
            <p:cNvSpPr/>
            <p:nvPr/>
          </p:nvSpPr>
          <p:spPr>
            <a:xfrm>
              <a:off x="1440" y="2355"/>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5" name="Rectangle 135"/>
            <p:cNvSpPr/>
            <p:nvPr/>
          </p:nvSpPr>
          <p:spPr>
            <a:xfrm>
              <a:off x="4840" y="234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6" name="Rectangle 136"/>
            <p:cNvSpPr/>
            <p:nvPr/>
          </p:nvSpPr>
          <p:spPr>
            <a:xfrm>
              <a:off x="4272" y="234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7" name="Rectangle 137"/>
            <p:cNvSpPr/>
            <p:nvPr/>
          </p:nvSpPr>
          <p:spPr>
            <a:xfrm>
              <a:off x="2585" y="234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8" name="Rectangle 138"/>
            <p:cNvSpPr/>
            <p:nvPr/>
          </p:nvSpPr>
          <p:spPr>
            <a:xfrm>
              <a:off x="1185" y="234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59" name="Rectangle 139"/>
            <p:cNvSpPr/>
            <p:nvPr/>
          </p:nvSpPr>
          <p:spPr>
            <a:xfrm>
              <a:off x="2913" y="2393"/>
              <a:ext cx="771"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求此时</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760" name="Rectangle 140"/>
            <p:cNvSpPr/>
            <p:nvPr/>
          </p:nvSpPr>
          <p:spPr>
            <a:xfrm>
              <a:off x="3675" y="2385"/>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61" name="Rectangle 141"/>
            <p:cNvSpPr/>
            <p:nvPr/>
          </p:nvSpPr>
          <p:spPr>
            <a:xfrm>
              <a:off x="595" y="2385"/>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grpSp>
      <p:grpSp>
        <p:nvGrpSpPr>
          <p:cNvPr id="4" name="Group 142"/>
          <p:cNvGrpSpPr/>
          <p:nvPr/>
        </p:nvGrpSpPr>
        <p:grpSpPr>
          <a:xfrm>
            <a:off x="495272" y="685800"/>
            <a:ext cx="4705350" cy="601663"/>
            <a:chOff x="607" y="1025"/>
            <a:chExt cx="2964" cy="379"/>
          </a:xfrm>
        </p:grpSpPr>
        <p:sp>
          <p:nvSpPr>
            <p:cNvPr id="25714" name="Rectangle 143"/>
            <p:cNvSpPr/>
            <p:nvPr/>
          </p:nvSpPr>
          <p:spPr>
            <a:xfrm>
              <a:off x="3314" y="1070"/>
              <a:ext cx="257"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grpSp>
          <p:nvGrpSpPr>
            <p:cNvPr id="25715" name="Group 144"/>
            <p:cNvGrpSpPr/>
            <p:nvPr/>
          </p:nvGrpSpPr>
          <p:grpSpPr>
            <a:xfrm>
              <a:off x="607" y="1025"/>
              <a:ext cx="2706" cy="379"/>
              <a:chOff x="607" y="1025"/>
              <a:chExt cx="2706" cy="379"/>
            </a:xfrm>
          </p:grpSpPr>
          <p:sp>
            <p:nvSpPr>
              <p:cNvPr id="25716" name="Rectangle 145"/>
              <p:cNvSpPr/>
              <p:nvPr/>
            </p:nvSpPr>
            <p:spPr>
              <a:xfrm>
                <a:off x="2812" y="1062"/>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17" name="Rectangle 146"/>
              <p:cNvSpPr/>
              <p:nvPr/>
            </p:nvSpPr>
            <p:spPr>
              <a:xfrm>
                <a:off x="2518" y="1062"/>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8</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18" name="Rectangle 147"/>
              <p:cNvSpPr/>
              <p:nvPr/>
            </p:nvSpPr>
            <p:spPr>
              <a:xfrm>
                <a:off x="2455" y="106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19" name="Rectangle 148"/>
              <p:cNvSpPr/>
              <p:nvPr/>
            </p:nvSpPr>
            <p:spPr>
              <a:xfrm>
                <a:off x="2328" y="1062"/>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0" name="Rectangle 149"/>
              <p:cNvSpPr/>
              <p:nvPr/>
            </p:nvSpPr>
            <p:spPr>
              <a:xfrm>
                <a:off x="1986" y="106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1" name="Rectangle 150"/>
              <p:cNvSpPr/>
              <p:nvPr/>
            </p:nvSpPr>
            <p:spPr>
              <a:xfrm>
                <a:off x="1347" y="1062"/>
                <a:ext cx="56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2" name="Rectangle 151"/>
              <p:cNvSpPr/>
              <p:nvPr/>
            </p:nvSpPr>
            <p:spPr>
              <a:xfrm>
                <a:off x="1291" y="1062"/>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3" name="Rectangle 152"/>
              <p:cNvSpPr/>
              <p:nvPr/>
            </p:nvSpPr>
            <p:spPr>
              <a:xfrm>
                <a:off x="1049" y="1062"/>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4" name="Rectangle 153"/>
              <p:cNvSpPr/>
              <p:nvPr/>
            </p:nvSpPr>
            <p:spPr>
              <a:xfrm>
                <a:off x="958" y="1062"/>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5" name="Rectangle 154"/>
              <p:cNvSpPr/>
              <p:nvPr/>
            </p:nvSpPr>
            <p:spPr>
              <a:xfrm>
                <a:off x="3161" y="1041"/>
                <a:ext cx="152"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39</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6" name="Rectangle 155"/>
              <p:cNvSpPr/>
              <p:nvPr/>
            </p:nvSpPr>
            <p:spPr>
              <a:xfrm>
                <a:off x="1888" y="1222"/>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7" name="Rectangle 156"/>
              <p:cNvSpPr/>
              <p:nvPr/>
            </p:nvSpPr>
            <p:spPr>
              <a:xfrm>
                <a:off x="789" y="1222"/>
                <a:ext cx="144"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sp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8" name="Rectangle 157"/>
              <p:cNvSpPr/>
              <p:nvPr/>
            </p:nvSpPr>
            <p:spPr>
              <a:xfrm>
                <a:off x="2609" y="1056"/>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29" name="Rectangle 158"/>
              <p:cNvSpPr/>
              <p:nvPr/>
            </p:nvSpPr>
            <p:spPr>
              <a:xfrm>
                <a:off x="2129" y="1032"/>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0" name="Rectangle 159"/>
              <p:cNvSpPr/>
              <p:nvPr/>
            </p:nvSpPr>
            <p:spPr>
              <a:xfrm>
                <a:off x="3076" y="1025"/>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31" name="Rectangle 160"/>
              <p:cNvSpPr/>
              <p:nvPr/>
            </p:nvSpPr>
            <p:spPr>
              <a:xfrm>
                <a:off x="607" y="1062"/>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K</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25607" name="Object 161"/>
              <p:cNvGraphicFramePr>
                <a:graphicFrameLocks/>
              </p:cNvGraphicFramePr>
              <p:nvPr/>
            </p:nvGraphicFramePr>
            <p:xfrm>
              <a:off x="784" y="1040"/>
              <a:ext cx="171" cy="168"/>
            </p:xfrm>
            <a:graphic>
              <a:graphicData uri="http://schemas.openxmlformats.org/presentationml/2006/ole">
                <p:oleObj spid="_x0000_s102406" r:id="rId4" imgW="20669250" imgH="13163550" progId="">
                  <p:embed/>
                </p:oleObj>
              </a:graphicData>
            </a:graphic>
          </p:graphicFrame>
        </p:grpSp>
      </p:grpSp>
      <p:grpSp>
        <p:nvGrpSpPr>
          <p:cNvPr id="6" name="Group 162"/>
          <p:cNvGrpSpPr/>
          <p:nvPr/>
        </p:nvGrpSpPr>
        <p:grpSpPr>
          <a:xfrm>
            <a:off x="571472" y="0"/>
            <a:ext cx="6505575" cy="558800"/>
            <a:chOff x="654" y="603"/>
            <a:chExt cx="4098" cy="352"/>
          </a:xfrm>
        </p:grpSpPr>
        <p:sp>
          <p:nvSpPr>
            <p:cNvPr id="25694" name="Line 163"/>
            <p:cNvSpPr/>
            <p:nvPr/>
          </p:nvSpPr>
          <p:spPr>
            <a:xfrm flipH="1">
              <a:off x="2737" y="639"/>
              <a:ext cx="92" cy="293"/>
            </a:xfrm>
            <a:prstGeom prst="line">
              <a:avLst/>
            </a:prstGeom>
            <a:ln w="17463" cap="flat" cmpd="sng">
              <a:solidFill>
                <a:srgbClr val="000000"/>
              </a:solidFill>
              <a:prstDash val="solid"/>
              <a:headEnd type="none" w="med" len="med"/>
              <a:tailEnd type="none" w="med" len="med"/>
            </a:ln>
          </p:spPr>
        </p:sp>
        <p:sp>
          <p:nvSpPr>
            <p:cNvPr id="25695" name="Rectangle 164"/>
            <p:cNvSpPr/>
            <p:nvPr/>
          </p:nvSpPr>
          <p:spPr>
            <a:xfrm>
              <a:off x="4401" y="640"/>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6" name="Rectangle 165"/>
            <p:cNvSpPr/>
            <p:nvPr/>
          </p:nvSpPr>
          <p:spPr>
            <a:xfrm>
              <a:off x="4222" y="640"/>
              <a:ext cx="1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7" name="Rectangle 166"/>
            <p:cNvSpPr/>
            <p:nvPr/>
          </p:nvSpPr>
          <p:spPr>
            <a:xfrm>
              <a:off x="3837" y="640"/>
              <a:ext cx="38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769</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8" name="Rectangle 167"/>
            <p:cNvSpPr/>
            <p:nvPr/>
          </p:nvSpPr>
          <p:spPr>
            <a:xfrm>
              <a:off x="3774" y="640"/>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9" name="Rectangle 168"/>
            <p:cNvSpPr/>
            <p:nvPr/>
          </p:nvSpPr>
          <p:spPr>
            <a:xfrm>
              <a:off x="3647" y="640"/>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0" name="Rectangle 169"/>
            <p:cNvSpPr/>
            <p:nvPr/>
          </p:nvSpPr>
          <p:spPr>
            <a:xfrm>
              <a:off x="3309" y="640"/>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1" name="Rectangle 170"/>
            <p:cNvSpPr/>
            <p:nvPr/>
          </p:nvSpPr>
          <p:spPr>
            <a:xfrm>
              <a:off x="2850" y="640"/>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2" name="Rectangle 171"/>
            <p:cNvSpPr/>
            <p:nvPr/>
          </p:nvSpPr>
          <p:spPr>
            <a:xfrm>
              <a:off x="2292" y="640"/>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3" name="Rectangle 172"/>
            <p:cNvSpPr/>
            <p:nvPr/>
          </p:nvSpPr>
          <p:spPr>
            <a:xfrm>
              <a:off x="2200" y="640"/>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4" name="Rectangle 173"/>
            <p:cNvSpPr/>
            <p:nvPr/>
          </p:nvSpPr>
          <p:spPr>
            <a:xfrm>
              <a:off x="1746" y="640"/>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5" name="Rectangle 174"/>
            <p:cNvSpPr/>
            <p:nvPr/>
          </p:nvSpPr>
          <p:spPr>
            <a:xfrm>
              <a:off x="3114" y="619"/>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6" name="Rectangle 175"/>
            <p:cNvSpPr/>
            <p:nvPr/>
          </p:nvSpPr>
          <p:spPr>
            <a:xfrm>
              <a:off x="2551" y="619"/>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7" name="Rectangle 176"/>
            <p:cNvSpPr/>
            <p:nvPr/>
          </p:nvSpPr>
          <p:spPr>
            <a:xfrm>
              <a:off x="3452" y="610"/>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8" name="Rectangle 177"/>
            <p:cNvSpPr/>
            <p:nvPr/>
          </p:nvSpPr>
          <p:spPr>
            <a:xfrm>
              <a:off x="3195" y="603"/>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09" name="Rectangle 178"/>
            <p:cNvSpPr/>
            <p:nvPr/>
          </p:nvSpPr>
          <p:spPr>
            <a:xfrm>
              <a:off x="2627" y="603"/>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710" name="Rectangle 179"/>
            <p:cNvSpPr/>
            <p:nvPr/>
          </p:nvSpPr>
          <p:spPr>
            <a:xfrm>
              <a:off x="4496" y="648"/>
              <a:ext cx="256"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711" name="Rectangle 180"/>
            <p:cNvSpPr/>
            <p:nvPr/>
          </p:nvSpPr>
          <p:spPr>
            <a:xfrm>
              <a:off x="1248" y="624"/>
              <a:ext cx="514"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已知</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712" name="Rectangle 181"/>
            <p:cNvSpPr/>
            <p:nvPr/>
          </p:nvSpPr>
          <p:spPr>
            <a:xfrm>
              <a:off x="654" y="632"/>
              <a:ext cx="514" cy="307"/>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lIns="0" tIns="0" rIns="0" bIns="0">
              <a:spAutoFit/>
            </a:bodyPr>
            <a:lstStyle/>
            <a:p>
              <a:pPr>
                <a:spcBef>
                  <a:spcPct val="0"/>
                </a:spcBef>
              </a:pPr>
              <a:r>
                <a:rPr lang="zh-CN" altLang="en-US" sz="3200" i="0" dirty="0">
                  <a:solidFill>
                    <a:srgbClr val="FF0000"/>
                  </a:solidFill>
                  <a:latin typeface="宋体" panose="02010600030101010101" pitchFamily="2" charset="-122"/>
                  <a:ea typeface="幼圆" panose="02010509060101010101" pitchFamily="49" charset="-122"/>
                </a:rPr>
                <a:t>例：</a:t>
              </a:r>
              <a:endParaRPr lang="zh-CN" altLang="en-US" sz="3200" i="0" dirty="0">
                <a:solidFill>
                  <a:srgbClr val="FF0000"/>
                </a:solidFill>
                <a:latin typeface="Arial" panose="020B0604020202020204" pitchFamily="34" charset="0"/>
                <a:ea typeface="幼圆" panose="02010509060101010101" pitchFamily="49" charset="-122"/>
              </a:endParaRPr>
            </a:p>
          </p:txBody>
        </p:sp>
        <p:sp>
          <p:nvSpPr>
            <p:cNvPr id="25713" name="Rectangle 182"/>
            <p:cNvSpPr/>
            <p:nvPr/>
          </p:nvSpPr>
          <p:spPr>
            <a:xfrm>
              <a:off x="1877" y="640"/>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25606" name="Object 183"/>
            <p:cNvGraphicFramePr>
              <a:graphicFrameLocks/>
            </p:cNvGraphicFramePr>
            <p:nvPr/>
          </p:nvGraphicFramePr>
          <p:xfrm>
            <a:off x="2051" y="624"/>
            <a:ext cx="171" cy="168"/>
          </p:xfrm>
          <a:graphic>
            <a:graphicData uri="http://schemas.openxmlformats.org/presentationml/2006/ole">
              <p:oleObj spid="_x0000_s102405" r:id="rId5" imgW="271780" imgH="266700" progId="">
                <p:embed/>
              </p:oleObj>
            </a:graphicData>
          </a:graphic>
        </p:graphicFrame>
      </p:grpSp>
      <p:grpSp>
        <p:nvGrpSpPr>
          <p:cNvPr id="7" name="Group 184"/>
          <p:cNvGrpSpPr/>
          <p:nvPr/>
        </p:nvGrpSpPr>
        <p:grpSpPr>
          <a:xfrm>
            <a:off x="419072" y="3276600"/>
            <a:ext cx="4543425" cy="590550"/>
            <a:chOff x="607" y="2777"/>
            <a:chExt cx="2862" cy="372"/>
          </a:xfrm>
        </p:grpSpPr>
        <p:sp>
          <p:nvSpPr>
            <p:cNvPr id="25682" name="Rectangle 185"/>
            <p:cNvSpPr/>
            <p:nvPr/>
          </p:nvSpPr>
          <p:spPr>
            <a:xfrm>
              <a:off x="3341" y="2807"/>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3" name="Rectangle 186"/>
            <p:cNvSpPr/>
            <p:nvPr/>
          </p:nvSpPr>
          <p:spPr>
            <a:xfrm>
              <a:off x="3008" y="28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4" name="Rectangle 187"/>
            <p:cNvSpPr/>
            <p:nvPr/>
          </p:nvSpPr>
          <p:spPr>
            <a:xfrm>
              <a:off x="2359" y="2807"/>
              <a:ext cx="56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5" name="Rectangle 188"/>
            <p:cNvSpPr/>
            <p:nvPr/>
          </p:nvSpPr>
          <p:spPr>
            <a:xfrm>
              <a:off x="2304" y="2807"/>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6" name="Rectangle 189"/>
            <p:cNvSpPr/>
            <p:nvPr/>
          </p:nvSpPr>
          <p:spPr>
            <a:xfrm>
              <a:off x="2062" y="2807"/>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7" name="Rectangle 190"/>
            <p:cNvSpPr/>
            <p:nvPr/>
          </p:nvSpPr>
          <p:spPr>
            <a:xfrm>
              <a:off x="1946" y="2807"/>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8" name="Rectangle 191"/>
            <p:cNvSpPr/>
            <p:nvPr/>
          </p:nvSpPr>
          <p:spPr>
            <a:xfrm>
              <a:off x="1021" y="2807"/>
              <a:ext cx="83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89" name="Rectangle 192"/>
            <p:cNvSpPr/>
            <p:nvPr/>
          </p:nvSpPr>
          <p:spPr>
            <a:xfrm>
              <a:off x="930" y="28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0" name="Rectangle 193"/>
            <p:cNvSpPr/>
            <p:nvPr/>
          </p:nvSpPr>
          <p:spPr>
            <a:xfrm>
              <a:off x="2905" y="296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1" name="Rectangle 194"/>
            <p:cNvSpPr/>
            <p:nvPr/>
          </p:nvSpPr>
          <p:spPr>
            <a:xfrm>
              <a:off x="1813" y="2967"/>
              <a:ext cx="114"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 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2" name="Rectangle 195"/>
            <p:cNvSpPr/>
            <p:nvPr/>
          </p:nvSpPr>
          <p:spPr>
            <a:xfrm>
              <a:off x="3151" y="2777"/>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93" name="Rectangle 196"/>
            <p:cNvSpPr/>
            <p:nvPr/>
          </p:nvSpPr>
          <p:spPr>
            <a:xfrm>
              <a:off x="607" y="2807"/>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25605" name="Object 197"/>
            <p:cNvGraphicFramePr>
              <a:graphicFrameLocks/>
            </p:cNvGraphicFramePr>
            <p:nvPr/>
          </p:nvGraphicFramePr>
          <p:xfrm>
            <a:off x="776" y="2784"/>
            <a:ext cx="171" cy="168"/>
          </p:xfrm>
          <a:graphic>
            <a:graphicData uri="http://schemas.openxmlformats.org/presentationml/2006/ole">
              <p:oleObj spid="_x0000_s102404" r:id="rId6" imgW="271780" imgH="266700" progId="">
                <p:embed/>
              </p:oleObj>
            </a:graphicData>
          </a:graphic>
        </p:graphicFrame>
      </p:grpSp>
      <p:grpSp>
        <p:nvGrpSpPr>
          <p:cNvPr id="8" name="Group 198"/>
          <p:cNvGrpSpPr/>
          <p:nvPr/>
        </p:nvGrpSpPr>
        <p:grpSpPr>
          <a:xfrm>
            <a:off x="495272" y="1295400"/>
            <a:ext cx="7962900" cy="601663"/>
            <a:chOff x="607" y="1484"/>
            <a:chExt cx="5016" cy="379"/>
          </a:xfrm>
        </p:grpSpPr>
        <p:sp>
          <p:nvSpPr>
            <p:cNvPr id="25656" name="Rectangle 199"/>
            <p:cNvSpPr/>
            <p:nvPr/>
          </p:nvSpPr>
          <p:spPr>
            <a:xfrm>
              <a:off x="4677" y="1521"/>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57" name="Rectangle 200"/>
            <p:cNvSpPr/>
            <p:nvPr/>
          </p:nvSpPr>
          <p:spPr>
            <a:xfrm>
              <a:off x="3997" y="1521"/>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58" name="Rectangle 201"/>
            <p:cNvSpPr/>
            <p:nvPr/>
          </p:nvSpPr>
          <p:spPr>
            <a:xfrm>
              <a:off x="3938" y="1521"/>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59" name="Rectangle 202"/>
            <p:cNvSpPr/>
            <p:nvPr/>
          </p:nvSpPr>
          <p:spPr>
            <a:xfrm>
              <a:off x="2952" y="1521"/>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0" name="Rectangle 203"/>
            <p:cNvSpPr/>
            <p:nvPr/>
          </p:nvSpPr>
          <p:spPr>
            <a:xfrm>
              <a:off x="2527" y="1521"/>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86</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1" name="Rectangle 204"/>
            <p:cNvSpPr/>
            <p:nvPr/>
          </p:nvSpPr>
          <p:spPr>
            <a:xfrm>
              <a:off x="2464" y="1521"/>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2" name="Rectangle 205"/>
            <p:cNvSpPr/>
            <p:nvPr/>
          </p:nvSpPr>
          <p:spPr>
            <a:xfrm>
              <a:off x="2337" y="1521"/>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4</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3" name="Rectangle 206"/>
            <p:cNvSpPr/>
            <p:nvPr/>
          </p:nvSpPr>
          <p:spPr>
            <a:xfrm>
              <a:off x="1995" y="152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4" name="Rectangle 207"/>
            <p:cNvSpPr/>
            <p:nvPr/>
          </p:nvSpPr>
          <p:spPr>
            <a:xfrm>
              <a:off x="1347" y="1521"/>
              <a:ext cx="56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5" name="Rectangle 208"/>
            <p:cNvSpPr/>
            <p:nvPr/>
          </p:nvSpPr>
          <p:spPr>
            <a:xfrm>
              <a:off x="1291" y="1521"/>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6" name="Rectangle 209"/>
            <p:cNvSpPr/>
            <p:nvPr/>
          </p:nvSpPr>
          <p:spPr>
            <a:xfrm>
              <a:off x="1049" y="1521"/>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Fe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7" name="Rectangle 210"/>
            <p:cNvSpPr/>
            <p:nvPr/>
          </p:nvSpPr>
          <p:spPr>
            <a:xfrm>
              <a:off x="958" y="152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8" name="Rectangle 211"/>
            <p:cNvSpPr/>
            <p:nvPr/>
          </p:nvSpPr>
          <p:spPr>
            <a:xfrm>
              <a:off x="4941" y="150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69" name="Rectangle 212"/>
            <p:cNvSpPr/>
            <p:nvPr/>
          </p:nvSpPr>
          <p:spPr>
            <a:xfrm>
              <a:off x="4256" y="150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3</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0" name="Rectangle 213"/>
            <p:cNvSpPr/>
            <p:nvPr/>
          </p:nvSpPr>
          <p:spPr>
            <a:xfrm>
              <a:off x="3290" y="1500"/>
              <a:ext cx="152"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17</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1" name="Rectangle 214"/>
            <p:cNvSpPr/>
            <p:nvPr/>
          </p:nvSpPr>
          <p:spPr>
            <a:xfrm>
              <a:off x="1893" y="1681"/>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2" name="Rectangle 215"/>
            <p:cNvSpPr/>
            <p:nvPr/>
          </p:nvSpPr>
          <p:spPr>
            <a:xfrm>
              <a:off x="789" y="1681"/>
              <a:ext cx="144"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sp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3" name="Rectangle 216"/>
            <p:cNvSpPr/>
            <p:nvPr/>
          </p:nvSpPr>
          <p:spPr>
            <a:xfrm>
              <a:off x="2757" y="1515"/>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4" name="Rectangle 217"/>
            <p:cNvSpPr/>
            <p:nvPr/>
          </p:nvSpPr>
          <p:spPr>
            <a:xfrm>
              <a:off x="2138" y="1491"/>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5" name="Rectangle 218"/>
            <p:cNvSpPr/>
            <p:nvPr/>
          </p:nvSpPr>
          <p:spPr>
            <a:xfrm>
              <a:off x="5022" y="1484"/>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6" name="Rectangle 219"/>
            <p:cNvSpPr/>
            <p:nvPr/>
          </p:nvSpPr>
          <p:spPr>
            <a:xfrm>
              <a:off x="4333" y="1484"/>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7" name="Rectangle 220"/>
            <p:cNvSpPr/>
            <p:nvPr/>
          </p:nvSpPr>
          <p:spPr>
            <a:xfrm>
              <a:off x="3216" y="1484"/>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25678" name="Rectangle 221"/>
            <p:cNvSpPr/>
            <p:nvPr/>
          </p:nvSpPr>
          <p:spPr>
            <a:xfrm>
              <a:off x="5109" y="1529"/>
              <a:ext cx="514"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组成</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679" name="Rectangle 222"/>
            <p:cNvSpPr/>
            <p:nvPr/>
          </p:nvSpPr>
          <p:spPr>
            <a:xfrm>
              <a:off x="4423" y="1529"/>
              <a:ext cx="257"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和</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680" name="Rectangle 223"/>
            <p:cNvSpPr/>
            <p:nvPr/>
          </p:nvSpPr>
          <p:spPr>
            <a:xfrm>
              <a:off x="3445" y="1529"/>
              <a:ext cx="514" cy="307"/>
            </a:xfrm>
            <a:prstGeom prst="rect">
              <a:avLst/>
            </a:prstGeom>
            <a:noFill/>
            <a:ln w="9525">
              <a:noFill/>
            </a:ln>
          </p:spPr>
          <p:txBody>
            <a:bodyPr wrap="none" lIns="0" tIns="0" rIns="0" bIns="0">
              <a:spAutoFit/>
            </a:bodyPr>
            <a:lstStyle/>
            <a:p>
              <a:pPr>
                <a:spcBef>
                  <a:spcPct val="0"/>
                </a:spcBef>
              </a:pPr>
              <a:r>
                <a:rPr lang="zh-CN" altLang="en-US" sz="3200" i="0" dirty="0">
                  <a:solidFill>
                    <a:srgbClr val="0000CC"/>
                  </a:solidFill>
                  <a:latin typeface="宋体" panose="02010600030101010101" pitchFamily="2" charset="-122"/>
                  <a:ea typeface="宋体" panose="02010600030101010101" pitchFamily="2" charset="-122"/>
                </a:rPr>
                <a:t>，在</a:t>
              </a:r>
              <a:endParaRPr lang="zh-CN" altLang="en-US" sz="1800" i="0" dirty="0">
                <a:solidFill>
                  <a:srgbClr val="0000CC"/>
                </a:solidFill>
                <a:latin typeface="Arial" panose="020B0604020202020204" pitchFamily="34" charset="0"/>
                <a:ea typeface="宋体" panose="02010600030101010101" pitchFamily="2" charset="-122"/>
              </a:endParaRPr>
            </a:p>
          </p:txBody>
        </p:sp>
        <p:sp>
          <p:nvSpPr>
            <p:cNvPr id="25681" name="Rectangle 224"/>
            <p:cNvSpPr/>
            <p:nvPr/>
          </p:nvSpPr>
          <p:spPr>
            <a:xfrm>
              <a:off x="607" y="1521"/>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K</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25604" name="Object 225"/>
            <p:cNvGraphicFramePr>
              <a:graphicFrameLocks/>
            </p:cNvGraphicFramePr>
            <p:nvPr/>
          </p:nvGraphicFramePr>
          <p:xfrm>
            <a:off x="792" y="1504"/>
            <a:ext cx="171" cy="168"/>
          </p:xfrm>
          <a:graphic>
            <a:graphicData uri="http://schemas.openxmlformats.org/presentationml/2006/ole">
              <p:oleObj spid="_x0000_s102403" r:id="rId7" imgW="271780" imgH="266700" progId="">
                <p:embed/>
              </p:oleObj>
            </a:graphicData>
          </a:graphic>
        </p:graphicFrame>
      </p:grpSp>
      <p:sp>
        <p:nvSpPr>
          <p:cNvPr id="93410" name="Rectangle 226"/>
          <p:cNvSpPr/>
          <p:nvPr/>
        </p:nvSpPr>
        <p:spPr>
          <a:xfrm>
            <a:off x="833418" y="4070355"/>
            <a:ext cx="841375" cy="503237"/>
          </a:xfrm>
          <a:prstGeom prst="rect">
            <a:avLst/>
          </a:prstGeom>
          <a:noFill/>
          <a:ln w="9525">
            <a:noFill/>
          </a:ln>
        </p:spPr>
        <p:txBody>
          <a:bodyPr wrap="none" lIns="0" tIns="0" rIns="0" bIns="0">
            <a:spAutoFit/>
          </a:bodyPr>
          <a:lstStyle/>
          <a:p>
            <a:pPr>
              <a:spcBef>
                <a:spcPct val="0"/>
              </a:spcBef>
            </a:pPr>
            <a:r>
              <a:rPr lang="zh-CN" altLang="en-US" sz="3300" i="0" dirty="0">
                <a:solidFill>
                  <a:srgbClr val="FF0000"/>
                </a:solidFill>
                <a:latin typeface="宋体" panose="02010600030101010101" pitchFamily="2" charset="-122"/>
                <a:ea typeface="宋体" panose="02010600030101010101" pitchFamily="2" charset="-122"/>
              </a:rPr>
              <a:t>解：</a:t>
            </a:r>
            <a:endParaRPr lang="zh-CN" altLang="en-US" sz="1800" i="0" dirty="0">
              <a:solidFill>
                <a:srgbClr val="FF0000"/>
              </a:solidFill>
              <a:latin typeface="Arial" panose="020B0604020202020204" pitchFamily="34" charset="0"/>
              <a:ea typeface="宋体" panose="02010600030101010101" pitchFamily="2" charset="-122"/>
            </a:endParaRPr>
          </a:p>
        </p:txBody>
      </p:sp>
      <p:grpSp>
        <p:nvGrpSpPr>
          <p:cNvPr id="9" name="Group 227"/>
          <p:cNvGrpSpPr/>
          <p:nvPr/>
        </p:nvGrpSpPr>
        <p:grpSpPr>
          <a:xfrm>
            <a:off x="1785918" y="4071942"/>
            <a:ext cx="6196013" cy="608013"/>
            <a:chOff x="1329" y="673"/>
            <a:chExt cx="3903" cy="383"/>
          </a:xfrm>
        </p:grpSpPr>
        <p:sp>
          <p:nvSpPr>
            <p:cNvPr id="25637" name="Rectangle 228"/>
            <p:cNvSpPr/>
            <p:nvPr/>
          </p:nvSpPr>
          <p:spPr>
            <a:xfrm>
              <a:off x="5144" y="711"/>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8" name="Rectangle 229"/>
            <p:cNvSpPr/>
            <p:nvPr/>
          </p:nvSpPr>
          <p:spPr>
            <a:xfrm>
              <a:off x="4885" y="711"/>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9" name="Rectangle 230"/>
            <p:cNvSpPr/>
            <p:nvPr/>
          </p:nvSpPr>
          <p:spPr>
            <a:xfrm>
              <a:off x="4794" y="711"/>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0" name="Rectangle 231"/>
            <p:cNvSpPr/>
            <p:nvPr/>
          </p:nvSpPr>
          <p:spPr>
            <a:xfrm>
              <a:off x="4140" y="711"/>
              <a:ext cx="54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3OH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1" name="Rectangle 232"/>
            <p:cNvSpPr/>
            <p:nvPr/>
          </p:nvSpPr>
          <p:spPr>
            <a:xfrm>
              <a:off x="3819" y="711"/>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2" name="Rectangle 233"/>
            <p:cNvSpPr/>
            <p:nvPr/>
          </p:nvSpPr>
          <p:spPr>
            <a:xfrm>
              <a:off x="3560" y="711"/>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3" name="Rectangle 234"/>
            <p:cNvSpPr/>
            <p:nvPr/>
          </p:nvSpPr>
          <p:spPr>
            <a:xfrm>
              <a:off x="3469" y="711"/>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4" name="Rectangle 235"/>
            <p:cNvSpPr/>
            <p:nvPr/>
          </p:nvSpPr>
          <p:spPr>
            <a:xfrm>
              <a:off x="2996" y="711"/>
              <a:ext cx="2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5" name="Rectangle 236"/>
            <p:cNvSpPr/>
            <p:nvPr/>
          </p:nvSpPr>
          <p:spPr>
            <a:xfrm>
              <a:off x="2933" y="711"/>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6" name="Rectangle 237"/>
            <p:cNvSpPr/>
            <p:nvPr/>
          </p:nvSpPr>
          <p:spPr>
            <a:xfrm>
              <a:off x="2585" y="711"/>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7" name="Rectangle 238"/>
            <p:cNvSpPr/>
            <p:nvPr/>
          </p:nvSpPr>
          <p:spPr>
            <a:xfrm>
              <a:off x="2314" y="711"/>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8" name="Rectangle 239"/>
            <p:cNvSpPr/>
            <p:nvPr/>
          </p:nvSpPr>
          <p:spPr>
            <a:xfrm>
              <a:off x="1642" y="711"/>
              <a:ext cx="58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49" name="Rectangle 240"/>
            <p:cNvSpPr/>
            <p:nvPr/>
          </p:nvSpPr>
          <p:spPr>
            <a:xfrm>
              <a:off x="1584" y="711"/>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0" name="Rectangle 241"/>
            <p:cNvSpPr/>
            <p:nvPr/>
          </p:nvSpPr>
          <p:spPr>
            <a:xfrm>
              <a:off x="1329" y="711"/>
              <a:ext cx="2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1" name="Rectangle 242"/>
            <p:cNvSpPr/>
            <p:nvPr/>
          </p:nvSpPr>
          <p:spPr>
            <a:xfrm>
              <a:off x="3268" y="69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2" name="Rectangle 243"/>
            <p:cNvSpPr/>
            <p:nvPr/>
          </p:nvSpPr>
          <p:spPr>
            <a:xfrm>
              <a:off x="2211" y="874"/>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3" name="Rectangle 244"/>
            <p:cNvSpPr/>
            <p:nvPr/>
          </p:nvSpPr>
          <p:spPr>
            <a:xfrm>
              <a:off x="3952" y="681"/>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4" name="Rectangle 245"/>
            <p:cNvSpPr/>
            <p:nvPr/>
          </p:nvSpPr>
          <p:spPr>
            <a:xfrm>
              <a:off x="4676" y="673"/>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55" name="Rectangle 246"/>
            <p:cNvSpPr/>
            <p:nvPr/>
          </p:nvSpPr>
          <p:spPr>
            <a:xfrm>
              <a:off x="3348" y="673"/>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5603" name="Object 247"/>
            <p:cNvGraphicFramePr>
              <a:graphicFrameLocks/>
            </p:cNvGraphicFramePr>
            <p:nvPr/>
          </p:nvGraphicFramePr>
          <p:xfrm>
            <a:off x="2592" y="816"/>
            <a:ext cx="410" cy="129"/>
          </p:xfrm>
          <a:graphic>
            <a:graphicData uri="http://schemas.openxmlformats.org/presentationml/2006/ole">
              <p:oleObj spid="_x0000_s102402" r:id="rId8" imgW="650240" imgH="205740" progId="">
                <p:embed/>
              </p:oleObj>
            </a:graphicData>
          </a:graphic>
        </p:graphicFrame>
      </p:grpSp>
      <p:grpSp>
        <p:nvGrpSpPr>
          <p:cNvPr id="10" name="Group 248"/>
          <p:cNvGrpSpPr/>
          <p:nvPr/>
        </p:nvGrpSpPr>
        <p:grpSpPr>
          <a:xfrm>
            <a:off x="1800206" y="4762505"/>
            <a:ext cx="6257925" cy="608012"/>
            <a:chOff x="1338" y="1108"/>
            <a:chExt cx="3942" cy="383"/>
          </a:xfrm>
        </p:grpSpPr>
        <p:sp>
          <p:nvSpPr>
            <p:cNvPr id="25618" name="Rectangle 249"/>
            <p:cNvSpPr/>
            <p:nvPr/>
          </p:nvSpPr>
          <p:spPr>
            <a:xfrm>
              <a:off x="5192" y="114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19" name="Rectangle 250"/>
            <p:cNvSpPr/>
            <p:nvPr/>
          </p:nvSpPr>
          <p:spPr>
            <a:xfrm>
              <a:off x="4934" y="1147"/>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0" name="Rectangle 251"/>
            <p:cNvSpPr/>
            <p:nvPr/>
          </p:nvSpPr>
          <p:spPr>
            <a:xfrm>
              <a:off x="4842" y="114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1" name="Rectangle 252"/>
            <p:cNvSpPr/>
            <p:nvPr/>
          </p:nvSpPr>
          <p:spPr>
            <a:xfrm>
              <a:off x="4188" y="1147"/>
              <a:ext cx="54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2OH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2" name="Rectangle 253"/>
            <p:cNvSpPr/>
            <p:nvPr/>
          </p:nvSpPr>
          <p:spPr>
            <a:xfrm>
              <a:off x="3859" y="114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3" name="Rectangle 254"/>
            <p:cNvSpPr/>
            <p:nvPr/>
          </p:nvSpPr>
          <p:spPr>
            <a:xfrm>
              <a:off x="3600" y="1147"/>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4" name="Rectangle 255"/>
            <p:cNvSpPr/>
            <p:nvPr/>
          </p:nvSpPr>
          <p:spPr>
            <a:xfrm>
              <a:off x="3508" y="114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5" name="Rectangle 256"/>
            <p:cNvSpPr/>
            <p:nvPr/>
          </p:nvSpPr>
          <p:spPr>
            <a:xfrm>
              <a:off x="3026" y="1147"/>
              <a:ext cx="2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6" name="Rectangle 257"/>
            <p:cNvSpPr/>
            <p:nvPr/>
          </p:nvSpPr>
          <p:spPr>
            <a:xfrm>
              <a:off x="2963" y="1147"/>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7" name="Rectangle 258"/>
            <p:cNvSpPr/>
            <p:nvPr/>
          </p:nvSpPr>
          <p:spPr>
            <a:xfrm>
              <a:off x="2603" y="1147"/>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8" name="Rectangle 259"/>
            <p:cNvSpPr/>
            <p:nvPr/>
          </p:nvSpPr>
          <p:spPr>
            <a:xfrm>
              <a:off x="2332" y="1147"/>
              <a:ext cx="2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29" name="Rectangle 260"/>
            <p:cNvSpPr/>
            <p:nvPr/>
          </p:nvSpPr>
          <p:spPr>
            <a:xfrm>
              <a:off x="1651" y="1147"/>
              <a:ext cx="58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0" name="Rectangle 261"/>
            <p:cNvSpPr/>
            <p:nvPr/>
          </p:nvSpPr>
          <p:spPr>
            <a:xfrm>
              <a:off x="1592" y="1147"/>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1" name="Rectangle 262"/>
            <p:cNvSpPr/>
            <p:nvPr/>
          </p:nvSpPr>
          <p:spPr>
            <a:xfrm>
              <a:off x="1338" y="1147"/>
              <a:ext cx="2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2" name="Rectangle 263"/>
            <p:cNvSpPr/>
            <p:nvPr/>
          </p:nvSpPr>
          <p:spPr>
            <a:xfrm>
              <a:off x="3303" y="1125"/>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3" name="Rectangle 264"/>
            <p:cNvSpPr/>
            <p:nvPr/>
          </p:nvSpPr>
          <p:spPr>
            <a:xfrm>
              <a:off x="2224" y="1309"/>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4" name="Rectangle 265"/>
            <p:cNvSpPr/>
            <p:nvPr/>
          </p:nvSpPr>
          <p:spPr>
            <a:xfrm>
              <a:off x="3992" y="1117"/>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5" name="Rectangle 266"/>
            <p:cNvSpPr/>
            <p:nvPr/>
          </p:nvSpPr>
          <p:spPr>
            <a:xfrm>
              <a:off x="4724" y="110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5636" name="Rectangle 267"/>
            <p:cNvSpPr/>
            <p:nvPr/>
          </p:nvSpPr>
          <p:spPr>
            <a:xfrm>
              <a:off x="3388" y="1108"/>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5602" name="Object 268"/>
            <p:cNvGraphicFramePr>
              <a:graphicFrameLocks/>
            </p:cNvGraphicFramePr>
            <p:nvPr/>
          </p:nvGraphicFramePr>
          <p:xfrm>
            <a:off x="2616" y="1248"/>
            <a:ext cx="410" cy="129"/>
          </p:xfrm>
          <a:graphic>
            <a:graphicData uri="http://schemas.openxmlformats.org/presentationml/2006/ole">
              <p:oleObj spid="_x0000_s102401" r:id="rId9" imgW="650240" imgH="20574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amond(in)">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amond(in)">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8" presetClass="entr" presetSubtype="16"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amond(in)">
                                      <p:cBhvr>
                                        <p:cTn id="17" dur="10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8" presetClass="entr" presetSubtype="16"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diamond(in)">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8" presetClass="entr" presetSubtype="16"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diamond(in)">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8" presetClass="entr" presetSubtype="16"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diamond(in)">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8" presetClass="entr" presetSubtype="16" fill="hold" grpId="0" nodeType="clickEffect">
                                  <p:stCondLst>
                                    <p:cond delay="0"/>
                                  </p:stCondLst>
                                  <p:childTnLst>
                                    <p:set>
                                      <p:cBhvr>
                                        <p:cTn id="36" dur="1" fill="hold">
                                          <p:stCondLst>
                                            <p:cond delay="0"/>
                                          </p:stCondLst>
                                        </p:cTn>
                                        <p:tgtEl>
                                          <p:spTgt spid="93410"/>
                                        </p:tgtEl>
                                        <p:attrNameLst>
                                          <p:attrName>style.visibility</p:attrName>
                                        </p:attrNameLst>
                                      </p:cBhvr>
                                      <p:to>
                                        <p:strVal val="visible"/>
                                      </p:to>
                                    </p:set>
                                    <p:animEffect transition="in" filter="diamond(in)">
                                      <p:cBhvr>
                                        <p:cTn id="37" dur="1000"/>
                                        <p:tgtEl>
                                          <p:spTgt spid="93410"/>
                                        </p:tgtEl>
                                      </p:cBhvr>
                                    </p:animEffect>
                                  </p:childTnLst>
                                </p:cTn>
                              </p:par>
                            </p:childTnLst>
                          </p:cTn>
                        </p:par>
                      </p:childTnLst>
                    </p:cTn>
                  </p:par>
                  <p:par>
                    <p:cTn id="38" fill="hold">
                      <p:stCondLst>
                        <p:cond delay="indefinite"/>
                      </p:stCondLst>
                      <p:childTnLst>
                        <p:par>
                          <p:cTn id="39" fill="hold">
                            <p:stCondLst>
                              <p:cond delay="0"/>
                            </p:stCondLst>
                            <p:childTnLst>
                              <p:par>
                                <p:cTn id="40" presetID="8" presetClass="entr" presetSubtype="16"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diamond(in)">
                                      <p:cBhvr>
                                        <p:cTn id="42" dur="10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8" presetClass="entr" presetSubtype="16"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diamond(in)">
                                      <p:cBhvr>
                                        <p:cTn id="4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410" grpId="0"/>
    </p:bld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13"/>
          <p:cNvGrpSpPr/>
          <p:nvPr/>
        </p:nvGrpSpPr>
        <p:grpSpPr>
          <a:xfrm>
            <a:off x="228600" y="0"/>
            <a:ext cx="4651375" cy="576263"/>
            <a:chOff x="1313" y="1542"/>
            <a:chExt cx="2930" cy="363"/>
          </a:xfrm>
        </p:grpSpPr>
        <p:sp>
          <p:nvSpPr>
            <p:cNvPr id="26794" name="Rectangle 14"/>
            <p:cNvSpPr/>
            <p:nvPr/>
          </p:nvSpPr>
          <p:spPr>
            <a:xfrm>
              <a:off x="4177" y="158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5" name="Rectangle 15"/>
            <p:cNvSpPr/>
            <p:nvPr/>
          </p:nvSpPr>
          <p:spPr>
            <a:xfrm>
              <a:off x="4056" y="1580"/>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6" name="Rectangle 16"/>
            <p:cNvSpPr/>
            <p:nvPr/>
          </p:nvSpPr>
          <p:spPr>
            <a:xfrm>
              <a:off x="3885" y="1588"/>
              <a:ext cx="264" cy="317"/>
            </a:xfrm>
            <a:prstGeom prst="rect">
              <a:avLst/>
            </a:prstGeom>
            <a:noFill/>
            <a:ln w="9525">
              <a:noFill/>
            </a:ln>
          </p:spPr>
          <p:txBody>
            <a:bodyPr wrap="none" lIns="0" tIns="0" rIns="0" bIns="0">
              <a:spAutoFit/>
            </a:bodyPr>
            <a:lstStyle/>
            <a:p>
              <a:pPr>
                <a:spcBef>
                  <a:spcPct val="0"/>
                </a:spcBef>
              </a:pPr>
              <a:r>
                <a:rPr lang="zh-CN" altLang="en-US" sz="3300" i="0" dirty="0">
                  <a:solidFill>
                    <a:srgbClr val="336600"/>
                  </a:solidFill>
                  <a:latin typeface="Times New Roman" panose="02020603050405020304" pitchFamily="18" charset="0"/>
                  <a:ea typeface="宋体" panose="02010600030101010101" pitchFamily="2" charset="-122"/>
                </a:rPr>
                <a:t>时</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6797" name="Rectangle 17"/>
            <p:cNvSpPr/>
            <p:nvPr/>
          </p:nvSpPr>
          <p:spPr>
            <a:xfrm>
              <a:off x="3856" y="158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8" name="Rectangle 18"/>
            <p:cNvSpPr/>
            <p:nvPr/>
          </p:nvSpPr>
          <p:spPr>
            <a:xfrm>
              <a:off x="3552" y="1580"/>
              <a:ext cx="17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9" name="Rectangle 19"/>
            <p:cNvSpPr/>
            <p:nvPr/>
          </p:nvSpPr>
          <p:spPr>
            <a:xfrm>
              <a:off x="2675" y="1580"/>
              <a:ext cx="75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1.0mol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0" name="Rectangle 20"/>
            <p:cNvSpPr/>
            <p:nvPr/>
          </p:nvSpPr>
          <p:spPr>
            <a:xfrm>
              <a:off x="2346" y="1580"/>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1" name="Rectangle 21"/>
            <p:cNvSpPr/>
            <p:nvPr/>
          </p:nvSpPr>
          <p:spPr>
            <a:xfrm>
              <a:off x="1826" y="1580"/>
              <a:ext cx="41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2" name="Rectangle 22"/>
            <p:cNvSpPr/>
            <p:nvPr/>
          </p:nvSpPr>
          <p:spPr>
            <a:xfrm>
              <a:off x="1734" y="1580"/>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3" name="Rectangle 23"/>
            <p:cNvSpPr/>
            <p:nvPr/>
          </p:nvSpPr>
          <p:spPr>
            <a:xfrm>
              <a:off x="1551" y="158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4" name="Rectangle 24"/>
            <p:cNvSpPr/>
            <p:nvPr/>
          </p:nvSpPr>
          <p:spPr>
            <a:xfrm>
              <a:off x="3773" y="1559"/>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5" name="Rectangle 25"/>
            <p:cNvSpPr/>
            <p:nvPr/>
          </p:nvSpPr>
          <p:spPr>
            <a:xfrm>
              <a:off x="1313" y="1588"/>
              <a:ext cx="264" cy="317"/>
            </a:xfrm>
            <a:prstGeom prst="rect">
              <a:avLst/>
            </a:prstGeom>
            <a:noFill/>
            <a:ln w="9525">
              <a:noFill/>
            </a:ln>
          </p:spPr>
          <p:txBody>
            <a:bodyPr wrap="none" lIns="0" tIns="0" rIns="0" bIns="0">
              <a:spAutoFit/>
            </a:bodyPr>
            <a:lstStyle/>
            <a:p>
              <a:pPr>
                <a:spcBef>
                  <a:spcPct val="0"/>
                </a:spcBef>
              </a:pPr>
              <a:r>
                <a:rPr lang="zh-CN" altLang="en-US" sz="3300" i="0" dirty="0">
                  <a:solidFill>
                    <a:srgbClr val="336600"/>
                  </a:solidFill>
                  <a:latin typeface="宋体" panose="02010600030101010101" pitchFamily="2" charset="-122"/>
                  <a:ea typeface="宋体" panose="02010600030101010101" pitchFamily="2" charset="-122"/>
                </a:rPr>
                <a:t>当</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6806" name="Rectangle 26"/>
            <p:cNvSpPr/>
            <p:nvPr/>
          </p:nvSpPr>
          <p:spPr>
            <a:xfrm>
              <a:off x="1609" y="1580"/>
              <a:ext cx="117"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7" name="Rectangle 27"/>
            <p:cNvSpPr/>
            <p:nvPr/>
          </p:nvSpPr>
          <p:spPr>
            <a:xfrm>
              <a:off x="3451" y="155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8" name="Rectangle 28"/>
            <p:cNvSpPr/>
            <p:nvPr/>
          </p:nvSpPr>
          <p:spPr>
            <a:xfrm>
              <a:off x="2496" y="1587"/>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09" name="Rectangle 29"/>
            <p:cNvSpPr/>
            <p:nvPr/>
          </p:nvSpPr>
          <p:spPr>
            <a:xfrm>
              <a:off x="3695" y="1542"/>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810" name="Rectangle 30"/>
            <p:cNvSpPr/>
            <p:nvPr/>
          </p:nvSpPr>
          <p:spPr>
            <a:xfrm>
              <a:off x="2228" y="1542"/>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3" name="Group 31"/>
          <p:cNvGrpSpPr/>
          <p:nvPr/>
        </p:nvGrpSpPr>
        <p:grpSpPr>
          <a:xfrm>
            <a:off x="152400" y="609600"/>
            <a:ext cx="4170363" cy="649288"/>
            <a:chOff x="1334" y="1971"/>
            <a:chExt cx="2627" cy="363"/>
          </a:xfrm>
        </p:grpSpPr>
        <p:sp>
          <p:nvSpPr>
            <p:cNvPr id="26780" name="Rectangle 32"/>
            <p:cNvSpPr/>
            <p:nvPr/>
          </p:nvSpPr>
          <p:spPr>
            <a:xfrm>
              <a:off x="3873" y="2009"/>
              <a:ext cx="88"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1" name="Rectangle 33"/>
            <p:cNvSpPr/>
            <p:nvPr/>
          </p:nvSpPr>
          <p:spPr>
            <a:xfrm>
              <a:off x="3201" y="2009"/>
              <a:ext cx="58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2" name="Rectangle 34"/>
            <p:cNvSpPr/>
            <p:nvPr/>
          </p:nvSpPr>
          <p:spPr>
            <a:xfrm>
              <a:off x="3143" y="2009"/>
              <a:ext cx="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3" name="Rectangle 35"/>
            <p:cNvSpPr/>
            <p:nvPr/>
          </p:nvSpPr>
          <p:spPr>
            <a:xfrm>
              <a:off x="2801" y="2009"/>
              <a:ext cx="3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4" name="Rectangle 36"/>
            <p:cNvSpPr/>
            <p:nvPr/>
          </p:nvSpPr>
          <p:spPr>
            <a:xfrm>
              <a:off x="2065" y="2009"/>
              <a:ext cx="88"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5" name="Rectangle 37"/>
            <p:cNvSpPr/>
            <p:nvPr/>
          </p:nvSpPr>
          <p:spPr>
            <a:xfrm>
              <a:off x="1505" y="2009"/>
              <a:ext cx="3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6" name="Rectangle 38"/>
            <p:cNvSpPr/>
            <p:nvPr/>
          </p:nvSpPr>
          <p:spPr>
            <a:xfrm>
              <a:off x="1446" y="2009"/>
              <a:ext cx="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7" name="Rectangle 39"/>
            <p:cNvSpPr/>
            <p:nvPr/>
          </p:nvSpPr>
          <p:spPr>
            <a:xfrm>
              <a:off x="3770" y="2172"/>
              <a:ext cx="76" cy="16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8" name="Rectangle 40"/>
            <p:cNvSpPr/>
            <p:nvPr/>
          </p:nvSpPr>
          <p:spPr>
            <a:xfrm>
              <a:off x="2623" y="2172"/>
              <a:ext cx="144" cy="16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89" name="Rectangle 41"/>
            <p:cNvSpPr/>
            <p:nvPr/>
          </p:nvSpPr>
          <p:spPr>
            <a:xfrm>
              <a:off x="1865" y="1988"/>
              <a:ext cx="76" cy="161"/>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0" name="Rectangle 42"/>
            <p:cNvSpPr/>
            <p:nvPr/>
          </p:nvSpPr>
          <p:spPr>
            <a:xfrm>
              <a:off x="2432" y="2009"/>
              <a:ext cx="176" cy="281"/>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1" name="Rectangle 43"/>
            <p:cNvSpPr/>
            <p:nvPr/>
          </p:nvSpPr>
          <p:spPr>
            <a:xfrm>
              <a:off x="1334" y="2009"/>
              <a:ext cx="117" cy="281"/>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2" name="Rectangle 44"/>
            <p:cNvSpPr/>
            <p:nvPr/>
          </p:nvSpPr>
          <p:spPr>
            <a:xfrm>
              <a:off x="2215" y="1979"/>
              <a:ext cx="145" cy="281"/>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93" name="Rectangle 45"/>
            <p:cNvSpPr/>
            <p:nvPr/>
          </p:nvSpPr>
          <p:spPr>
            <a:xfrm>
              <a:off x="1945" y="1971"/>
              <a:ext cx="83" cy="161"/>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6632" name="Object 46"/>
            <p:cNvGraphicFramePr>
              <a:graphicFrameLocks/>
            </p:cNvGraphicFramePr>
            <p:nvPr/>
          </p:nvGraphicFramePr>
          <p:xfrm>
            <a:off x="2616" y="2000"/>
            <a:ext cx="171" cy="168"/>
          </p:xfrm>
          <a:graphic>
            <a:graphicData uri="http://schemas.openxmlformats.org/presentationml/2006/ole">
              <p:oleObj spid="_x0000_s104455" r:id="rId4" imgW="20669250" imgH="13163550" progId="">
                <p:embed/>
              </p:oleObj>
            </a:graphicData>
          </a:graphic>
        </p:graphicFrame>
      </p:grpSp>
      <p:grpSp>
        <p:nvGrpSpPr>
          <p:cNvPr id="4" name="Group 47"/>
          <p:cNvGrpSpPr/>
          <p:nvPr/>
        </p:nvGrpSpPr>
        <p:grpSpPr>
          <a:xfrm>
            <a:off x="4748213" y="609600"/>
            <a:ext cx="4395787" cy="649288"/>
            <a:chOff x="1334" y="2438"/>
            <a:chExt cx="2769" cy="363"/>
          </a:xfrm>
        </p:grpSpPr>
        <p:sp>
          <p:nvSpPr>
            <p:cNvPr id="26765" name="Rectangle 48"/>
            <p:cNvSpPr/>
            <p:nvPr/>
          </p:nvSpPr>
          <p:spPr>
            <a:xfrm>
              <a:off x="3971" y="2476"/>
              <a:ext cx="132"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66" name="Rectangle 49"/>
            <p:cNvSpPr/>
            <p:nvPr/>
          </p:nvSpPr>
          <p:spPr>
            <a:xfrm>
              <a:off x="3892" y="2476"/>
              <a:ext cx="88"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67" name="Rectangle 50"/>
            <p:cNvSpPr/>
            <p:nvPr/>
          </p:nvSpPr>
          <p:spPr>
            <a:xfrm>
              <a:off x="3211" y="2476"/>
              <a:ext cx="58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68" name="Rectangle 51"/>
            <p:cNvSpPr/>
            <p:nvPr/>
          </p:nvSpPr>
          <p:spPr>
            <a:xfrm>
              <a:off x="3152" y="2476"/>
              <a:ext cx="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69" name="Rectangle 52"/>
            <p:cNvSpPr/>
            <p:nvPr/>
          </p:nvSpPr>
          <p:spPr>
            <a:xfrm>
              <a:off x="2810" y="2476"/>
              <a:ext cx="3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0" name="Rectangle 53"/>
            <p:cNvSpPr/>
            <p:nvPr/>
          </p:nvSpPr>
          <p:spPr>
            <a:xfrm>
              <a:off x="2075" y="2476"/>
              <a:ext cx="88"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1" name="Rectangle 54"/>
            <p:cNvSpPr/>
            <p:nvPr/>
          </p:nvSpPr>
          <p:spPr>
            <a:xfrm>
              <a:off x="1505" y="2476"/>
              <a:ext cx="3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2" name="Rectangle 55"/>
            <p:cNvSpPr/>
            <p:nvPr/>
          </p:nvSpPr>
          <p:spPr>
            <a:xfrm>
              <a:off x="1446" y="2476"/>
              <a:ext cx="66" cy="282"/>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3" name="Rectangle 56"/>
            <p:cNvSpPr/>
            <p:nvPr/>
          </p:nvSpPr>
          <p:spPr>
            <a:xfrm>
              <a:off x="3784" y="2639"/>
              <a:ext cx="76" cy="16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4" name="Rectangle 57"/>
            <p:cNvSpPr/>
            <p:nvPr/>
          </p:nvSpPr>
          <p:spPr>
            <a:xfrm>
              <a:off x="2633" y="2639"/>
              <a:ext cx="144" cy="16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5" name="Rectangle 58"/>
            <p:cNvSpPr/>
            <p:nvPr/>
          </p:nvSpPr>
          <p:spPr>
            <a:xfrm>
              <a:off x="1870" y="2455"/>
              <a:ext cx="76" cy="161"/>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6" name="Rectangle 59"/>
            <p:cNvSpPr/>
            <p:nvPr/>
          </p:nvSpPr>
          <p:spPr>
            <a:xfrm>
              <a:off x="2442" y="2476"/>
              <a:ext cx="176" cy="281"/>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7" name="Rectangle 60"/>
            <p:cNvSpPr/>
            <p:nvPr/>
          </p:nvSpPr>
          <p:spPr>
            <a:xfrm>
              <a:off x="1334" y="2476"/>
              <a:ext cx="117" cy="281"/>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8" name="Rectangle 61"/>
            <p:cNvSpPr/>
            <p:nvPr/>
          </p:nvSpPr>
          <p:spPr>
            <a:xfrm>
              <a:off x="2225" y="2446"/>
              <a:ext cx="145" cy="281"/>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79" name="Rectangle 62"/>
            <p:cNvSpPr/>
            <p:nvPr/>
          </p:nvSpPr>
          <p:spPr>
            <a:xfrm>
              <a:off x="1954" y="2438"/>
              <a:ext cx="83" cy="161"/>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6631" name="Object 63"/>
            <p:cNvGraphicFramePr>
              <a:graphicFrameLocks/>
            </p:cNvGraphicFramePr>
            <p:nvPr/>
          </p:nvGraphicFramePr>
          <p:xfrm>
            <a:off x="2632" y="2464"/>
            <a:ext cx="171" cy="168"/>
          </p:xfrm>
          <a:graphic>
            <a:graphicData uri="http://schemas.openxmlformats.org/presentationml/2006/ole">
              <p:oleObj spid="_x0000_s104454" r:id="rId5" imgW="271780" imgH="266700" progId="">
                <p:embed/>
              </p:oleObj>
            </a:graphicData>
          </a:graphic>
        </p:graphicFrame>
      </p:grpSp>
      <p:grpSp>
        <p:nvGrpSpPr>
          <p:cNvPr id="5" name="Group 65"/>
          <p:cNvGrpSpPr/>
          <p:nvPr/>
        </p:nvGrpSpPr>
        <p:grpSpPr>
          <a:xfrm>
            <a:off x="304800" y="2057400"/>
            <a:ext cx="3236913" cy="579438"/>
            <a:chOff x="858" y="719"/>
            <a:chExt cx="1445" cy="365"/>
          </a:xfrm>
        </p:grpSpPr>
        <p:sp>
          <p:nvSpPr>
            <p:cNvPr id="26755" name="Rectangle 66"/>
            <p:cNvSpPr/>
            <p:nvPr/>
          </p:nvSpPr>
          <p:spPr>
            <a:xfrm>
              <a:off x="2238" y="742"/>
              <a:ext cx="65"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3400" i="0" dirty="0">
                <a:solidFill>
                  <a:srgbClr val="336600"/>
                </a:solidFill>
                <a:latin typeface="Arial" panose="020B0604020202020204" pitchFamily="34" charset="0"/>
                <a:ea typeface="宋体" panose="02010600030101010101" pitchFamily="2" charset="-122"/>
              </a:endParaRPr>
            </a:p>
          </p:txBody>
        </p:sp>
        <p:sp>
          <p:nvSpPr>
            <p:cNvPr id="26756" name="Rectangle 67"/>
            <p:cNvSpPr/>
            <p:nvPr/>
          </p:nvSpPr>
          <p:spPr>
            <a:xfrm>
              <a:off x="1759" y="758"/>
              <a:ext cx="252" cy="326"/>
            </a:xfrm>
            <a:prstGeom prst="rect">
              <a:avLst/>
            </a:prstGeom>
            <a:noFill/>
            <a:ln w="9525">
              <a:noFill/>
            </a:ln>
          </p:spPr>
          <p:txBody>
            <a:bodyPr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3400" i="0" dirty="0">
                <a:solidFill>
                  <a:srgbClr val="336600"/>
                </a:solidFill>
                <a:latin typeface="Arial" panose="020B0604020202020204" pitchFamily="34" charset="0"/>
                <a:ea typeface="宋体" panose="02010600030101010101" pitchFamily="2" charset="-122"/>
              </a:endParaRPr>
            </a:p>
          </p:txBody>
        </p:sp>
        <p:sp>
          <p:nvSpPr>
            <p:cNvPr id="26757" name="Rectangle 68"/>
            <p:cNvSpPr/>
            <p:nvPr/>
          </p:nvSpPr>
          <p:spPr>
            <a:xfrm>
              <a:off x="1637" y="758"/>
              <a:ext cx="54"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3400" i="0" dirty="0">
                <a:solidFill>
                  <a:srgbClr val="336600"/>
                </a:solidFill>
                <a:latin typeface="Arial" panose="020B0604020202020204" pitchFamily="34" charset="0"/>
                <a:ea typeface="宋体" panose="02010600030101010101" pitchFamily="2" charset="-122"/>
              </a:endParaRPr>
            </a:p>
          </p:txBody>
        </p:sp>
        <p:sp>
          <p:nvSpPr>
            <p:cNvPr id="26758" name="Rectangle 69"/>
            <p:cNvSpPr/>
            <p:nvPr/>
          </p:nvSpPr>
          <p:spPr>
            <a:xfrm>
              <a:off x="1131" y="758"/>
              <a:ext cx="203"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3400" i="0" dirty="0">
                <a:solidFill>
                  <a:srgbClr val="336600"/>
                </a:solidFill>
                <a:latin typeface="Arial" panose="020B0604020202020204" pitchFamily="34" charset="0"/>
                <a:ea typeface="宋体" panose="02010600030101010101" pitchFamily="2" charset="-122"/>
              </a:endParaRPr>
            </a:p>
          </p:txBody>
        </p:sp>
        <p:sp>
          <p:nvSpPr>
            <p:cNvPr id="26759" name="Rectangle 70"/>
            <p:cNvSpPr/>
            <p:nvPr/>
          </p:nvSpPr>
          <p:spPr>
            <a:xfrm>
              <a:off x="1036" y="758"/>
              <a:ext cx="64"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3400" i="0" dirty="0">
                <a:solidFill>
                  <a:srgbClr val="336600"/>
                </a:solidFill>
                <a:latin typeface="Arial" panose="020B0604020202020204" pitchFamily="34" charset="0"/>
                <a:ea typeface="宋体" panose="02010600030101010101" pitchFamily="2" charset="-122"/>
              </a:endParaRPr>
            </a:p>
          </p:txBody>
        </p:sp>
        <p:sp>
          <p:nvSpPr>
            <p:cNvPr id="26760" name="Rectangle 71"/>
            <p:cNvSpPr/>
            <p:nvPr/>
          </p:nvSpPr>
          <p:spPr>
            <a:xfrm>
              <a:off x="2036" y="736"/>
              <a:ext cx="65" cy="221"/>
            </a:xfrm>
            <a:prstGeom prst="rect">
              <a:avLst/>
            </a:prstGeom>
            <a:noFill/>
            <a:ln w="9525">
              <a:noFill/>
            </a:ln>
          </p:spPr>
          <p:txBody>
            <a:bodyPr wrap="none" lIns="0" tIns="0" rIns="0" bIns="0">
              <a:spAutoFit/>
            </a:bodyPr>
            <a:lstStyle/>
            <a:p>
              <a:pPr>
                <a:spcBef>
                  <a:spcPct val="0"/>
                </a:spcBef>
              </a:pPr>
              <a:r>
                <a:rPr lang="en-US" altLang="zh-CN" sz="3400" i="0" baseline="30000" dirty="0">
                  <a:solidFill>
                    <a:srgbClr val="336600"/>
                  </a:solidFill>
                  <a:latin typeface="Times New Roman" panose="02020603050405020304" pitchFamily="18" charset="0"/>
                  <a:ea typeface="宋体" panose="02010600030101010101" pitchFamily="2" charset="-122"/>
                </a:rPr>
                <a:t>2</a:t>
              </a:r>
              <a:endParaRPr lang="en-US" altLang="zh-CN" sz="3400" i="0" baseline="30000" dirty="0">
                <a:solidFill>
                  <a:srgbClr val="336600"/>
                </a:solidFill>
                <a:latin typeface="Arial" panose="020B0604020202020204" pitchFamily="34" charset="0"/>
                <a:ea typeface="宋体" panose="02010600030101010101" pitchFamily="2" charset="-122"/>
              </a:endParaRPr>
            </a:p>
          </p:txBody>
        </p:sp>
        <p:sp>
          <p:nvSpPr>
            <p:cNvPr id="26761" name="Rectangle 72"/>
            <p:cNvSpPr/>
            <p:nvPr/>
          </p:nvSpPr>
          <p:spPr>
            <a:xfrm>
              <a:off x="1402" y="736"/>
              <a:ext cx="65" cy="221"/>
            </a:xfrm>
            <a:prstGeom prst="rect">
              <a:avLst/>
            </a:prstGeom>
            <a:noFill/>
            <a:ln w="9525">
              <a:noFill/>
            </a:ln>
          </p:spPr>
          <p:txBody>
            <a:bodyPr wrap="none" lIns="0" tIns="0" rIns="0" bIns="0">
              <a:spAutoFit/>
            </a:bodyPr>
            <a:lstStyle/>
            <a:p>
              <a:pPr>
                <a:spcBef>
                  <a:spcPct val="0"/>
                </a:spcBef>
              </a:pPr>
              <a:r>
                <a:rPr lang="en-US" altLang="zh-CN" sz="3400" i="0" baseline="30000" dirty="0">
                  <a:solidFill>
                    <a:srgbClr val="336600"/>
                  </a:solidFill>
                  <a:latin typeface="Times New Roman" panose="02020603050405020304" pitchFamily="18" charset="0"/>
                  <a:ea typeface="宋体" panose="02010600030101010101" pitchFamily="2" charset="-122"/>
                </a:rPr>
                <a:t>3</a:t>
              </a:r>
              <a:endParaRPr lang="en-US" altLang="zh-CN" sz="3400" i="0" baseline="30000" dirty="0">
                <a:solidFill>
                  <a:srgbClr val="336600"/>
                </a:solidFill>
                <a:latin typeface="Arial" panose="020B0604020202020204" pitchFamily="34" charset="0"/>
                <a:ea typeface="宋体" panose="02010600030101010101" pitchFamily="2" charset="-122"/>
              </a:endParaRPr>
            </a:p>
          </p:txBody>
        </p:sp>
        <p:sp>
          <p:nvSpPr>
            <p:cNvPr id="26762" name="Rectangle 73"/>
            <p:cNvSpPr/>
            <p:nvPr/>
          </p:nvSpPr>
          <p:spPr>
            <a:xfrm>
              <a:off x="2119" y="719"/>
              <a:ext cx="93" cy="221"/>
            </a:xfrm>
            <a:prstGeom prst="rect">
              <a:avLst/>
            </a:prstGeom>
            <a:noFill/>
            <a:ln w="9525">
              <a:noFill/>
            </a:ln>
          </p:spPr>
          <p:txBody>
            <a:bodyPr lIns="0" tIns="0" rIns="0" bIns="0">
              <a:spAutoFit/>
            </a:bodyPr>
            <a:lstStyle/>
            <a:p>
              <a:pPr>
                <a:spcBef>
                  <a:spcPct val="0"/>
                </a:spcBef>
              </a:pPr>
              <a:r>
                <a:rPr lang="en-US" altLang="zh-CN" sz="3400" i="0" baseline="30000" dirty="0">
                  <a:solidFill>
                    <a:srgbClr val="336600"/>
                  </a:solidFill>
                  <a:latin typeface="Symbol" panose="05050102010706020507" pitchFamily="18" charset="2"/>
                  <a:ea typeface="宋体" panose="02010600030101010101" pitchFamily="2" charset="-122"/>
                </a:rPr>
                <a:t>+</a:t>
              </a:r>
              <a:endParaRPr lang="en-US" altLang="zh-CN" sz="3400" i="0" baseline="30000" dirty="0">
                <a:solidFill>
                  <a:srgbClr val="336600"/>
                </a:solidFill>
                <a:latin typeface="Arial" panose="020B0604020202020204" pitchFamily="34" charset="0"/>
                <a:ea typeface="宋体" panose="02010600030101010101" pitchFamily="2" charset="-122"/>
              </a:endParaRPr>
            </a:p>
          </p:txBody>
        </p:sp>
        <p:sp>
          <p:nvSpPr>
            <p:cNvPr id="26763" name="Rectangle 74"/>
            <p:cNvSpPr/>
            <p:nvPr/>
          </p:nvSpPr>
          <p:spPr>
            <a:xfrm>
              <a:off x="1482" y="719"/>
              <a:ext cx="154" cy="221"/>
            </a:xfrm>
            <a:prstGeom prst="rect">
              <a:avLst/>
            </a:prstGeom>
            <a:noFill/>
            <a:ln w="9525">
              <a:noFill/>
            </a:ln>
          </p:spPr>
          <p:txBody>
            <a:bodyPr lIns="0" tIns="0" rIns="0" bIns="0">
              <a:spAutoFit/>
            </a:bodyPr>
            <a:lstStyle/>
            <a:p>
              <a:pPr>
                <a:spcBef>
                  <a:spcPct val="0"/>
                </a:spcBef>
              </a:pPr>
              <a:r>
                <a:rPr lang="en-US" altLang="zh-CN" sz="3400" i="0" baseline="30000" dirty="0">
                  <a:solidFill>
                    <a:srgbClr val="336600"/>
                  </a:solidFill>
                  <a:latin typeface="Symbol" panose="05050102010706020507" pitchFamily="18" charset="2"/>
                  <a:ea typeface="宋体" panose="02010600030101010101" pitchFamily="2" charset="-122"/>
                </a:rPr>
                <a:t>+</a:t>
              </a:r>
              <a:endParaRPr lang="en-US" altLang="zh-CN" sz="3400" i="0" baseline="30000" dirty="0">
                <a:solidFill>
                  <a:srgbClr val="336600"/>
                </a:solidFill>
                <a:latin typeface="Arial" panose="020B0604020202020204" pitchFamily="34" charset="0"/>
                <a:ea typeface="宋体" panose="02010600030101010101" pitchFamily="2" charset="-122"/>
              </a:endParaRPr>
            </a:p>
          </p:txBody>
        </p:sp>
        <p:sp>
          <p:nvSpPr>
            <p:cNvPr id="26764" name="Rectangle 75"/>
            <p:cNvSpPr/>
            <p:nvPr/>
          </p:nvSpPr>
          <p:spPr>
            <a:xfrm>
              <a:off x="858" y="758"/>
              <a:ext cx="128"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3400" i="0" dirty="0">
                <a:solidFill>
                  <a:srgbClr val="336600"/>
                </a:solidFill>
                <a:latin typeface="Arial" panose="020B0604020202020204" pitchFamily="34" charset="0"/>
                <a:ea typeface="宋体" panose="02010600030101010101" pitchFamily="2" charset="-122"/>
              </a:endParaRPr>
            </a:p>
          </p:txBody>
        </p:sp>
      </p:grpSp>
      <p:grpSp>
        <p:nvGrpSpPr>
          <p:cNvPr id="6" name="Group 76"/>
          <p:cNvGrpSpPr/>
          <p:nvPr/>
        </p:nvGrpSpPr>
        <p:grpSpPr>
          <a:xfrm>
            <a:off x="2057400" y="1371600"/>
            <a:ext cx="4243388" cy="581025"/>
            <a:chOff x="1513" y="278"/>
            <a:chExt cx="2673" cy="366"/>
          </a:xfrm>
        </p:grpSpPr>
        <p:sp>
          <p:nvSpPr>
            <p:cNvPr id="26738" name="Rectangle 77"/>
            <p:cNvSpPr/>
            <p:nvPr/>
          </p:nvSpPr>
          <p:spPr>
            <a:xfrm>
              <a:off x="4095" y="3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9" name="Rectangle 78"/>
            <p:cNvSpPr/>
            <p:nvPr/>
          </p:nvSpPr>
          <p:spPr>
            <a:xfrm>
              <a:off x="3838" y="318"/>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0" name="Rectangle 79"/>
            <p:cNvSpPr/>
            <p:nvPr/>
          </p:nvSpPr>
          <p:spPr>
            <a:xfrm>
              <a:off x="3747" y="3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1" name="Rectangle 80"/>
            <p:cNvSpPr/>
            <p:nvPr/>
          </p:nvSpPr>
          <p:spPr>
            <a:xfrm>
              <a:off x="3267" y="318"/>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2" name="Rectangle 81"/>
            <p:cNvSpPr/>
            <p:nvPr/>
          </p:nvSpPr>
          <p:spPr>
            <a:xfrm>
              <a:off x="3205" y="318"/>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3" name="Rectangle 82"/>
            <p:cNvSpPr/>
            <p:nvPr/>
          </p:nvSpPr>
          <p:spPr>
            <a:xfrm>
              <a:off x="2890" y="318"/>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4" name="Rectangle 83"/>
            <p:cNvSpPr/>
            <p:nvPr/>
          </p:nvSpPr>
          <p:spPr>
            <a:xfrm>
              <a:off x="2655" y="318"/>
              <a:ext cx="12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5" name="Rectangle 84"/>
            <p:cNvSpPr/>
            <p:nvPr/>
          </p:nvSpPr>
          <p:spPr>
            <a:xfrm>
              <a:off x="2331" y="3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6" name="Rectangle 85"/>
            <p:cNvSpPr/>
            <p:nvPr/>
          </p:nvSpPr>
          <p:spPr>
            <a:xfrm>
              <a:off x="2074" y="318"/>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7" name="Rectangle 86"/>
            <p:cNvSpPr/>
            <p:nvPr/>
          </p:nvSpPr>
          <p:spPr>
            <a:xfrm>
              <a:off x="1983" y="3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8" name="Rectangle 87"/>
            <p:cNvSpPr/>
            <p:nvPr/>
          </p:nvSpPr>
          <p:spPr>
            <a:xfrm>
              <a:off x="1513" y="318"/>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49" name="Rectangle 88"/>
            <p:cNvSpPr/>
            <p:nvPr/>
          </p:nvSpPr>
          <p:spPr>
            <a:xfrm>
              <a:off x="3543" y="29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50" name="Rectangle 89"/>
            <p:cNvSpPr/>
            <p:nvPr/>
          </p:nvSpPr>
          <p:spPr>
            <a:xfrm>
              <a:off x="1784" y="29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51" name="Rectangle 90"/>
            <p:cNvSpPr/>
            <p:nvPr/>
          </p:nvSpPr>
          <p:spPr>
            <a:xfrm>
              <a:off x="2464" y="287"/>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52" name="Rectangle 91"/>
            <p:cNvSpPr/>
            <p:nvPr/>
          </p:nvSpPr>
          <p:spPr>
            <a:xfrm>
              <a:off x="3627" y="278"/>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53" name="Rectangle 92"/>
            <p:cNvSpPr/>
            <p:nvPr/>
          </p:nvSpPr>
          <p:spPr>
            <a:xfrm>
              <a:off x="2785" y="278"/>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54" name="Rectangle 93"/>
            <p:cNvSpPr/>
            <p:nvPr/>
          </p:nvSpPr>
          <p:spPr>
            <a:xfrm>
              <a:off x="1863" y="278"/>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6630" name="Object 94"/>
            <p:cNvGraphicFramePr>
              <a:graphicFrameLocks/>
            </p:cNvGraphicFramePr>
            <p:nvPr/>
          </p:nvGraphicFramePr>
          <p:xfrm>
            <a:off x="2872" y="416"/>
            <a:ext cx="410" cy="129"/>
          </p:xfrm>
          <a:graphic>
            <a:graphicData uri="http://schemas.openxmlformats.org/presentationml/2006/ole">
              <p:oleObj spid="_x0000_s104453" r:id="rId6" imgW="650240" imgH="205740" progId="">
                <p:embed/>
              </p:oleObj>
            </a:graphicData>
          </a:graphic>
        </p:graphicFrame>
      </p:grpSp>
      <p:grpSp>
        <p:nvGrpSpPr>
          <p:cNvPr id="7" name="Group 95"/>
          <p:cNvGrpSpPr/>
          <p:nvPr/>
        </p:nvGrpSpPr>
        <p:grpSpPr>
          <a:xfrm>
            <a:off x="228600" y="2438400"/>
            <a:ext cx="6575425" cy="1187450"/>
            <a:chOff x="650" y="1160"/>
            <a:chExt cx="4142" cy="748"/>
          </a:xfrm>
        </p:grpSpPr>
        <p:sp>
          <p:nvSpPr>
            <p:cNvPr id="26708" name="Line 96"/>
            <p:cNvSpPr/>
            <p:nvPr/>
          </p:nvSpPr>
          <p:spPr>
            <a:xfrm>
              <a:off x="3940" y="1543"/>
              <a:ext cx="852" cy="1"/>
            </a:xfrm>
            <a:prstGeom prst="line">
              <a:avLst/>
            </a:prstGeom>
            <a:ln w="17463" cap="flat" cmpd="sng">
              <a:solidFill>
                <a:srgbClr val="000000"/>
              </a:solidFill>
              <a:prstDash val="solid"/>
              <a:headEnd type="none" w="med" len="med"/>
              <a:tailEnd type="none" w="med" len="med"/>
            </a:ln>
          </p:spPr>
        </p:sp>
        <p:sp>
          <p:nvSpPr>
            <p:cNvPr id="26709" name="Rectangle 97"/>
            <p:cNvSpPr/>
            <p:nvPr/>
          </p:nvSpPr>
          <p:spPr>
            <a:xfrm>
              <a:off x="4691" y="1582"/>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0" name="Rectangle 98"/>
            <p:cNvSpPr/>
            <p:nvPr/>
          </p:nvSpPr>
          <p:spPr>
            <a:xfrm>
              <a:off x="4124" y="1582"/>
              <a:ext cx="37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1" name="Rectangle 99"/>
            <p:cNvSpPr/>
            <p:nvPr/>
          </p:nvSpPr>
          <p:spPr>
            <a:xfrm>
              <a:off x="4066" y="1582"/>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2" name="Rectangle 100"/>
            <p:cNvSpPr/>
            <p:nvPr/>
          </p:nvSpPr>
          <p:spPr>
            <a:xfrm>
              <a:off x="4686" y="1199"/>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3" name="Rectangle 101"/>
            <p:cNvSpPr/>
            <p:nvPr/>
          </p:nvSpPr>
          <p:spPr>
            <a:xfrm>
              <a:off x="4129" y="1199"/>
              <a:ext cx="37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4" name="Rectangle 102"/>
            <p:cNvSpPr/>
            <p:nvPr/>
          </p:nvSpPr>
          <p:spPr>
            <a:xfrm>
              <a:off x="4071" y="1199"/>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5" name="Rectangle 103"/>
            <p:cNvSpPr/>
            <p:nvPr/>
          </p:nvSpPr>
          <p:spPr>
            <a:xfrm>
              <a:off x="3691" y="1370"/>
              <a:ext cx="21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6" name="Rectangle 104"/>
            <p:cNvSpPr/>
            <p:nvPr/>
          </p:nvSpPr>
          <p:spPr>
            <a:xfrm>
              <a:off x="3463" y="1370"/>
              <a:ext cx="19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7" name="Rectangle 105"/>
            <p:cNvSpPr/>
            <p:nvPr/>
          </p:nvSpPr>
          <p:spPr>
            <a:xfrm>
              <a:off x="2928" y="1370"/>
              <a:ext cx="544"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8" name="Rectangle 106"/>
            <p:cNvSpPr/>
            <p:nvPr/>
          </p:nvSpPr>
          <p:spPr>
            <a:xfrm>
              <a:off x="2862" y="1370"/>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19" name="Rectangle 107"/>
            <p:cNvSpPr/>
            <p:nvPr/>
          </p:nvSpPr>
          <p:spPr>
            <a:xfrm>
              <a:off x="2729" y="1370"/>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0" name="Rectangle 108"/>
            <p:cNvSpPr/>
            <p:nvPr/>
          </p:nvSpPr>
          <p:spPr>
            <a:xfrm>
              <a:off x="2406" y="1370"/>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1" name="Rectangle 109"/>
            <p:cNvSpPr/>
            <p:nvPr/>
          </p:nvSpPr>
          <p:spPr>
            <a:xfrm>
              <a:off x="1926" y="1370"/>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2" name="Rectangle 110"/>
            <p:cNvSpPr/>
            <p:nvPr/>
          </p:nvSpPr>
          <p:spPr>
            <a:xfrm>
              <a:off x="1806" y="1370"/>
              <a:ext cx="7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3" name="Rectangle 111"/>
            <p:cNvSpPr/>
            <p:nvPr/>
          </p:nvSpPr>
          <p:spPr>
            <a:xfrm>
              <a:off x="1299" y="1370"/>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4" name="Rectangle 112"/>
            <p:cNvSpPr/>
            <p:nvPr/>
          </p:nvSpPr>
          <p:spPr>
            <a:xfrm>
              <a:off x="1203" y="1370"/>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5" name="Rectangle 113"/>
            <p:cNvSpPr/>
            <p:nvPr/>
          </p:nvSpPr>
          <p:spPr>
            <a:xfrm>
              <a:off x="4487" y="1559"/>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6" name="Rectangle 114"/>
            <p:cNvSpPr/>
            <p:nvPr/>
          </p:nvSpPr>
          <p:spPr>
            <a:xfrm>
              <a:off x="4487" y="1177"/>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7" name="Rectangle 115"/>
            <p:cNvSpPr/>
            <p:nvPr/>
          </p:nvSpPr>
          <p:spPr>
            <a:xfrm>
              <a:off x="2202" y="1348"/>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8" name="Rectangle 116"/>
            <p:cNvSpPr/>
            <p:nvPr/>
          </p:nvSpPr>
          <p:spPr>
            <a:xfrm>
              <a:off x="1569" y="1348"/>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29" name="Rectangle 117"/>
            <p:cNvSpPr/>
            <p:nvPr/>
          </p:nvSpPr>
          <p:spPr>
            <a:xfrm>
              <a:off x="2538" y="1339"/>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0" name="Rectangle 118"/>
            <p:cNvSpPr/>
            <p:nvPr/>
          </p:nvSpPr>
          <p:spPr>
            <a:xfrm>
              <a:off x="650" y="1339"/>
              <a:ext cx="21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1" name="Rectangle 119"/>
            <p:cNvSpPr/>
            <p:nvPr/>
          </p:nvSpPr>
          <p:spPr>
            <a:xfrm>
              <a:off x="4571" y="1542"/>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2" name="Rectangle 120"/>
            <p:cNvSpPr/>
            <p:nvPr/>
          </p:nvSpPr>
          <p:spPr>
            <a:xfrm>
              <a:off x="4566" y="1160"/>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3" name="Rectangle 121"/>
            <p:cNvSpPr/>
            <p:nvPr/>
          </p:nvSpPr>
          <p:spPr>
            <a:xfrm>
              <a:off x="2286" y="1331"/>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4" name="Rectangle 122"/>
            <p:cNvSpPr/>
            <p:nvPr/>
          </p:nvSpPr>
          <p:spPr>
            <a:xfrm>
              <a:off x="1649" y="1331"/>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5" name="Rectangle 123"/>
            <p:cNvSpPr/>
            <p:nvPr/>
          </p:nvSpPr>
          <p:spPr>
            <a:xfrm>
              <a:off x="3954" y="1582"/>
              <a:ext cx="12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6" name="Rectangle 124"/>
            <p:cNvSpPr/>
            <p:nvPr/>
          </p:nvSpPr>
          <p:spPr>
            <a:xfrm>
              <a:off x="3959" y="1199"/>
              <a:ext cx="12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37" name="Rectangle 125"/>
            <p:cNvSpPr/>
            <p:nvPr/>
          </p:nvSpPr>
          <p:spPr>
            <a:xfrm>
              <a:off x="866" y="1370"/>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6629" name="Object 126"/>
            <p:cNvGraphicFramePr>
              <a:graphicFrameLocks/>
            </p:cNvGraphicFramePr>
            <p:nvPr/>
          </p:nvGraphicFramePr>
          <p:xfrm>
            <a:off x="1040" y="1352"/>
            <a:ext cx="171" cy="168"/>
          </p:xfrm>
          <a:graphic>
            <a:graphicData uri="http://schemas.openxmlformats.org/presentationml/2006/ole">
              <p:oleObj spid="_x0000_s104452" r:id="rId7" imgW="20669250" imgH="13163550" progId="">
                <p:embed/>
              </p:oleObj>
            </a:graphicData>
          </a:graphic>
        </p:graphicFrame>
      </p:grpSp>
      <p:grpSp>
        <p:nvGrpSpPr>
          <p:cNvPr id="8" name="Group 127"/>
          <p:cNvGrpSpPr/>
          <p:nvPr/>
        </p:nvGrpSpPr>
        <p:grpSpPr>
          <a:xfrm>
            <a:off x="1143000" y="3505200"/>
            <a:ext cx="7646988" cy="1233488"/>
            <a:chOff x="650" y="2016"/>
            <a:chExt cx="4817" cy="777"/>
          </a:xfrm>
        </p:grpSpPr>
        <p:sp>
          <p:nvSpPr>
            <p:cNvPr id="26678" name="Line 128"/>
            <p:cNvSpPr/>
            <p:nvPr/>
          </p:nvSpPr>
          <p:spPr>
            <a:xfrm>
              <a:off x="3940" y="2395"/>
              <a:ext cx="1527" cy="1"/>
            </a:xfrm>
            <a:prstGeom prst="line">
              <a:avLst/>
            </a:prstGeom>
            <a:ln w="17463" cap="flat" cmpd="sng">
              <a:solidFill>
                <a:srgbClr val="000000"/>
              </a:solidFill>
              <a:prstDash val="solid"/>
              <a:headEnd type="none" w="med" len="med"/>
              <a:tailEnd type="none" w="med" len="med"/>
            </a:ln>
          </p:spPr>
        </p:sp>
        <p:sp>
          <p:nvSpPr>
            <p:cNvPr id="26679" name="Rectangle 129"/>
            <p:cNvSpPr/>
            <p:nvPr/>
          </p:nvSpPr>
          <p:spPr>
            <a:xfrm>
              <a:off x="5367" y="2434"/>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0" name="Rectangle 130"/>
            <p:cNvSpPr/>
            <p:nvPr/>
          </p:nvSpPr>
          <p:spPr>
            <a:xfrm>
              <a:off x="4428" y="2434"/>
              <a:ext cx="893"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1" name="Rectangle 131"/>
            <p:cNvSpPr/>
            <p:nvPr/>
          </p:nvSpPr>
          <p:spPr>
            <a:xfrm>
              <a:off x="4333" y="2434"/>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2" name="Rectangle 132"/>
            <p:cNvSpPr/>
            <p:nvPr/>
          </p:nvSpPr>
          <p:spPr>
            <a:xfrm>
              <a:off x="5362" y="20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3" name="Rectangle 133"/>
            <p:cNvSpPr/>
            <p:nvPr/>
          </p:nvSpPr>
          <p:spPr>
            <a:xfrm>
              <a:off x="4433" y="2018"/>
              <a:ext cx="893"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4" name="Rectangle 134"/>
            <p:cNvSpPr/>
            <p:nvPr/>
          </p:nvSpPr>
          <p:spPr>
            <a:xfrm>
              <a:off x="4337" y="2018"/>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5" name="Rectangle 135"/>
            <p:cNvSpPr/>
            <p:nvPr/>
          </p:nvSpPr>
          <p:spPr>
            <a:xfrm>
              <a:off x="3691" y="2222"/>
              <a:ext cx="21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6" name="Rectangle 136"/>
            <p:cNvSpPr/>
            <p:nvPr/>
          </p:nvSpPr>
          <p:spPr>
            <a:xfrm>
              <a:off x="3463" y="2222"/>
              <a:ext cx="19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7" name="Rectangle 137"/>
            <p:cNvSpPr/>
            <p:nvPr/>
          </p:nvSpPr>
          <p:spPr>
            <a:xfrm>
              <a:off x="2928" y="2222"/>
              <a:ext cx="544"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8" name="Rectangle 138"/>
            <p:cNvSpPr/>
            <p:nvPr/>
          </p:nvSpPr>
          <p:spPr>
            <a:xfrm>
              <a:off x="2862" y="2222"/>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89" name="Rectangle 139"/>
            <p:cNvSpPr/>
            <p:nvPr/>
          </p:nvSpPr>
          <p:spPr>
            <a:xfrm>
              <a:off x="2729" y="2222"/>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0" name="Rectangle 140"/>
            <p:cNvSpPr/>
            <p:nvPr/>
          </p:nvSpPr>
          <p:spPr>
            <a:xfrm>
              <a:off x="2406" y="2222"/>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1" name="Rectangle 141"/>
            <p:cNvSpPr/>
            <p:nvPr/>
          </p:nvSpPr>
          <p:spPr>
            <a:xfrm>
              <a:off x="1926" y="2222"/>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2" name="Rectangle 142"/>
            <p:cNvSpPr/>
            <p:nvPr/>
          </p:nvSpPr>
          <p:spPr>
            <a:xfrm>
              <a:off x="1806" y="2222"/>
              <a:ext cx="7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3" name="Rectangle 143"/>
            <p:cNvSpPr/>
            <p:nvPr/>
          </p:nvSpPr>
          <p:spPr>
            <a:xfrm>
              <a:off x="1299" y="2222"/>
              <a:ext cx="28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4" name="Rectangle 144"/>
            <p:cNvSpPr/>
            <p:nvPr/>
          </p:nvSpPr>
          <p:spPr>
            <a:xfrm>
              <a:off x="1203" y="2222"/>
              <a:ext cx="91"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5" name="Rectangle 145"/>
            <p:cNvSpPr/>
            <p:nvPr/>
          </p:nvSpPr>
          <p:spPr>
            <a:xfrm>
              <a:off x="5259" y="2601"/>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6" name="Rectangle 146"/>
            <p:cNvSpPr/>
            <p:nvPr/>
          </p:nvSpPr>
          <p:spPr>
            <a:xfrm>
              <a:off x="4156" y="2601"/>
              <a:ext cx="15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7" name="Rectangle 147"/>
            <p:cNvSpPr/>
            <p:nvPr/>
          </p:nvSpPr>
          <p:spPr>
            <a:xfrm>
              <a:off x="5259" y="21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8" name="Rectangle 148"/>
            <p:cNvSpPr/>
            <p:nvPr/>
          </p:nvSpPr>
          <p:spPr>
            <a:xfrm>
              <a:off x="4161" y="2185"/>
              <a:ext cx="15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99" name="Rectangle 149"/>
            <p:cNvSpPr/>
            <p:nvPr/>
          </p:nvSpPr>
          <p:spPr>
            <a:xfrm>
              <a:off x="2202" y="220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0" name="Rectangle 150"/>
            <p:cNvSpPr/>
            <p:nvPr/>
          </p:nvSpPr>
          <p:spPr>
            <a:xfrm>
              <a:off x="1569" y="220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1" name="Rectangle 151"/>
            <p:cNvSpPr/>
            <p:nvPr/>
          </p:nvSpPr>
          <p:spPr>
            <a:xfrm>
              <a:off x="2538" y="2191"/>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2" name="Rectangle 152"/>
            <p:cNvSpPr/>
            <p:nvPr/>
          </p:nvSpPr>
          <p:spPr>
            <a:xfrm>
              <a:off x="650" y="2191"/>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3" name="Rectangle 153"/>
            <p:cNvSpPr/>
            <p:nvPr/>
          </p:nvSpPr>
          <p:spPr>
            <a:xfrm>
              <a:off x="2286" y="2183"/>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4" name="Rectangle 154"/>
            <p:cNvSpPr/>
            <p:nvPr/>
          </p:nvSpPr>
          <p:spPr>
            <a:xfrm>
              <a:off x="1649" y="2183"/>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5" name="Rectangle 155"/>
            <p:cNvSpPr/>
            <p:nvPr/>
          </p:nvSpPr>
          <p:spPr>
            <a:xfrm>
              <a:off x="3966" y="2434"/>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6" name="Rectangle 156"/>
            <p:cNvSpPr/>
            <p:nvPr/>
          </p:nvSpPr>
          <p:spPr>
            <a:xfrm>
              <a:off x="3971" y="2018"/>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707" name="Rectangle 157"/>
            <p:cNvSpPr/>
            <p:nvPr/>
          </p:nvSpPr>
          <p:spPr>
            <a:xfrm>
              <a:off x="866" y="2222"/>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6626" name="Object 158"/>
            <p:cNvGraphicFramePr>
              <a:graphicFrameLocks/>
            </p:cNvGraphicFramePr>
            <p:nvPr/>
          </p:nvGraphicFramePr>
          <p:xfrm>
            <a:off x="1040" y="2216"/>
            <a:ext cx="171" cy="168"/>
          </p:xfrm>
          <a:graphic>
            <a:graphicData uri="http://schemas.openxmlformats.org/presentationml/2006/ole">
              <p:oleObj spid="_x0000_s104451" r:id="rId8" imgW="271780" imgH="266700" progId="">
                <p:embed/>
              </p:oleObj>
            </a:graphicData>
          </a:graphic>
        </p:graphicFrame>
        <p:graphicFrame>
          <p:nvGraphicFramePr>
            <p:cNvPr id="26627" name="Object 159"/>
            <p:cNvGraphicFramePr>
              <a:graphicFrameLocks/>
            </p:cNvGraphicFramePr>
            <p:nvPr/>
          </p:nvGraphicFramePr>
          <p:xfrm>
            <a:off x="4160" y="2016"/>
            <a:ext cx="171" cy="168"/>
          </p:xfrm>
          <a:graphic>
            <a:graphicData uri="http://schemas.openxmlformats.org/presentationml/2006/ole">
              <p:oleObj spid="_x0000_s104450" r:id="rId9" imgW="271780" imgH="266700" progId="">
                <p:embed/>
              </p:oleObj>
            </a:graphicData>
          </a:graphic>
        </p:graphicFrame>
        <p:graphicFrame>
          <p:nvGraphicFramePr>
            <p:cNvPr id="26628" name="Object 160"/>
            <p:cNvGraphicFramePr>
              <a:graphicFrameLocks/>
            </p:cNvGraphicFramePr>
            <p:nvPr/>
          </p:nvGraphicFramePr>
          <p:xfrm>
            <a:off x="4152" y="2424"/>
            <a:ext cx="171" cy="168"/>
          </p:xfrm>
          <a:graphic>
            <a:graphicData uri="http://schemas.openxmlformats.org/presentationml/2006/ole">
              <p:oleObj spid="_x0000_s104449" r:id="rId10" imgW="271780" imgH="266700" progId="">
                <p:embed/>
              </p:oleObj>
            </a:graphicData>
          </a:graphic>
        </p:graphicFrame>
      </p:grpSp>
      <p:grpSp>
        <p:nvGrpSpPr>
          <p:cNvPr id="9" name="Group 161"/>
          <p:cNvGrpSpPr/>
          <p:nvPr/>
        </p:nvGrpSpPr>
        <p:grpSpPr>
          <a:xfrm>
            <a:off x="381000" y="4800600"/>
            <a:ext cx="5805488" cy="1189038"/>
            <a:chOff x="650" y="2874"/>
            <a:chExt cx="3657" cy="749"/>
          </a:xfrm>
        </p:grpSpPr>
        <p:sp>
          <p:nvSpPr>
            <p:cNvPr id="26651" name="Rectangle 162"/>
            <p:cNvSpPr/>
            <p:nvPr/>
          </p:nvSpPr>
          <p:spPr>
            <a:xfrm>
              <a:off x="4049" y="2891"/>
              <a:ext cx="16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39</a:t>
              </a:r>
              <a:endParaRPr lang="en-US" altLang="zh-CN" sz="1800" i="0" dirty="0">
                <a:solidFill>
                  <a:srgbClr val="336600"/>
                </a:solidFill>
                <a:latin typeface="Arial" panose="020B0604020202020204" pitchFamily="34" charset="0"/>
                <a:ea typeface="宋体" panose="02010600030101010101" pitchFamily="2" charset="-122"/>
              </a:endParaRPr>
            </a:p>
          </p:txBody>
        </p:sp>
        <p:grpSp>
          <p:nvGrpSpPr>
            <p:cNvPr id="26652" name="Group 163"/>
            <p:cNvGrpSpPr/>
            <p:nvPr/>
          </p:nvGrpSpPr>
          <p:grpSpPr>
            <a:xfrm>
              <a:off x="650" y="2913"/>
              <a:ext cx="3657" cy="710"/>
              <a:chOff x="650" y="2913"/>
              <a:chExt cx="3657" cy="710"/>
            </a:xfrm>
          </p:grpSpPr>
          <p:sp>
            <p:nvSpPr>
              <p:cNvPr id="26654" name="Line 164"/>
              <p:cNvSpPr/>
              <p:nvPr/>
            </p:nvSpPr>
            <p:spPr>
              <a:xfrm>
                <a:off x="3097" y="3257"/>
                <a:ext cx="1210" cy="1"/>
              </a:xfrm>
              <a:prstGeom prst="line">
                <a:avLst/>
              </a:prstGeom>
              <a:ln w="17463" cap="flat" cmpd="sng">
                <a:solidFill>
                  <a:srgbClr val="000000"/>
                </a:solidFill>
                <a:prstDash val="solid"/>
                <a:headEnd type="none" w="med" len="med"/>
                <a:tailEnd type="none" w="med" len="med"/>
              </a:ln>
            </p:spPr>
          </p:sp>
          <p:sp>
            <p:nvSpPr>
              <p:cNvPr id="26655" name="Rectangle 165"/>
              <p:cNvSpPr/>
              <p:nvPr/>
            </p:nvSpPr>
            <p:spPr>
              <a:xfrm>
                <a:off x="3758" y="3296"/>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10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56" name="Rectangle 166"/>
              <p:cNvSpPr/>
              <p:nvPr/>
            </p:nvSpPr>
            <p:spPr>
              <a:xfrm>
                <a:off x="3314" y="3296"/>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86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57" name="Rectangle 167"/>
              <p:cNvSpPr/>
              <p:nvPr/>
            </p:nvSpPr>
            <p:spPr>
              <a:xfrm>
                <a:off x="3248" y="3296"/>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58" name="Rectangle 168"/>
              <p:cNvSpPr/>
              <p:nvPr/>
            </p:nvSpPr>
            <p:spPr>
              <a:xfrm>
                <a:off x="3115" y="3296"/>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59" name="Rectangle 169"/>
              <p:cNvSpPr/>
              <p:nvPr/>
            </p:nvSpPr>
            <p:spPr>
              <a:xfrm>
                <a:off x="3684" y="2913"/>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10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0" name="Rectangle 170"/>
              <p:cNvSpPr/>
              <p:nvPr/>
            </p:nvSpPr>
            <p:spPr>
              <a:xfrm>
                <a:off x="3377" y="2913"/>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8</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1" name="Rectangle 171"/>
              <p:cNvSpPr/>
              <p:nvPr/>
            </p:nvSpPr>
            <p:spPr>
              <a:xfrm>
                <a:off x="3311" y="2913"/>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2" name="Rectangle 172"/>
              <p:cNvSpPr/>
              <p:nvPr/>
            </p:nvSpPr>
            <p:spPr>
              <a:xfrm>
                <a:off x="3178" y="2913"/>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3" name="Rectangle 173"/>
              <p:cNvSpPr/>
              <p:nvPr/>
            </p:nvSpPr>
            <p:spPr>
              <a:xfrm>
                <a:off x="2848" y="3084"/>
                <a:ext cx="21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4" name="Rectangle 174"/>
              <p:cNvSpPr/>
              <p:nvPr/>
            </p:nvSpPr>
            <p:spPr>
              <a:xfrm>
                <a:off x="2620" y="3084"/>
                <a:ext cx="19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5" name="Rectangle 175"/>
              <p:cNvSpPr/>
              <p:nvPr/>
            </p:nvSpPr>
            <p:spPr>
              <a:xfrm>
                <a:off x="2085" y="3084"/>
                <a:ext cx="544"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6" name="Rectangle 176"/>
              <p:cNvSpPr/>
              <p:nvPr/>
            </p:nvSpPr>
            <p:spPr>
              <a:xfrm>
                <a:off x="2019" y="3084"/>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7" name="Rectangle 177"/>
              <p:cNvSpPr/>
              <p:nvPr/>
            </p:nvSpPr>
            <p:spPr>
              <a:xfrm>
                <a:off x="1886" y="3084"/>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8" name="Rectangle 178"/>
              <p:cNvSpPr/>
              <p:nvPr/>
            </p:nvSpPr>
            <p:spPr>
              <a:xfrm>
                <a:off x="1455" y="3084"/>
                <a:ext cx="19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69" name="Rectangle 179"/>
              <p:cNvSpPr/>
              <p:nvPr/>
            </p:nvSpPr>
            <p:spPr>
              <a:xfrm>
                <a:off x="1053" y="3084"/>
                <a:ext cx="40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769</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0" name="Rectangle 180"/>
              <p:cNvSpPr/>
              <p:nvPr/>
            </p:nvSpPr>
            <p:spPr>
              <a:xfrm>
                <a:off x="986" y="3084"/>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1" name="Rectangle 181"/>
              <p:cNvSpPr/>
              <p:nvPr/>
            </p:nvSpPr>
            <p:spPr>
              <a:xfrm>
                <a:off x="853" y="3084"/>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2" name="Rectangle 182"/>
              <p:cNvSpPr/>
              <p:nvPr/>
            </p:nvSpPr>
            <p:spPr>
              <a:xfrm>
                <a:off x="4110" y="3273"/>
                <a:ext cx="16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17</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3" name="Rectangle 183"/>
              <p:cNvSpPr/>
              <p:nvPr/>
            </p:nvSpPr>
            <p:spPr>
              <a:xfrm>
                <a:off x="3556" y="3297"/>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4" name="Rectangle 184"/>
              <p:cNvSpPr/>
              <p:nvPr/>
            </p:nvSpPr>
            <p:spPr>
              <a:xfrm>
                <a:off x="3475" y="2914"/>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5" name="Rectangle 185"/>
              <p:cNvSpPr/>
              <p:nvPr/>
            </p:nvSpPr>
            <p:spPr>
              <a:xfrm>
                <a:off x="1695" y="305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6" name="Rectangle 186"/>
              <p:cNvSpPr/>
              <p:nvPr/>
            </p:nvSpPr>
            <p:spPr>
              <a:xfrm>
                <a:off x="650" y="305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77" name="Rectangle 187"/>
              <p:cNvSpPr/>
              <p:nvPr/>
            </p:nvSpPr>
            <p:spPr>
              <a:xfrm>
                <a:off x="4033" y="3256"/>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sp>
          <p:nvSpPr>
            <p:cNvPr id="26653" name="Rectangle 188"/>
            <p:cNvSpPr/>
            <p:nvPr/>
          </p:nvSpPr>
          <p:spPr>
            <a:xfrm>
              <a:off x="3960" y="2874"/>
              <a:ext cx="88"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11" name="Group 189"/>
          <p:cNvGrpSpPr/>
          <p:nvPr/>
        </p:nvGrpSpPr>
        <p:grpSpPr>
          <a:xfrm>
            <a:off x="6400800" y="5181600"/>
            <a:ext cx="1905000" cy="566738"/>
            <a:chOff x="522" y="3612"/>
            <a:chExt cx="1200" cy="357"/>
          </a:xfrm>
        </p:grpSpPr>
        <p:sp>
          <p:nvSpPr>
            <p:cNvPr id="26643" name="Rectangle 190"/>
            <p:cNvSpPr/>
            <p:nvPr/>
          </p:nvSpPr>
          <p:spPr>
            <a:xfrm>
              <a:off x="1654" y="3643"/>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4" name="Rectangle 191"/>
            <p:cNvSpPr/>
            <p:nvPr/>
          </p:nvSpPr>
          <p:spPr>
            <a:xfrm>
              <a:off x="1467" y="3643"/>
              <a:ext cx="19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5" name="Rectangle 192"/>
            <p:cNvSpPr/>
            <p:nvPr/>
          </p:nvSpPr>
          <p:spPr>
            <a:xfrm>
              <a:off x="1202" y="3643"/>
              <a:ext cx="272"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55</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6" name="Rectangle 193"/>
            <p:cNvSpPr/>
            <p:nvPr/>
          </p:nvSpPr>
          <p:spPr>
            <a:xfrm>
              <a:off x="1135" y="3643"/>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7" name="Rectangle 194"/>
            <p:cNvSpPr/>
            <p:nvPr/>
          </p:nvSpPr>
          <p:spPr>
            <a:xfrm>
              <a:off x="1003" y="3643"/>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8" name="Rectangle 195"/>
            <p:cNvSpPr/>
            <p:nvPr/>
          </p:nvSpPr>
          <p:spPr>
            <a:xfrm>
              <a:off x="522" y="3643"/>
              <a:ext cx="136"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49" name="Rectangle 196"/>
            <p:cNvSpPr/>
            <p:nvPr/>
          </p:nvSpPr>
          <p:spPr>
            <a:xfrm>
              <a:off x="858" y="3612"/>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6650" name="Rectangle 197"/>
            <p:cNvSpPr/>
            <p:nvPr/>
          </p:nvSpPr>
          <p:spPr>
            <a:xfrm>
              <a:off x="650" y="3612"/>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10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10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10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685800" y="5400652"/>
            <a:ext cx="1684338" cy="550863"/>
            <a:chOff x="688" y="3665"/>
            <a:chExt cx="875" cy="347"/>
          </a:xfrm>
        </p:grpSpPr>
        <p:sp>
          <p:nvSpPr>
            <p:cNvPr id="27787" name="Rectangle 9"/>
            <p:cNvSpPr/>
            <p:nvPr/>
          </p:nvSpPr>
          <p:spPr>
            <a:xfrm>
              <a:off x="1025" y="3695"/>
              <a:ext cx="53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0.55V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8" name="Rectangle 10"/>
            <p:cNvSpPr/>
            <p:nvPr/>
          </p:nvSpPr>
          <p:spPr>
            <a:xfrm>
              <a:off x="887" y="3665"/>
              <a:ext cx="11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9" name="Rectangle 11"/>
            <p:cNvSpPr/>
            <p:nvPr/>
          </p:nvSpPr>
          <p:spPr>
            <a:xfrm>
              <a:off x="688" y="3665"/>
              <a:ext cx="12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3" name="Group 12"/>
          <p:cNvGrpSpPr/>
          <p:nvPr/>
        </p:nvGrpSpPr>
        <p:grpSpPr>
          <a:xfrm>
            <a:off x="3505200" y="2733652"/>
            <a:ext cx="1957388" cy="550863"/>
            <a:chOff x="688" y="1955"/>
            <a:chExt cx="912" cy="347"/>
          </a:xfrm>
        </p:grpSpPr>
        <p:sp>
          <p:nvSpPr>
            <p:cNvPr id="27781" name="Rectangle 13"/>
            <p:cNvSpPr/>
            <p:nvPr/>
          </p:nvSpPr>
          <p:spPr>
            <a:xfrm>
              <a:off x="1200" y="1985"/>
              <a:ext cx="4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2" name="Rectangle 14"/>
            <p:cNvSpPr/>
            <p:nvPr/>
          </p:nvSpPr>
          <p:spPr>
            <a:xfrm>
              <a:off x="1073" y="1985"/>
              <a:ext cx="9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grpSp>
          <p:nvGrpSpPr>
            <p:cNvPr id="27783" name="Group 15"/>
            <p:cNvGrpSpPr/>
            <p:nvPr/>
          </p:nvGrpSpPr>
          <p:grpSpPr>
            <a:xfrm>
              <a:off x="688" y="1955"/>
              <a:ext cx="912" cy="347"/>
              <a:chOff x="688" y="1955"/>
              <a:chExt cx="912" cy="347"/>
            </a:xfrm>
          </p:grpSpPr>
          <p:sp>
            <p:nvSpPr>
              <p:cNvPr id="27784" name="Rectangle 16"/>
              <p:cNvSpPr/>
              <p:nvPr/>
            </p:nvSpPr>
            <p:spPr>
              <a:xfrm>
                <a:off x="1263" y="1985"/>
                <a:ext cx="33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55V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5" name="Rectangle 17"/>
              <p:cNvSpPr/>
              <p:nvPr/>
            </p:nvSpPr>
            <p:spPr>
              <a:xfrm>
                <a:off x="887" y="1955"/>
                <a:ext cx="10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6" name="Rectangle 18"/>
              <p:cNvSpPr/>
              <p:nvPr/>
            </p:nvSpPr>
            <p:spPr>
              <a:xfrm>
                <a:off x="688" y="1955"/>
                <a:ext cx="10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grpSp>
        <p:nvGrpSpPr>
          <p:cNvPr id="5" name="Group 19"/>
          <p:cNvGrpSpPr/>
          <p:nvPr/>
        </p:nvGrpSpPr>
        <p:grpSpPr>
          <a:xfrm>
            <a:off x="3429000" y="2047852"/>
            <a:ext cx="2614613" cy="561975"/>
            <a:chOff x="565" y="1550"/>
            <a:chExt cx="1647" cy="354"/>
          </a:xfrm>
        </p:grpSpPr>
        <p:sp>
          <p:nvSpPr>
            <p:cNvPr id="27769" name="Rectangle 20"/>
            <p:cNvSpPr/>
            <p:nvPr/>
          </p:nvSpPr>
          <p:spPr>
            <a:xfrm>
              <a:off x="2009" y="1550"/>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0" name="Rectangle 21"/>
            <p:cNvSpPr/>
            <p:nvPr/>
          </p:nvSpPr>
          <p:spPr>
            <a:xfrm>
              <a:off x="1491" y="1550"/>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nvGrpSpPr>
            <p:cNvPr id="27771" name="Group 22"/>
            <p:cNvGrpSpPr/>
            <p:nvPr/>
          </p:nvGrpSpPr>
          <p:grpSpPr>
            <a:xfrm>
              <a:off x="565" y="1557"/>
              <a:ext cx="1647" cy="347"/>
              <a:chOff x="565" y="1557"/>
              <a:chExt cx="1647" cy="347"/>
            </a:xfrm>
          </p:grpSpPr>
          <p:sp>
            <p:nvSpPr>
              <p:cNvPr id="27772" name="Rectangle 23"/>
              <p:cNvSpPr/>
              <p:nvPr/>
            </p:nvSpPr>
            <p:spPr>
              <a:xfrm>
                <a:off x="2124" y="158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3" name="Rectangle 24"/>
              <p:cNvSpPr/>
              <p:nvPr/>
            </p:nvSpPr>
            <p:spPr>
              <a:xfrm>
                <a:off x="1594" y="1587"/>
                <a:ext cx="35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4" name="Rectangle 25"/>
              <p:cNvSpPr/>
              <p:nvPr/>
            </p:nvSpPr>
            <p:spPr>
              <a:xfrm>
                <a:off x="1156" y="1587"/>
                <a:ext cx="2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5" name="Rectangle 26"/>
              <p:cNvSpPr/>
              <p:nvPr/>
            </p:nvSpPr>
            <p:spPr>
              <a:xfrm>
                <a:off x="1065" y="1587"/>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6" name="Rectangle 27"/>
              <p:cNvSpPr/>
              <p:nvPr/>
            </p:nvSpPr>
            <p:spPr>
              <a:xfrm>
                <a:off x="565" y="1587"/>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7" name="Rectangle 28"/>
              <p:cNvSpPr/>
              <p:nvPr/>
            </p:nvSpPr>
            <p:spPr>
              <a:xfrm>
                <a:off x="1929" y="156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8" name="Rectangle 29"/>
              <p:cNvSpPr/>
              <p:nvPr/>
            </p:nvSpPr>
            <p:spPr>
              <a:xfrm>
                <a:off x="1415" y="156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79" name="Rectangle 30"/>
              <p:cNvSpPr/>
              <p:nvPr/>
            </p:nvSpPr>
            <p:spPr>
              <a:xfrm>
                <a:off x="688" y="1557"/>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80" name="Rectangle 31"/>
              <p:cNvSpPr/>
              <p:nvPr/>
            </p:nvSpPr>
            <p:spPr>
              <a:xfrm>
                <a:off x="894" y="1587"/>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grpSp>
        <p:nvGrpSpPr>
          <p:cNvPr id="7" name="Group 32"/>
          <p:cNvGrpSpPr/>
          <p:nvPr/>
        </p:nvGrpSpPr>
        <p:grpSpPr>
          <a:xfrm>
            <a:off x="152400" y="676252"/>
            <a:ext cx="4478338" cy="563563"/>
            <a:chOff x="565" y="681"/>
            <a:chExt cx="2821" cy="355"/>
          </a:xfrm>
        </p:grpSpPr>
        <p:sp>
          <p:nvSpPr>
            <p:cNvPr id="27749" name="Rectangle 33"/>
            <p:cNvSpPr/>
            <p:nvPr/>
          </p:nvSpPr>
          <p:spPr>
            <a:xfrm>
              <a:off x="3320" y="71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0" name="Rectangle 34"/>
            <p:cNvSpPr/>
            <p:nvPr/>
          </p:nvSpPr>
          <p:spPr>
            <a:xfrm>
              <a:off x="3268" y="71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1" name="Rectangle 35"/>
            <p:cNvSpPr/>
            <p:nvPr/>
          </p:nvSpPr>
          <p:spPr>
            <a:xfrm>
              <a:off x="2995" y="71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2" name="Rectangle 36"/>
            <p:cNvSpPr/>
            <p:nvPr/>
          </p:nvSpPr>
          <p:spPr>
            <a:xfrm>
              <a:off x="2705" y="719"/>
              <a:ext cx="17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3" name="Rectangle 37"/>
            <p:cNvSpPr/>
            <p:nvPr/>
          </p:nvSpPr>
          <p:spPr>
            <a:xfrm>
              <a:off x="2190" y="719"/>
              <a:ext cx="42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mol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4" name="Rectangle 38"/>
            <p:cNvSpPr/>
            <p:nvPr/>
          </p:nvSpPr>
          <p:spPr>
            <a:xfrm>
              <a:off x="2059" y="719"/>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5" name="Rectangle 39"/>
            <p:cNvSpPr/>
            <p:nvPr/>
          </p:nvSpPr>
          <p:spPr>
            <a:xfrm>
              <a:off x="1996" y="71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6" name="Rectangle 40"/>
            <p:cNvSpPr/>
            <p:nvPr/>
          </p:nvSpPr>
          <p:spPr>
            <a:xfrm>
              <a:off x="1869" y="719"/>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7" name="Rectangle 41"/>
            <p:cNvSpPr/>
            <p:nvPr/>
          </p:nvSpPr>
          <p:spPr>
            <a:xfrm>
              <a:off x="1555" y="719"/>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8" name="Rectangle 42"/>
            <p:cNvSpPr/>
            <p:nvPr/>
          </p:nvSpPr>
          <p:spPr>
            <a:xfrm>
              <a:off x="1061" y="719"/>
              <a:ext cx="41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59" name="Rectangle 43"/>
            <p:cNvSpPr/>
            <p:nvPr/>
          </p:nvSpPr>
          <p:spPr>
            <a:xfrm>
              <a:off x="974" y="719"/>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0" name="Rectangle 44"/>
            <p:cNvSpPr/>
            <p:nvPr/>
          </p:nvSpPr>
          <p:spPr>
            <a:xfrm>
              <a:off x="565" y="71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1" name="Rectangle 45"/>
            <p:cNvSpPr/>
            <p:nvPr/>
          </p:nvSpPr>
          <p:spPr>
            <a:xfrm>
              <a:off x="2916" y="69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2" name="Rectangle 46"/>
            <p:cNvSpPr/>
            <p:nvPr/>
          </p:nvSpPr>
          <p:spPr>
            <a:xfrm>
              <a:off x="2610" y="689"/>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3" name="Rectangle 47"/>
            <p:cNvSpPr/>
            <p:nvPr/>
          </p:nvSpPr>
          <p:spPr>
            <a:xfrm>
              <a:off x="1698" y="689"/>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4" name="Rectangle 48"/>
            <p:cNvSpPr/>
            <p:nvPr/>
          </p:nvSpPr>
          <p:spPr>
            <a:xfrm>
              <a:off x="2842" y="681"/>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5" name="Rectangle 49"/>
            <p:cNvSpPr/>
            <p:nvPr/>
          </p:nvSpPr>
          <p:spPr>
            <a:xfrm>
              <a:off x="1444" y="681"/>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66" name="Rectangle 50"/>
            <p:cNvSpPr/>
            <p:nvPr/>
          </p:nvSpPr>
          <p:spPr>
            <a:xfrm>
              <a:off x="3031" y="711"/>
              <a:ext cx="264" cy="317"/>
            </a:xfrm>
            <a:prstGeom prst="rect">
              <a:avLst/>
            </a:prstGeom>
            <a:noFill/>
            <a:ln w="9525">
              <a:noFill/>
            </a:ln>
          </p:spPr>
          <p:txBody>
            <a:bodyPr wrap="none" lIns="0" tIns="0" rIns="0" bIns="0">
              <a:spAutoFit/>
            </a:bodyPr>
            <a:lstStyle/>
            <a:p>
              <a:pPr>
                <a:spcBef>
                  <a:spcPct val="0"/>
                </a:spcBef>
              </a:pPr>
              <a:r>
                <a:rPr lang="zh-CN" altLang="en-US" sz="3300" i="0" dirty="0">
                  <a:solidFill>
                    <a:srgbClr val="336600"/>
                  </a:solidFill>
                  <a:latin typeface="宋体" panose="02010600030101010101" pitchFamily="2" charset="-122"/>
                  <a:ea typeface="宋体" panose="02010600030101010101" pitchFamily="2" charset="-122"/>
                </a:rPr>
                <a:t>时</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7767" name="Rectangle 51"/>
            <p:cNvSpPr/>
            <p:nvPr/>
          </p:nvSpPr>
          <p:spPr>
            <a:xfrm>
              <a:off x="601" y="711"/>
              <a:ext cx="264" cy="317"/>
            </a:xfrm>
            <a:prstGeom prst="rect">
              <a:avLst/>
            </a:prstGeom>
            <a:noFill/>
            <a:ln w="9525">
              <a:noFill/>
            </a:ln>
          </p:spPr>
          <p:txBody>
            <a:bodyPr wrap="none" lIns="0" tIns="0" rIns="0" bIns="0">
              <a:spAutoFit/>
            </a:bodyPr>
            <a:lstStyle/>
            <a:p>
              <a:pPr>
                <a:spcBef>
                  <a:spcPct val="0"/>
                </a:spcBef>
              </a:pPr>
              <a:r>
                <a:rPr lang="zh-CN" altLang="en-US" sz="3300" i="0" dirty="0">
                  <a:solidFill>
                    <a:srgbClr val="336600"/>
                  </a:solidFill>
                  <a:latin typeface="宋体" panose="02010600030101010101" pitchFamily="2" charset="-122"/>
                  <a:ea typeface="宋体" panose="02010600030101010101" pitchFamily="2" charset="-122"/>
                </a:rPr>
                <a:t>当</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7768" name="Rectangle 52"/>
            <p:cNvSpPr/>
            <p:nvPr/>
          </p:nvSpPr>
          <p:spPr>
            <a:xfrm>
              <a:off x="855" y="719"/>
              <a:ext cx="117"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8" name="Group 53"/>
          <p:cNvGrpSpPr/>
          <p:nvPr/>
        </p:nvGrpSpPr>
        <p:grpSpPr>
          <a:xfrm>
            <a:off x="0" y="3343252"/>
            <a:ext cx="4862513" cy="573088"/>
            <a:chOff x="664" y="2400"/>
            <a:chExt cx="2784" cy="361"/>
          </a:xfrm>
        </p:grpSpPr>
        <p:sp>
          <p:nvSpPr>
            <p:cNvPr id="27736" name="Rectangle 54"/>
            <p:cNvSpPr/>
            <p:nvPr/>
          </p:nvSpPr>
          <p:spPr>
            <a:xfrm>
              <a:off x="3368" y="2416"/>
              <a:ext cx="8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7" name="Rectangle 55"/>
            <p:cNvSpPr/>
            <p:nvPr/>
          </p:nvSpPr>
          <p:spPr>
            <a:xfrm>
              <a:off x="2720" y="2416"/>
              <a:ext cx="5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8" name="Rectangle 56"/>
            <p:cNvSpPr/>
            <p:nvPr/>
          </p:nvSpPr>
          <p:spPr>
            <a:xfrm>
              <a:off x="2664" y="2416"/>
              <a:ext cx="6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9" name="Rectangle 57"/>
            <p:cNvSpPr/>
            <p:nvPr/>
          </p:nvSpPr>
          <p:spPr>
            <a:xfrm>
              <a:off x="2351" y="2416"/>
              <a:ext cx="31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0" name="Rectangle 58"/>
            <p:cNvSpPr/>
            <p:nvPr/>
          </p:nvSpPr>
          <p:spPr>
            <a:xfrm>
              <a:off x="1705" y="2416"/>
              <a:ext cx="5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1" name="Rectangle 59"/>
            <p:cNvSpPr/>
            <p:nvPr/>
          </p:nvSpPr>
          <p:spPr>
            <a:xfrm>
              <a:off x="1649" y="2416"/>
              <a:ext cx="6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2" name="Rectangle 60"/>
            <p:cNvSpPr/>
            <p:nvPr/>
          </p:nvSpPr>
          <p:spPr>
            <a:xfrm>
              <a:off x="1324" y="2416"/>
              <a:ext cx="3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3" name="Rectangle 61"/>
            <p:cNvSpPr/>
            <p:nvPr/>
          </p:nvSpPr>
          <p:spPr>
            <a:xfrm>
              <a:off x="1269" y="2416"/>
              <a:ext cx="6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4" name="Rectangle 62"/>
            <p:cNvSpPr/>
            <p:nvPr/>
          </p:nvSpPr>
          <p:spPr>
            <a:xfrm>
              <a:off x="890" y="2416"/>
              <a:ext cx="6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5" name="Rectangle 63"/>
            <p:cNvSpPr/>
            <p:nvPr/>
          </p:nvSpPr>
          <p:spPr>
            <a:xfrm>
              <a:off x="3265" y="2579"/>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6" name="Rectangle 64"/>
            <p:cNvSpPr/>
            <p:nvPr/>
          </p:nvSpPr>
          <p:spPr>
            <a:xfrm>
              <a:off x="2245" y="2579"/>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47" name="Rectangle 65"/>
            <p:cNvSpPr/>
            <p:nvPr/>
          </p:nvSpPr>
          <p:spPr>
            <a:xfrm>
              <a:off x="664" y="2424"/>
              <a:ext cx="241" cy="317"/>
            </a:xfrm>
            <a:prstGeom prst="rect">
              <a:avLst/>
            </a:prstGeom>
            <a:noFill/>
            <a:ln w="9525">
              <a:noFill/>
            </a:ln>
          </p:spPr>
          <p:txBody>
            <a:bodyPr wrap="none" lIns="0" tIns="0" rIns="0" bIns="0">
              <a:spAutoFit/>
            </a:bodyPr>
            <a:lstStyle/>
            <a:p>
              <a:pPr>
                <a:spcBef>
                  <a:spcPct val="0"/>
                </a:spcBef>
              </a:pPr>
              <a:r>
                <a:rPr lang="zh-CN" altLang="en-US" sz="3300" i="0" dirty="0">
                  <a:solidFill>
                    <a:srgbClr val="336600"/>
                  </a:solidFill>
                  <a:latin typeface="宋体" panose="02010600030101010101" pitchFamily="2" charset="-122"/>
                  <a:ea typeface="宋体" panose="02010600030101010101" pitchFamily="2" charset="-122"/>
                </a:rPr>
                <a:t>即</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7748" name="Rectangle 66"/>
            <p:cNvSpPr/>
            <p:nvPr/>
          </p:nvSpPr>
          <p:spPr>
            <a:xfrm>
              <a:off x="958" y="2416"/>
              <a:ext cx="160"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7655" name="Object 67"/>
            <p:cNvGraphicFramePr>
              <a:graphicFrameLocks/>
            </p:cNvGraphicFramePr>
            <p:nvPr/>
          </p:nvGraphicFramePr>
          <p:xfrm>
            <a:off x="1136" y="2400"/>
            <a:ext cx="171" cy="168"/>
          </p:xfrm>
          <a:graphic>
            <a:graphicData uri="http://schemas.openxmlformats.org/presentationml/2006/ole">
              <p:oleObj spid="_x0000_s106502" r:id="rId4" imgW="271780" imgH="266700" progId="">
                <p:embed/>
              </p:oleObj>
            </a:graphicData>
          </a:graphic>
        </p:graphicFrame>
      </p:grpSp>
      <p:grpSp>
        <p:nvGrpSpPr>
          <p:cNvPr id="9" name="Group 68"/>
          <p:cNvGrpSpPr/>
          <p:nvPr/>
        </p:nvGrpSpPr>
        <p:grpSpPr>
          <a:xfrm>
            <a:off x="304800" y="4105252"/>
            <a:ext cx="8534400" cy="1227138"/>
            <a:chOff x="565" y="2832"/>
            <a:chExt cx="4785" cy="773"/>
          </a:xfrm>
        </p:grpSpPr>
        <p:sp>
          <p:nvSpPr>
            <p:cNvPr id="27701" name="Line 69"/>
            <p:cNvSpPr/>
            <p:nvPr/>
          </p:nvSpPr>
          <p:spPr>
            <a:xfrm>
              <a:off x="3850" y="3222"/>
              <a:ext cx="1500" cy="1"/>
            </a:xfrm>
            <a:prstGeom prst="line">
              <a:avLst/>
            </a:prstGeom>
            <a:ln w="17463" cap="flat" cmpd="sng">
              <a:solidFill>
                <a:srgbClr val="000000"/>
              </a:solidFill>
              <a:prstDash val="solid"/>
              <a:headEnd type="none" w="med" len="med"/>
              <a:tailEnd type="none" w="med" len="med"/>
            </a:ln>
          </p:spPr>
        </p:sp>
        <p:sp>
          <p:nvSpPr>
            <p:cNvPr id="27702" name="Rectangle 70"/>
            <p:cNvSpPr/>
            <p:nvPr/>
          </p:nvSpPr>
          <p:spPr>
            <a:xfrm>
              <a:off x="5254" y="3260"/>
              <a:ext cx="7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3" name="Rectangle 71"/>
            <p:cNvSpPr/>
            <p:nvPr/>
          </p:nvSpPr>
          <p:spPr>
            <a:xfrm>
              <a:off x="4606" y="3260"/>
              <a:ext cx="52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4" name="Rectangle 72"/>
            <p:cNvSpPr/>
            <p:nvPr/>
          </p:nvSpPr>
          <p:spPr>
            <a:xfrm>
              <a:off x="4551" y="3260"/>
              <a:ext cx="5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5" name="Rectangle 73"/>
            <p:cNvSpPr/>
            <p:nvPr/>
          </p:nvSpPr>
          <p:spPr>
            <a:xfrm>
              <a:off x="4225" y="3260"/>
              <a:ext cx="32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6" name="Rectangle 74"/>
            <p:cNvSpPr/>
            <p:nvPr/>
          </p:nvSpPr>
          <p:spPr>
            <a:xfrm>
              <a:off x="5249" y="2853"/>
              <a:ext cx="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7" name="Rectangle 75"/>
            <p:cNvSpPr/>
            <p:nvPr/>
          </p:nvSpPr>
          <p:spPr>
            <a:xfrm>
              <a:off x="4611" y="2853"/>
              <a:ext cx="52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8" name="Rectangle 76"/>
            <p:cNvSpPr/>
            <p:nvPr/>
          </p:nvSpPr>
          <p:spPr>
            <a:xfrm>
              <a:off x="4555" y="2853"/>
              <a:ext cx="5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9" name="Rectangle 77"/>
            <p:cNvSpPr/>
            <p:nvPr/>
          </p:nvSpPr>
          <p:spPr>
            <a:xfrm>
              <a:off x="4230" y="2853"/>
              <a:ext cx="32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0" name="Rectangle 78"/>
            <p:cNvSpPr/>
            <p:nvPr/>
          </p:nvSpPr>
          <p:spPr>
            <a:xfrm>
              <a:off x="3612" y="3053"/>
              <a:ext cx="18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1" name="Rectangle 79"/>
            <p:cNvSpPr/>
            <p:nvPr/>
          </p:nvSpPr>
          <p:spPr>
            <a:xfrm>
              <a:off x="3394" y="3053"/>
              <a:ext cx="17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2" name="Rectangle 80"/>
            <p:cNvSpPr/>
            <p:nvPr/>
          </p:nvSpPr>
          <p:spPr>
            <a:xfrm>
              <a:off x="2882" y="3053"/>
              <a:ext cx="47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3" name="Rectangle 81"/>
            <p:cNvSpPr/>
            <p:nvPr/>
          </p:nvSpPr>
          <p:spPr>
            <a:xfrm>
              <a:off x="2819" y="3053"/>
              <a:ext cx="5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4" name="Rectangle 82"/>
            <p:cNvSpPr/>
            <p:nvPr/>
          </p:nvSpPr>
          <p:spPr>
            <a:xfrm>
              <a:off x="2692" y="3053"/>
              <a:ext cx="11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5" name="Rectangle 83"/>
            <p:cNvSpPr/>
            <p:nvPr/>
          </p:nvSpPr>
          <p:spPr>
            <a:xfrm>
              <a:off x="2637" y="3053"/>
              <a:ext cx="5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6" name="Rectangle 84"/>
            <p:cNvSpPr/>
            <p:nvPr/>
          </p:nvSpPr>
          <p:spPr>
            <a:xfrm>
              <a:off x="2375" y="3053"/>
              <a:ext cx="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7" name="Rectangle 85"/>
            <p:cNvSpPr/>
            <p:nvPr/>
          </p:nvSpPr>
          <p:spPr>
            <a:xfrm>
              <a:off x="1845" y="3053"/>
              <a:ext cx="31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8" name="Rectangle 86"/>
            <p:cNvSpPr/>
            <p:nvPr/>
          </p:nvSpPr>
          <p:spPr>
            <a:xfrm>
              <a:off x="1407" y="3053"/>
              <a:ext cx="24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19" name="Rectangle 87"/>
            <p:cNvSpPr/>
            <p:nvPr/>
          </p:nvSpPr>
          <p:spPr>
            <a:xfrm>
              <a:off x="1316" y="3053"/>
              <a:ext cx="7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0" name="Rectangle 88"/>
            <p:cNvSpPr/>
            <p:nvPr/>
          </p:nvSpPr>
          <p:spPr>
            <a:xfrm>
              <a:off x="1261" y="3053"/>
              <a:ext cx="5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1" name="Rectangle 89"/>
            <p:cNvSpPr/>
            <p:nvPr/>
          </p:nvSpPr>
          <p:spPr>
            <a:xfrm>
              <a:off x="819" y="3053"/>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2" name="Rectangle 90"/>
            <p:cNvSpPr/>
            <p:nvPr/>
          </p:nvSpPr>
          <p:spPr>
            <a:xfrm>
              <a:off x="565" y="3053"/>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3" name="Rectangle 91"/>
            <p:cNvSpPr/>
            <p:nvPr/>
          </p:nvSpPr>
          <p:spPr>
            <a:xfrm>
              <a:off x="5151" y="3423"/>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4" name="Rectangle 92"/>
            <p:cNvSpPr/>
            <p:nvPr/>
          </p:nvSpPr>
          <p:spPr>
            <a:xfrm>
              <a:off x="4057" y="3423"/>
              <a:ext cx="12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5" name="Rectangle 93"/>
            <p:cNvSpPr/>
            <p:nvPr/>
          </p:nvSpPr>
          <p:spPr>
            <a:xfrm>
              <a:off x="5151" y="3016"/>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6" name="Rectangle 94"/>
            <p:cNvSpPr/>
            <p:nvPr/>
          </p:nvSpPr>
          <p:spPr>
            <a:xfrm>
              <a:off x="4062" y="3016"/>
              <a:ext cx="12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7" name="Rectangle 95"/>
            <p:cNvSpPr/>
            <p:nvPr/>
          </p:nvSpPr>
          <p:spPr>
            <a:xfrm>
              <a:off x="2180" y="3031"/>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8" name="Rectangle 96"/>
            <p:cNvSpPr/>
            <p:nvPr/>
          </p:nvSpPr>
          <p:spPr>
            <a:xfrm>
              <a:off x="1666" y="3031"/>
              <a:ext cx="6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29" name="Rectangle 97"/>
            <p:cNvSpPr/>
            <p:nvPr/>
          </p:nvSpPr>
          <p:spPr>
            <a:xfrm>
              <a:off x="2502" y="3023"/>
              <a:ext cx="12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0" name="Rectangle 98"/>
            <p:cNvSpPr/>
            <p:nvPr/>
          </p:nvSpPr>
          <p:spPr>
            <a:xfrm>
              <a:off x="704" y="3047"/>
              <a:ext cx="12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1" name="Rectangle 99"/>
            <p:cNvSpPr/>
            <p:nvPr/>
          </p:nvSpPr>
          <p:spPr>
            <a:xfrm>
              <a:off x="2261" y="3015"/>
              <a:ext cx="7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2" name="Rectangle 100"/>
            <p:cNvSpPr/>
            <p:nvPr/>
          </p:nvSpPr>
          <p:spPr>
            <a:xfrm>
              <a:off x="1742" y="3015"/>
              <a:ext cx="74"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3" name="Rectangle 101"/>
            <p:cNvSpPr/>
            <p:nvPr/>
          </p:nvSpPr>
          <p:spPr>
            <a:xfrm>
              <a:off x="3875" y="3260"/>
              <a:ext cx="157"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4" name="Rectangle 102"/>
            <p:cNvSpPr/>
            <p:nvPr/>
          </p:nvSpPr>
          <p:spPr>
            <a:xfrm>
              <a:off x="3880" y="2853"/>
              <a:ext cx="15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35" name="Rectangle 103"/>
            <p:cNvSpPr/>
            <p:nvPr/>
          </p:nvSpPr>
          <p:spPr>
            <a:xfrm>
              <a:off x="950" y="3053"/>
              <a:ext cx="157"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7652" name="Object 104"/>
            <p:cNvGraphicFramePr>
              <a:graphicFrameLocks/>
            </p:cNvGraphicFramePr>
            <p:nvPr/>
          </p:nvGraphicFramePr>
          <p:xfrm>
            <a:off x="1128" y="3040"/>
            <a:ext cx="171" cy="168"/>
          </p:xfrm>
          <a:graphic>
            <a:graphicData uri="http://schemas.openxmlformats.org/presentationml/2006/ole">
              <p:oleObj spid="_x0000_s106501" r:id="rId5" imgW="271780" imgH="266700" progId="">
                <p:embed/>
              </p:oleObj>
            </a:graphicData>
          </a:graphic>
        </p:graphicFrame>
        <p:graphicFrame>
          <p:nvGraphicFramePr>
            <p:cNvPr id="27653" name="Object 105"/>
            <p:cNvGraphicFramePr>
              <a:graphicFrameLocks/>
            </p:cNvGraphicFramePr>
            <p:nvPr/>
          </p:nvGraphicFramePr>
          <p:xfrm>
            <a:off x="4072" y="2832"/>
            <a:ext cx="171" cy="168"/>
          </p:xfrm>
          <a:graphic>
            <a:graphicData uri="http://schemas.openxmlformats.org/presentationml/2006/ole">
              <p:oleObj spid="_x0000_s106500" r:id="rId6" imgW="271780" imgH="266700" progId="">
                <p:embed/>
              </p:oleObj>
            </a:graphicData>
          </a:graphic>
        </p:graphicFrame>
        <p:graphicFrame>
          <p:nvGraphicFramePr>
            <p:cNvPr id="27654" name="Object 106"/>
            <p:cNvGraphicFramePr>
              <a:graphicFrameLocks/>
            </p:cNvGraphicFramePr>
            <p:nvPr/>
          </p:nvGraphicFramePr>
          <p:xfrm>
            <a:off x="4048" y="3248"/>
            <a:ext cx="171" cy="168"/>
          </p:xfrm>
          <a:graphic>
            <a:graphicData uri="http://schemas.openxmlformats.org/presentationml/2006/ole">
              <p:oleObj spid="_x0000_s106499" r:id="rId7" imgW="271780" imgH="266700" progId="">
                <p:embed/>
              </p:oleObj>
            </a:graphicData>
          </a:graphic>
        </p:graphicFrame>
      </p:grpSp>
      <p:grpSp>
        <p:nvGrpSpPr>
          <p:cNvPr id="10" name="Group 107"/>
          <p:cNvGrpSpPr/>
          <p:nvPr/>
        </p:nvGrpSpPr>
        <p:grpSpPr>
          <a:xfrm>
            <a:off x="0" y="1438252"/>
            <a:ext cx="4770438" cy="569913"/>
            <a:chOff x="887" y="1136"/>
            <a:chExt cx="2481" cy="359"/>
          </a:xfrm>
        </p:grpSpPr>
        <p:sp>
          <p:nvSpPr>
            <p:cNvPr id="27690" name="Rectangle 108"/>
            <p:cNvSpPr/>
            <p:nvPr/>
          </p:nvSpPr>
          <p:spPr>
            <a:xfrm>
              <a:off x="3296" y="1150"/>
              <a:ext cx="7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1" name="Rectangle 109"/>
            <p:cNvSpPr/>
            <p:nvPr/>
          </p:nvSpPr>
          <p:spPr>
            <a:xfrm>
              <a:off x="2649" y="1150"/>
              <a:ext cx="4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2" name="Rectangle 110"/>
            <p:cNvSpPr/>
            <p:nvPr/>
          </p:nvSpPr>
          <p:spPr>
            <a:xfrm>
              <a:off x="2593" y="1150"/>
              <a:ext cx="5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3" name="Rectangle 111"/>
            <p:cNvSpPr/>
            <p:nvPr/>
          </p:nvSpPr>
          <p:spPr>
            <a:xfrm>
              <a:off x="2280" y="1150"/>
              <a:ext cx="290"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4" name="Rectangle 112"/>
            <p:cNvSpPr/>
            <p:nvPr/>
          </p:nvSpPr>
          <p:spPr>
            <a:xfrm>
              <a:off x="1633" y="1150"/>
              <a:ext cx="4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5" name="Rectangle 113"/>
            <p:cNvSpPr/>
            <p:nvPr/>
          </p:nvSpPr>
          <p:spPr>
            <a:xfrm>
              <a:off x="1578" y="1150"/>
              <a:ext cx="5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6" name="Rectangle 114"/>
            <p:cNvSpPr/>
            <p:nvPr/>
          </p:nvSpPr>
          <p:spPr>
            <a:xfrm>
              <a:off x="1253" y="1150"/>
              <a:ext cx="30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7" name="Rectangle 115"/>
            <p:cNvSpPr/>
            <p:nvPr/>
          </p:nvSpPr>
          <p:spPr>
            <a:xfrm>
              <a:off x="1197" y="1150"/>
              <a:ext cx="5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8" name="Rectangle 116"/>
            <p:cNvSpPr/>
            <p:nvPr/>
          </p:nvSpPr>
          <p:spPr>
            <a:xfrm>
              <a:off x="3194" y="1313"/>
              <a:ext cx="6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99" name="Rectangle 117"/>
            <p:cNvSpPr/>
            <p:nvPr/>
          </p:nvSpPr>
          <p:spPr>
            <a:xfrm>
              <a:off x="2174" y="1313"/>
              <a:ext cx="6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700" name="Rectangle 118"/>
            <p:cNvSpPr/>
            <p:nvPr/>
          </p:nvSpPr>
          <p:spPr>
            <a:xfrm>
              <a:off x="887" y="1150"/>
              <a:ext cx="145"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7651" name="Object 119"/>
            <p:cNvGraphicFramePr>
              <a:graphicFrameLocks/>
            </p:cNvGraphicFramePr>
            <p:nvPr/>
          </p:nvGraphicFramePr>
          <p:xfrm>
            <a:off x="1064" y="1136"/>
            <a:ext cx="171" cy="168"/>
          </p:xfrm>
          <a:graphic>
            <a:graphicData uri="http://schemas.openxmlformats.org/presentationml/2006/ole">
              <p:oleObj spid="_x0000_s106498" r:id="rId8" imgW="271780" imgH="266700" progId="">
                <p:embed/>
              </p:oleObj>
            </a:graphicData>
          </a:graphic>
        </p:graphicFrame>
      </p:grpSp>
      <p:grpSp>
        <p:nvGrpSpPr>
          <p:cNvPr id="11" name="Group 120"/>
          <p:cNvGrpSpPr/>
          <p:nvPr/>
        </p:nvGrpSpPr>
        <p:grpSpPr>
          <a:xfrm>
            <a:off x="990600" y="142852"/>
            <a:ext cx="7315200" cy="608013"/>
            <a:chOff x="1069" y="244"/>
            <a:chExt cx="4368" cy="383"/>
          </a:xfrm>
        </p:grpSpPr>
        <p:sp>
          <p:nvSpPr>
            <p:cNvPr id="27665" name="Rectangle 121"/>
            <p:cNvSpPr/>
            <p:nvPr/>
          </p:nvSpPr>
          <p:spPr>
            <a:xfrm>
              <a:off x="5354" y="281"/>
              <a:ext cx="83"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66" name="Rectangle 122"/>
            <p:cNvSpPr/>
            <p:nvPr/>
          </p:nvSpPr>
          <p:spPr>
            <a:xfrm>
              <a:off x="5108" y="281"/>
              <a:ext cx="26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67" name="Rectangle 123"/>
            <p:cNvSpPr/>
            <p:nvPr/>
          </p:nvSpPr>
          <p:spPr>
            <a:xfrm>
              <a:off x="5021" y="281"/>
              <a:ext cx="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68" name="Rectangle 124"/>
            <p:cNvSpPr/>
            <p:nvPr/>
          </p:nvSpPr>
          <p:spPr>
            <a:xfrm>
              <a:off x="4527" y="281"/>
              <a:ext cx="389"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69" name="Rectangle 125"/>
            <p:cNvSpPr/>
            <p:nvPr/>
          </p:nvSpPr>
          <p:spPr>
            <a:xfrm>
              <a:off x="4218" y="281"/>
              <a:ext cx="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0" name="Rectangle 126"/>
            <p:cNvSpPr/>
            <p:nvPr/>
          </p:nvSpPr>
          <p:spPr>
            <a:xfrm>
              <a:off x="4114" y="281"/>
              <a:ext cx="9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1" name="Rectangle 127"/>
            <p:cNvSpPr/>
            <p:nvPr/>
          </p:nvSpPr>
          <p:spPr>
            <a:xfrm>
              <a:off x="4031" y="281"/>
              <a:ext cx="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2" name="Rectangle 128"/>
            <p:cNvSpPr/>
            <p:nvPr/>
          </p:nvSpPr>
          <p:spPr>
            <a:xfrm>
              <a:off x="3383" y="281"/>
              <a:ext cx="55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3" name="Rectangle 129"/>
            <p:cNvSpPr/>
            <p:nvPr/>
          </p:nvSpPr>
          <p:spPr>
            <a:xfrm>
              <a:off x="3328" y="281"/>
              <a:ext cx="63"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4" name="Rectangle 130"/>
            <p:cNvSpPr/>
            <p:nvPr/>
          </p:nvSpPr>
          <p:spPr>
            <a:xfrm>
              <a:off x="3086" y="281"/>
              <a:ext cx="278" cy="317"/>
            </a:xfrm>
            <a:prstGeom prst="rect">
              <a:avLst/>
            </a:prstGeom>
            <a:noFill/>
            <a:ln w="9525">
              <a:noFill/>
            </a:ln>
          </p:spPr>
          <p:txBody>
            <a:bodyPr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5" name="Rectangle 131"/>
            <p:cNvSpPr/>
            <p:nvPr/>
          </p:nvSpPr>
          <p:spPr>
            <a:xfrm>
              <a:off x="3027" y="281"/>
              <a:ext cx="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6" name="Rectangle 132"/>
            <p:cNvSpPr/>
            <p:nvPr/>
          </p:nvSpPr>
          <p:spPr>
            <a:xfrm>
              <a:off x="2604" y="281"/>
              <a:ext cx="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7" name="Rectangle 133"/>
            <p:cNvSpPr/>
            <p:nvPr/>
          </p:nvSpPr>
          <p:spPr>
            <a:xfrm>
              <a:off x="2500" y="281"/>
              <a:ext cx="11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8" name="Rectangle 134"/>
            <p:cNvSpPr/>
            <p:nvPr/>
          </p:nvSpPr>
          <p:spPr>
            <a:xfrm>
              <a:off x="2191" y="281"/>
              <a:ext cx="8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79" name="Rectangle 135"/>
            <p:cNvSpPr/>
            <p:nvPr/>
          </p:nvSpPr>
          <p:spPr>
            <a:xfrm>
              <a:off x="2088" y="281"/>
              <a:ext cx="9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0" name="Rectangle 136"/>
            <p:cNvSpPr/>
            <p:nvPr/>
          </p:nvSpPr>
          <p:spPr>
            <a:xfrm>
              <a:off x="2005" y="281"/>
              <a:ext cx="83"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1" name="Rectangle 137"/>
            <p:cNvSpPr/>
            <p:nvPr/>
          </p:nvSpPr>
          <p:spPr>
            <a:xfrm>
              <a:off x="1366" y="281"/>
              <a:ext cx="55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(OH)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2" name="Rectangle 138"/>
            <p:cNvSpPr/>
            <p:nvPr/>
          </p:nvSpPr>
          <p:spPr>
            <a:xfrm>
              <a:off x="1311" y="281"/>
              <a:ext cx="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3" name="Rectangle 139"/>
            <p:cNvSpPr/>
            <p:nvPr/>
          </p:nvSpPr>
          <p:spPr>
            <a:xfrm>
              <a:off x="1069" y="281"/>
              <a:ext cx="264"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4" name="Rectangle 140"/>
            <p:cNvSpPr/>
            <p:nvPr/>
          </p:nvSpPr>
          <p:spPr>
            <a:xfrm>
              <a:off x="3929" y="445"/>
              <a:ext cx="72"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5" name="Rectangle 141"/>
            <p:cNvSpPr/>
            <p:nvPr/>
          </p:nvSpPr>
          <p:spPr>
            <a:xfrm>
              <a:off x="1907" y="445"/>
              <a:ext cx="72"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6" name="Rectangle 142"/>
            <p:cNvSpPr/>
            <p:nvPr/>
          </p:nvSpPr>
          <p:spPr>
            <a:xfrm>
              <a:off x="4344" y="251"/>
              <a:ext cx="13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7" name="Rectangle 143"/>
            <p:cNvSpPr/>
            <p:nvPr/>
          </p:nvSpPr>
          <p:spPr>
            <a:xfrm>
              <a:off x="2318" y="251"/>
              <a:ext cx="138"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8" name="Rectangle 144"/>
            <p:cNvSpPr/>
            <p:nvPr/>
          </p:nvSpPr>
          <p:spPr>
            <a:xfrm>
              <a:off x="4910" y="244"/>
              <a:ext cx="7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7689" name="Rectangle 145"/>
            <p:cNvSpPr/>
            <p:nvPr/>
          </p:nvSpPr>
          <p:spPr>
            <a:xfrm>
              <a:off x="2617" y="292"/>
              <a:ext cx="7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7650" name="Object 146"/>
            <p:cNvGraphicFramePr>
              <a:graphicFrameLocks/>
            </p:cNvGraphicFramePr>
            <p:nvPr/>
          </p:nvGraphicFramePr>
          <p:xfrm>
            <a:off x="2696" y="384"/>
            <a:ext cx="410" cy="129"/>
          </p:xfrm>
          <a:graphic>
            <a:graphicData uri="http://schemas.openxmlformats.org/presentationml/2006/ole">
              <p:oleObj spid="_x0000_s106497" r:id="rId9" imgW="650240" imgH="20574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10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10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5480" name="Text Box 8"/>
          <p:cNvSpPr txBox="1"/>
          <p:nvPr/>
        </p:nvSpPr>
        <p:spPr>
          <a:xfrm>
            <a:off x="290498" y="71414"/>
            <a:ext cx="1676400" cy="579438"/>
          </a:xfrm>
          <a:prstGeom prst="rect">
            <a:avLst/>
          </a:prstGeom>
          <a:gradFill rotWithShape="1">
            <a:gsLst>
              <a:gs pos="0">
                <a:srgbClr val="000076"/>
              </a:gs>
              <a:gs pos="50000">
                <a:srgbClr val="0000FF"/>
              </a:gs>
              <a:gs pos="100000">
                <a:srgbClr val="000076"/>
              </a:gs>
            </a:gsLst>
            <a:lin ang="5400000" scaled="1"/>
            <a:tileRect/>
          </a:gradFill>
          <a:ln w="9525">
            <a:noFill/>
          </a:ln>
        </p:spPr>
        <p:txBody>
          <a:bodyPr>
            <a:spAutoFit/>
          </a:bodyPr>
          <a:lstStyle/>
          <a:p>
            <a:pPr algn="ctr"/>
            <a:r>
              <a:rPr lang="zh-CN" altLang="en-US" sz="3200" i="0" dirty="0">
                <a:solidFill>
                  <a:srgbClr val="FF0000"/>
                </a:solidFill>
                <a:latin typeface="Times New Roman" panose="02020603050405020304" pitchFamily="18" charset="0"/>
                <a:ea typeface="宋体" panose="02010600030101010101" pitchFamily="2" charset="-122"/>
              </a:rPr>
              <a:t>小结：</a:t>
            </a:r>
          </a:p>
        </p:txBody>
      </p:sp>
      <p:sp>
        <p:nvSpPr>
          <p:cNvPr id="105482" name="Text Box 10"/>
          <p:cNvSpPr txBox="1"/>
          <p:nvPr/>
        </p:nvSpPr>
        <p:spPr>
          <a:xfrm>
            <a:off x="2500298" y="71414"/>
            <a:ext cx="4800600" cy="1311275"/>
          </a:xfrm>
          <a:prstGeom prst="rect">
            <a:avLst/>
          </a:prstGeom>
          <a:noFill/>
          <a:ln w="9525">
            <a:noFill/>
          </a:ln>
        </p:spPr>
        <p:txBody>
          <a:bodyPr>
            <a:spAutoFit/>
          </a:bodyPr>
          <a:lstStyle/>
          <a:p>
            <a:r>
              <a:rPr lang="zh-CN" altLang="en-US" sz="3200" i="0" dirty="0">
                <a:solidFill>
                  <a:srgbClr val="0000CC"/>
                </a:solidFill>
                <a:latin typeface="Times New Roman" panose="02020603050405020304" pitchFamily="18" charset="0"/>
                <a:ea typeface="宋体" panose="02010600030101010101" pitchFamily="2" charset="-122"/>
              </a:rPr>
              <a:t>氧化型形成沉淀 ，</a:t>
            </a:r>
            <a:r>
              <a:rPr lang="en-US" altLang="zh-CN" sz="3200" dirty="0">
                <a:solidFill>
                  <a:srgbClr val="0000CC"/>
                </a:solidFill>
                <a:latin typeface="Times New Roman" panose="02020603050405020304" pitchFamily="18" charset="0"/>
                <a:ea typeface="宋体" panose="02010600030101010101" pitchFamily="2" charset="-122"/>
              </a:rPr>
              <a:t>E</a:t>
            </a:r>
            <a:r>
              <a:rPr lang="en-US" altLang="zh-CN" sz="3200" i="0" dirty="0">
                <a:solidFill>
                  <a:srgbClr val="0000CC"/>
                </a:solidFill>
                <a:latin typeface="Times New Roman" panose="02020603050405020304" pitchFamily="18" charset="0"/>
                <a:ea typeface="宋体" panose="02010600030101010101" pitchFamily="2" charset="-122"/>
              </a:rPr>
              <a:t>↓;</a:t>
            </a:r>
          </a:p>
          <a:p>
            <a:r>
              <a:rPr lang="zh-CN" altLang="en-US" sz="3200" i="0" dirty="0">
                <a:solidFill>
                  <a:srgbClr val="0000CC"/>
                </a:solidFill>
                <a:latin typeface="Times New Roman" panose="02020603050405020304" pitchFamily="18" charset="0"/>
                <a:ea typeface="宋体" panose="02010600030101010101" pitchFamily="2" charset="-122"/>
              </a:rPr>
              <a:t>还原型形成沉淀 ，</a:t>
            </a:r>
            <a:r>
              <a:rPr lang="en-US" altLang="zh-CN" sz="3200" dirty="0">
                <a:solidFill>
                  <a:srgbClr val="0000CC"/>
                </a:solidFill>
                <a:latin typeface="Times New Roman" panose="02020603050405020304" pitchFamily="18" charset="0"/>
                <a:ea typeface="宋体" panose="02010600030101010101" pitchFamily="2" charset="-122"/>
              </a:rPr>
              <a:t>E</a:t>
            </a:r>
            <a:r>
              <a:rPr lang="en-US" altLang="zh-CN" sz="3200" i="0" dirty="0">
                <a:solidFill>
                  <a:srgbClr val="0000CC"/>
                </a:solidFill>
                <a:latin typeface="Times New Roman" panose="02020603050405020304" pitchFamily="18" charset="0"/>
                <a:ea typeface="宋体" panose="02010600030101010101" pitchFamily="2" charset="-122"/>
              </a:rPr>
              <a:t>↑</a:t>
            </a:r>
            <a:r>
              <a:rPr lang="zh-CN" altLang="en-US" sz="3200" i="0" dirty="0">
                <a:solidFill>
                  <a:srgbClr val="0000CC"/>
                </a:solidFill>
                <a:latin typeface="Times New Roman" panose="02020603050405020304" pitchFamily="18" charset="0"/>
                <a:ea typeface="宋体" panose="02010600030101010101" pitchFamily="2" charset="-122"/>
              </a:rPr>
              <a:t>。</a:t>
            </a:r>
          </a:p>
        </p:txBody>
      </p:sp>
      <p:grpSp>
        <p:nvGrpSpPr>
          <p:cNvPr id="2" name="Group 11"/>
          <p:cNvGrpSpPr/>
          <p:nvPr/>
        </p:nvGrpSpPr>
        <p:grpSpPr>
          <a:xfrm>
            <a:off x="900098" y="1595414"/>
            <a:ext cx="7113588" cy="609600"/>
            <a:chOff x="588" y="1553"/>
            <a:chExt cx="4481" cy="384"/>
          </a:xfrm>
        </p:grpSpPr>
        <p:sp>
          <p:nvSpPr>
            <p:cNvPr id="28705" name="Rectangle 12"/>
            <p:cNvSpPr/>
            <p:nvPr/>
          </p:nvSpPr>
          <p:spPr>
            <a:xfrm>
              <a:off x="4981" y="1592"/>
              <a:ext cx="8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6" name="Rectangle 13"/>
            <p:cNvSpPr/>
            <p:nvPr/>
          </p:nvSpPr>
          <p:spPr>
            <a:xfrm>
              <a:off x="4592" y="1592"/>
              <a:ext cx="323"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7" name="Rectangle 14"/>
            <p:cNvSpPr/>
            <p:nvPr/>
          </p:nvSpPr>
          <p:spPr>
            <a:xfrm>
              <a:off x="4453" y="1592"/>
              <a:ext cx="73"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8" name="Rectangle 15"/>
            <p:cNvSpPr/>
            <p:nvPr/>
          </p:nvSpPr>
          <p:spPr>
            <a:xfrm>
              <a:off x="3878" y="1592"/>
              <a:ext cx="323"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9" name="Rectangle 16"/>
            <p:cNvSpPr/>
            <p:nvPr/>
          </p:nvSpPr>
          <p:spPr>
            <a:xfrm>
              <a:off x="3760" y="1592"/>
              <a:ext cx="8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0" name="Rectangle 17"/>
            <p:cNvSpPr/>
            <p:nvPr/>
          </p:nvSpPr>
          <p:spPr>
            <a:xfrm>
              <a:off x="3249" y="1592"/>
              <a:ext cx="66"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1" name="Rectangle 18"/>
            <p:cNvSpPr/>
            <p:nvPr/>
          </p:nvSpPr>
          <p:spPr>
            <a:xfrm>
              <a:off x="3019" y="1592"/>
              <a:ext cx="66"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2" name="Rectangle 19"/>
            <p:cNvSpPr/>
            <p:nvPr/>
          </p:nvSpPr>
          <p:spPr>
            <a:xfrm>
              <a:off x="2384" y="1592"/>
              <a:ext cx="550"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 /Ag)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3" name="Rectangle 20"/>
            <p:cNvSpPr/>
            <p:nvPr/>
          </p:nvSpPr>
          <p:spPr>
            <a:xfrm>
              <a:off x="2228" y="1592"/>
              <a:ext cx="147"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4" name="Rectangle 21"/>
            <p:cNvSpPr/>
            <p:nvPr/>
          </p:nvSpPr>
          <p:spPr>
            <a:xfrm>
              <a:off x="1640" y="1592"/>
              <a:ext cx="411"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5" name="Rectangle 22"/>
            <p:cNvSpPr/>
            <p:nvPr/>
          </p:nvSpPr>
          <p:spPr>
            <a:xfrm>
              <a:off x="2139" y="1753"/>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6" name="Rectangle 23"/>
            <p:cNvSpPr/>
            <p:nvPr/>
          </p:nvSpPr>
          <p:spPr>
            <a:xfrm>
              <a:off x="4274" y="1553"/>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7" name="Rectangle 24"/>
            <p:cNvSpPr/>
            <p:nvPr/>
          </p:nvSpPr>
          <p:spPr>
            <a:xfrm>
              <a:off x="3085" y="1562"/>
              <a:ext cx="145"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Symbol" panose="05050102010706020507" pitchFamily="18" charset="2"/>
                  <a:ea typeface="宋体" panose="02010600030101010101" pitchFamily="2" charset="-122"/>
                </a:rPr>
                <a:t>&lt;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18" name="Rectangle 25"/>
            <p:cNvSpPr/>
            <p:nvPr/>
          </p:nvSpPr>
          <p:spPr>
            <a:xfrm>
              <a:off x="588" y="1584"/>
              <a:ext cx="530" cy="317"/>
            </a:xfrm>
            <a:prstGeom prst="rect">
              <a:avLst/>
            </a:prstGeom>
            <a:noFill/>
            <a:ln w="9525">
              <a:noFill/>
            </a:ln>
          </p:spPr>
          <p:txBody>
            <a:bodyPr wrap="none" lIns="0" tIns="0" rIns="0" bIns="0">
              <a:spAutoFit/>
            </a:bodyPr>
            <a:lstStyle/>
            <a:p>
              <a:pPr>
                <a:spcBef>
                  <a:spcPct val="0"/>
                </a:spcBef>
              </a:pPr>
              <a:r>
                <a:rPr lang="zh-CN" altLang="en-US" sz="3300" i="0" dirty="0">
                  <a:solidFill>
                    <a:schemeClr val="tx1"/>
                  </a:solidFill>
                  <a:latin typeface="宋体" panose="02010600030101010101" pitchFamily="2" charset="-122"/>
                  <a:ea typeface="宋体" panose="02010600030101010101" pitchFamily="2" charset="-122"/>
                </a:rPr>
                <a:t>例：</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8719" name="Rectangle 26"/>
            <p:cNvSpPr/>
            <p:nvPr/>
          </p:nvSpPr>
          <p:spPr>
            <a:xfrm>
              <a:off x="3331" y="1592"/>
              <a:ext cx="176" cy="317"/>
            </a:xfrm>
            <a:prstGeom prst="rect">
              <a:avLst/>
            </a:prstGeom>
            <a:noFill/>
            <a:ln w="9525">
              <a:noFill/>
            </a:ln>
          </p:spPr>
          <p:txBody>
            <a:bodyPr wrap="none" lIns="0" tIns="0" rIns="0" bIns="0">
              <a:spAutoFit/>
            </a:bodyPr>
            <a:lstStyle/>
            <a:p>
              <a:pPr>
                <a:spcBef>
                  <a:spcPct val="0"/>
                </a:spcBef>
              </a:pPr>
              <a:r>
                <a:rPr lang="en-US" altLang="zh-CN" sz="33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20" name="Rectangle 27"/>
            <p:cNvSpPr/>
            <p:nvPr/>
          </p:nvSpPr>
          <p:spPr>
            <a:xfrm>
              <a:off x="1211" y="1592"/>
              <a:ext cx="176" cy="317"/>
            </a:xfrm>
            <a:prstGeom prst="rect">
              <a:avLst/>
            </a:prstGeom>
            <a:noFill/>
            <a:ln w="9525">
              <a:noFill/>
            </a:ln>
          </p:spPr>
          <p:txBody>
            <a:bodyPr wrap="none" lIns="0" tIns="0" rIns="0" bIns="0">
              <a:spAutoFit/>
            </a:bodyPr>
            <a:lstStyle/>
            <a:p>
              <a:pPr>
                <a:spcBef>
                  <a:spcPct val="0"/>
                </a:spcBef>
              </a:pPr>
              <a:r>
                <a:rPr lang="en-US" altLang="zh-CN" sz="33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28679" name="Object 28"/>
            <p:cNvGraphicFramePr>
              <a:graphicFrameLocks/>
            </p:cNvGraphicFramePr>
            <p:nvPr/>
          </p:nvGraphicFramePr>
          <p:xfrm>
            <a:off x="1400" y="1584"/>
            <a:ext cx="171" cy="168"/>
          </p:xfrm>
          <a:graphic>
            <a:graphicData uri="http://schemas.openxmlformats.org/presentationml/2006/ole">
              <p:oleObj spid="_x0000_s108551" r:id="rId4" imgW="271780" imgH="266700" progId="">
                <p:embed/>
              </p:oleObj>
            </a:graphicData>
          </a:graphic>
        </p:graphicFrame>
        <p:graphicFrame>
          <p:nvGraphicFramePr>
            <p:cNvPr id="28680" name="Object 29"/>
            <p:cNvGraphicFramePr>
              <a:graphicFrameLocks/>
            </p:cNvGraphicFramePr>
            <p:nvPr/>
          </p:nvGraphicFramePr>
          <p:xfrm>
            <a:off x="3528" y="1584"/>
            <a:ext cx="171" cy="168"/>
          </p:xfrm>
          <a:graphic>
            <a:graphicData uri="http://schemas.openxmlformats.org/presentationml/2006/ole">
              <p:oleObj spid="_x0000_s108550" r:id="rId5" imgW="271780" imgH="266700" progId="">
                <p:embed/>
              </p:oleObj>
            </a:graphicData>
          </a:graphic>
        </p:graphicFrame>
      </p:grpSp>
      <p:grpSp>
        <p:nvGrpSpPr>
          <p:cNvPr id="3" name="Group 30"/>
          <p:cNvGrpSpPr/>
          <p:nvPr/>
        </p:nvGrpSpPr>
        <p:grpSpPr>
          <a:xfrm>
            <a:off x="1662098" y="2357414"/>
            <a:ext cx="6388100" cy="563563"/>
            <a:chOff x="1227" y="1992"/>
            <a:chExt cx="4024" cy="355"/>
          </a:xfrm>
        </p:grpSpPr>
        <p:sp>
          <p:nvSpPr>
            <p:cNvPr id="28688" name="Rectangle 31"/>
            <p:cNvSpPr/>
            <p:nvPr/>
          </p:nvSpPr>
          <p:spPr>
            <a:xfrm>
              <a:off x="5163" y="2030"/>
              <a:ext cx="8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89" name="Rectangle 32"/>
            <p:cNvSpPr/>
            <p:nvPr/>
          </p:nvSpPr>
          <p:spPr>
            <a:xfrm>
              <a:off x="4644" y="2030"/>
              <a:ext cx="33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0" name="Rectangle 33"/>
            <p:cNvSpPr/>
            <p:nvPr/>
          </p:nvSpPr>
          <p:spPr>
            <a:xfrm>
              <a:off x="4513" y="2030"/>
              <a:ext cx="73"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1" name="Rectangle 34"/>
            <p:cNvSpPr/>
            <p:nvPr/>
          </p:nvSpPr>
          <p:spPr>
            <a:xfrm>
              <a:off x="3857" y="2030"/>
              <a:ext cx="33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2" name="Rectangle 35"/>
            <p:cNvSpPr/>
            <p:nvPr/>
          </p:nvSpPr>
          <p:spPr>
            <a:xfrm>
              <a:off x="3747" y="2030"/>
              <a:ext cx="88"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3" name="Rectangle 36"/>
            <p:cNvSpPr/>
            <p:nvPr/>
          </p:nvSpPr>
          <p:spPr>
            <a:xfrm>
              <a:off x="3236" y="2030"/>
              <a:ext cx="66"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4" name="Rectangle 37"/>
            <p:cNvSpPr/>
            <p:nvPr/>
          </p:nvSpPr>
          <p:spPr>
            <a:xfrm>
              <a:off x="3002" y="2030"/>
              <a:ext cx="66"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5" name="Rectangle 38"/>
            <p:cNvSpPr/>
            <p:nvPr/>
          </p:nvSpPr>
          <p:spPr>
            <a:xfrm>
              <a:off x="2359" y="2030"/>
              <a:ext cx="602"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/CuI)</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6" name="Rectangle 39"/>
            <p:cNvSpPr/>
            <p:nvPr/>
          </p:nvSpPr>
          <p:spPr>
            <a:xfrm>
              <a:off x="1655" y="2030"/>
              <a:ext cx="426"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Times New Roman" panose="02020603050405020304" pitchFamily="18" charset="0"/>
                  <a:ea typeface="宋体" panose="02010600030101010101" pitchFamily="2" charset="-122"/>
                </a:rPr>
                <a:t>(Cu</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7" name="Rectangle 40"/>
            <p:cNvSpPr/>
            <p:nvPr/>
          </p:nvSpPr>
          <p:spPr>
            <a:xfrm>
              <a:off x="4236" y="2009"/>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8" name="Rectangle 41"/>
            <p:cNvSpPr/>
            <p:nvPr/>
          </p:nvSpPr>
          <p:spPr>
            <a:xfrm>
              <a:off x="2139" y="2009"/>
              <a:ext cx="77"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699" name="Rectangle 42"/>
            <p:cNvSpPr/>
            <p:nvPr/>
          </p:nvSpPr>
          <p:spPr>
            <a:xfrm>
              <a:off x="5025" y="1992"/>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0" name="Rectangle 43"/>
            <p:cNvSpPr/>
            <p:nvPr/>
          </p:nvSpPr>
          <p:spPr>
            <a:xfrm>
              <a:off x="4334" y="1992"/>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1" name="Rectangle 44"/>
            <p:cNvSpPr/>
            <p:nvPr/>
          </p:nvSpPr>
          <p:spPr>
            <a:xfrm>
              <a:off x="2238" y="1992"/>
              <a:ext cx="84"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2" name="Rectangle 45"/>
            <p:cNvSpPr/>
            <p:nvPr/>
          </p:nvSpPr>
          <p:spPr>
            <a:xfrm>
              <a:off x="3072" y="2000"/>
              <a:ext cx="145" cy="317"/>
            </a:xfrm>
            <a:prstGeom prst="rect">
              <a:avLst/>
            </a:prstGeom>
            <a:noFill/>
            <a:ln w="9525">
              <a:noFill/>
            </a:ln>
          </p:spPr>
          <p:txBody>
            <a:bodyPr wrap="none" lIns="0" tIns="0" rIns="0" bIns="0">
              <a:spAutoFit/>
            </a:bodyPr>
            <a:lstStyle/>
            <a:p>
              <a:pPr>
                <a:spcBef>
                  <a:spcPct val="0"/>
                </a:spcBef>
              </a:pPr>
              <a:r>
                <a:rPr lang="en-US" altLang="zh-CN" sz="3300" i="0" dirty="0">
                  <a:solidFill>
                    <a:schemeClr val="tx1"/>
                  </a:solidFill>
                  <a:latin typeface="Symbol" panose="05050102010706020507" pitchFamily="18" charset="2"/>
                  <a:ea typeface="宋体" panose="02010600030101010101" pitchFamily="2" charset="-122"/>
                </a:rPr>
                <a:t>&gt;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3" name="Rectangle 46"/>
            <p:cNvSpPr/>
            <p:nvPr/>
          </p:nvSpPr>
          <p:spPr>
            <a:xfrm>
              <a:off x="3318" y="2030"/>
              <a:ext cx="176" cy="317"/>
            </a:xfrm>
            <a:prstGeom prst="rect">
              <a:avLst/>
            </a:prstGeom>
            <a:noFill/>
            <a:ln w="9525">
              <a:noFill/>
            </a:ln>
          </p:spPr>
          <p:txBody>
            <a:bodyPr wrap="none" lIns="0" tIns="0" rIns="0" bIns="0">
              <a:spAutoFit/>
            </a:bodyPr>
            <a:lstStyle/>
            <a:p>
              <a:pPr>
                <a:spcBef>
                  <a:spcPct val="0"/>
                </a:spcBef>
              </a:pPr>
              <a:r>
                <a:rPr lang="en-US" altLang="zh-CN" sz="33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8704" name="Rectangle 47"/>
            <p:cNvSpPr/>
            <p:nvPr/>
          </p:nvSpPr>
          <p:spPr>
            <a:xfrm>
              <a:off x="1227" y="2030"/>
              <a:ext cx="176" cy="317"/>
            </a:xfrm>
            <a:prstGeom prst="rect">
              <a:avLst/>
            </a:prstGeom>
            <a:noFill/>
            <a:ln w="9525">
              <a:noFill/>
            </a:ln>
          </p:spPr>
          <p:txBody>
            <a:bodyPr wrap="none" lIns="0" tIns="0" rIns="0" bIns="0">
              <a:spAutoFit/>
            </a:bodyPr>
            <a:lstStyle/>
            <a:p>
              <a:pPr>
                <a:spcBef>
                  <a:spcPct val="0"/>
                </a:spcBef>
              </a:pPr>
              <a:r>
                <a:rPr lang="en-US" altLang="zh-CN" sz="33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28677" name="Object 48"/>
            <p:cNvGraphicFramePr>
              <a:graphicFrameLocks/>
            </p:cNvGraphicFramePr>
            <p:nvPr/>
          </p:nvGraphicFramePr>
          <p:xfrm>
            <a:off x="1416" y="2016"/>
            <a:ext cx="171" cy="168"/>
          </p:xfrm>
          <a:graphic>
            <a:graphicData uri="http://schemas.openxmlformats.org/presentationml/2006/ole">
              <p:oleObj spid="_x0000_s108549" r:id="rId6" imgW="20669250" imgH="13163550" progId="">
                <p:embed/>
              </p:oleObj>
            </a:graphicData>
          </a:graphic>
        </p:graphicFrame>
        <p:graphicFrame>
          <p:nvGraphicFramePr>
            <p:cNvPr id="28678" name="Object 49"/>
            <p:cNvGraphicFramePr>
              <a:graphicFrameLocks/>
            </p:cNvGraphicFramePr>
            <p:nvPr/>
          </p:nvGraphicFramePr>
          <p:xfrm>
            <a:off x="3504" y="2016"/>
            <a:ext cx="171" cy="168"/>
          </p:xfrm>
          <a:graphic>
            <a:graphicData uri="http://schemas.openxmlformats.org/presentationml/2006/ole">
              <p:oleObj spid="_x0000_s108548" r:id="rId7" imgW="271780" imgH="266700" progId="">
                <p:embed/>
              </p:oleObj>
            </a:graphicData>
          </a:graphic>
        </p:graphicFrame>
      </p:grpSp>
      <p:grpSp>
        <p:nvGrpSpPr>
          <p:cNvPr id="4" name="Group 50"/>
          <p:cNvGrpSpPr/>
          <p:nvPr/>
        </p:nvGrpSpPr>
        <p:grpSpPr>
          <a:xfrm>
            <a:off x="571472" y="2928935"/>
            <a:ext cx="7772400" cy="2012951"/>
            <a:chOff x="672" y="2553"/>
            <a:chExt cx="4896" cy="1268"/>
          </a:xfrm>
        </p:grpSpPr>
        <p:sp>
          <p:nvSpPr>
            <p:cNvPr id="28687" name="Text Box 51"/>
            <p:cNvSpPr txBox="1"/>
            <p:nvPr/>
          </p:nvSpPr>
          <p:spPr>
            <a:xfrm>
              <a:off x="672" y="2553"/>
              <a:ext cx="4896" cy="1268"/>
            </a:xfrm>
            <a:prstGeom prst="rect">
              <a:avLst/>
            </a:prstGeom>
            <a:noFill/>
            <a:ln w="12700">
              <a:noFill/>
            </a:ln>
          </p:spPr>
          <p:txBody>
            <a:bodyPr>
              <a:spAutoFit/>
            </a:bodyPr>
            <a:lstStyle/>
            <a:p>
              <a:pPr>
                <a:lnSpc>
                  <a:spcPct val="130000"/>
                </a:lnSpc>
                <a:spcBef>
                  <a:spcPct val="0"/>
                </a:spcBef>
              </a:pPr>
              <a:r>
                <a:rPr lang="en-US" altLang="zh-CN" sz="3200" dirty="0">
                  <a:solidFill>
                    <a:srgbClr val="0000CC"/>
                  </a:solidFill>
                  <a:latin typeface="Times New Roman" panose="02020603050405020304" pitchFamily="18" charset="0"/>
                  <a:ea typeface="宋体" panose="02010600030101010101" pitchFamily="2" charset="-122"/>
                </a:rPr>
                <a:t>         </a:t>
              </a:r>
              <a:r>
                <a:rPr lang="zh-CN" altLang="en-US" sz="3200" dirty="0">
                  <a:solidFill>
                    <a:srgbClr val="0000CC"/>
                  </a:solidFill>
                  <a:latin typeface="Times New Roman" panose="02020603050405020304" pitchFamily="18" charset="0"/>
                  <a:ea typeface="宋体" panose="02010600030101010101" pitchFamily="2" charset="-122"/>
                </a:rPr>
                <a:t>氧化型和还原型都形成沉淀，看二者</a:t>
              </a:r>
            </a:p>
            <a:p>
              <a:pPr>
                <a:lnSpc>
                  <a:spcPct val="130000"/>
                </a:lnSpc>
                <a:spcBef>
                  <a:spcPct val="0"/>
                </a:spcBef>
              </a:pPr>
              <a:r>
                <a:rPr lang="zh-CN" altLang="en-US" sz="3200" dirty="0">
                  <a:solidFill>
                    <a:srgbClr val="0000CC"/>
                  </a:solidFill>
                  <a:latin typeface="Times New Roman" panose="02020603050405020304" pitchFamily="18" charset="0"/>
                  <a:ea typeface="宋体" panose="02010600030101010101" pitchFamily="2" charset="-122"/>
                </a:rPr>
                <a:t>     的相对大小。若      </a:t>
              </a:r>
              <a:r>
                <a:rPr lang="en-US" altLang="zh-CN" sz="3200" dirty="0">
                  <a:solidFill>
                    <a:srgbClr val="0000CC"/>
                  </a:solidFill>
                  <a:latin typeface="Times New Roman" panose="02020603050405020304" pitchFamily="18" charset="0"/>
                  <a:ea typeface="宋体" panose="02010600030101010101" pitchFamily="2" charset="-122"/>
                </a:rPr>
                <a:t>(</a:t>
              </a:r>
              <a:r>
                <a:rPr lang="zh-CN" altLang="en-US" sz="3200" dirty="0">
                  <a:solidFill>
                    <a:srgbClr val="0000CC"/>
                  </a:solidFill>
                  <a:latin typeface="Times New Roman" panose="02020603050405020304" pitchFamily="18" charset="0"/>
                  <a:ea typeface="宋体" panose="02010600030101010101" pitchFamily="2" charset="-122"/>
                </a:rPr>
                <a:t>氧化型</a:t>
              </a:r>
              <a:r>
                <a:rPr lang="en-US" altLang="zh-CN" sz="3200" dirty="0">
                  <a:solidFill>
                    <a:srgbClr val="0000CC"/>
                  </a:solidFill>
                  <a:latin typeface="Times New Roman" panose="02020603050405020304" pitchFamily="18" charset="0"/>
                  <a:ea typeface="宋体" panose="02010600030101010101" pitchFamily="2" charset="-122"/>
                </a:rPr>
                <a:t>) &lt;       (</a:t>
              </a:r>
              <a:r>
                <a:rPr lang="zh-CN" altLang="zh-CN" sz="3200" dirty="0">
                  <a:solidFill>
                    <a:srgbClr val="0000CC"/>
                  </a:solidFill>
                  <a:latin typeface="Times New Roman" panose="02020603050405020304" pitchFamily="18" charset="0"/>
                  <a:ea typeface="宋体" panose="02010600030101010101" pitchFamily="2" charset="-122"/>
                </a:rPr>
                <a:t>还原型</a:t>
              </a:r>
              <a:r>
                <a:rPr lang="en-US" altLang="zh-CN" sz="3200" dirty="0">
                  <a:solidFill>
                    <a:srgbClr val="0000CC"/>
                  </a:solidFill>
                  <a:latin typeface="Times New Roman" panose="02020603050405020304" pitchFamily="18" charset="0"/>
                  <a:ea typeface="宋体" panose="02010600030101010101" pitchFamily="2" charset="-122"/>
                </a:rPr>
                <a:t>)</a:t>
              </a:r>
              <a:r>
                <a:rPr lang="zh-CN" altLang="en-US" sz="3200" dirty="0">
                  <a:solidFill>
                    <a:srgbClr val="0000CC"/>
                  </a:solidFill>
                  <a:latin typeface="Times New Roman" panose="02020603050405020304" pitchFamily="18" charset="0"/>
                  <a:ea typeface="宋体" panose="02010600030101010101" pitchFamily="2" charset="-122"/>
                </a:rPr>
                <a:t>，则 </a:t>
              </a:r>
              <a:r>
                <a:rPr lang="en-US" altLang="zh-CN" sz="3200" dirty="0">
                  <a:solidFill>
                    <a:srgbClr val="0000CC"/>
                  </a:solidFill>
                  <a:latin typeface="Times New Roman" panose="02020603050405020304" pitchFamily="18" charset="0"/>
                  <a:ea typeface="宋体" panose="02010600030101010101" pitchFamily="2" charset="-122"/>
                </a:rPr>
                <a:t>E↓</a:t>
              </a:r>
              <a:r>
                <a:rPr lang="zh-CN" altLang="en-US" sz="3200" dirty="0">
                  <a:solidFill>
                    <a:srgbClr val="0000CC"/>
                  </a:solidFill>
                  <a:latin typeface="Times New Roman" panose="02020603050405020304" pitchFamily="18" charset="0"/>
                  <a:ea typeface="宋体" panose="02010600030101010101" pitchFamily="2" charset="-122"/>
                </a:rPr>
                <a:t>；反之，则 </a:t>
              </a:r>
              <a:r>
                <a:rPr lang="en-US" altLang="zh-CN" sz="3200" dirty="0">
                  <a:solidFill>
                    <a:srgbClr val="0000CC"/>
                  </a:solidFill>
                  <a:latin typeface="Times New Roman" panose="02020603050405020304" pitchFamily="18" charset="0"/>
                  <a:ea typeface="宋体" panose="02010600030101010101" pitchFamily="2" charset="-122"/>
                </a:rPr>
                <a:t>E↑</a:t>
              </a:r>
              <a:r>
                <a:rPr lang="zh-CN" altLang="en-US" sz="3200" dirty="0">
                  <a:solidFill>
                    <a:srgbClr val="0000CC"/>
                  </a:solidFill>
                  <a:latin typeface="Times New Roman" panose="02020603050405020304" pitchFamily="18" charset="0"/>
                  <a:ea typeface="宋体" panose="02010600030101010101" pitchFamily="2" charset="-122"/>
                </a:rPr>
                <a:t>。</a:t>
              </a:r>
            </a:p>
          </p:txBody>
        </p:sp>
        <p:graphicFrame>
          <p:nvGraphicFramePr>
            <p:cNvPr id="28674" name="Object 52"/>
            <p:cNvGraphicFramePr>
              <a:graphicFrameLocks/>
            </p:cNvGraphicFramePr>
            <p:nvPr/>
          </p:nvGraphicFramePr>
          <p:xfrm>
            <a:off x="688" y="3064"/>
            <a:ext cx="371" cy="331"/>
          </p:xfrm>
          <a:graphic>
            <a:graphicData uri="http://schemas.openxmlformats.org/presentationml/2006/ole">
              <p:oleObj spid="_x0000_s108547" r:id="rId8" imgW="589280" imgH="525780" progId="">
                <p:embed/>
              </p:oleObj>
            </a:graphicData>
          </a:graphic>
        </p:graphicFrame>
        <p:graphicFrame>
          <p:nvGraphicFramePr>
            <p:cNvPr id="28675" name="Object 53"/>
            <p:cNvGraphicFramePr>
              <a:graphicFrameLocks/>
            </p:cNvGraphicFramePr>
            <p:nvPr/>
          </p:nvGraphicFramePr>
          <p:xfrm>
            <a:off x="2864" y="3056"/>
            <a:ext cx="371" cy="331"/>
          </p:xfrm>
          <a:graphic>
            <a:graphicData uri="http://schemas.openxmlformats.org/presentationml/2006/ole">
              <p:oleObj spid="_x0000_s108546" r:id="rId9" imgW="589280" imgH="525780" progId="">
                <p:embed/>
              </p:oleObj>
            </a:graphicData>
          </a:graphic>
        </p:graphicFrame>
        <p:graphicFrame>
          <p:nvGraphicFramePr>
            <p:cNvPr id="28676" name="Object 54"/>
            <p:cNvGraphicFramePr>
              <a:graphicFrameLocks/>
            </p:cNvGraphicFramePr>
            <p:nvPr/>
          </p:nvGraphicFramePr>
          <p:xfrm>
            <a:off x="4464" y="3072"/>
            <a:ext cx="371" cy="331"/>
          </p:xfrm>
          <a:graphic>
            <a:graphicData uri="http://schemas.openxmlformats.org/presentationml/2006/ole">
              <p:oleObj spid="_x0000_s108545" r:id="rId10" imgW="589280" imgH="52578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80"/>
                                        </p:tgtEl>
                                        <p:attrNameLst>
                                          <p:attrName>style.visibility</p:attrName>
                                        </p:attrNameLst>
                                      </p:cBhvr>
                                      <p:to>
                                        <p:strVal val="visible"/>
                                      </p:to>
                                    </p:set>
                                    <p:anim calcmode="lin" valueType="num">
                                      <p:cBhvr additive="base">
                                        <p:cTn id="7" dur="1000" fill="hold"/>
                                        <p:tgtEl>
                                          <p:spTgt spid="105480"/>
                                        </p:tgtEl>
                                        <p:attrNameLst>
                                          <p:attrName>ppt_x</p:attrName>
                                        </p:attrNameLst>
                                      </p:cBhvr>
                                      <p:tavLst>
                                        <p:tav tm="0">
                                          <p:val>
                                            <p:strVal val="#ppt_x"/>
                                          </p:val>
                                        </p:tav>
                                        <p:tav tm="100000">
                                          <p:val>
                                            <p:strVal val="#ppt_x"/>
                                          </p:val>
                                        </p:tav>
                                      </p:tavLst>
                                    </p:anim>
                                    <p:anim calcmode="lin" valueType="num">
                                      <p:cBhvr additive="base">
                                        <p:cTn id="8" dur="1000" fill="hold"/>
                                        <p:tgtEl>
                                          <p:spTgt spid="1054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1" fill="hold" grpId="0" nodeType="clickEffect">
                                  <p:stCondLst>
                                    <p:cond delay="0"/>
                                  </p:stCondLst>
                                  <p:childTnLst>
                                    <p:set>
                                      <p:cBhvr>
                                        <p:cTn id="12" dur="1" fill="hold">
                                          <p:stCondLst>
                                            <p:cond delay="0"/>
                                          </p:stCondLst>
                                        </p:cTn>
                                        <p:tgtEl>
                                          <p:spTgt spid="105482">
                                            <p:txEl>
                                              <p:pRg st="0" end="0"/>
                                            </p:txEl>
                                          </p:spTgt>
                                        </p:tgtEl>
                                        <p:attrNameLst>
                                          <p:attrName>style.visibility</p:attrName>
                                        </p:attrNameLst>
                                      </p:cBhvr>
                                      <p:to>
                                        <p:strVal val="visible"/>
                                      </p:to>
                                    </p:set>
                                    <p:animEffect transition="in" filter="wipe(up)">
                                      <p:cBhvr>
                                        <p:cTn id="13" dur="500"/>
                                        <p:tgtEl>
                                          <p:spTgt spid="105482">
                                            <p:txEl>
                                              <p:pRg st="0" end="0"/>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1" fill="hold" grpId="0" nodeType="clickEffect">
                                  <p:stCondLst>
                                    <p:cond delay="0"/>
                                  </p:stCondLst>
                                  <p:childTnLst>
                                    <p:set>
                                      <p:cBhvr>
                                        <p:cTn id="17" dur="1" fill="hold">
                                          <p:stCondLst>
                                            <p:cond delay="0"/>
                                          </p:stCondLst>
                                        </p:cTn>
                                        <p:tgtEl>
                                          <p:spTgt spid="105482">
                                            <p:txEl>
                                              <p:pRg st="1" end="1"/>
                                            </p:txEl>
                                          </p:spTgt>
                                        </p:tgtEl>
                                        <p:attrNameLst>
                                          <p:attrName>style.visibility</p:attrName>
                                        </p:attrNameLst>
                                      </p:cBhvr>
                                      <p:to>
                                        <p:strVal val="visible"/>
                                      </p:to>
                                    </p:set>
                                    <p:animEffect transition="in" filter="wipe(up)">
                                      <p:cBhvr>
                                        <p:cTn id="18" dur="500"/>
                                        <p:tgtEl>
                                          <p:spTgt spid="105482">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wipe(up)">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1"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wipe(up)">
                                      <p:cBhvr>
                                        <p:cTn id="28" dur="500"/>
                                        <p:tgtEl>
                                          <p:spTgt spid="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wipe(up)">
                                      <p:cBhvr>
                                        <p:cTn id="3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80" grpId="0" animBg="1"/>
      <p:bldP spid="105482" grpId="0" build="p"/>
    </p:bld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7528" name="Text Box 8"/>
          <p:cNvSpPr txBox="1"/>
          <p:nvPr/>
        </p:nvSpPr>
        <p:spPr>
          <a:xfrm>
            <a:off x="71406" y="71414"/>
            <a:ext cx="8929750" cy="523220"/>
          </a:xfrm>
          <a:prstGeom prst="rect">
            <a:avLst/>
          </a:prstGeom>
          <a:noFill/>
          <a:ln w="12700">
            <a:noFill/>
          </a:ln>
        </p:spPr>
        <p:txBody>
          <a:bodyPr wrap="square">
            <a:spAutoFit/>
          </a:bodyPr>
          <a:lstStyle/>
          <a:p>
            <a:r>
              <a:rPr lang="en-US" altLang="zh-CN" i="0" dirty="0" smtClean="0">
                <a:solidFill>
                  <a:srgbClr val="FF0000"/>
                </a:solidFill>
                <a:latin typeface="楷体_GB2312" pitchFamily="49" charset="-122"/>
              </a:rPr>
              <a:t>④</a:t>
            </a:r>
            <a:r>
              <a:rPr lang="zh-CN" altLang="en-US" i="0" dirty="0" smtClean="0">
                <a:solidFill>
                  <a:srgbClr val="FF0000"/>
                </a:solidFill>
                <a:latin typeface="楷体_GB2312" pitchFamily="49" charset="-122"/>
              </a:rPr>
              <a:t>配合</a:t>
            </a:r>
            <a:r>
              <a:rPr lang="zh-CN" altLang="en-US" i="0" dirty="0">
                <a:solidFill>
                  <a:srgbClr val="FF0000"/>
                </a:solidFill>
                <a:latin typeface="楷体_GB2312" pitchFamily="49" charset="-122"/>
              </a:rPr>
              <a:t>物的生成对电极电势的</a:t>
            </a:r>
            <a:r>
              <a:rPr lang="zh-CN" altLang="en-US" i="0" dirty="0" smtClean="0">
                <a:solidFill>
                  <a:srgbClr val="FF0000"/>
                </a:solidFill>
                <a:latin typeface="楷体_GB2312" pitchFamily="49" charset="-122"/>
              </a:rPr>
              <a:t>影响</a:t>
            </a:r>
            <a:r>
              <a:rPr lang="en-US" altLang="zh-CN" i="0" dirty="0" smtClean="0">
                <a:solidFill>
                  <a:srgbClr val="FF0000"/>
                </a:solidFill>
                <a:latin typeface="楷体_GB2312" pitchFamily="49" charset="-122"/>
              </a:rPr>
              <a:t>——</a:t>
            </a:r>
            <a:r>
              <a:rPr lang="zh-CN" altLang="en-US" dirty="0" smtClean="0">
                <a:solidFill>
                  <a:srgbClr val="0000CC"/>
                </a:solidFill>
                <a:latin typeface="楷体_GB2312" pitchFamily="49" charset="-122"/>
              </a:rPr>
              <a:t>要求会定性判断</a:t>
            </a:r>
            <a:endParaRPr lang="zh-CN" altLang="en-US" dirty="0">
              <a:solidFill>
                <a:srgbClr val="0000CC"/>
              </a:solidFill>
              <a:latin typeface="楷体_GB2312" pitchFamily="49" charset="-122"/>
            </a:endParaRPr>
          </a:p>
        </p:txBody>
      </p:sp>
      <p:grpSp>
        <p:nvGrpSpPr>
          <p:cNvPr id="2" name="Group 10"/>
          <p:cNvGrpSpPr/>
          <p:nvPr/>
        </p:nvGrpSpPr>
        <p:grpSpPr>
          <a:xfrm>
            <a:off x="477809" y="3411517"/>
            <a:ext cx="3190874" cy="547688"/>
            <a:chOff x="392" y="1807"/>
            <a:chExt cx="2010" cy="345"/>
          </a:xfrm>
        </p:grpSpPr>
        <p:sp>
          <p:nvSpPr>
            <p:cNvPr id="29820" name="Rectangle 11"/>
            <p:cNvSpPr/>
            <p:nvPr/>
          </p:nvSpPr>
          <p:spPr>
            <a:xfrm>
              <a:off x="2151" y="1851"/>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grpSp>
          <p:nvGrpSpPr>
            <p:cNvPr id="29821" name="Group 12"/>
            <p:cNvGrpSpPr/>
            <p:nvPr/>
          </p:nvGrpSpPr>
          <p:grpSpPr>
            <a:xfrm>
              <a:off x="392" y="1807"/>
              <a:ext cx="1784" cy="335"/>
              <a:chOff x="392" y="1807"/>
              <a:chExt cx="1784" cy="335"/>
            </a:xfrm>
          </p:grpSpPr>
          <p:sp>
            <p:nvSpPr>
              <p:cNvPr id="29822" name="Rectangle 13"/>
              <p:cNvSpPr/>
              <p:nvPr/>
            </p:nvSpPr>
            <p:spPr>
              <a:xfrm>
                <a:off x="1902" y="1823"/>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3" name="Rectangle 14"/>
              <p:cNvSpPr/>
              <p:nvPr/>
            </p:nvSpPr>
            <p:spPr>
              <a:xfrm>
                <a:off x="1399" y="1823"/>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4" name="Rectangle 15"/>
              <p:cNvSpPr/>
              <p:nvPr/>
            </p:nvSpPr>
            <p:spPr>
              <a:xfrm>
                <a:off x="2093" y="184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5" name="Rectangle 16"/>
              <p:cNvSpPr/>
              <p:nvPr/>
            </p:nvSpPr>
            <p:spPr>
              <a:xfrm>
                <a:off x="1574" y="1844"/>
                <a:ext cx="33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6" name="Rectangle 17"/>
              <p:cNvSpPr/>
              <p:nvPr/>
            </p:nvSpPr>
            <p:spPr>
              <a:xfrm>
                <a:off x="1145" y="1844"/>
                <a:ext cx="26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7" name="Rectangle 18"/>
              <p:cNvSpPr/>
              <p:nvPr/>
            </p:nvSpPr>
            <p:spPr>
              <a:xfrm>
                <a:off x="1056" y="184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28" name="Rectangle 19"/>
              <p:cNvSpPr/>
              <p:nvPr/>
            </p:nvSpPr>
            <p:spPr>
              <a:xfrm>
                <a:off x="392" y="1827"/>
                <a:ext cx="498"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计算</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829" name="Rectangle 20"/>
              <p:cNvSpPr/>
              <p:nvPr/>
            </p:nvSpPr>
            <p:spPr>
              <a:xfrm>
                <a:off x="889" y="1844"/>
                <a:ext cx="165"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30" name="Rectangle 21"/>
              <p:cNvSpPr/>
              <p:nvPr/>
            </p:nvSpPr>
            <p:spPr>
              <a:xfrm>
                <a:off x="1981" y="1807"/>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31" name="Rectangle 22"/>
              <p:cNvSpPr/>
              <p:nvPr/>
            </p:nvSpPr>
            <p:spPr>
              <a:xfrm>
                <a:off x="1473" y="1807"/>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grpSp>
        <p:nvGrpSpPr>
          <p:cNvPr id="4" name="Group 23"/>
          <p:cNvGrpSpPr/>
          <p:nvPr/>
        </p:nvGrpSpPr>
        <p:grpSpPr>
          <a:xfrm>
            <a:off x="352396" y="1443014"/>
            <a:ext cx="8213725" cy="574675"/>
            <a:chOff x="372" y="658"/>
            <a:chExt cx="5174" cy="362"/>
          </a:xfrm>
        </p:grpSpPr>
        <p:sp>
          <p:nvSpPr>
            <p:cNvPr id="29806" name="Rectangle 24"/>
            <p:cNvSpPr/>
            <p:nvPr/>
          </p:nvSpPr>
          <p:spPr>
            <a:xfrm>
              <a:off x="5388" y="674"/>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4</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7" name="Rectangle 25"/>
            <p:cNvSpPr/>
            <p:nvPr/>
          </p:nvSpPr>
          <p:spPr>
            <a:xfrm>
              <a:off x="5204" y="847"/>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8" name="Rectangle 26"/>
            <p:cNvSpPr/>
            <p:nvPr/>
          </p:nvSpPr>
          <p:spPr>
            <a:xfrm>
              <a:off x="4131" y="674"/>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9" name="Rectangle 27"/>
            <p:cNvSpPr/>
            <p:nvPr/>
          </p:nvSpPr>
          <p:spPr>
            <a:xfrm>
              <a:off x="3952" y="847"/>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0" name="Rectangle 28"/>
            <p:cNvSpPr/>
            <p:nvPr/>
          </p:nvSpPr>
          <p:spPr>
            <a:xfrm>
              <a:off x="5304" y="69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1" name="Rectangle 29"/>
            <p:cNvSpPr/>
            <p:nvPr/>
          </p:nvSpPr>
          <p:spPr>
            <a:xfrm>
              <a:off x="4358" y="694"/>
              <a:ext cx="86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[Fe(CN)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2" name="Rectangle 30"/>
            <p:cNvSpPr/>
            <p:nvPr/>
          </p:nvSpPr>
          <p:spPr>
            <a:xfrm>
              <a:off x="4052" y="694"/>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3" name="Rectangle 31"/>
            <p:cNvSpPr/>
            <p:nvPr/>
          </p:nvSpPr>
          <p:spPr>
            <a:xfrm>
              <a:off x="3106" y="694"/>
              <a:ext cx="868"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[Fe(CN)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4" name="Rectangle 32"/>
            <p:cNvSpPr/>
            <p:nvPr/>
          </p:nvSpPr>
          <p:spPr>
            <a:xfrm>
              <a:off x="1864" y="694"/>
              <a:ext cx="81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KCN(s)</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5" name="Rectangle 33"/>
            <p:cNvSpPr/>
            <p:nvPr/>
          </p:nvSpPr>
          <p:spPr>
            <a:xfrm>
              <a:off x="4292" y="701"/>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816" name="Rectangle 34"/>
            <p:cNvSpPr/>
            <p:nvPr/>
          </p:nvSpPr>
          <p:spPr>
            <a:xfrm>
              <a:off x="2629" y="701"/>
              <a:ext cx="498"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，有</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817" name="Rectangle 35"/>
            <p:cNvSpPr/>
            <p:nvPr/>
          </p:nvSpPr>
          <p:spPr>
            <a:xfrm>
              <a:off x="372" y="701"/>
              <a:ext cx="1494"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的溶液中加入</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818" name="Rectangle 36"/>
            <p:cNvSpPr/>
            <p:nvPr/>
          </p:nvSpPr>
          <p:spPr>
            <a:xfrm>
              <a:off x="5467" y="658"/>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19" name="Rectangle 37"/>
            <p:cNvSpPr/>
            <p:nvPr/>
          </p:nvSpPr>
          <p:spPr>
            <a:xfrm>
              <a:off x="4206" y="658"/>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5" name="Group 38"/>
          <p:cNvGrpSpPr/>
          <p:nvPr/>
        </p:nvGrpSpPr>
        <p:grpSpPr>
          <a:xfrm>
            <a:off x="484159" y="2800327"/>
            <a:ext cx="7983537" cy="576262"/>
            <a:chOff x="396" y="1422"/>
            <a:chExt cx="5029" cy="363"/>
          </a:xfrm>
        </p:grpSpPr>
        <p:sp>
          <p:nvSpPr>
            <p:cNvPr id="29783" name="Rectangle 39"/>
            <p:cNvSpPr/>
            <p:nvPr/>
          </p:nvSpPr>
          <p:spPr>
            <a:xfrm>
              <a:off x="4927" y="1466"/>
              <a:ext cx="498"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时，</a:t>
              </a:r>
              <a:endParaRPr lang="zh-CN" altLang="en-US" sz="1800" i="0" dirty="0">
                <a:solidFill>
                  <a:schemeClr val="tx1"/>
                </a:solidFill>
                <a:latin typeface="Arial" panose="020B0604020202020204" pitchFamily="34" charset="0"/>
                <a:ea typeface="宋体" panose="02010600030101010101" pitchFamily="2" charset="-122"/>
              </a:endParaRPr>
            </a:p>
          </p:txBody>
        </p:sp>
        <p:grpSp>
          <p:nvGrpSpPr>
            <p:cNvPr id="29784" name="Group 40"/>
            <p:cNvGrpSpPr/>
            <p:nvPr/>
          </p:nvGrpSpPr>
          <p:grpSpPr>
            <a:xfrm>
              <a:off x="396" y="1422"/>
              <a:ext cx="4553" cy="363"/>
              <a:chOff x="396" y="1422"/>
              <a:chExt cx="4553" cy="363"/>
            </a:xfrm>
          </p:grpSpPr>
          <p:sp>
            <p:nvSpPr>
              <p:cNvPr id="29785" name="Rectangle 41"/>
              <p:cNvSpPr/>
              <p:nvPr/>
            </p:nvSpPr>
            <p:spPr>
              <a:xfrm>
                <a:off x="4877" y="1438"/>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6" name="Rectangle 42"/>
              <p:cNvSpPr/>
              <p:nvPr/>
            </p:nvSpPr>
            <p:spPr>
              <a:xfrm>
                <a:off x="3361" y="1438"/>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4</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7" name="Rectangle 43"/>
              <p:cNvSpPr/>
              <p:nvPr/>
            </p:nvSpPr>
            <p:spPr>
              <a:xfrm>
                <a:off x="3177" y="1612"/>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8" name="Rectangle 44"/>
              <p:cNvSpPr/>
              <p:nvPr/>
            </p:nvSpPr>
            <p:spPr>
              <a:xfrm>
                <a:off x="1619" y="1438"/>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9" name="Rectangle 45"/>
              <p:cNvSpPr/>
              <p:nvPr/>
            </p:nvSpPr>
            <p:spPr>
              <a:xfrm>
                <a:off x="1440" y="1612"/>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6</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0" name="Rectangle 46"/>
              <p:cNvSpPr/>
              <p:nvPr/>
            </p:nvSpPr>
            <p:spPr>
              <a:xfrm>
                <a:off x="4671" y="1459"/>
                <a:ext cx="167"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1" name="Rectangle 47"/>
              <p:cNvSpPr/>
              <p:nvPr/>
            </p:nvSpPr>
            <p:spPr>
              <a:xfrm>
                <a:off x="3856" y="1459"/>
                <a:ext cx="71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1.0mol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2" name="Rectangle 48"/>
              <p:cNvSpPr/>
              <p:nvPr/>
            </p:nvSpPr>
            <p:spPr>
              <a:xfrm>
                <a:off x="3549" y="1459"/>
                <a:ext cx="84"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3" name="Rectangle 49"/>
              <p:cNvSpPr/>
              <p:nvPr/>
            </p:nvSpPr>
            <p:spPr>
              <a:xfrm>
                <a:off x="3277" y="1459"/>
                <a:ext cx="84"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4" name="Rectangle 50"/>
              <p:cNvSpPr/>
              <p:nvPr/>
            </p:nvSpPr>
            <p:spPr>
              <a:xfrm>
                <a:off x="2249" y="1459"/>
                <a:ext cx="960"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([Fe(CN)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5" name="Rectangle 51"/>
              <p:cNvSpPr/>
              <p:nvPr/>
            </p:nvSpPr>
            <p:spPr>
              <a:xfrm>
                <a:off x="1803" y="1459"/>
                <a:ext cx="84"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6" name="Rectangle 52"/>
              <p:cNvSpPr/>
              <p:nvPr/>
            </p:nvSpPr>
            <p:spPr>
              <a:xfrm>
                <a:off x="1540" y="1459"/>
                <a:ext cx="84"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7" name="Rectangle 53"/>
              <p:cNvSpPr/>
              <p:nvPr/>
            </p:nvSpPr>
            <p:spPr>
              <a:xfrm>
                <a:off x="512" y="1459"/>
                <a:ext cx="960" cy="301"/>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([Fe(CN)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8" name="Rectangle 54"/>
              <p:cNvSpPr/>
              <p:nvPr/>
            </p:nvSpPr>
            <p:spPr>
              <a:xfrm>
                <a:off x="2133" y="1459"/>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99" name="Rectangle 55"/>
              <p:cNvSpPr/>
              <p:nvPr/>
            </p:nvSpPr>
            <p:spPr>
              <a:xfrm>
                <a:off x="396" y="1459"/>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0" name="Rectangle 56"/>
              <p:cNvSpPr/>
              <p:nvPr/>
            </p:nvSpPr>
            <p:spPr>
              <a:xfrm>
                <a:off x="4805" y="1422"/>
                <a:ext cx="80" cy="174"/>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1" name="Rectangle 57"/>
              <p:cNvSpPr/>
              <p:nvPr/>
            </p:nvSpPr>
            <p:spPr>
              <a:xfrm>
                <a:off x="3440" y="1422"/>
                <a:ext cx="80" cy="174"/>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2" name="Rectangle 58"/>
              <p:cNvSpPr/>
              <p:nvPr/>
            </p:nvSpPr>
            <p:spPr>
              <a:xfrm>
                <a:off x="1693" y="1422"/>
                <a:ext cx="80" cy="174"/>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3" name="Rectangle 59"/>
              <p:cNvSpPr/>
              <p:nvPr/>
            </p:nvSpPr>
            <p:spPr>
              <a:xfrm>
                <a:off x="4578" y="1430"/>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sym typeface="Symbol" panose="05050102010706020507" pitchFamily="18" charset="2"/>
                  </a:rPr>
                  <a:t></a:t>
                </a:r>
              </a:p>
            </p:txBody>
          </p:sp>
          <p:sp>
            <p:nvSpPr>
              <p:cNvPr id="29804" name="Rectangle 60"/>
              <p:cNvSpPr/>
              <p:nvPr/>
            </p:nvSpPr>
            <p:spPr>
              <a:xfrm>
                <a:off x="3689" y="143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805" name="Rectangle 61"/>
              <p:cNvSpPr/>
              <p:nvPr/>
            </p:nvSpPr>
            <p:spPr>
              <a:xfrm>
                <a:off x="1943" y="143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grpSp>
        <p:nvGrpSpPr>
          <p:cNvPr id="7" name="Group 62"/>
          <p:cNvGrpSpPr/>
          <p:nvPr/>
        </p:nvGrpSpPr>
        <p:grpSpPr>
          <a:xfrm>
            <a:off x="504796" y="2128816"/>
            <a:ext cx="7196138" cy="546101"/>
            <a:chOff x="388" y="1043"/>
            <a:chExt cx="4533" cy="344"/>
          </a:xfrm>
        </p:grpSpPr>
        <p:sp>
          <p:nvSpPr>
            <p:cNvPr id="29771" name="Rectangle 63"/>
            <p:cNvSpPr/>
            <p:nvPr/>
          </p:nvSpPr>
          <p:spPr>
            <a:xfrm>
              <a:off x="4623" y="1059"/>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2" name="Rectangle 64"/>
            <p:cNvSpPr/>
            <p:nvPr/>
          </p:nvSpPr>
          <p:spPr>
            <a:xfrm>
              <a:off x="4417" y="1079"/>
              <a:ext cx="1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3" name="Rectangle 65"/>
            <p:cNvSpPr/>
            <p:nvPr/>
          </p:nvSpPr>
          <p:spPr>
            <a:xfrm>
              <a:off x="3602" y="1079"/>
              <a:ext cx="71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1.0mol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4" name="Rectangle 66"/>
            <p:cNvSpPr/>
            <p:nvPr/>
          </p:nvSpPr>
          <p:spPr>
            <a:xfrm>
              <a:off x="3295" y="1079"/>
              <a:ext cx="83"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5" name="Rectangle 67"/>
            <p:cNvSpPr/>
            <p:nvPr/>
          </p:nvSpPr>
          <p:spPr>
            <a:xfrm>
              <a:off x="2741" y="1079"/>
              <a:ext cx="44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(CN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6" name="Rectangle 68"/>
            <p:cNvSpPr/>
            <p:nvPr/>
          </p:nvSpPr>
          <p:spPr>
            <a:xfrm>
              <a:off x="4670" y="1086"/>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777" name="Rectangle 69"/>
            <p:cNvSpPr/>
            <p:nvPr/>
          </p:nvSpPr>
          <p:spPr>
            <a:xfrm>
              <a:off x="388" y="1086"/>
              <a:ext cx="2241"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配离子生成。当系统</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778" name="Rectangle 70"/>
            <p:cNvSpPr/>
            <p:nvPr/>
          </p:nvSpPr>
          <p:spPr>
            <a:xfrm>
              <a:off x="2625" y="1079"/>
              <a:ext cx="110" cy="298"/>
            </a:xfrm>
            <a:prstGeom prst="rect">
              <a:avLst/>
            </a:prstGeom>
            <a:noFill/>
            <a:ln w="9525">
              <a:noFill/>
            </a:ln>
          </p:spPr>
          <p:txBody>
            <a:bodyPr wrap="none" lIns="0" tIns="0" rIns="0" bIns="0">
              <a:spAutoFit/>
            </a:bodyPr>
            <a:lstStyle/>
            <a:p>
              <a:pPr>
                <a:spcBef>
                  <a:spcPct val="0"/>
                </a:spcBef>
              </a:pPr>
              <a:r>
                <a:rPr lang="en-US" altLang="zh-CN" sz="3100" dirty="0">
                  <a:solidFill>
                    <a:schemeClr val="tx1"/>
                  </a:solidFill>
                  <a:latin typeface="Times New Roman" panose="02020603050405020304" pitchFamily="18" charset="0"/>
                  <a:ea typeface="宋体" panose="02010600030101010101" pitchFamily="2" charset="-122"/>
                </a:rPr>
                <a:t>c</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79" name="Rectangle 71"/>
            <p:cNvSpPr/>
            <p:nvPr/>
          </p:nvSpPr>
          <p:spPr>
            <a:xfrm>
              <a:off x="4551" y="104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0" name="Rectangle 72"/>
            <p:cNvSpPr/>
            <p:nvPr/>
          </p:nvSpPr>
          <p:spPr>
            <a:xfrm>
              <a:off x="3186" y="1043"/>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81" name="Rectangle 73"/>
            <p:cNvSpPr/>
            <p:nvPr/>
          </p:nvSpPr>
          <p:spPr>
            <a:xfrm>
              <a:off x="4324" y="1050"/>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sym typeface="Symbol" panose="05050102010706020507" pitchFamily="18" charset="2"/>
                </a:rPr>
                <a:t></a:t>
              </a:r>
            </a:p>
          </p:txBody>
        </p:sp>
        <p:sp>
          <p:nvSpPr>
            <p:cNvPr id="29782" name="Rectangle 74"/>
            <p:cNvSpPr/>
            <p:nvPr/>
          </p:nvSpPr>
          <p:spPr>
            <a:xfrm>
              <a:off x="3435" y="1050"/>
              <a:ext cx="136"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8" name="Group 75"/>
          <p:cNvGrpSpPr/>
          <p:nvPr/>
        </p:nvGrpSpPr>
        <p:grpSpPr>
          <a:xfrm>
            <a:off x="500034" y="642914"/>
            <a:ext cx="7824788" cy="660401"/>
            <a:chOff x="454" y="207"/>
            <a:chExt cx="4929" cy="416"/>
          </a:xfrm>
        </p:grpSpPr>
        <p:sp>
          <p:nvSpPr>
            <p:cNvPr id="29751" name="Rectangle 76"/>
            <p:cNvSpPr/>
            <p:nvPr/>
          </p:nvSpPr>
          <p:spPr>
            <a:xfrm>
              <a:off x="5225" y="295"/>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2</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2" name="Rectangle 77"/>
            <p:cNvSpPr/>
            <p:nvPr/>
          </p:nvSpPr>
          <p:spPr>
            <a:xfrm>
              <a:off x="4893" y="295"/>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3" name="Rectangle 78"/>
            <p:cNvSpPr/>
            <p:nvPr/>
          </p:nvSpPr>
          <p:spPr>
            <a:xfrm>
              <a:off x="3484" y="295"/>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4" name="Rectangle 79"/>
            <p:cNvSpPr/>
            <p:nvPr/>
          </p:nvSpPr>
          <p:spPr>
            <a:xfrm>
              <a:off x="3156" y="295"/>
              <a:ext cx="72"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Times New Roman" panose="02020603050405020304" pitchFamily="18" charset="0"/>
                  <a:ea typeface="宋体" panose="02010600030101010101" pitchFamily="2" charset="-122"/>
                </a:rPr>
                <a:t>1</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5" name="Rectangle 80"/>
            <p:cNvSpPr/>
            <p:nvPr/>
          </p:nvSpPr>
          <p:spPr>
            <a:xfrm>
              <a:off x="4966" y="315"/>
              <a:ext cx="26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6" name="Rectangle 81"/>
            <p:cNvSpPr/>
            <p:nvPr/>
          </p:nvSpPr>
          <p:spPr>
            <a:xfrm>
              <a:off x="4680" y="315"/>
              <a:ext cx="1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7" name="Rectangle 82"/>
            <p:cNvSpPr/>
            <p:nvPr/>
          </p:nvSpPr>
          <p:spPr>
            <a:xfrm>
              <a:off x="3864" y="315"/>
              <a:ext cx="71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1.0mol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8" name="Rectangle 83"/>
            <p:cNvSpPr/>
            <p:nvPr/>
          </p:nvSpPr>
          <p:spPr>
            <a:xfrm>
              <a:off x="3230" y="315"/>
              <a:ext cx="261"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59" name="Rectangle 84"/>
            <p:cNvSpPr/>
            <p:nvPr/>
          </p:nvSpPr>
          <p:spPr>
            <a:xfrm>
              <a:off x="2943" y="315"/>
              <a:ext cx="165"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0" name="Rectangle 85"/>
            <p:cNvSpPr/>
            <p:nvPr/>
          </p:nvSpPr>
          <p:spPr>
            <a:xfrm>
              <a:off x="2128" y="315"/>
              <a:ext cx="710"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1.0mol</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1" name="Rectangle 86"/>
            <p:cNvSpPr/>
            <p:nvPr/>
          </p:nvSpPr>
          <p:spPr>
            <a:xfrm>
              <a:off x="1297" y="315"/>
              <a:ext cx="124"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2" name="Rectangle 87"/>
            <p:cNvSpPr/>
            <p:nvPr/>
          </p:nvSpPr>
          <p:spPr>
            <a:xfrm>
              <a:off x="3647" y="322"/>
              <a:ext cx="251" cy="301"/>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和</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763" name="Rectangle 88"/>
            <p:cNvSpPr/>
            <p:nvPr/>
          </p:nvSpPr>
          <p:spPr>
            <a:xfrm>
              <a:off x="1409" y="322"/>
              <a:ext cx="747" cy="298"/>
            </a:xfrm>
            <a:prstGeom prst="rect">
              <a:avLst/>
            </a:prstGeom>
            <a:noFill/>
            <a:ln w="9525">
              <a:noFill/>
            </a:ln>
          </p:spPr>
          <p:txBody>
            <a:bodyPr wrap="none" lIns="0" tIns="0" rIns="0" bIns="0">
              <a:spAutoFit/>
            </a:bodyPr>
            <a:lstStyle/>
            <a:p>
              <a:pPr>
                <a:spcBef>
                  <a:spcPct val="0"/>
                </a:spcBef>
              </a:pPr>
              <a:r>
                <a:rPr lang="zh-CN" altLang="en-US" sz="3100" i="0" dirty="0">
                  <a:solidFill>
                    <a:schemeClr val="tx1"/>
                  </a:solidFill>
                  <a:latin typeface="宋体" panose="02010600030101010101" pitchFamily="2" charset="-122"/>
                  <a:ea typeface="宋体" panose="02010600030101010101" pitchFamily="2" charset="-122"/>
                </a:rPr>
                <a:t>在含有</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29764" name="Rectangle 89"/>
            <p:cNvSpPr/>
            <p:nvPr/>
          </p:nvSpPr>
          <p:spPr>
            <a:xfrm>
              <a:off x="454" y="207"/>
              <a:ext cx="530" cy="336"/>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lIns="0" tIns="0" rIns="0" bIns="0">
              <a:spAutoFit/>
            </a:bodyPr>
            <a:lstStyle/>
            <a:p>
              <a:pPr>
                <a:spcBef>
                  <a:spcPct val="0"/>
                </a:spcBef>
              </a:pPr>
              <a:r>
                <a:rPr lang="zh-CN" altLang="en-US" sz="3500" i="0" dirty="0">
                  <a:solidFill>
                    <a:srgbClr val="FF0000"/>
                  </a:solidFill>
                  <a:latin typeface="宋体" panose="02010600030101010101" pitchFamily="2" charset="-122"/>
                  <a:ea typeface="宋体" panose="02010600030101010101" pitchFamily="2" charset="-122"/>
                </a:rPr>
                <a:t>例</a:t>
              </a:r>
              <a:r>
                <a:rPr lang="zh-CN" altLang="en-US" sz="3100" i="0" dirty="0">
                  <a:solidFill>
                    <a:srgbClr val="FF0000"/>
                  </a:solidFill>
                  <a:latin typeface="宋体" panose="02010600030101010101" pitchFamily="2" charset="-122"/>
                  <a:ea typeface="宋体" panose="02010600030101010101" pitchFamily="2" charset="-122"/>
                </a:rPr>
                <a:t>：</a:t>
              </a:r>
            </a:p>
          </p:txBody>
        </p:sp>
        <p:sp>
          <p:nvSpPr>
            <p:cNvPr id="29765" name="Rectangle 90"/>
            <p:cNvSpPr/>
            <p:nvPr/>
          </p:nvSpPr>
          <p:spPr>
            <a:xfrm>
              <a:off x="5304" y="279"/>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6" name="Rectangle 91"/>
            <p:cNvSpPr/>
            <p:nvPr/>
          </p:nvSpPr>
          <p:spPr>
            <a:xfrm>
              <a:off x="4814" y="279"/>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7" name="Rectangle 92"/>
            <p:cNvSpPr/>
            <p:nvPr/>
          </p:nvSpPr>
          <p:spPr>
            <a:xfrm>
              <a:off x="3558" y="279"/>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8" name="Rectangle 93"/>
            <p:cNvSpPr/>
            <p:nvPr/>
          </p:nvSpPr>
          <p:spPr>
            <a:xfrm>
              <a:off x="3077" y="279"/>
              <a:ext cx="79" cy="173"/>
            </a:xfrm>
            <a:prstGeom prst="rect">
              <a:avLst/>
            </a:prstGeom>
            <a:noFill/>
            <a:ln w="9525">
              <a:noFill/>
            </a:ln>
          </p:spPr>
          <p:txBody>
            <a:bodyPr wrap="none" lIns="0" tIns="0" rIns="0" bIns="0">
              <a:spAutoFit/>
            </a:bodyPr>
            <a:lstStyle/>
            <a:p>
              <a:pPr>
                <a:spcBef>
                  <a:spcPct val="0"/>
                </a:spcBef>
              </a:pPr>
              <a:r>
                <a:rPr lang="en-US" altLang="zh-CN" sz="18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29769" name="Rectangle 94"/>
            <p:cNvSpPr/>
            <p:nvPr/>
          </p:nvSpPr>
          <p:spPr>
            <a:xfrm>
              <a:off x="4586" y="286"/>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sym typeface="Symbol" panose="05050102010706020507" pitchFamily="18" charset="2"/>
                </a:rPr>
                <a:t></a:t>
              </a:r>
            </a:p>
          </p:txBody>
        </p:sp>
        <p:sp>
          <p:nvSpPr>
            <p:cNvPr id="29770" name="Rectangle 95"/>
            <p:cNvSpPr/>
            <p:nvPr/>
          </p:nvSpPr>
          <p:spPr>
            <a:xfrm>
              <a:off x="2850" y="286"/>
              <a:ext cx="62" cy="298"/>
            </a:xfrm>
            <a:prstGeom prst="rect">
              <a:avLst/>
            </a:prstGeom>
            <a:noFill/>
            <a:ln w="9525">
              <a:noFill/>
            </a:ln>
          </p:spPr>
          <p:txBody>
            <a:bodyPr wrap="none" lIns="0" tIns="0" rIns="0" bIns="0">
              <a:spAutoFit/>
            </a:bodyPr>
            <a:lstStyle/>
            <a:p>
              <a:pPr>
                <a:spcBef>
                  <a:spcPct val="0"/>
                </a:spcBef>
              </a:pPr>
              <a:r>
                <a:rPr lang="en-US" altLang="zh-CN" sz="3100" i="0" dirty="0">
                  <a:solidFill>
                    <a:schemeClr val="tx1"/>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grpSp>
        <p:nvGrpSpPr>
          <p:cNvPr id="9" name="Group 96"/>
          <p:cNvGrpSpPr/>
          <p:nvPr/>
        </p:nvGrpSpPr>
        <p:grpSpPr>
          <a:xfrm>
            <a:off x="1342996" y="4719614"/>
            <a:ext cx="5565775" cy="512763"/>
            <a:chOff x="392" y="2589"/>
            <a:chExt cx="3506" cy="323"/>
          </a:xfrm>
        </p:grpSpPr>
        <p:sp>
          <p:nvSpPr>
            <p:cNvPr id="29747" name="Rectangle 97"/>
            <p:cNvSpPr/>
            <p:nvPr/>
          </p:nvSpPr>
          <p:spPr>
            <a:xfrm>
              <a:off x="640" y="2614"/>
              <a:ext cx="55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KCN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8" name="Rectangle 98"/>
            <p:cNvSpPr/>
            <p:nvPr/>
          </p:nvSpPr>
          <p:spPr>
            <a:xfrm>
              <a:off x="3650" y="2589"/>
              <a:ext cx="248"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9749" name="Rectangle 99"/>
            <p:cNvSpPr/>
            <p:nvPr/>
          </p:nvSpPr>
          <p:spPr>
            <a:xfrm>
              <a:off x="1165" y="2589"/>
              <a:ext cx="2490"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后，发生下列配位反应</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29750" name="Rectangle 100"/>
            <p:cNvSpPr/>
            <p:nvPr/>
          </p:nvSpPr>
          <p:spPr>
            <a:xfrm>
              <a:off x="392" y="2589"/>
              <a:ext cx="248"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加</a:t>
              </a:r>
              <a:endParaRPr lang="zh-CN" altLang="en-US" sz="1800" i="0" dirty="0">
                <a:solidFill>
                  <a:srgbClr val="336600"/>
                </a:solidFill>
                <a:latin typeface="Arial" panose="020B0604020202020204" pitchFamily="34" charset="0"/>
                <a:ea typeface="宋体" panose="02010600030101010101" pitchFamily="2" charset="-122"/>
              </a:endParaRPr>
            </a:p>
          </p:txBody>
        </p:sp>
      </p:grpSp>
      <p:sp>
        <p:nvSpPr>
          <p:cNvPr id="107621" name="Rectangle 101"/>
          <p:cNvSpPr/>
          <p:nvPr/>
        </p:nvSpPr>
        <p:spPr>
          <a:xfrm>
            <a:off x="199996" y="4186214"/>
            <a:ext cx="790575" cy="473075"/>
          </a:xfrm>
          <a:prstGeom prst="rect">
            <a:avLst/>
          </a:prstGeom>
          <a:noFill/>
          <a:ln w="9525">
            <a:noFill/>
          </a:ln>
        </p:spPr>
        <p:txBody>
          <a:bodyPr wrap="none" lIns="0" tIns="0" rIns="0" bIns="0">
            <a:spAutoFit/>
          </a:bodyPr>
          <a:lstStyle/>
          <a:p>
            <a:pPr>
              <a:spcBef>
                <a:spcPct val="0"/>
              </a:spcBef>
            </a:pPr>
            <a:r>
              <a:rPr lang="zh-CN" altLang="en-US" sz="3100" i="0" dirty="0">
                <a:solidFill>
                  <a:srgbClr val="FF0000"/>
                </a:solidFill>
                <a:latin typeface="宋体" panose="02010600030101010101" pitchFamily="2" charset="-122"/>
                <a:ea typeface="宋体" panose="02010600030101010101" pitchFamily="2" charset="-122"/>
              </a:rPr>
              <a:t>解：</a:t>
            </a:r>
            <a:endParaRPr lang="zh-CN" altLang="en-US" sz="1800" i="0" dirty="0">
              <a:solidFill>
                <a:srgbClr val="FF0000"/>
              </a:solidFill>
              <a:latin typeface="Arial" panose="020B0604020202020204" pitchFamily="34" charset="0"/>
              <a:ea typeface="宋体" panose="02010600030101010101" pitchFamily="2" charset="-122"/>
            </a:endParaRPr>
          </a:p>
        </p:txBody>
      </p:sp>
      <p:grpSp>
        <p:nvGrpSpPr>
          <p:cNvPr id="10" name="Group 102"/>
          <p:cNvGrpSpPr/>
          <p:nvPr/>
        </p:nvGrpSpPr>
        <p:grpSpPr>
          <a:xfrm>
            <a:off x="2333596" y="4033814"/>
            <a:ext cx="4148138" cy="530225"/>
            <a:chOff x="1759" y="2187"/>
            <a:chExt cx="2613" cy="334"/>
          </a:xfrm>
        </p:grpSpPr>
        <p:sp>
          <p:nvSpPr>
            <p:cNvPr id="29732" name="Rectangle 103"/>
            <p:cNvSpPr/>
            <p:nvPr/>
          </p:nvSpPr>
          <p:spPr>
            <a:xfrm>
              <a:off x="3772" y="220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3" name="Rectangle 104"/>
            <p:cNvSpPr/>
            <p:nvPr/>
          </p:nvSpPr>
          <p:spPr>
            <a:xfrm>
              <a:off x="2012" y="220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4" name="Rectangle 105"/>
            <p:cNvSpPr/>
            <p:nvPr/>
          </p:nvSpPr>
          <p:spPr>
            <a:xfrm>
              <a:off x="4289" y="22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5" name="Rectangle 106"/>
            <p:cNvSpPr/>
            <p:nvPr/>
          </p:nvSpPr>
          <p:spPr>
            <a:xfrm>
              <a:off x="4049" y="2223"/>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6" name="Rectangle 107"/>
            <p:cNvSpPr/>
            <p:nvPr/>
          </p:nvSpPr>
          <p:spPr>
            <a:xfrm>
              <a:off x="3963" y="22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7" name="Rectangle 108"/>
            <p:cNvSpPr/>
            <p:nvPr/>
          </p:nvSpPr>
          <p:spPr>
            <a:xfrm>
              <a:off x="3514" y="2223"/>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8" name="Rectangle 109"/>
            <p:cNvSpPr/>
            <p:nvPr/>
          </p:nvSpPr>
          <p:spPr>
            <a:xfrm>
              <a:off x="3394" y="2223"/>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9" name="Rectangle 110"/>
            <p:cNvSpPr/>
            <p:nvPr/>
          </p:nvSpPr>
          <p:spPr>
            <a:xfrm>
              <a:off x="3036" y="2223"/>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0" name="Rectangle 111"/>
            <p:cNvSpPr/>
            <p:nvPr/>
          </p:nvSpPr>
          <p:spPr>
            <a:xfrm>
              <a:off x="2816" y="2223"/>
              <a:ext cx="11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1" name="Rectangle 112"/>
            <p:cNvSpPr/>
            <p:nvPr/>
          </p:nvSpPr>
          <p:spPr>
            <a:xfrm>
              <a:off x="2199" y="2223"/>
              <a:ext cx="42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2" name="Rectangle 113"/>
            <p:cNvSpPr/>
            <p:nvPr/>
          </p:nvSpPr>
          <p:spPr>
            <a:xfrm>
              <a:off x="1759" y="2223"/>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3" name="Rectangle 114"/>
            <p:cNvSpPr/>
            <p:nvPr/>
          </p:nvSpPr>
          <p:spPr>
            <a:xfrm>
              <a:off x="3851" y="218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4" name="Rectangle 115"/>
            <p:cNvSpPr/>
            <p:nvPr/>
          </p:nvSpPr>
          <p:spPr>
            <a:xfrm>
              <a:off x="2923" y="222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5" name="Rectangle 116"/>
            <p:cNvSpPr/>
            <p:nvPr/>
          </p:nvSpPr>
          <p:spPr>
            <a:xfrm>
              <a:off x="2087" y="218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46" name="Rectangle 117"/>
            <p:cNvSpPr/>
            <p:nvPr/>
          </p:nvSpPr>
          <p:spPr>
            <a:xfrm>
              <a:off x="2638" y="2194"/>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9699" name="Object 118"/>
            <p:cNvGraphicFramePr>
              <a:graphicFrameLocks/>
            </p:cNvGraphicFramePr>
            <p:nvPr/>
          </p:nvGraphicFramePr>
          <p:xfrm>
            <a:off x="3064" y="2304"/>
            <a:ext cx="410" cy="129"/>
          </p:xfrm>
          <a:graphic>
            <a:graphicData uri="http://schemas.openxmlformats.org/presentationml/2006/ole">
              <p:oleObj spid="_x0000_s110594" r:id="rId4" imgW="650240" imgH="205740" progId="">
                <p:embed/>
              </p:oleObj>
            </a:graphicData>
          </a:graphic>
        </p:graphicFrame>
      </p:grpSp>
      <p:grpSp>
        <p:nvGrpSpPr>
          <p:cNvPr id="11" name="Group 119"/>
          <p:cNvGrpSpPr/>
          <p:nvPr/>
        </p:nvGrpSpPr>
        <p:grpSpPr>
          <a:xfrm>
            <a:off x="1266796" y="5405414"/>
            <a:ext cx="6650038" cy="574675"/>
            <a:chOff x="1025" y="2925"/>
            <a:chExt cx="4189" cy="362"/>
          </a:xfrm>
        </p:grpSpPr>
        <p:sp>
          <p:nvSpPr>
            <p:cNvPr id="29711" name="Rectangle 120"/>
            <p:cNvSpPr/>
            <p:nvPr/>
          </p:nvSpPr>
          <p:spPr>
            <a:xfrm>
              <a:off x="4621" y="294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2" name="Rectangle 121"/>
            <p:cNvSpPr/>
            <p:nvPr/>
          </p:nvSpPr>
          <p:spPr>
            <a:xfrm>
              <a:off x="4441" y="311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3" name="Rectangle 122"/>
            <p:cNvSpPr/>
            <p:nvPr/>
          </p:nvSpPr>
          <p:spPr>
            <a:xfrm>
              <a:off x="1399" y="294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4" name="Rectangle 123"/>
            <p:cNvSpPr/>
            <p:nvPr/>
          </p:nvSpPr>
          <p:spPr>
            <a:xfrm>
              <a:off x="5131" y="296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5" name="Rectangle 124"/>
            <p:cNvSpPr/>
            <p:nvPr/>
          </p:nvSpPr>
          <p:spPr>
            <a:xfrm>
              <a:off x="4890" y="2961"/>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6" name="Rectangle 125"/>
            <p:cNvSpPr/>
            <p:nvPr/>
          </p:nvSpPr>
          <p:spPr>
            <a:xfrm>
              <a:off x="4804" y="296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7" name="Rectangle 126"/>
            <p:cNvSpPr/>
            <p:nvPr/>
          </p:nvSpPr>
          <p:spPr>
            <a:xfrm>
              <a:off x="4542" y="296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8" name="Rectangle 127"/>
            <p:cNvSpPr/>
            <p:nvPr/>
          </p:nvSpPr>
          <p:spPr>
            <a:xfrm>
              <a:off x="3595" y="2961"/>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19" name="Rectangle 128"/>
            <p:cNvSpPr/>
            <p:nvPr/>
          </p:nvSpPr>
          <p:spPr>
            <a:xfrm>
              <a:off x="3495" y="2961"/>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0" name="Rectangle 129"/>
            <p:cNvSpPr/>
            <p:nvPr/>
          </p:nvSpPr>
          <p:spPr>
            <a:xfrm>
              <a:off x="3199" y="2961"/>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1" name="Rectangle 130"/>
            <p:cNvSpPr/>
            <p:nvPr/>
          </p:nvSpPr>
          <p:spPr>
            <a:xfrm>
              <a:off x="3126" y="296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2" name="Rectangle 131"/>
            <p:cNvSpPr/>
            <p:nvPr/>
          </p:nvSpPr>
          <p:spPr>
            <a:xfrm>
              <a:off x="2885" y="2961"/>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3" name="Rectangle 132"/>
            <p:cNvSpPr/>
            <p:nvPr/>
          </p:nvSpPr>
          <p:spPr>
            <a:xfrm>
              <a:off x="2799" y="296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4" name="Rectangle 133"/>
            <p:cNvSpPr/>
            <p:nvPr/>
          </p:nvSpPr>
          <p:spPr>
            <a:xfrm>
              <a:off x="2203" y="2961"/>
              <a:ext cx="48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6CN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5" name="Rectangle 134"/>
            <p:cNvSpPr/>
            <p:nvPr/>
          </p:nvSpPr>
          <p:spPr>
            <a:xfrm>
              <a:off x="1585" y="2961"/>
              <a:ext cx="42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6" name="Rectangle 135"/>
            <p:cNvSpPr/>
            <p:nvPr/>
          </p:nvSpPr>
          <p:spPr>
            <a:xfrm>
              <a:off x="1145" y="2961"/>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7" name="Rectangle 136"/>
            <p:cNvSpPr/>
            <p:nvPr/>
          </p:nvSpPr>
          <p:spPr>
            <a:xfrm>
              <a:off x="1025" y="2961"/>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8" name="Rectangle 137"/>
            <p:cNvSpPr/>
            <p:nvPr/>
          </p:nvSpPr>
          <p:spPr>
            <a:xfrm>
              <a:off x="4695" y="292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29" name="Rectangle 138"/>
            <p:cNvSpPr/>
            <p:nvPr/>
          </p:nvSpPr>
          <p:spPr>
            <a:xfrm>
              <a:off x="2690" y="292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0" name="Rectangle 139"/>
            <p:cNvSpPr/>
            <p:nvPr/>
          </p:nvSpPr>
          <p:spPr>
            <a:xfrm>
              <a:off x="1473" y="292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29731" name="Rectangle 140"/>
            <p:cNvSpPr/>
            <p:nvPr/>
          </p:nvSpPr>
          <p:spPr>
            <a:xfrm>
              <a:off x="2024" y="293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29698" name="Object 141"/>
            <p:cNvGraphicFramePr>
              <a:graphicFrameLocks/>
            </p:cNvGraphicFramePr>
            <p:nvPr/>
          </p:nvGraphicFramePr>
          <p:xfrm>
            <a:off x="3200" y="3072"/>
            <a:ext cx="410" cy="129"/>
          </p:xfrm>
          <a:graphic>
            <a:graphicData uri="http://schemas.openxmlformats.org/presentationml/2006/ole">
              <p:oleObj spid="_x0000_s110593" r:id="rId5" imgW="650240" imgH="20574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7528"/>
                                        </p:tgtEl>
                                        <p:attrNameLst>
                                          <p:attrName>style.visibility</p:attrName>
                                        </p:attrNameLst>
                                      </p:cBhvr>
                                      <p:to>
                                        <p:strVal val="visible"/>
                                      </p:to>
                                    </p:set>
                                    <p:animEffect transition="in" filter="blinds(horizontal)">
                                      <p:cBhvr>
                                        <p:cTn id="7" dur="1000"/>
                                        <p:tgtEl>
                                          <p:spTgt spid="10752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linds(horizontal)">
                                      <p:cBhvr>
                                        <p:cTn id="18" dur="500"/>
                                        <p:tgtEl>
                                          <p:spTgt spid="7"/>
                                        </p:tgtEl>
                                      </p:cBhvr>
                                    </p:animEffect>
                                  </p:childTnLst>
                                </p:cTn>
                              </p:par>
                              <p:par>
                                <p:cTn id="19" presetID="3" presetClass="entr" presetSubtype="1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 calcmode="lin" valueType="num">
                                      <p:cBhvr additive="base">
                                        <p:cTn id="26" dur="500" fill="hold"/>
                                        <p:tgtEl>
                                          <p:spTgt spid="2"/>
                                        </p:tgtEl>
                                        <p:attrNameLst>
                                          <p:attrName>ppt_x</p:attrName>
                                        </p:attrNameLst>
                                      </p:cBhvr>
                                      <p:tavLst>
                                        <p:tav tm="0">
                                          <p:val>
                                            <p:strVal val="#ppt_x"/>
                                          </p:val>
                                        </p:tav>
                                        <p:tav tm="100000">
                                          <p:val>
                                            <p:strVal val="#ppt_x"/>
                                          </p:val>
                                        </p:tav>
                                      </p:tavLst>
                                    </p:anim>
                                    <p:anim calcmode="lin" valueType="num">
                                      <p:cBhvr additive="base">
                                        <p:cTn id="27"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07621"/>
                                        </p:tgtEl>
                                        <p:attrNameLst>
                                          <p:attrName>style.visibility</p:attrName>
                                        </p:attrNameLst>
                                      </p:cBhvr>
                                      <p:to>
                                        <p:strVal val="visible"/>
                                      </p:to>
                                    </p:set>
                                    <p:animEffect transition="in" filter="wipe(left)">
                                      <p:cBhvr>
                                        <p:cTn id="32" dur="500"/>
                                        <p:tgtEl>
                                          <p:spTgt spid="1076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8" grpId="0"/>
      <p:bldP spid="107621" grpId="0"/>
    </p:bld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609600" y="0"/>
            <a:ext cx="7620000" cy="1174750"/>
            <a:chOff x="904" y="3310"/>
            <a:chExt cx="4708" cy="649"/>
          </a:xfrm>
        </p:grpSpPr>
        <p:sp>
          <p:nvSpPr>
            <p:cNvPr id="30877" name="Line 9"/>
            <p:cNvSpPr/>
            <p:nvPr/>
          </p:nvSpPr>
          <p:spPr>
            <a:xfrm>
              <a:off x="2863" y="3662"/>
              <a:ext cx="2749" cy="1"/>
            </a:xfrm>
            <a:prstGeom prst="line">
              <a:avLst/>
            </a:prstGeom>
            <a:ln w="15875" cap="flat" cmpd="sng">
              <a:solidFill>
                <a:srgbClr val="000000"/>
              </a:solidFill>
              <a:prstDash val="solid"/>
              <a:headEnd type="none" w="med" len="med"/>
              <a:tailEnd type="none" w="med" len="med"/>
            </a:ln>
          </p:spPr>
        </p:sp>
        <p:sp>
          <p:nvSpPr>
            <p:cNvPr id="30878" name="Rectangle 10"/>
            <p:cNvSpPr/>
            <p:nvPr/>
          </p:nvSpPr>
          <p:spPr>
            <a:xfrm>
              <a:off x="5502" y="3677"/>
              <a:ext cx="71" cy="151"/>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9" name="Rectangle 11"/>
            <p:cNvSpPr/>
            <p:nvPr/>
          </p:nvSpPr>
          <p:spPr>
            <a:xfrm>
              <a:off x="3406" y="3677"/>
              <a:ext cx="71" cy="151"/>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0" name="Rectangle 12"/>
            <p:cNvSpPr/>
            <p:nvPr/>
          </p:nvSpPr>
          <p:spPr>
            <a:xfrm>
              <a:off x="4507" y="3326"/>
              <a:ext cx="70"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1" name="Rectangle 13"/>
            <p:cNvSpPr/>
            <p:nvPr/>
          </p:nvSpPr>
          <p:spPr>
            <a:xfrm>
              <a:off x="4327" y="3499"/>
              <a:ext cx="71"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2" name="Rectangle 14"/>
            <p:cNvSpPr/>
            <p:nvPr/>
          </p:nvSpPr>
          <p:spPr>
            <a:xfrm>
              <a:off x="2342" y="3483"/>
              <a:ext cx="71"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3" name="Rectangle 15"/>
            <p:cNvSpPr/>
            <p:nvPr/>
          </p:nvSpPr>
          <p:spPr>
            <a:xfrm>
              <a:off x="2163" y="3657"/>
              <a:ext cx="71"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4" name="Rectangle 16"/>
            <p:cNvSpPr/>
            <p:nvPr/>
          </p:nvSpPr>
          <p:spPr>
            <a:xfrm>
              <a:off x="1084" y="3657"/>
              <a:ext cx="48"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5" name="Rectangle 17"/>
            <p:cNvSpPr/>
            <p:nvPr/>
          </p:nvSpPr>
          <p:spPr>
            <a:xfrm>
              <a:off x="5421" y="3698"/>
              <a:ext cx="8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6" name="Rectangle 18"/>
            <p:cNvSpPr/>
            <p:nvPr/>
          </p:nvSpPr>
          <p:spPr>
            <a:xfrm>
              <a:off x="5048" y="3698"/>
              <a:ext cx="68"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7" name="Rectangle 19"/>
            <p:cNvSpPr/>
            <p:nvPr/>
          </p:nvSpPr>
          <p:spPr>
            <a:xfrm>
              <a:off x="4927" y="3698"/>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8" name="Rectangle 20"/>
            <p:cNvSpPr/>
            <p:nvPr/>
          </p:nvSpPr>
          <p:spPr>
            <a:xfrm>
              <a:off x="4455" y="3698"/>
              <a:ext cx="35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89" name="Rectangle 21"/>
            <p:cNvSpPr/>
            <p:nvPr/>
          </p:nvSpPr>
          <p:spPr>
            <a:xfrm>
              <a:off x="4370" y="3698"/>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0" name="Rectangle 22"/>
            <p:cNvSpPr/>
            <p:nvPr/>
          </p:nvSpPr>
          <p:spPr>
            <a:xfrm>
              <a:off x="4086" y="3698"/>
              <a:ext cx="163"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1" name="Rectangle 23"/>
            <p:cNvSpPr/>
            <p:nvPr/>
          </p:nvSpPr>
          <p:spPr>
            <a:xfrm>
              <a:off x="3713" y="3698"/>
              <a:ext cx="68"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2" name="Rectangle 24"/>
            <p:cNvSpPr/>
            <p:nvPr/>
          </p:nvSpPr>
          <p:spPr>
            <a:xfrm>
              <a:off x="3592" y="3698"/>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3" name="Rectangle 25"/>
            <p:cNvSpPr/>
            <p:nvPr/>
          </p:nvSpPr>
          <p:spPr>
            <a:xfrm>
              <a:off x="3152" y="3698"/>
              <a:ext cx="256"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4" name="Rectangle 26"/>
            <p:cNvSpPr/>
            <p:nvPr/>
          </p:nvSpPr>
          <p:spPr>
            <a:xfrm>
              <a:off x="3063" y="3698"/>
              <a:ext cx="8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5" name="Rectangle 27"/>
            <p:cNvSpPr/>
            <p:nvPr/>
          </p:nvSpPr>
          <p:spPr>
            <a:xfrm>
              <a:off x="2861" y="3698"/>
              <a:ext cx="8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6" name="Rectangle 28"/>
            <p:cNvSpPr/>
            <p:nvPr/>
          </p:nvSpPr>
          <p:spPr>
            <a:xfrm>
              <a:off x="4811" y="3346"/>
              <a:ext cx="67"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7" name="Rectangle 29"/>
            <p:cNvSpPr/>
            <p:nvPr/>
          </p:nvSpPr>
          <p:spPr>
            <a:xfrm>
              <a:off x="4691" y="3346"/>
              <a:ext cx="8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8" name="Rectangle 30"/>
            <p:cNvSpPr/>
            <p:nvPr/>
          </p:nvSpPr>
          <p:spPr>
            <a:xfrm>
              <a:off x="4428" y="3346"/>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99" name="Rectangle 31"/>
            <p:cNvSpPr/>
            <p:nvPr/>
          </p:nvSpPr>
          <p:spPr>
            <a:xfrm>
              <a:off x="3482" y="3346"/>
              <a:ext cx="85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0" name="Rectangle 32"/>
            <p:cNvSpPr/>
            <p:nvPr/>
          </p:nvSpPr>
          <p:spPr>
            <a:xfrm>
              <a:off x="3412" y="3346"/>
              <a:ext cx="8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1" name="Rectangle 33"/>
            <p:cNvSpPr/>
            <p:nvPr/>
          </p:nvSpPr>
          <p:spPr>
            <a:xfrm>
              <a:off x="2526" y="3504"/>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2" name="Rectangle 34"/>
            <p:cNvSpPr/>
            <p:nvPr/>
          </p:nvSpPr>
          <p:spPr>
            <a:xfrm>
              <a:off x="2263" y="3504"/>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3" name="Rectangle 35"/>
            <p:cNvSpPr/>
            <p:nvPr/>
          </p:nvSpPr>
          <p:spPr>
            <a:xfrm>
              <a:off x="1317" y="3504"/>
              <a:ext cx="851"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4" name="Rectangle 36"/>
            <p:cNvSpPr/>
            <p:nvPr/>
          </p:nvSpPr>
          <p:spPr>
            <a:xfrm>
              <a:off x="1247" y="3504"/>
              <a:ext cx="82"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5" name="Rectangle 37"/>
            <p:cNvSpPr/>
            <p:nvPr/>
          </p:nvSpPr>
          <p:spPr>
            <a:xfrm>
              <a:off x="5157" y="3698"/>
              <a:ext cx="108"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6" name="Rectangle 38"/>
            <p:cNvSpPr/>
            <p:nvPr/>
          </p:nvSpPr>
          <p:spPr>
            <a:xfrm>
              <a:off x="4253" y="3698"/>
              <a:ext cx="107"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7" name="Rectangle 39"/>
            <p:cNvSpPr/>
            <p:nvPr/>
          </p:nvSpPr>
          <p:spPr>
            <a:xfrm>
              <a:off x="3821" y="3698"/>
              <a:ext cx="108"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8" name="Rectangle 40"/>
            <p:cNvSpPr/>
            <p:nvPr/>
          </p:nvSpPr>
          <p:spPr>
            <a:xfrm>
              <a:off x="2946" y="3698"/>
              <a:ext cx="108"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09" name="Rectangle 41"/>
            <p:cNvSpPr/>
            <p:nvPr/>
          </p:nvSpPr>
          <p:spPr>
            <a:xfrm>
              <a:off x="4920" y="3346"/>
              <a:ext cx="107"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0" name="Rectangle 42"/>
            <p:cNvSpPr/>
            <p:nvPr/>
          </p:nvSpPr>
          <p:spPr>
            <a:xfrm>
              <a:off x="3295" y="3346"/>
              <a:ext cx="108"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1" name="Rectangle 43"/>
            <p:cNvSpPr/>
            <p:nvPr/>
          </p:nvSpPr>
          <p:spPr>
            <a:xfrm>
              <a:off x="904" y="3504"/>
              <a:ext cx="162" cy="261"/>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2" name="Rectangle 44"/>
            <p:cNvSpPr/>
            <p:nvPr/>
          </p:nvSpPr>
          <p:spPr>
            <a:xfrm>
              <a:off x="4818" y="3661"/>
              <a:ext cx="77"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3" name="Rectangle 45"/>
            <p:cNvSpPr/>
            <p:nvPr/>
          </p:nvSpPr>
          <p:spPr>
            <a:xfrm>
              <a:off x="3480" y="3661"/>
              <a:ext cx="77"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4" name="Rectangle 46"/>
            <p:cNvSpPr/>
            <p:nvPr/>
          </p:nvSpPr>
          <p:spPr>
            <a:xfrm>
              <a:off x="4581" y="3310"/>
              <a:ext cx="78"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5" name="Rectangle 47"/>
            <p:cNvSpPr/>
            <p:nvPr/>
          </p:nvSpPr>
          <p:spPr>
            <a:xfrm>
              <a:off x="2416" y="3467"/>
              <a:ext cx="78" cy="152"/>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916" name="Rectangle 48"/>
            <p:cNvSpPr/>
            <p:nvPr/>
          </p:nvSpPr>
          <p:spPr>
            <a:xfrm>
              <a:off x="2665" y="3475"/>
              <a:ext cx="133" cy="26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0730" name="Object 49"/>
            <p:cNvGraphicFramePr>
              <a:graphicFrameLocks/>
            </p:cNvGraphicFramePr>
            <p:nvPr/>
          </p:nvGraphicFramePr>
          <p:xfrm>
            <a:off x="1080" y="3480"/>
            <a:ext cx="171" cy="168"/>
          </p:xfrm>
          <a:graphic>
            <a:graphicData uri="http://schemas.openxmlformats.org/presentationml/2006/ole">
              <p:oleObj spid="_x0000_s112652" r:id="rId4" imgW="20669250" imgH="13163550" progId="">
                <p:embed/>
              </p:oleObj>
            </a:graphicData>
          </a:graphic>
        </p:graphicFrame>
        <p:graphicFrame>
          <p:nvGraphicFramePr>
            <p:cNvPr id="30731" name="Object 50"/>
            <p:cNvGraphicFramePr>
              <a:graphicFrameLocks/>
            </p:cNvGraphicFramePr>
            <p:nvPr/>
          </p:nvGraphicFramePr>
          <p:xfrm>
            <a:off x="5024" y="3368"/>
            <a:ext cx="171" cy="168"/>
          </p:xfrm>
          <a:graphic>
            <a:graphicData uri="http://schemas.openxmlformats.org/presentationml/2006/ole">
              <p:oleObj spid="_x0000_s112651" r:id="rId5" imgW="271780" imgH="266700" progId="">
                <p:embed/>
              </p:oleObj>
            </a:graphicData>
          </a:graphic>
        </p:graphicFrame>
        <p:graphicFrame>
          <p:nvGraphicFramePr>
            <p:cNvPr id="30732" name="Object 51"/>
            <p:cNvGraphicFramePr>
              <a:graphicFrameLocks/>
            </p:cNvGraphicFramePr>
            <p:nvPr/>
          </p:nvGraphicFramePr>
          <p:xfrm>
            <a:off x="3928" y="3720"/>
            <a:ext cx="171" cy="168"/>
          </p:xfrm>
          <a:graphic>
            <a:graphicData uri="http://schemas.openxmlformats.org/presentationml/2006/ole">
              <p:oleObj spid="_x0000_s112650" r:id="rId6" imgW="271780" imgH="266700" progId="">
                <p:embed/>
              </p:oleObj>
            </a:graphicData>
          </a:graphic>
        </p:graphicFrame>
        <p:graphicFrame>
          <p:nvGraphicFramePr>
            <p:cNvPr id="30733" name="Object 52"/>
            <p:cNvGraphicFramePr>
              <a:graphicFrameLocks/>
            </p:cNvGraphicFramePr>
            <p:nvPr/>
          </p:nvGraphicFramePr>
          <p:xfrm>
            <a:off x="5256" y="3712"/>
            <a:ext cx="171" cy="168"/>
          </p:xfrm>
          <a:graphic>
            <a:graphicData uri="http://schemas.openxmlformats.org/presentationml/2006/ole">
              <p:oleObj spid="_x0000_s112649" r:id="rId7" imgW="271780" imgH="266700" progId="">
                <p:embed/>
              </p:oleObj>
            </a:graphicData>
          </a:graphic>
        </p:graphicFrame>
      </p:grpSp>
      <p:grpSp>
        <p:nvGrpSpPr>
          <p:cNvPr id="3" name="Group 54"/>
          <p:cNvGrpSpPr/>
          <p:nvPr/>
        </p:nvGrpSpPr>
        <p:grpSpPr>
          <a:xfrm>
            <a:off x="609600" y="4800600"/>
            <a:ext cx="7051675" cy="1189038"/>
            <a:chOff x="124" y="1993"/>
            <a:chExt cx="4442" cy="749"/>
          </a:xfrm>
        </p:grpSpPr>
        <p:sp>
          <p:nvSpPr>
            <p:cNvPr id="30843" name="Rectangle 55"/>
            <p:cNvSpPr/>
            <p:nvPr/>
          </p:nvSpPr>
          <p:spPr>
            <a:xfrm>
              <a:off x="2179" y="2437"/>
              <a:ext cx="16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4" name="Rectangle 56"/>
            <p:cNvSpPr/>
            <p:nvPr/>
          </p:nvSpPr>
          <p:spPr>
            <a:xfrm>
              <a:off x="1677" y="2437"/>
              <a:ext cx="40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mol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5" name="Rectangle 57"/>
            <p:cNvSpPr/>
            <p:nvPr/>
          </p:nvSpPr>
          <p:spPr>
            <a:xfrm>
              <a:off x="1549" y="2437"/>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6" name="Rectangle 58"/>
            <p:cNvSpPr/>
            <p:nvPr/>
          </p:nvSpPr>
          <p:spPr>
            <a:xfrm>
              <a:off x="1488" y="2437"/>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7" name="Rectangle 59"/>
            <p:cNvSpPr/>
            <p:nvPr/>
          </p:nvSpPr>
          <p:spPr>
            <a:xfrm>
              <a:off x="1364" y="2437"/>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8" name="Rectangle 60"/>
            <p:cNvSpPr/>
            <p:nvPr/>
          </p:nvSpPr>
          <p:spPr>
            <a:xfrm>
              <a:off x="4483"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9" name="Rectangle 61"/>
            <p:cNvSpPr/>
            <p:nvPr/>
          </p:nvSpPr>
          <p:spPr>
            <a:xfrm>
              <a:off x="4212"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0" name="Rectangle 62"/>
            <p:cNvSpPr/>
            <p:nvPr/>
          </p:nvSpPr>
          <p:spPr>
            <a:xfrm>
              <a:off x="3272" y="2029"/>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1" name="Rectangle 63"/>
            <p:cNvSpPr/>
            <p:nvPr/>
          </p:nvSpPr>
          <p:spPr>
            <a:xfrm>
              <a:off x="3202"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2" name="Rectangle 64"/>
            <p:cNvSpPr/>
            <p:nvPr/>
          </p:nvSpPr>
          <p:spPr>
            <a:xfrm>
              <a:off x="2758"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3" name="Rectangle 65"/>
            <p:cNvSpPr/>
            <p:nvPr/>
          </p:nvSpPr>
          <p:spPr>
            <a:xfrm>
              <a:off x="2497"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4" name="Rectangle 66"/>
            <p:cNvSpPr/>
            <p:nvPr/>
          </p:nvSpPr>
          <p:spPr>
            <a:xfrm>
              <a:off x="1556" y="2029"/>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5" name="Rectangle 67"/>
            <p:cNvSpPr/>
            <p:nvPr/>
          </p:nvSpPr>
          <p:spPr>
            <a:xfrm>
              <a:off x="1486"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6" name="Rectangle 68"/>
            <p:cNvSpPr/>
            <p:nvPr/>
          </p:nvSpPr>
          <p:spPr>
            <a:xfrm>
              <a:off x="1042"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7" name="Rectangle 69"/>
            <p:cNvSpPr/>
            <p:nvPr/>
          </p:nvSpPr>
          <p:spPr>
            <a:xfrm>
              <a:off x="572" y="2029"/>
              <a:ext cx="35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8" name="Rectangle 70"/>
            <p:cNvSpPr/>
            <p:nvPr/>
          </p:nvSpPr>
          <p:spPr>
            <a:xfrm>
              <a:off x="487" y="202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59" name="Rectangle 71"/>
            <p:cNvSpPr/>
            <p:nvPr/>
          </p:nvSpPr>
          <p:spPr>
            <a:xfrm>
              <a:off x="2383" y="241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0" name="Rectangle 72"/>
            <p:cNvSpPr/>
            <p:nvPr/>
          </p:nvSpPr>
          <p:spPr>
            <a:xfrm>
              <a:off x="4295" y="200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1" name="Rectangle 73"/>
            <p:cNvSpPr/>
            <p:nvPr/>
          </p:nvSpPr>
          <p:spPr>
            <a:xfrm>
              <a:off x="4113" y="218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2" name="Rectangle 74"/>
            <p:cNvSpPr/>
            <p:nvPr/>
          </p:nvSpPr>
          <p:spPr>
            <a:xfrm>
              <a:off x="2575" y="200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3" name="Rectangle 75"/>
            <p:cNvSpPr/>
            <p:nvPr/>
          </p:nvSpPr>
          <p:spPr>
            <a:xfrm>
              <a:off x="2397" y="218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4" name="Rectangle 76"/>
            <p:cNvSpPr/>
            <p:nvPr/>
          </p:nvSpPr>
          <p:spPr>
            <a:xfrm>
              <a:off x="2312" y="240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5" name="Rectangle 77"/>
            <p:cNvSpPr/>
            <p:nvPr/>
          </p:nvSpPr>
          <p:spPr>
            <a:xfrm>
              <a:off x="4374" y="199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6" name="Rectangle 78"/>
            <p:cNvSpPr/>
            <p:nvPr/>
          </p:nvSpPr>
          <p:spPr>
            <a:xfrm>
              <a:off x="2649" y="199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7" name="Rectangle 79"/>
            <p:cNvSpPr/>
            <p:nvPr/>
          </p:nvSpPr>
          <p:spPr>
            <a:xfrm>
              <a:off x="933" y="199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8" name="Rectangle 80"/>
            <p:cNvSpPr/>
            <p:nvPr/>
          </p:nvSpPr>
          <p:spPr>
            <a:xfrm>
              <a:off x="2086" y="2408"/>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69" name="Rectangle 81"/>
            <p:cNvSpPr/>
            <p:nvPr/>
          </p:nvSpPr>
          <p:spPr>
            <a:xfrm>
              <a:off x="1198" y="24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0" name="Rectangle 82"/>
            <p:cNvSpPr/>
            <p:nvPr/>
          </p:nvSpPr>
          <p:spPr>
            <a:xfrm>
              <a:off x="2897" y="2000"/>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1" name="Rectangle 83"/>
            <p:cNvSpPr/>
            <p:nvPr/>
          </p:nvSpPr>
          <p:spPr>
            <a:xfrm>
              <a:off x="1181" y="2000"/>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2" name="Rectangle 84"/>
            <p:cNvSpPr/>
            <p:nvPr/>
          </p:nvSpPr>
          <p:spPr>
            <a:xfrm>
              <a:off x="2434" y="2444"/>
              <a:ext cx="498"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时，</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0873" name="Rectangle 85"/>
            <p:cNvSpPr/>
            <p:nvPr/>
          </p:nvSpPr>
          <p:spPr>
            <a:xfrm>
              <a:off x="124" y="2036"/>
              <a:ext cx="248"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当</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0874" name="Rectangle 86"/>
            <p:cNvSpPr/>
            <p:nvPr/>
          </p:nvSpPr>
          <p:spPr>
            <a:xfrm>
              <a:off x="3086" y="2029"/>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5" name="Rectangle 87"/>
            <p:cNvSpPr/>
            <p:nvPr/>
          </p:nvSpPr>
          <p:spPr>
            <a:xfrm>
              <a:off x="1370" y="2029"/>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76" name="Rectangle 88"/>
            <p:cNvSpPr/>
            <p:nvPr/>
          </p:nvSpPr>
          <p:spPr>
            <a:xfrm>
              <a:off x="372" y="2029"/>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4" name="Group 89"/>
          <p:cNvGrpSpPr/>
          <p:nvPr/>
        </p:nvGrpSpPr>
        <p:grpSpPr>
          <a:xfrm>
            <a:off x="533400" y="1447800"/>
            <a:ext cx="6451600" cy="574675"/>
            <a:chOff x="395" y="88"/>
            <a:chExt cx="4064" cy="362"/>
          </a:xfrm>
        </p:grpSpPr>
        <p:sp>
          <p:nvSpPr>
            <p:cNvPr id="30824" name="Rectangle 90"/>
            <p:cNvSpPr/>
            <p:nvPr/>
          </p:nvSpPr>
          <p:spPr>
            <a:xfrm>
              <a:off x="4376" y="12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5" name="Rectangle 91"/>
            <p:cNvSpPr/>
            <p:nvPr/>
          </p:nvSpPr>
          <p:spPr>
            <a:xfrm>
              <a:off x="4137" y="124"/>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6" name="Rectangle 92"/>
            <p:cNvSpPr/>
            <p:nvPr/>
          </p:nvSpPr>
          <p:spPr>
            <a:xfrm>
              <a:off x="4052" y="12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7" name="Rectangle 93"/>
            <p:cNvSpPr/>
            <p:nvPr/>
          </p:nvSpPr>
          <p:spPr>
            <a:xfrm>
              <a:off x="3781" y="12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8" name="Rectangle 94"/>
            <p:cNvSpPr/>
            <p:nvPr/>
          </p:nvSpPr>
          <p:spPr>
            <a:xfrm>
              <a:off x="2840" y="124"/>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9" name="Rectangle 95"/>
            <p:cNvSpPr/>
            <p:nvPr/>
          </p:nvSpPr>
          <p:spPr>
            <a:xfrm>
              <a:off x="2446" y="12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0" name="Rectangle 96"/>
            <p:cNvSpPr/>
            <p:nvPr/>
          </p:nvSpPr>
          <p:spPr>
            <a:xfrm>
              <a:off x="2373" y="12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1" name="Rectangle 97"/>
            <p:cNvSpPr/>
            <p:nvPr/>
          </p:nvSpPr>
          <p:spPr>
            <a:xfrm>
              <a:off x="2134" y="124"/>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2" name="Rectangle 98"/>
            <p:cNvSpPr/>
            <p:nvPr/>
          </p:nvSpPr>
          <p:spPr>
            <a:xfrm>
              <a:off x="2049" y="12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3" name="Rectangle 99"/>
            <p:cNvSpPr/>
            <p:nvPr/>
          </p:nvSpPr>
          <p:spPr>
            <a:xfrm>
              <a:off x="1455" y="124"/>
              <a:ext cx="48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6CN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4" name="Rectangle 100"/>
            <p:cNvSpPr/>
            <p:nvPr/>
          </p:nvSpPr>
          <p:spPr>
            <a:xfrm>
              <a:off x="841" y="124"/>
              <a:ext cx="42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5" name="Rectangle 101"/>
            <p:cNvSpPr/>
            <p:nvPr/>
          </p:nvSpPr>
          <p:spPr>
            <a:xfrm>
              <a:off x="395" y="124"/>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6" name="Rectangle 102"/>
            <p:cNvSpPr/>
            <p:nvPr/>
          </p:nvSpPr>
          <p:spPr>
            <a:xfrm>
              <a:off x="3864" y="10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7" name="Rectangle 103"/>
            <p:cNvSpPr/>
            <p:nvPr/>
          </p:nvSpPr>
          <p:spPr>
            <a:xfrm>
              <a:off x="3682" y="27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8" name="Rectangle 104"/>
            <p:cNvSpPr/>
            <p:nvPr/>
          </p:nvSpPr>
          <p:spPr>
            <a:xfrm>
              <a:off x="652" y="10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39" name="Rectangle 105"/>
            <p:cNvSpPr/>
            <p:nvPr/>
          </p:nvSpPr>
          <p:spPr>
            <a:xfrm>
              <a:off x="3943" y="8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0" name="Rectangle 106"/>
            <p:cNvSpPr/>
            <p:nvPr/>
          </p:nvSpPr>
          <p:spPr>
            <a:xfrm>
              <a:off x="1940" y="8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1" name="Rectangle 107"/>
            <p:cNvSpPr/>
            <p:nvPr/>
          </p:nvSpPr>
          <p:spPr>
            <a:xfrm>
              <a:off x="730" y="8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42" name="Rectangle 108"/>
            <p:cNvSpPr/>
            <p:nvPr/>
          </p:nvSpPr>
          <p:spPr>
            <a:xfrm>
              <a:off x="1278" y="9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0729" name="Object 109"/>
            <p:cNvGraphicFramePr>
              <a:graphicFrameLocks/>
            </p:cNvGraphicFramePr>
            <p:nvPr/>
          </p:nvGraphicFramePr>
          <p:xfrm>
            <a:off x="2448" y="232"/>
            <a:ext cx="410" cy="129"/>
          </p:xfrm>
          <a:graphic>
            <a:graphicData uri="http://schemas.openxmlformats.org/presentationml/2006/ole">
              <p:oleObj spid="_x0000_s112648" r:id="rId8" imgW="650240" imgH="205740" progId="">
                <p:embed/>
              </p:oleObj>
            </a:graphicData>
          </a:graphic>
        </p:graphicFrame>
      </p:grpSp>
      <p:grpSp>
        <p:nvGrpSpPr>
          <p:cNvPr id="5" name="Group 110"/>
          <p:cNvGrpSpPr/>
          <p:nvPr/>
        </p:nvGrpSpPr>
        <p:grpSpPr>
          <a:xfrm>
            <a:off x="533400" y="2209800"/>
            <a:ext cx="7459663" cy="1084263"/>
            <a:chOff x="155" y="497"/>
            <a:chExt cx="4699" cy="683"/>
          </a:xfrm>
        </p:grpSpPr>
        <p:sp>
          <p:nvSpPr>
            <p:cNvPr id="30784" name="Line 111"/>
            <p:cNvSpPr/>
            <p:nvPr/>
          </p:nvSpPr>
          <p:spPr>
            <a:xfrm>
              <a:off x="2112" y="847"/>
              <a:ext cx="2742" cy="1"/>
            </a:xfrm>
            <a:prstGeom prst="line">
              <a:avLst/>
            </a:prstGeom>
            <a:ln w="15875" cap="flat" cmpd="sng">
              <a:solidFill>
                <a:srgbClr val="000000"/>
              </a:solidFill>
              <a:prstDash val="solid"/>
              <a:headEnd type="none" w="med" len="med"/>
              <a:tailEnd type="none" w="med" len="med"/>
            </a:ln>
          </p:spPr>
        </p:sp>
        <p:sp>
          <p:nvSpPr>
            <p:cNvPr id="30785" name="Rectangle 112"/>
            <p:cNvSpPr/>
            <p:nvPr/>
          </p:nvSpPr>
          <p:spPr>
            <a:xfrm>
              <a:off x="4665"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6" name="Rectangle 113"/>
            <p:cNvSpPr/>
            <p:nvPr/>
          </p:nvSpPr>
          <p:spPr>
            <a:xfrm>
              <a:off x="4294" y="882"/>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7" name="Rectangle 114"/>
            <p:cNvSpPr/>
            <p:nvPr/>
          </p:nvSpPr>
          <p:spPr>
            <a:xfrm>
              <a:off x="4174"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8" name="Rectangle 115"/>
            <p:cNvSpPr/>
            <p:nvPr/>
          </p:nvSpPr>
          <p:spPr>
            <a:xfrm>
              <a:off x="3704" y="882"/>
              <a:ext cx="35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9" name="Rectangle 116"/>
            <p:cNvSpPr/>
            <p:nvPr/>
          </p:nvSpPr>
          <p:spPr>
            <a:xfrm>
              <a:off x="3619"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0" name="Rectangle 117"/>
            <p:cNvSpPr/>
            <p:nvPr/>
          </p:nvSpPr>
          <p:spPr>
            <a:xfrm>
              <a:off x="3337" y="882"/>
              <a:ext cx="16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1" name="Rectangle 118"/>
            <p:cNvSpPr/>
            <p:nvPr/>
          </p:nvSpPr>
          <p:spPr>
            <a:xfrm>
              <a:off x="2966" y="882"/>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2" name="Rectangle 119"/>
            <p:cNvSpPr/>
            <p:nvPr/>
          </p:nvSpPr>
          <p:spPr>
            <a:xfrm>
              <a:off x="2846"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3" name="Rectangle 120"/>
            <p:cNvSpPr/>
            <p:nvPr/>
          </p:nvSpPr>
          <p:spPr>
            <a:xfrm>
              <a:off x="2399" y="882"/>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4" name="Rectangle 121"/>
            <p:cNvSpPr/>
            <p:nvPr/>
          </p:nvSpPr>
          <p:spPr>
            <a:xfrm>
              <a:off x="2311"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5" name="Rectangle 122"/>
            <p:cNvSpPr/>
            <p:nvPr/>
          </p:nvSpPr>
          <p:spPr>
            <a:xfrm>
              <a:off x="2110" y="88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6" name="Rectangle 123"/>
            <p:cNvSpPr/>
            <p:nvPr/>
          </p:nvSpPr>
          <p:spPr>
            <a:xfrm>
              <a:off x="4058" y="532"/>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7" name="Rectangle 124"/>
            <p:cNvSpPr/>
            <p:nvPr/>
          </p:nvSpPr>
          <p:spPr>
            <a:xfrm>
              <a:off x="3938" y="53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8" name="Rectangle 125"/>
            <p:cNvSpPr/>
            <p:nvPr/>
          </p:nvSpPr>
          <p:spPr>
            <a:xfrm>
              <a:off x="3668" y="53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99" name="Rectangle 126"/>
            <p:cNvSpPr/>
            <p:nvPr/>
          </p:nvSpPr>
          <p:spPr>
            <a:xfrm>
              <a:off x="2727" y="532"/>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0" name="Rectangle 127"/>
            <p:cNvSpPr/>
            <p:nvPr/>
          </p:nvSpPr>
          <p:spPr>
            <a:xfrm>
              <a:off x="2658" y="53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1" name="Rectangle 128"/>
            <p:cNvSpPr/>
            <p:nvPr/>
          </p:nvSpPr>
          <p:spPr>
            <a:xfrm>
              <a:off x="1777" y="68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2" name="Rectangle 129"/>
            <p:cNvSpPr/>
            <p:nvPr/>
          </p:nvSpPr>
          <p:spPr>
            <a:xfrm>
              <a:off x="1506" y="68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3" name="Rectangle 130"/>
            <p:cNvSpPr/>
            <p:nvPr/>
          </p:nvSpPr>
          <p:spPr>
            <a:xfrm>
              <a:off x="565" y="689"/>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4" name="Rectangle 131"/>
            <p:cNvSpPr/>
            <p:nvPr/>
          </p:nvSpPr>
          <p:spPr>
            <a:xfrm>
              <a:off x="496" y="689"/>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5" name="Rectangle 132"/>
            <p:cNvSpPr/>
            <p:nvPr/>
          </p:nvSpPr>
          <p:spPr>
            <a:xfrm>
              <a:off x="4745" y="86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6" name="Rectangle 133"/>
            <p:cNvSpPr/>
            <p:nvPr/>
          </p:nvSpPr>
          <p:spPr>
            <a:xfrm>
              <a:off x="2656" y="86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7" name="Rectangle 134"/>
            <p:cNvSpPr/>
            <p:nvPr/>
          </p:nvSpPr>
          <p:spPr>
            <a:xfrm>
              <a:off x="3751" y="51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8" name="Rectangle 135"/>
            <p:cNvSpPr/>
            <p:nvPr/>
          </p:nvSpPr>
          <p:spPr>
            <a:xfrm>
              <a:off x="3568" y="685"/>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09" name="Rectangle 136"/>
            <p:cNvSpPr/>
            <p:nvPr/>
          </p:nvSpPr>
          <p:spPr>
            <a:xfrm>
              <a:off x="1589" y="66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0" name="Rectangle 137"/>
            <p:cNvSpPr/>
            <p:nvPr/>
          </p:nvSpPr>
          <p:spPr>
            <a:xfrm>
              <a:off x="1406" y="84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1" name="Rectangle 138"/>
            <p:cNvSpPr/>
            <p:nvPr/>
          </p:nvSpPr>
          <p:spPr>
            <a:xfrm>
              <a:off x="334" y="842"/>
              <a:ext cx="4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2" name="Rectangle 139"/>
            <p:cNvSpPr/>
            <p:nvPr/>
          </p:nvSpPr>
          <p:spPr>
            <a:xfrm>
              <a:off x="4065" y="846"/>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3" name="Rectangle 140"/>
            <p:cNvSpPr/>
            <p:nvPr/>
          </p:nvSpPr>
          <p:spPr>
            <a:xfrm>
              <a:off x="2735" y="846"/>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4" name="Rectangle 141"/>
            <p:cNvSpPr/>
            <p:nvPr/>
          </p:nvSpPr>
          <p:spPr>
            <a:xfrm>
              <a:off x="3830" y="49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5" name="Rectangle 142"/>
            <p:cNvSpPr/>
            <p:nvPr/>
          </p:nvSpPr>
          <p:spPr>
            <a:xfrm>
              <a:off x="1668" y="65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6" name="Rectangle 143"/>
            <p:cNvSpPr/>
            <p:nvPr/>
          </p:nvSpPr>
          <p:spPr>
            <a:xfrm>
              <a:off x="1916" y="660"/>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7" name="Rectangle 144"/>
            <p:cNvSpPr/>
            <p:nvPr/>
          </p:nvSpPr>
          <p:spPr>
            <a:xfrm>
              <a:off x="4402" y="88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8" name="Rectangle 145"/>
            <p:cNvSpPr/>
            <p:nvPr/>
          </p:nvSpPr>
          <p:spPr>
            <a:xfrm>
              <a:off x="3503" y="88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19" name="Rectangle 146"/>
            <p:cNvSpPr/>
            <p:nvPr/>
          </p:nvSpPr>
          <p:spPr>
            <a:xfrm>
              <a:off x="3074" y="88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0" name="Rectangle 147"/>
            <p:cNvSpPr/>
            <p:nvPr/>
          </p:nvSpPr>
          <p:spPr>
            <a:xfrm>
              <a:off x="2195" y="88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1" name="Rectangle 148"/>
            <p:cNvSpPr/>
            <p:nvPr/>
          </p:nvSpPr>
          <p:spPr>
            <a:xfrm>
              <a:off x="4166" y="53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2" name="Rectangle 149"/>
            <p:cNvSpPr/>
            <p:nvPr/>
          </p:nvSpPr>
          <p:spPr>
            <a:xfrm>
              <a:off x="2542" y="532"/>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823" name="Rectangle 150"/>
            <p:cNvSpPr/>
            <p:nvPr/>
          </p:nvSpPr>
          <p:spPr>
            <a:xfrm>
              <a:off x="155" y="689"/>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0725" name="Object 151"/>
            <p:cNvGraphicFramePr>
              <a:graphicFrameLocks/>
            </p:cNvGraphicFramePr>
            <p:nvPr/>
          </p:nvGraphicFramePr>
          <p:xfrm>
            <a:off x="320" y="672"/>
            <a:ext cx="171" cy="168"/>
          </p:xfrm>
          <a:graphic>
            <a:graphicData uri="http://schemas.openxmlformats.org/presentationml/2006/ole">
              <p:oleObj spid="_x0000_s112647" r:id="rId9" imgW="20669250" imgH="13163550" progId="">
                <p:embed/>
              </p:oleObj>
            </a:graphicData>
          </a:graphic>
        </p:graphicFrame>
        <p:graphicFrame>
          <p:nvGraphicFramePr>
            <p:cNvPr id="30726" name="Object 152"/>
            <p:cNvGraphicFramePr>
              <a:graphicFrameLocks/>
            </p:cNvGraphicFramePr>
            <p:nvPr/>
          </p:nvGraphicFramePr>
          <p:xfrm>
            <a:off x="4264" y="568"/>
            <a:ext cx="171" cy="168"/>
          </p:xfrm>
          <a:graphic>
            <a:graphicData uri="http://schemas.openxmlformats.org/presentationml/2006/ole">
              <p:oleObj spid="_x0000_s112646" r:id="rId10" imgW="271780" imgH="266700" progId="">
                <p:embed/>
              </p:oleObj>
            </a:graphicData>
          </a:graphic>
        </p:graphicFrame>
        <p:graphicFrame>
          <p:nvGraphicFramePr>
            <p:cNvPr id="30727" name="Object 153"/>
            <p:cNvGraphicFramePr>
              <a:graphicFrameLocks/>
            </p:cNvGraphicFramePr>
            <p:nvPr/>
          </p:nvGraphicFramePr>
          <p:xfrm>
            <a:off x="3176" y="912"/>
            <a:ext cx="171" cy="168"/>
          </p:xfrm>
          <a:graphic>
            <a:graphicData uri="http://schemas.openxmlformats.org/presentationml/2006/ole">
              <p:oleObj spid="_x0000_s112645" r:id="rId11" imgW="271780" imgH="266700" progId="">
                <p:embed/>
              </p:oleObj>
            </a:graphicData>
          </a:graphic>
        </p:graphicFrame>
        <p:graphicFrame>
          <p:nvGraphicFramePr>
            <p:cNvPr id="30728" name="Object 154"/>
            <p:cNvGraphicFramePr>
              <a:graphicFrameLocks/>
            </p:cNvGraphicFramePr>
            <p:nvPr/>
          </p:nvGraphicFramePr>
          <p:xfrm>
            <a:off x="4504" y="912"/>
            <a:ext cx="171" cy="168"/>
          </p:xfrm>
          <a:graphic>
            <a:graphicData uri="http://schemas.openxmlformats.org/presentationml/2006/ole">
              <p:oleObj spid="_x0000_s112644" r:id="rId12" imgW="271780" imgH="266700" progId="">
                <p:embed/>
              </p:oleObj>
            </a:graphicData>
          </a:graphic>
        </p:graphicFrame>
      </p:grpSp>
      <p:grpSp>
        <p:nvGrpSpPr>
          <p:cNvPr id="6" name="Group 155"/>
          <p:cNvGrpSpPr/>
          <p:nvPr/>
        </p:nvGrpSpPr>
        <p:grpSpPr>
          <a:xfrm>
            <a:off x="0" y="3505200"/>
            <a:ext cx="8750300" cy="1084263"/>
            <a:chOff x="155" y="1245"/>
            <a:chExt cx="5512" cy="683"/>
          </a:xfrm>
        </p:grpSpPr>
        <p:sp>
          <p:nvSpPr>
            <p:cNvPr id="30740" name="Line 156"/>
            <p:cNvSpPr/>
            <p:nvPr/>
          </p:nvSpPr>
          <p:spPr>
            <a:xfrm>
              <a:off x="3342" y="1595"/>
              <a:ext cx="890" cy="1"/>
            </a:xfrm>
            <a:prstGeom prst="line">
              <a:avLst/>
            </a:prstGeom>
            <a:ln w="15875" cap="flat" cmpd="sng">
              <a:solidFill>
                <a:srgbClr val="000000"/>
              </a:solidFill>
              <a:prstDash val="solid"/>
              <a:headEnd type="none" w="med" len="med"/>
              <a:tailEnd type="none" w="med" len="med"/>
            </a:ln>
          </p:spPr>
        </p:sp>
        <p:sp>
          <p:nvSpPr>
            <p:cNvPr id="30741" name="Line 157"/>
            <p:cNvSpPr/>
            <p:nvPr/>
          </p:nvSpPr>
          <p:spPr>
            <a:xfrm>
              <a:off x="4503" y="1595"/>
              <a:ext cx="1164" cy="1"/>
            </a:xfrm>
            <a:prstGeom prst="line">
              <a:avLst/>
            </a:prstGeom>
            <a:ln w="15875" cap="flat" cmpd="sng">
              <a:solidFill>
                <a:srgbClr val="000000"/>
              </a:solidFill>
              <a:prstDash val="solid"/>
              <a:headEnd type="none" w="med" len="med"/>
              <a:tailEnd type="none" w="med" len="med"/>
            </a:ln>
          </p:spPr>
        </p:sp>
        <p:sp>
          <p:nvSpPr>
            <p:cNvPr id="30742" name="Rectangle 158"/>
            <p:cNvSpPr/>
            <p:nvPr/>
          </p:nvSpPr>
          <p:spPr>
            <a:xfrm>
              <a:off x="5282" y="1630"/>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3" name="Rectangle 159"/>
            <p:cNvSpPr/>
            <p:nvPr/>
          </p:nvSpPr>
          <p:spPr>
            <a:xfrm>
              <a:off x="5162" y="163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4" name="Rectangle 160"/>
            <p:cNvSpPr/>
            <p:nvPr/>
          </p:nvSpPr>
          <p:spPr>
            <a:xfrm>
              <a:off x="4725" y="1630"/>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5" name="Rectangle 161"/>
            <p:cNvSpPr/>
            <p:nvPr/>
          </p:nvSpPr>
          <p:spPr>
            <a:xfrm>
              <a:off x="4636" y="163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6" name="Rectangle 162"/>
            <p:cNvSpPr/>
            <p:nvPr/>
          </p:nvSpPr>
          <p:spPr>
            <a:xfrm>
              <a:off x="5287" y="1281"/>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7" name="Rectangle 163"/>
            <p:cNvSpPr/>
            <p:nvPr/>
          </p:nvSpPr>
          <p:spPr>
            <a:xfrm>
              <a:off x="5167" y="128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8" name="Rectangle 164"/>
            <p:cNvSpPr/>
            <p:nvPr/>
          </p:nvSpPr>
          <p:spPr>
            <a:xfrm>
              <a:off x="4720" y="1281"/>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49" name="Rectangle 165"/>
            <p:cNvSpPr/>
            <p:nvPr/>
          </p:nvSpPr>
          <p:spPr>
            <a:xfrm>
              <a:off x="4631" y="128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0" name="Rectangle 166"/>
            <p:cNvSpPr/>
            <p:nvPr/>
          </p:nvSpPr>
          <p:spPr>
            <a:xfrm>
              <a:off x="4271" y="1437"/>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1" name="Rectangle 167"/>
            <p:cNvSpPr/>
            <p:nvPr/>
          </p:nvSpPr>
          <p:spPr>
            <a:xfrm>
              <a:off x="4038" y="1281"/>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2" name="Rectangle 168"/>
            <p:cNvSpPr/>
            <p:nvPr/>
          </p:nvSpPr>
          <p:spPr>
            <a:xfrm>
              <a:off x="3540" y="1281"/>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3" name="Rectangle 169"/>
            <p:cNvSpPr/>
            <p:nvPr/>
          </p:nvSpPr>
          <p:spPr>
            <a:xfrm>
              <a:off x="3478" y="1281"/>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4" name="Rectangle 170"/>
            <p:cNvSpPr/>
            <p:nvPr/>
          </p:nvSpPr>
          <p:spPr>
            <a:xfrm>
              <a:off x="3355" y="1281"/>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5" name="Rectangle 171"/>
            <p:cNvSpPr/>
            <p:nvPr/>
          </p:nvSpPr>
          <p:spPr>
            <a:xfrm>
              <a:off x="3037" y="143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6" name="Rectangle 172"/>
            <p:cNvSpPr/>
            <p:nvPr/>
          </p:nvSpPr>
          <p:spPr>
            <a:xfrm>
              <a:off x="2520" y="1437"/>
              <a:ext cx="3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7" name="Rectangle 173"/>
            <p:cNvSpPr/>
            <p:nvPr/>
          </p:nvSpPr>
          <p:spPr>
            <a:xfrm>
              <a:off x="2094" y="1437"/>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8" name="Rectangle 174"/>
            <p:cNvSpPr/>
            <p:nvPr/>
          </p:nvSpPr>
          <p:spPr>
            <a:xfrm>
              <a:off x="2006" y="143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59" name="Rectangle 175"/>
            <p:cNvSpPr/>
            <p:nvPr/>
          </p:nvSpPr>
          <p:spPr>
            <a:xfrm>
              <a:off x="1352" y="143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0" name="Rectangle 176"/>
            <p:cNvSpPr/>
            <p:nvPr/>
          </p:nvSpPr>
          <p:spPr>
            <a:xfrm>
              <a:off x="836" y="1437"/>
              <a:ext cx="3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1" name="Rectangle 177"/>
            <p:cNvSpPr/>
            <p:nvPr/>
          </p:nvSpPr>
          <p:spPr>
            <a:xfrm>
              <a:off x="410" y="1437"/>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2" name="Rectangle 178"/>
            <p:cNvSpPr/>
            <p:nvPr/>
          </p:nvSpPr>
          <p:spPr>
            <a:xfrm>
              <a:off x="321" y="143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3" name="Rectangle 179"/>
            <p:cNvSpPr/>
            <p:nvPr/>
          </p:nvSpPr>
          <p:spPr>
            <a:xfrm>
              <a:off x="4977" y="161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4" name="Rectangle 180"/>
            <p:cNvSpPr/>
            <p:nvPr/>
          </p:nvSpPr>
          <p:spPr>
            <a:xfrm>
              <a:off x="4977" y="126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5" name="Rectangle 181"/>
            <p:cNvSpPr/>
            <p:nvPr/>
          </p:nvSpPr>
          <p:spPr>
            <a:xfrm>
              <a:off x="2847" y="141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6" name="Rectangle 182"/>
            <p:cNvSpPr/>
            <p:nvPr/>
          </p:nvSpPr>
          <p:spPr>
            <a:xfrm>
              <a:off x="2347" y="141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7" name="Rectangle 183"/>
            <p:cNvSpPr/>
            <p:nvPr/>
          </p:nvSpPr>
          <p:spPr>
            <a:xfrm>
              <a:off x="1163" y="141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8" name="Rectangle 184"/>
            <p:cNvSpPr/>
            <p:nvPr/>
          </p:nvSpPr>
          <p:spPr>
            <a:xfrm>
              <a:off x="662" y="141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69" name="Rectangle 185"/>
            <p:cNvSpPr/>
            <p:nvPr/>
          </p:nvSpPr>
          <p:spPr>
            <a:xfrm>
              <a:off x="5051" y="1594"/>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0" name="Rectangle 186"/>
            <p:cNvSpPr/>
            <p:nvPr/>
          </p:nvSpPr>
          <p:spPr>
            <a:xfrm>
              <a:off x="5056" y="124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1" name="Rectangle 187"/>
            <p:cNvSpPr/>
            <p:nvPr/>
          </p:nvSpPr>
          <p:spPr>
            <a:xfrm>
              <a:off x="2925" y="140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2" name="Rectangle 188"/>
            <p:cNvSpPr/>
            <p:nvPr/>
          </p:nvSpPr>
          <p:spPr>
            <a:xfrm>
              <a:off x="2421" y="140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3" name="Rectangle 189"/>
            <p:cNvSpPr/>
            <p:nvPr/>
          </p:nvSpPr>
          <p:spPr>
            <a:xfrm>
              <a:off x="1241" y="140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4" name="Rectangle 190"/>
            <p:cNvSpPr/>
            <p:nvPr/>
          </p:nvSpPr>
          <p:spPr>
            <a:xfrm>
              <a:off x="736" y="140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5" name="Rectangle 191"/>
            <p:cNvSpPr/>
            <p:nvPr/>
          </p:nvSpPr>
          <p:spPr>
            <a:xfrm>
              <a:off x="3160" y="14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6" name="Rectangle 192"/>
            <p:cNvSpPr/>
            <p:nvPr/>
          </p:nvSpPr>
          <p:spPr>
            <a:xfrm>
              <a:off x="1491" y="14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7" name="Rectangle 193"/>
            <p:cNvSpPr/>
            <p:nvPr/>
          </p:nvSpPr>
          <p:spPr>
            <a:xfrm>
              <a:off x="5390" y="1630"/>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8" name="Rectangle 194"/>
            <p:cNvSpPr/>
            <p:nvPr/>
          </p:nvSpPr>
          <p:spPr>
            <a:xfrm>
              <a:off x="4520" y="1630"/>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79" name="Rectangle 195"/>
            <p:cNvSpPr/>
            <p:nvPr/>
          </p:nvSpPr>
          <p:spPr>
            <a:xfrm>
              <a:off x="5395" y="1281"/>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0" name="Rectangle 196"/>
            <p:cNvSpPr/>
            <p:nvPr/>
          </p:nvSpPr>
          <p:spPr>
            <a:xfrm>
              <a:off x="4516" y="1281"/>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1" name="Rectangle 197"/>
            <p:cNvSpPr/>
            <p:nvPr/>
          </p:nvSpPr>
          <p:spPr>
            <a:xfrm>
              <a:off x="3710" y="1630"/>
              <a:ext cx="15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2" name="Rectangle 198"/>
            <p:cNvSpPr/>
            <p:nvPr/>
          </p:nvSpPr>
          <p:spPr>
            <a:xfrm>
              <a:off x="1692" y="143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0783" name="Rectangle 199"/>
            <p:cNvSpPr/>
            <p:nvPr/>
          </p:nvSpPr>
          <p:spPr>
            <a:xfrm>
              <a:off x="155" y="143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0722" name="Object 200"/>
            <p:cNvGraphicFramePr>
              <a:graphicFrameLocks/>
            </p:cNvGraphicFramePr>
            <p:nvPr/>
          </p:nvGraphicFramePr>
          <p:xfrm>
            <a:off x="1848" y="1424"/>
            <a:ext cx="171" cy="168"/>
          </p:xfrm>
          <a:graphic>
            <a:graphicData uri="http://schemas.openxmlformats.org/presentationml/2006/ole">
              <p:oleObj spid="_x0000_s112643" r:id="rId13" imgW="271780" imgH="266700" progId="">
                <p:embed/>
              </p:oleObj>
            </a:graphicData>
          </a:graphic>
        </p:graphicFrame>
        <p:graphicFrame>
          <p:nvGraphicFramePr>
            <p:cNvPr id="30723" name="Object 201"/>
            <p:cNvGraphicFramePr>
              <a:graphicFrameLocks/>
            </p:cNvGraphicFramePr>
            <p:nvPr/>
          </p:nvGraphicFramePr>
          <p:xfrm>
            <a:off x="5496" y="1304"/>
            <a:ext cx="171" cy="168"/>
          </p:xfrm>
          <a:graphic>
            <a:graphicData uri="http://schemas.openxmlformats.org/presentationml/2006/ole">
              <p:oleObj spid="_x0000_s112642" r:id="rId14" imgW="271780" imgH="266700" progId="">
                <p:embed/>
              </p:oleObj>
            </a:graphicData>
          </a:graphic>
        </p:graphicFrame>
        <p:graphicFrame>
          <p:nvGraphicFramePr>
            <p:cNvPr id="30724" name="Object 202"/>
            <p:cNvGraphicFramePr>
              <a:graphicFrameLocks/>
            </p:cNvGraphicFramePr>
            <p:nvPr/>
          </p:nvGraphicFramePr>
          <p:xfrm>
            <a:off x="5488" y="1648"/>
            <a:ext cx="171" cy="168"/>
          </p:xfrm>
          <a:graphic>
            <a:graphicData uri="http://schemas.openxmlformats.org/presentationml/2006/ole">
              <p:oleObj spid="_x0000_s112641" r:id="rId15" imgW="271780" imgH="2667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10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0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left)">
                                      <p:cBhvr>
                                        <p:cTn id="27"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8"/>
          <p:cNvGrpSpPr/>
          <p:nvPr/>
        </p:nvGrpSpPr>
        <p:grpSpPr>
          <a:xfrm>
            <a:off x="2000232" y="71414"/>
            <a:ext cx="4943475" cy="1071563"/>
            <a:chOff x="726" y="2808"/>
            <a:chExt cx="3114" cy="675"/>
          </a:xfrm>
        </p:grpSpPr>
        <p:sp>
          <p:nvSpPr>
            <p:cNvPr id="31880" name="Line 9"/>
            <p:cNvSpPr/>
            <p:nvPr/>
          </p:nvSpPr>
          <p:spPr>
            <a:xfrm>
              <a:off x="2110" y="3122"/>
              <a:ext cx="1730" cy="1"/>
            </a:xfrm>
            <a:prstGeom prst="line">
              <a:avLst/>
            </a:prstGeom>
            <a:ln w="15875" cap="flat" cmpd="sng">
              <a:solidFill>
                <a:srgbClr val="000000"/>
              </a:solidFill>
              <a:prstDash val="solid"/>
              <a:headEnd type="none" w="med" len="med"/>
              <a:tailEnd type="none" w="med" len="med"/>
            </a:ln>
          </p:spPr>
        </p:sp>
        <p:sp>
          <p:nvSpPr>
            <p:cNvPr id="31881" name="Rectangle 10"/>
            <p:cNvSpPr/>
            <p:nvPr/>
          </p:nvSpPr>
          <p:spPr>
            <a:xfrm>
              <a:off x="3746" y="315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2" name="Rectangle 11"/>
            <p:cNvSpPr/>
            <p:nvPr/>
          </p:nvSpPr>
          <p:spPr>
            <a:xfrm>
              <a:off x="3485" y="315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3" name="Rectangle 12"/>
            <p:cNvSpPr/>
            <p:nvPr/>
          </p:nvSpPr>
          <p:spPr>
            <a:xfrm>
              <a:off x="2544" y="3157"/>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4" name="Rectangle 13"/>
            <p:cNvSpPr/>
            <p:nvPr/>
          </p:nvSpPr>
          <p:spPr>
            <a:xfrm>
              <a:off x="2475" y="315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5" name="Rectangle 14"/>
            <p:cNvSpPr/>
            <p:nvPr/>
          </p:nvSpPr>
          <p:spPr>
            <a:xfrm>
              <a:off x="2913" y="2808"/>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6" name="Rectangle 15"/>
            <p:cNvSpPr/>
            <p:nvPr/>
          </p:nvSpPr>
          <p:spPr>
            <a:xfrm>
              <a:off x="1488" y="2964"/>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7" name="Rectangle 16"/>
            <p:cNvSpPr/>
            <p:nvPr/>
          </p:nvSpPr>
          <p:spPr>
            <a:xfrm>
              <a:off x="1368" y="296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8" name="Rectangle 17"/>
            <p:cNvSpPr/>
            <p:nvPr/>
          </p:nvSpPr>
          <p:spPr>
            <a:xfrm>
              <a:off x="930" y="2964"/>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89" name="Rectangle 18"/>
            <p:cNvSpPr/>
            <p:nvPr/>
          </p:nvSpPr>
          <p:spPr>
            <a:xfrm>
              <a:off x="841" y="296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0" name="Rectangle 19"/>
            <p:cNvSpPr/>
            <p:nvPr/>
          </p:nvSpPr>
          <p:spPr>
            <a:xfrm>
              <a:off x="3564" y="313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1" name="Rectangle 20"/>
            <p:cNvSpPr/>
            <p:nvPr/>
          </p:nvSpPr>
          <p:spPr>
            <a:xfrm>
              <a:off x="3385" y="331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2" name="Rectangle 21"/>
            <p:cNvSpPr/>
            <p:nvPr/>
          </p:nvSpPr>
          <p:spPr>
            <a:xfrm>
              <a:off x="2313" y="3310"/>
              <a:ext cx="4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3" name="Rectangle 22"/>
            <p:cNvSpPr/>
            <p:nvPr/>
          </p:nvSpPr>
          <p:spPr>
            <a:xfrm>
              <a:off x="1182" y="294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4" name="Rectangle 23"/>
            <p:cNvSpPr/>
            <p:nvPr/>
          </p:nvSpPr>
          <p:spPr>
            <a:xfrm>
              <a:off x="3638" y="312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5" name="Rectangle 24"/>
            <p:cNvSpPr/>
            <p:nvPr/>
          </p:nvSpPr>
          <p:spPr>
            <a:xfrm>
              <a:off x="1256" y="292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6" name="Rectangle 25"/>
            <p:cNvSpPr/>
            <p:nvPr/>
          </p:nvSpPr>
          <p:spPr>
            <a:xfrm>
              <a:off x="1913" y="293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7" name="Rectangle 26"/>
            <p:cNvSpPr/>
            <p:nvPr/>
          </p:nvSpPr>
          <p:spPr>
            <a:xfrm>
              <a:off x="2134" y="315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8" name="Rectangle 27"/>
            <p:cNvSpPr/>
            <p:nvPr/>
          </p:nvSpPr>
          <p:spPr>
            <a:xfrm>
              <a:off x="1596" y="2964"/>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99" name="Rectangle 28"/>
            <p:cNvSpPr/>
            <p:nvPr/>
          </p:nvSpPr>
          <p:spPr>
            <a:xfrm>
              <a:off x="726" y="2964"/>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1752" name="Object 29"/>
            <p:cNvGraphicFramePr>
              <a:graphicFrameLocks/>
            </p:cNvGraphicFramePr>
            <p:nvPr/>
          </p:nvGraphicFramePr>
          <p:xfrm>
            <a:off x="1712" y="2992"/>
            <a:ext cx="171" cy="168"/>
          </p:xfrm>
          <a:graphic>
            <a:graphicData uri="http://schemas.openxmlformats.org/presentationml/2006/ole">
              <p:oleObj spid="_x0000_s114696" r:id="rId4" imgW="271780" imgH="266700" progId="">
                <p:embed/>
              </p:oleObj>
            </a:graphicData>
          </a:graphic>
        </p:graphicFrame>
        <p:graphicFrame>
          <p:nvGraphicFramePr>
            <p:cNvPr id="31753" name="Object 30"/>
            <p:cNvGraphicFramePr>
              <a:graphicFrameLocks/>
            </p:cNvGraphicFramePr>
            <p:nvPr/>
          </p:nvGraphicFramePr>
          <p:xfrm>
            <a:off x="2304" y="3144"/>
            <a:ext cx="171" cy="168"/>
          </p:xfrm>
          <a:graphic>
            <a:graphicData uri="http://schemas.openxmlformats.org/presentationml/2006/ole">
              <p:oleObj spid="_x0000_s114695" r:id="rId5" imgW="271780" imgH="266700" progId="">
                <p:embed/>
              </p:oleObj>
            </a:graphicData>
          </a:graphic>
        </p:graphicFrame>
      </p:grpSp>
      <p:grpSp>
        <p:nvGrpSpPr>
          <p:cNvPr id="3" name="Group 31"/>
          <p:cNvGrpSpPr/>
          <p:nvPr/>
        </p:nvGrpSpPr>
        <p:grpSpPr>
          <a:xfrm>
            <a:off x="2228832" y="1138214"/>
            <a:ext cx="4972050" cy="1071563"/>
            <a:chOff x="708" y="3534"/>
            <a:chExt cx="3132" cy="675"/>
          </a:xfrm>
        </p:grpSpPr>
        <p:sp>
          <p:nvSpPr>
            <p:cNvPr id="31860" name="Line 32"/>
            <p:cNvSpPr/>
            <p:nvPr/>
          </p:nvSpPr>
          <p:spPr>
            <a:xfrm>
              <a:off x="2101" y="3848"/>
              <a:ext cx="1739" cy="1"/>
            </a:xfrm>
            <a:prstGeom prst="line">
              <a:avLst/>
            </a:prstGeom>
            <a:ln w="15875" cap="flat" cmpd="sng">
              <a:solidFill>
                <a:srgbClr val="000000"/>
              </a:solidFill>
              <a:prstDash val="solid"/>
              <a:headEnd type="none" w="med" len="med"/>
              <a:tailEnd type="none" w="med" len="med"/>
            </a:ln>
          </p:spPr>
        </p:sp>
        <p:sp>
          <p:nvSpPr>
            <p:cNvPr id="31861" name="Rectangle 33"/>
            <p:cNvSpPr/>
            <p:nvPr/>
          </p:nvSpPr>
          <p:spPr>
            <a:xfrm>
              <a:off x="3747" y="388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2" name="Rectangle 34"/>
            <p:cNvSpPr/>
            <p:nvPr/>
          </p:nvSpPr>
          <p:spPr>
            <a:xfrm>
              <a:off x="3476" y="388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3" name="Rectangle 35"/>
            <p:cNvSpPr/>
            <p:nvPr/>
          </p:nvSpPr>
          <p:spPr>
            <a:xfrm>
              <a:off x="2535" y="3883"/>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4" name="Rectangle 36"/>
            <p:cNvSpPr/>
            <p:nvPr/>
          </p:nvSpPr>
          <p:spPr>
            <a:xfrm>
              <a:off x="2466" y="388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5" name="Rectangle 37"/>
            <p:cNvSpPr/>
            <p:nvPr/>
          </p:nvSpPr>
          <p:spPr>
            <a:xfrm>
              <a:off x="2909" y="35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6" name="Rectangle 38"/>
            <p:cNvSpPr/>
            <p:nvPr/>
          </p:nvSpPr>
          <p:spPr>
            <a:xfrm>
              <a:off x="1479" y="3690"/>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7" name="Rectangle 39"/>
            <p:cNvSpPr/>
            <p:nvPr/>
          </p:nvSpPr>
          <p:spPr>
            <a:xfrm>
              <a:off x="1359" y="369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8" name="Rectangle 40"/>
            <p:cNvSpPr/>
            <p:nvPr/>
          </p:nvSpPr>
          <p:spPr>
            <a:xfrm>
              <a:off x="912" y="3690"/>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69" name="Rectangle 41"/>
            <p:cNvSpPr/>
            <p:nvPr/>
          </p:nvSpPr>
          <p:spPr>
            <a:xfrm>
              <a:off x="823" y="369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0" name="Rectangle 42"/>
            <p:cNvSpPr/>
            <p:nvPr/>
          </p:nvSpPr>
          <p:spPr>
            <a:xfrm>
              <a:off x="3559" y="386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1" name="Rectangle 43"/>
            <p:cNvSpPr/>
            <p:nvPr/>
          </p:nvSpPr>
          <p:spPr>
            <a:xfrm>
              <a:off x="3376" y="403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2" name="Rectangle 44"/>
            <p:cNvSpPr/>
            <p:nvPr/>
          </p:nvSpPr>
          <p:spPr>
            <a:xfrm>
              <a:off x="2304" y="4036"/>
              <a:ext cx="4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3" name="Rectangle 45"/>
            <p:cNvSpPr/>
            <p:nvPr/>
          </p:nvSpPr>
          <p:spPr>
            <a:xfrm>
              <a:off x="1169" y="367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4" name="Rectangle 46"/>
            <p:cNvSpPr/>
            <p:nvPr/>
          </p:nvSpPr>
          <p:spPr>
            <a:xfrm>
              <a:off x="3638" y="384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5" name="Rectangle 47"/>
            <p:cNvSpPr/>
            <p:nvPr/>
          </p:nvSpPr>
          <p:spPr>
            <a:xfrm>
              <a:off x="1247" y="3654"/>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6" name="Rectangle 48"/>
            <p:cNvSpPr/>
            <p:nvPr/>
          </p:nvSpPr>
          <p:spPr>
            <a:xfrm>
              <a:off x="1904" y="3661"/>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7" name="Rectangle 49"/>
            <p:cNvSpPr/>
            <p:nvPr/>
          </p:nvSpPr>
          <p:spPr>
            <a:xfrm>
              <a:off x="2125" y="3883"/>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8" name="Rectangle 50"/>
            <p:cNvSpPr/>
            <p:nvPr/>
          </p:nvSpPr>
          <p:spPr>
            <a:xfrm>
              <a:off x="1587" y="3690"/>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79" name="Rectangle 51"/>
            <p:cNvSpPr/>
            <p:nvPr/>
          </p:nvSpPr>
          <p:spPr>
            <a:xfrm>
              <a:off x="708" y="3690"/>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1750" name="Object 52"/>
            <p:cNvGraphicFramePr>
              <a:graphicFrameLocks/>
            </p:cNvGraphicFramePr>
            <p:nvPr/>
          </p:nvGraphicFramePr>
          <p:xfrm>
            <a:off x="1702" y="3736"/>
            <a:ext cx="171" cy="168"/>
          </p:xfrm>
          <a:graphic>
            <a:graphicData uri="http://schemas.openxmlformats.org/presentationml/2006/ole">
              <p:oleObj spid="_x0000_s114694" r:id="rId6" imgW="271780" imgH="266700" progId="">
                <p:embed/>
              </p:oleObj>
            </a:graphicData>
          </a:graphic>
        </p:graphicFrame>
        <p:graphicFrame>
          <p:nvGraphicFramePr>
            <p:cNvPr id="31751" name="Object 53"/>
            <p:cNvGraphicFramePr>
              <a:graphicFrameLocks/>
            </p:cNvGraphicFramePr>
            <p:nvPr/>
          </p:nvGraphicFramePr>
          <p:xfrm>
            <a:off x="2296" y="3864"/>
            <a:ext cx="171" cy="168"/>
          </p:xfrm>
          <a:graphic>
            <a:graphicData uri="http://schemas.openxmlformats.org/presentationml/2006/ole">
              <p:oleObj spid="_x0000_s114693" r:id="rId7" imgW="271780" imgH="266700" progId="">
                <p:embed/>
              </p:oleObj>
            </a:graphicData>
          </a:graphic>
        </p:graphicFrame>
      </p:grpSp>
      <p:grpSp>
        <p:nvGrpSpPr>
          <p:cNvPr id="4" name="Group 55"/>
          <p:cNvGrpSpPr/>
          <p:nvPr/>
        </p:nvGrpSpPr>
        <p:grpSpPr>
          <a:xfrm>
            <a:off x="6115032" y="3957614"/>
            <a:ext cx="1676400" cy="533400"/>
            <a:chOff x="1076" y="1789"/>
            <a:chExt cx="801" cy="249"/>
          </a:xfrm>
        </p:grpSpPr>
        <p:sp>
          <p:nvSpPr>
            <p:cNvPr id="31858" name="Rectangle 56"/>
            <p:cNvSpPr/>
            <p:nvPr/>
          </p:nvSpPr>
          <p:spPr>
            <a:xfrm>
              <a:off x="1264" y="1817"/>
              <a:ext cx="613" cy="221"/>
            </a:xfrm>
            <a:prstGeom prst="rect">
              <a:avLst/>
            </a:prstGeom>
            <a:noFill/>
            <a:ln w="9525">
              <a:noFill/>
            </a:ln>
          </p:spPr>
          <p:txBody>
            <a:bodyPr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0.36V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9" name="Rectangle 57"/>
            <p:cNvSpPr/>
            <p:nvPr/>
          </p:nvSpPr>
          <p:spPr>
            <a:xfrm>
              <a:off x="1076" y="1789"/>
              <a:ext cx="103" cy="221"/>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5" name="Group 58"/>
          <p:cNvGrpSpPr/>
          <p:nvPr/>
        </p:nvGrpSpPr>
        <p:grpSpPr>
          <a:xfrm>
            <a:off x="857232" y="3729014"/>
            <a:ext cx="4997450" cy="1063625"/>
            <a:chOff x="1076" y="1159"/>
            <a:chExt cx="3148" cy="670"/>
          </a:xfrm>
        </p:grpSpPr>
        <p:sp>
          <p:nvSpPr>
            <p:cNvPr id="31840" name="Line 59"/>
            <p:cNvSpPr/>
            <p:nvPr/>
          </p:nvSpPr>
          <p:spPr>
            <a:xfrm>
              <a:off x="3301" y="1492"/>
              <a:ext cx="923" cy="1"/>
            </a:xfrm>
            <a:prstGeom prst="line">
              <a:avLst/>
            </a:prstGeom>
            <a:ln w="15875" cap="flat" cmpd="sng">
              <a:solidFill>
                <a:srgbClr val="000000"/>
              </a:solidFill>
              <a:prstDash val="solid"/>
              <a:headEnd type="none" w="med" len="med"/>
              <a:tailEnd type="none" w="med" len="med"/>
            </a:ln>
          </p:spPr>
        </p:sp>
        <p:sp>
          <p:nvSpPr>
            <p:cNvPr id="31841" name="Rectangle 60"/>
            <p:cNvSpPr/>
            <p:nvPr/>
          </p:nvSpPr>
          <p:spPr>
            <a:xfrm>
              <a:off x="3791" y="1527"/>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2" name="Rectangle 61"/>
            <p:cNvSpPr/>
            <p:nvPr/>
          </p:nvSpPr>
          <p:spPr>
            <a:xfrm>
              <a:off x="3502" y="1527"/>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3" name="Rectangle 62"/>
            <p:cNvSpPr/>
            <p:nvPr/>
          </p:nvSpPr>
          <p:spPr>
            <a:xfrm>
              <a:off x="3441" y="1527"/>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4" name="Rectangle 63"/>
            <p:cNvSpPr/>
            <p:nvPr/>
          </p:nvSpPr>
          <p:spPr>
            <a:xfrm>
              <a:off x="3318" y="1527"/>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5" name="Rectangle 64"/>
            <p:cNvSpPr/>
            <p:nvPr/>
          </p:nvSpPr>
          <p:spPr>
            <a:xfrm>
              <a:off x="3782" y="1179"/>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6" name="Rectangle 65"/>
            <p:cNvSpPr/>
            <p:nvPr/>
          </p:nvSpPr>
          <p:spPr>
            <a:xfrm>
              <a:off x="3329" y="1179"/>
              <a:ext cx="31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4.1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7" name="Rectangle 66"/>
            <p:cNvSpPr/>
            <p:nvPr/>
          </p:nvSpPr>
          <p:spPr>
            <a:xfrm>
              <a:off x="2894" y="1334"/>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8" name="Rectangle 67"/>
            <p:cNvSpPr/>
            <p:nvPr/>
          </p:nvSpPr>
          <p:spPr>
            <a:xfrm>
              <a:off x="2398" y="1334"/>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49" name="Rectangle 68"/>
            <p:cNvSpPr/>
            <p:nvPr/>
          </p:nvSpPr>
          <p:spPr>
            <a:xfrm>
              <a:off x="2336" y="133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0" name="Rectangle 69"/>
            <p:cNvSpPr/>
            <p:nvPr/>
          </p:nvSpPr>
          <p:spPr>
            <a:xfrm>
              <a:off x="2213" y="13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1" name="Rectangle 70"/>
            <p:cNvSpPr/>
            <p:nvPr/>
          </p:nvSpPr>
          <p:spPr>
            <a:xfrm>
              <a:off x="1264" y="1334"/>
              <a:ext cx="73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0.769V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2" name="Rectangle 71"/>
            <p:cNvSpPr/>
            <p:nvPr/>
          </p:nvSpPr>
          <p:spPr>
            <a:xfrm>
              <a:off x="4046" y="1506"/>
              <a:ext cx="144"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45</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3" name="Rectangle 72"/>
            <p:cNvSpPr/>
            <p:nvPr/>
          </p:nvSpPr>
          <p:spPr>
            <a:xfrm>
              <a:off x="4033" y="1159"/>
              <a:ext cx="144"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52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4" name="Rectangle 73"/>
            <p:cNvSpPr/>
            <p:nvPr/>
          </p:nvSpPr>
          <p:spPr>
            <a:xfrm>
              <a:off x="3600" y="1531"/>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5" name="Rectangle 74"/>
            <p:cNvSpPr/>
            <p:nvPr/>
          </p:nvSpPr>
          <p:spPr>
            <a:xfrm>
              <a:off x="3584" y="1175"/>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6" name="Rectangle 75"/>
            <p:cNvSpPr/>
            <p:nvPr/>
          </p:nvSpPr>
          <p:spPr>
            <a:xfrm>
              <a:off x="2040" y="130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57" name="Rectangle 76"/>
            <p:cNvSpPr/>
            <p:nvPr/>
          </p:nvSpPr>
          <p:spPr>
            <a:xfrm>
              <a:off x="1076" y="130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6" name="Group 77"/>
          <p:cNvGrpSpPr/>
          <p:nvPr/>
        </p:nvGrpSpPr>
        <p:grpSpPr>
          <a:xfrm>
            <a:off x="247632" y="2052614"/>
            <a:ext cx="3195638" cy="539750"/>
            <a:chOff x="531" y="92"/>
            <a:chExt cx="2013" cy="340"/>
          </a:xfrm>
        </p:grpSpPr>
        <p:sp>
          <p:nvSpPr>
            <p:cNvPr id="31830" name="Rectangle 78"/>
            <p:cNvSpPr/>
            <p:nvPr/>
          </p:nvSpPr>
          <p:spPr>
            <a:xfrm>
              <a:off x="2461" y="12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1" name="Rectangle 79"/>
            <p:cNvSpPr/>
            <p:nvPr/>
          </p:nvSpPr>
          <p:spPr>
            <a:xfrm>
              <a:off x="1947" y="127"/>
              <a:ext cx="3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2" name="Rectangle 80"/>
            <p:cNvSpPr/>
            <p:nvPr/>
          </p:nvSpPr>
          <p:spPr>
            <a:xfrm>
              <a:off x="1523" y="127"/>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3" name="Rectangle 81"/>
            <p:cNvSpPr/>
            <p:nvPr/>
          </p:nvSpPr>
          <p:spPr>
            <a:xfrm>
              <a:off x="1435" y="127"/>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4" name="Rectangle 82"/>
            <p:cNvSpPr/>
            <p:nvPr/>
          </p:nvSpPr>
          <p:spPr>
            <a:xfrm>
              <a:off x="2272" y="10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5" name="Rectangle 83"/>
            <p:cNvSpPr/>
            <p:nvPr/>
          </p:nvSpPr>
          <p:spPr>
            <a:xfrm>
              <a:off x="1774" y="10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6" name="Rectangle 84"/>
            <p:cNvSpPr/>
            <p:nvPr/>
          </p:nvSpPr>
          <p:spPr>
            <a:xfrm>
              <a:off x="2350" y="92"/>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7" name="Rectangle 85"/>
            <p:cNvSpPr/>
            <p:nvPr/>
          </p:nvSpPr>
          <p:spPr>
            <a:xfrm>
              <a:off x="1848" y="92"/>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38" name="Rectangle 86"/>
            <p:cNvSpPr/>
            <p:nvPr/>
          </p:nvSpPr>
          <p:spPr>
            <a:xfrm>
              <a:off x="531" y="134"/>
              <a:ext cx="747"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所以，</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1839" name="Rectangle 87"/>
            <p:cNvSpPr/>
            <p:nvPr/>
          </p:nvSpPr>
          <p:spPr>
            <a:xfrm>
              <a:off x="1269" y="127"/>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7" name="Group 88"/>
          <p:cNvGrpSpPr/>
          <p:nvPr/>
        </p:nvGrpSpPr>
        <p:grpSpPr>
          <a:xfrm>
            <a:off x="857232" y="2586014"/>
            <a:ext cx="7507288" cy="1123950"/>
            <a:chOff x="1076" y="414"/>
            <a:chExt cx="4729" cy="708"/>
          </a:xfrm>
        </p:grpSpPr>
        <p:sp>
          <p:nvSpPr>
            <p:cNvPr id="31793" name="Line 89"/>
            <p:cNvSpPr/>
            <p:nvPr/>
          </p:nvSpPr>
          <p:spPr>
            <a:xfrm>
              <a:off x="2917" y="763"/>
              <a:ext cx="887" cy="1"/>
            </a:xfrm>
            <a:prstGeom prst="line">
              <a:avLst/>
            </a:prstGeom>
            <a:ln w="15875" cap="flat" cmpd="sng">
              <a:solidFill>
                <a:srgbClr val="000000"/>
              </a:solidFill>
              <a:prstDash val="solid"/>
              <a:headEnd type="none" w="med" len="med"/>
              <a:tailEnd type="none" w="med" len="med"/>
            </a:ln>
          </p:spPr>
        </p:sp>
        <p:sp>
          <p:nvSpPr>
            <p:cNvPr id="31794" name="Line 90"/>
            <p:cNvSpPr/>
            <p:nvPr/>
          </p:nvSpPr>
          <p:spPr>
            <a:xfrm>
              <a:off x="4073" y="763"/>
              <a:ext cx="1732" cy="1"/>
            </a:xfrm>
            <a:prstGeom prst="line">
              <a:avLst/>
            </a:prstGeom>
            <a:ln w="15875" cap="flat" cmpd="sng">
              <a:solidFill>
                <a:srgbClr val="000000"/>
              </a:solidFill>
              <a:prstDash val="solid"/>
              <a:headEnd type="none" w="med" len="med"/>
              <a:tailEnd type="none" w="med" len="med"/>
            </a:ln>
          </p:spPr>
        </p:sp>
        <p:sp>
          <p:nvSpPr>
            <p:cNvPr id="31795" name="Rectangle 91"/>
            <p:cNvSpPr/>
            <p:nvPr/>
          </p:nvSpPr>
          <p:spPr>
            <a:xfrm>
              <a:off x="5711" y="79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6" name="Rectangle 92"/>
            <p:cNvSpPr/>
            <p:nvPr/>
          </p:nvSpPr>
          <p:spPr>
            <a:xfrm>
              <a:off x="5442" y="79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7" name="Rectangle 93"/>
            <p:cNvSpPr/>
            <p:nvPr/>
          </p:nvSpPr>
          <p:spPr>
            <a:xfrm>
              <a:off x="4506" y="798"/>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8" name="Rectangle 94"/>
            <p:cNvSpPr/>
            <p:nvPr/>
          </p:nvSpPr>
          <p:spPr>
            <a:xfrm>
              <a:off x="4436" y="79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9" name="Rectangle 95"/>
            <p:cNvSpPr/>
            <p:nvPr/>
          </p:nvSpPr>
          <p:spPr>
            <a:xfrm>
              <a:off x="5707" y="45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0" name="Rectangle 96"/>
            <p:cNvSpPr/>
            <p:nvPr/>
          </p:nvSpPr>
          <p:spPr>
            <a:xfrm>
              <a:off x="5447" y="45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1" name="Rectangle 97"/>
            <p:cNvSpPr/>
            <p:nvPr/>
          </p:nvSpPr>
          <p:spPr>
            <a:xfrm>
              <a:off x="4510" y="450"/>
              <a:ext cx="86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2" name="Rectangle 98"/>
            <p:cNvSpPr/>
            <p:nvPr/>
          </p:nvSpPr>
          <p:spPr>
            <a:xfrm>
              <a:off x="4441" y="450"/>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3" name="Rectangle 99"/>
            <p:cNvSpPr/>
            <p:nvPr/>
          </p:nvSpPr>
          <p:spPr>
            <a:xfrm>
              <a:off x="3843" y="605"/>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4" name="Rectangle 100"/>
            <p:cNvSpPr/>
            <p:nvPr/>
          </p:nvSpPr>
          <p:spPr>
            <a:xfrm>
              <a:off x="3611" y="450"/>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5" name="Rectangle 101"/>
            <p:cNvSpPr/>
            <p:nvPr/>
          </p:nvSpPr>
          <p:spPr>
            <a:xfrm>
              <a:off x="3115" y="450"/>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6" name="Rectangle 102"/>
            <p:cNvSpPr/>
            <p:nvPr/>
          </p:nvSpPr>
          <p:spPr>
            <a:xfrm>
              <a:off x="3053" y="450"/>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7" name="Rectangle 103"/>
            <p:cNvSpPr/>
            <p:nvPr/>
          </p:nvSpPr>
          <p:spPr>
            <a:xfrm>
              <a:off x="2930" y="450"/>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8" name="Rectangle 104"/>
            <p:cNvSpPr/>
            <p:nvPr/>
          </p:nvSpPr>
          <p:spPr>
            <a:xfrm>
              <a:off x="2614" y="60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09" name="Rectangle 105"/>
            <p:cNvSpPr/>
            <p:nvPr/>
          </p:nvSpPr>
          <p:spPr>
            <a:xfrm>
              <a:off x="2100" y="605"/>
              <a:ext cx="3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0" name="Rectangle 106"/>
            <p:cNvSpPr/>
            <p:nvPr/>
          </p:nvSpPr>
          <p:spPr>
            <a:xfrm>
              <a:off x="1676" y="605"/>
              <a:ext cx="2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1" name="Rectangle 107"/>
            <p:cNvSpPr/>
            <p:nvPr/>
          </p:nvSpPr>
          <p:spPr>
            <a:xfrm>
              <a:off x="1588" y="60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2" name="Rectangle 108"/>
            <p:cNvSpPr/>
            <p:nvPr/>
          </p:nvSpPr>
          <p:spPr>
            <a:xfrm>
              <a:off x="5525" y="77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3" name="Rectangle 109"/>
            <p:cNvSpPr/>
            <p:nvPr/>
          </p:nvSpPr>
          <p:spPr>
            <a:xfrm>
              <a:off x="5343" y="94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4" name="Rectangle 110"/>
            <p:cNvSpPr/>
            <p:nvPr/>
          </p:nvSpPr>
          <p:spPr>
            <a:xfrm>
              <a:off x="4276" y="949"/>
              <a:ext cx="4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5" name="Rectangle 111"/>
            <p:cNvSpPr/>
            <p:nvPr/>
          </p:nvSpPr>
          <p:spPr>
            <a:xfrm>
              <a:off x="5525" y="42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6" name="Rectangle 112"/>
            <p:cNvSpPr/>
            <p:nvPr/>
          </p:nvSpPr>
          <p:spPr>
            <a:xfrm>
              <a:off x="5347" y="60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7" name="Rectangle 113"/>
            <p:cNvSpPr/>
            <p:nvPr/>
          </p:nvSpPr>
          <p:spPr>
            <a:xfrm>
              <a:off x="4280" y="601"/>
              <a:ext cx="4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8" name="Rectangle 114"/>
            <p:cNvSpPr/>
            <p:nvPr/>
          </p:nvSpPr>
          <p:spPr>
            <a:xfrm>
              <a:off x="2425" y="585"/>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19" name="Rectangle 115"/>
            <p:cNvSpPr/>
            <p:nvPr/>
          </p:nvSpPr>
          <p:spPr>
            <a:xfrm>
              <a:off x="1927" y="585"/>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0" name="Rectangle 116"/>
            <p:cNvSpPr/>
            <p:nvPr/>
          </p:nvSpPr>
          <p:spPr>
            <a:xfrm>
              <a:off x="5603" y="762"/>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1" name="Rectangle 117"/>
            <p:cNvSpPr/>
            <p:nvPr/>
          </p:nvSpPr>
          <p:spPr>
            <a:xfrm>
              <a:off x="5598" y="414"/>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2" name="Rectangle 118"/>
            <p:cNvSpPr/>
            <p:nvPr/>
          </p:nvSpPr>
          <p:spPr>
            <a:xfrm>
              <a:off x="2503" y="570"/>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3" name="Rectangle 119"/>
            <p:cNvSpPr/>
            <p:nvPr/>
          </p:nvSpPr>
          <p:spPr>
            <a:xfrm>
              <a:off x="2001" y="570"/>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4" name="Rectangle 120"/>
            <p:cNvSpPr/>
            <p:nvPr/>
          </p:nvSpPr>
          <p:spPr>
            <a:xfrm>
              <a:off x="2737" y="57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5" name="Rectangle 121"/>
            <p:cNvSpPr/>
            <p:nvPr/>
          </p:nvSpPr>
          <p:spPr>
            <a:xfrm>
              <a:off x="1076" y="57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6" name="Rectangle 122"/>
            <p:cNvSpPr/>
            <p:nvPr/>
          </p:nvSpPr>
          <p:spPr>
            <a:xfrm>
              <a:off x="4097" y="798"/>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7" name="Rectangle 123"/>
            <p:cNvSpPr/>
            <p:nvPr/>
          </p:nvSpPr>
          <p:spPr>
            <a:xfrm>
              <a:off x="4102" y="450"/>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8" name="Rectangle 124"/>
            <p:cNvSpPr/>
            <p:nvPr/>
          </p:nvSpPr>
          <p:spPr>
            <a:xfrm>
              <a:off x="3284" y="798"/>
              <a:ext cx="15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829" name="Rectangle 125"/>
            <p:cNvSpPr/>
            <p:nvPr/>
          </p:nvSpPr>
          <p:spPr>
            <a:xfrm>
              <a:off x="1276" y="605"/>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1747" name="Object 126"/>
            <p:cNvGraphicFramePr>
              <a:graphicFrameLocks/>
            </p:cNvGraphicFramePr>
            <p:nvPr/>
          </p:nvGraphicFramePr>
          <p:xfrm>
            <a:off x="1432" y="592"/>
            <a:ext cx="171" cy="168"/>
          </p:xfrm>
          <a:graphic>
            <a:graphicData uri="http://schemas.openxmlformats.org/presentationml/2006/ole">
              <p:oleObj spid="_x0000_s114692" r:id="rId8" imgW="271780" imgH="266700" progId="">
                <p:embed/>
              </p:oleObj>
            </a:graphicData>
          </a:graphic>
        </p:graphicFrame>
        <p:graphicFrame>
          <p:nvGraphicFramePr>
            <p:cNvPr id="31748" name="Object 127"/>
            <p:cNvGraphicFramePr>
              <a:graphicFrameLocks/>
            </p:cNvGraphicFramePr>
            <p:nvPr/>
          </p:nvGraphicFramePr>
          <p:xfrm>
            <a:off x="4280" y="432"/>
            <a:ext cx="171" cy="168"/>
          </p:xfrm>
          <a:graphic>
            <a:graphicData uri="http://schemas.openxmlformats.org/presentationml/2006/ole">
              <p:oleObj spid="_x0000_s114691" r:id="rId9" imgW="271780" imgH="266700" progId="">
                <p:embed/>
              </p:oleObj>
            </a:graphicData>
          </a:graphic>
        </p:graphicFrame>
        <p:graphicFrame>
          <p:nvGraphicFramePr>
            <p:cNvPr id="31749" name="Object 128"/>
            <p:cNvGraphicFramePr>
              <a:graphicFrameLocks/>
            </p:cNvGraphicFramePr>
            <p:nvPr/>
          </p:nvGraphicFramePr>
          <p:xfrm>
            <a:off x="4264" y="776"/>
            <a:ext cx="171" cy="168"/>
          </p:xfrm>
          <a:graphic>
            <a:graphicData uri="http://schemas.openxmlformats.org/presentationml/2006/ole">
              <p:oleObj spid="_x0000_s114690" r:id="rId10" imgW="271780" imgH="266700" progId="">
                <p:embed/>
              </p:oleObj>
            </a:graphicData>
          </a:graphic>
        </p:graphicFrame>
      </p:grpSp>
      <p:sp>
        <p:nvSpPr>
          <p:cNvPr id="31760" name="Rectangle 129"/>
          <p:cNvSpPr/>
          <p:nvPr/>
        </p:nvSpPr>
        <p:spPr>
          <a:xfrm>
            <a:off x="323832" y="909614"/>
            <a:ext cx="974725" cy="565150"/>
          </a:xfrm>
          <a:prstGeom prst="rect">
            <a:avLst/>
          </a:prstGeom>
          <a:noFill/>
          <a:ln w="9525">
            <a:noFill/>
          </a:ln>
        </p:spPr>
        <p:txBody>
          <a:bodyPr wrap="none">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因为</a:t>
            </a:r>
          </a:p>
        </p:txBody>
      </p:sp>
      <p:sp>
        <p:nvSpPr>
          <p:cNvPr id="111746" name="Rectangle 130"/>
          <p:cNvSpPr/>
          <p:nvPr/>
        </p:nvSpPr>
        <p:spPr>
          <a:xfrm>
            <a:off x="400032" y="4643414"/>
            <a:ext cx="2767013" cy="473075"/>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在这种条件下，</a:t>
            </a:r>
            <a:endParaRPr lang="zh-CN" altLang="en-US" sz="1800" i="0" dirty="0">
              <a:solidFill>
                <a:srgbClr val="336600"/>
              </a:solidFill>
              <a:latin typeface="Arial" panose="020B0604020202020204" pitchFamily="34" charset="0"/>
              <a:ea typeface="宋体" panose="02010600030101010101" pitchFamily="2" charset="-122"/>
            </a:endParaRPr>
          </a:p>
        </p:txBody>
      </p:sp>
      <p:grpSp>
        <p:nvGrpSpPr>
          <p:cNvPr id="8" name="Group 131"/>
          <p:cNvGrpSpPr/>
          <p:nvPr/>
        </p:nvGrpSpPr>
        <p:grpSpPr>
          <a:xfrm>
            <a:off x="247632" y="5329214"/>
            <a:ext cx="8691563" cy="571500"/>
            <a:chOff x="161" y="2513"/>
            <a:chExt cx="5349" cy="360"/>
          </a:xfrm>
        </p:grpSpPr>
        <p:sp>
          <p:nvSpPr>
            <p:cNvPr id="31764" name="Rectangle 132"/>
            <p:cNvSpPr/>
            <p:nvPr/>
          </p:nvSpPr>
          <p:spPr>
            <a:xfrm>
              <a:off x="5335" y="2549"/>
              <a:ext cx="1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65" name="Rectangle 133"/>
            <p:cNvSpPr/>
            <p:nvPr/>
          </p:nvSpPr>
          <p:spPr>
            <a:xfrm>
              <a:off x="5085" y="2549"/>
              <a:ext cx="24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36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66" name="Rectangle 134"/>
            <p:cNvSpPr/>
            <p:nvPr/>
          </p:nvSpPr>
          <p:spPr>
            <a:xfrm>
              <a:off x="5024" y="2549"/>
              <a:ext cx="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67" name="Rectangle 135"/>
            <p:cNvSpPr/>
            <p:nvPr/>
          </p:nvSpPr>
          <p:spPr>
            <a:xfrm>
              <a:off x="4901" y="2549"/>
              <a:ext cx="12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68" name="Rectangle 136"/>
            <p:cNvSpPr/>
            <p:nvPr/>
          </p:nvSpPr>
          <p:spPr>
            <a:xfrm>
              <a:off x="4574" y="2549"/>
              <a:ext cx="8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69" name="Rectangle 137"/>
            <p:cNvSpPr/>
            <p:nvPr/>
          </p:nvSpPr>
          <p:spPr>
            <a:xfrm>
              <a:off x="4305" y="2549"/>
              <a:ext cx="8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0" name="Rectangle 138"/>
            <p:cNvSpPr/>
            <p:nvPr/>
          </p:nvSpPr>
          <p:spPr>
            <a:xfrm>
              <a:off x="3368" y="2549"/>
              <a:ext cx="8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1" name="Rectangle 139"/>
            <p:cNvSpPr/>
            <p:nvPr/>
          </p:nvSpPr>
          <p:spPr>
            <a:xfrm>
              <a:off x="3303" y="2549"/>
              <a:ext cx="6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2" name="Rectangle 140"/>
            <p:cNvSpPr/>
            <p:nvPr/>
          </p:nvSpPr>
          <p:spPr>
            <a:xfrm>
              <a:off x="3008" y="2549"/>
              <a:ext cx="8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3" name="Rectangle 141"/>
            <p:cNvSpPr/>
            <p:nvPr/>
          </p:nvSpPr>
          <p:spPr>
            <a:xfrm>
              <a:off x="2072" y="2549"/>
              <a:ext cx="8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[Fe(CN)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4" name="Rectangle 142"/>
            <p:cNvSpPr/>
            <p:nvPr/>
          </p:nvSpPr>
          <p:spPr>
            <a:xfrm>
              <a:off x="2003" y="2549"/>
              <a:ext cx="8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5" name="Rectangle 143"/>
            <p:cNvSpPr/>
            <p:nvPr/>
          </p:nvSpPr>
          <p:spPr>
            <a:xfrm>
              <a:off x="1352" y="2549"/>
              <a:ext cx="8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6" name="Rectangle 144"/>
            <p:cNvSpPr/>
            <p:nvPr/>
          </p:nvSpPr>
          <p:spPr>
            <a:xfrm>
              <a:off x="839" y="2549"/>
              <a:ext cx="32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7" name="Rectangle 145"/>
            <p:cNvSpPr/>
            <p:nvPr/>
          </p:nvSpPr>
          <p:spPr>
            <a:xfrm>
              <a:off x="415" y="2549"/>
              <a:ext cx="25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8" name="Rectangle 146"/>
            <p:cNvSpPr/>
            <p:nvPr/>
          </p:nvSpPr>
          <p:spPr>
            <a:xfrm>
              <a:off x="326" y="2549"/>
              <a:ext cx="8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79" name="Rectangle 147"/>
            <p:cNvSpPr/>
            <p:nvPr/>
          </p:nvSpPr>
          <p:spPr>
            <a:xfrm>
              <a:off x="4388" y="2528"/>
              <a:ext cx="71"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0" name="Rectangle 148"/>
            <p:cNvSpPr/>
            <p:nvPr/>
          </p:nvSpPr>
          <p:spPr>
            <a:xfrm>
              <a:off x="4206" y="2700"/>
              <a:ext cx="6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1" name="Rectangle 149"/>
            <p:cNvSpPr/>
            <p:nvPr/>
          </p:nvSpPr>
          <p:spPr>
            <a:xfrm>
              <a:off x="3087" y="2528"/>
              <a:ext cx="70"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2" name="Rectangle 150"/>
            <p:cNvSpPr/>
            <p:nvPr/>
          </p:nvSpPr>
          <p:spPr>
            <a:xfrm>
              <a:off x="2909" y="2700"/>
              <a:ext cx="71"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6</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3" name="Rectangle 151"/>
            <p:cNvSpPr/>
            <p:nvPr/>
          </p:nvSpPr>
          <p:spPr>
            <a:xfrm>
              <a:off x="1163" y="2528"/>
              <a:ext cx="71"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4" name="Rectangle 152"/>
            <p:cNvSpPr/>
            <p:nvPr/>
          </p:nvSpPr>
          <p:spPr>
            <a:xfrm>
              <a:off x="666" y="2528"/>
              <a:ext cx="6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5" name="Rectangle 153"/>
            <p:cNvSpPr/>
            <p:nvPr/>
          </p:nvSpPr>
          <p:spPr>
            <a:xfrm>
              <a:off x="4466" y="2513"/>
              <a:ext cx="7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6" name="Rectangle 154"/>
            <p:cNvSpPr/>
            <p:nvPr/>
          </p:nvSpPr>
          <p:spPr>
            <a:xfrm>
              <a:off x="3160" y="2513"/>
              <a:ext cx="77"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7" name="Rectangle 155"/>
            <p:cNvSpPr/>
            <p:nvPr/>
          </p:nvSpPr>
          <p:spPr>
            <a:xfrm>
              <a:off x="1242" y="2513"/>
              <a:ext cx="7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8" name="Rectangle 156"/>
            <p:cNvSpPr/>
            <p:nvPr/>
          </p:nvSpPr>
          <p:spPr>
            <a:xfrm>
              <a:off x="739" y="2513"/>
              <a:ext cx="78"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89" name="Rectangle 157"/>
            <p:cNvSpPr/>
            <p:nvPr/>
          </p:nvSpPr>
          <p:spPr>
            <a:xfrm>
              <a:off x="4712" y="2521"/>
              <a:ext cx="13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0" name="Rectangle 158"/>
            <p:cNvSpPr/>
            <p:nvPr/>
          </p:nvSpPr>
          <p:spPr>
            <a:xfrm>
              <a:off x="1491" y="2521"/>
              <a:ext cx="13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1" name="Rectangle 159"/>
            <p:cNvSpPr/>
            <p:nvPr/>
          </p:nvSpPr>
          <p:spPr>
            <a:xfrm>
              <a:off x="1691" y="2549"/>
              <a:ext cx="16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1792" name="Rectangle 160"/>
            <p:cNvSpPr/>
            <p:nvPr/>
          </p:nvSpPr>
          <p:spPr>
            <a:xfrm>
              <a:off x="161" y="2549"/>
              <a:ext cx="16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1746" name="Object 161"/>
            <p:cNvGraphicFramePr>
              <a:graphicFrameLocks/>
            </p:cNvGraphicFramePr>
            <p:nvPr/>
          </p:nvGraphicFramePr>
          <p:xfrm>
            <a:off x="1848" y="2528"/>
            <a:ext cx="171" cy="168"/>
          </p:xfrm>
          <a:graphic>
            <a:graphicData uri="http://schemas.openxmlformats.org/presentationml/2006/ole">
              <p:oleObj spid="_x0000_s114689" r:id="rId11" imgW="271780" imgH="2667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10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10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11746"/>
                                        </p:tgtEl>
                                        <p:attrNameLst>
                                          <p:attrName>style.visibility</p:attrName>
                                        </p:attrNameLst>
                                      </p:cBhvr>
                                      <p:to>
                                        <p:strVal val="visible"/>
                                      </p:to>
                                    </p:set>
                                    <p:animEffect transition="in" filter="wipe(left)">
                                      <p:cBhvr>
                                        <p:cTn id="37" dur="1000"/>
                                        <p:tgtEl>
                                          <p:spTgt spid="11174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746" grpId="0"/>
    </p:bld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7"/>
          <p:cNvGrpSpPr/>
          <p:nvPr/>
        </p:nvGrpSpPr>
        <p:grpSpPr>
          <a:xfrm>
            <a:off x="533400" y="3038452"/>
            <a:ext cx="7532688" cy="596900"/>
            <a:chOff x="553" y="2370"/>
            <a:chExt cx="4358" cy="376"/>
          </a:xfrm>
        </p:grpSpPr>
        <p:sp>
          <p:nvSpPr>
            <p:cNvPr id="32832" name="Rectangle 8"/>
            <p:cNvSpPr/>
            <p:nvPr/>
          </p:nvSpPr>
          <p:spPr>
            <a:xfrm>
              <a:off x="4853" y="2406"/>
              <a:ext cx="5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3" name="Rectangle 9"/>
            <p:cNvSpPr/>
            <p:nvPr/>
          </p:nvSpPr>
          <p:spPr>
            <a:xfrm>
              <a:off x="4639" y="2406"/>
              <a:ext cx="10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4" name="Rectangle 10"/>
            <p:cNvSpPr/>
            <p:nvPr/>
          </p:nvSpPr>
          <p:spPr>
            <a:xfrm>
              <a:off x="4328" y="2406"/>
              <a:ext cx="7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5" name="Rectangle 11"/>
            <p:cNvSpPr/>
            <p:nvPr/>
          </p:nvSpPr>
          <p:spPr>
            <a:xfrm>
              <a:off x="4084" y="2406"/>
              <a:ext cx="24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6" name="Rectangle 12"/>
            <p:cNvSpPr/>
            <p:nvPr/>
          </p:nvSpPr>
          <p:spPr>
            <a:xfrm>
              <a:off x="3996" y="2406"/>
              <a:ext cx="7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7" name="Rectangle 13"/>
            <p:cNvSpPr/>
            <p:nvPr/>
          </p:nvSpPr>
          <p:spPr>
            <a:xfrm>
              <a:off x="3648" y="2406"/>
              <a:ext cx="23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8" name="Rectangle 14"/>
            <p:cNvSpPr/>
            <p:nvPr/>
          </p:nvSpPr>
          <p:spPr>
            <a:xfrm>
              <a:off x="3337" y="2406"/>
              <a:ext cx="7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9" name="Rectangle 15"/>
            <p:cNvSpPr/>
            <p:nvPr/>
          </p:nvSpPr>
          <p:spPr>
            <a:xfrm>
              <a:off x="3093" y="2406"/>
              <a:ext cx="24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0" name="Rectangle 16"/>
            <p:cNvSpPr/>
            <p:nvPr/>
          </p:nvSpPr>
          <p:spPr>
            <a:xfrm>
              <a:off x="3005" y="2406"/>
              <a:ext cx="7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1" name="Rectangle 17"/>
            <p:cNvSpPr/>
            <p:nvPr/>
          </p:nvSpPr>
          <p:spPr>
            <a:xfrm>
              <a:off x="2730" y="2406"/>
              <a:ext cx="7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2" name="Rectangle 18"/>
            <p:cNvSpPr/>
            <p:nvPr/>
          </p:nvSpPr>
          <p:spPr>
            <a:xfrm>
              <a:off x="1895" y="2406"/>
              <a:ext cx="73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Cu(NH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3" name="Rectangle 19"/>
            <p:cNvSpPr/>
            <p:nvPr/>
          </p:nvSpPr>
          <p:spPr>
            <a:xfrm>
              <a:off x="1781" y="2406"/>
              <a:ext cx="11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4" name="Rectangle 20"/>
            <p:cNvSpPr/>
            <p:nvPr/>
          </p:nvSpPr>
          <p:spPr>
            <a:xfrm>
              <a:off x="1159" y="2406"/>
              <a:ext cx="17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5" name="Rectangle 21"/>
            <p:cNvSpPr/>
            <p:nvPr/>
          </p:nvSpPr>
          <p:spPr>
            <a:xfrm>
              <a:off x="553" y="2406"/>
              <a:ext cx="5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6" name="Rectangle 22"/>
            <p:cNvSpPr/>
            <p:nvPr/>
          </p:nvSpPr>
          <p:spPr>
            <a:xfrm>
              <a:off x="2820" y="2386"/>
              <a:ext cx="70"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7" name="Rectangle 23"/>
            <p:cNvSpPr/>
            <p:nvPr/>
          </p:nvSpPr>
          <p:spPr>
            <a:xfrm>
              <a:off x="2820" y="2564"/>
              <a:ext cx="70"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8" name="Rectangle 24"/>
            <p:cNvSpPr/>
            <p:nvPr/>
          </p:nvSpPr>
          <p:spPr>
            <a:xfrm>
              <a:off x="2638" y="2564"/>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49" name="Rectangle 25"/>
            <p:cNvSpPr/>
            <p:nvPr/>
          </p:nvSpPr>
          <p:spPr>
            <a:xfrm>
              <a:off x="1305" y="2414"/>
              <a:ext cx="472"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已知</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850" name="Rectangle 26"/>
            <p:cNvSpPr/>
            <p:nvPr/>
          </p:nvSpPr>
          <p:spPr>
            <a:xfrm>
              <a:off x="596" y="2414"/>
              <a:ext cx="708" cy="307"/>
            </a:xfrm>
            <a:prstGeom prst="rect">
              <a:avLst/>
            </a:prstGeom>
            <a:noFill/>
            <a:ln w="9525">
              <a:noFill/>
            </a:ln>
          </p:spPr>
          <p:txBody>
            <a:bodyPr wrap="none" lIns="0" tIns="0" rIns="0" bIns="0">
              <a:spAutoFit/>
            </a:bodyPr>
            <a:lstStyle/>
            <a:p>
              <a:pPr>
                <a:spcBef>
                  <a:spcPct val="0"/>
                </a:spcBef>
              </a:pPr>
              <a:r>
                <a:rPr lang="zh-CN" altLang="en-US" sz="3200" i="0" dirty="0">
                  <a:latin typeface="宋体" panose="02010600030101010101" pitchFamily="2" charset="-122"/>
                  <a:ea typeface="宋体" panose="02010600030101010101" pitchFamily="2" charset="-122"/>
                </a:rPr>
                <a:t>思考</a:t>
              </a:r>
              <a:r>
                <a:rPr lang="zh-CN" altLang="en-US" sz="3200" i="0" dirty="0">
                  <a:solidFill>
                    <a:srgbClr val="336600"/>
                  </a:solidFill>
                  <a:latin typeface="宋体" panose="02010600030101010101" pitchFamily="2" charset="-122"/>
                  <a:ea typeface="宋体" panose="02010600030101010101" pitchFamily="2" charset="-122"/>
                </a:rPr>
                <a:t>：</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851" name="Rectangle 27"/>
            <p:cNvSpPr/>
            <p:nvPr/>
          </p:nvSpPr>
          <p:spPr>
            <a:xfrm>
              <a:off x="4759" y="241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52" name="Rectangle 28"/>
            <p:cNvSpPr/>
            <p:nvPr/>
          </p:nvSpPr>
          <p:spPr>
            <a:xfrm>
              <a:off x="3891" y="237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53" name="Rectangle 29"/>
            <p:cNvSpPr/>
            <p:nvPr/>
          </p:nvSpPr>
          <p:spPr>
            <a:xfrm>
              <a:off x="2898" y="2370"/>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54" name="Rectangle 30"/>
            <p:cNvSpPr/>
            <p:nvPr/>
          </p:nvSpPr>
          <p:spPr>
            <a:xfrm>
              <a:off x="4457" y="2377"/>
              <a:ext cx="12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55" name="Rectangle 31"/>
            <p:cNvSpPr/>
            <p:nvPr/>
          </p:nvSpPr>
          <p:spPr>
            <a:xfrm>
              <a:off x="3466" y="2377"/>
              <a:ext cx="12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sp>
        <p:nvSpPr>
          <p:cNvPr id="113696" name="Text Box 32"/>
          <p:cNvSpPr txBox="1"/>
          <p:nvPr/>
        </p:nvSpPr>
        <p:spPr>
          <a:xfrm>
            <a:off x="609600" y="219052"/>
            <a:ext cx="1752600" cy="579438"/>
          </a:xfrm>
          <a:prstGeom prst="rect">
            <a:avLst/>
          </a:prstGeom>
          <a:gradFill rotWithShape="1">
            <a:gsLst>
              <a:gs pos="0">
                <a:srgbClr val="000076"/>
              </a:gs>
              <a:gs pos="50000">
                <a:srgbClr val="0000FF"/>
              </a:gs>
              <a:gs pos="100000">
                <a:srgbClr val="000076"/>
              </a:gs>
            </a:gsLst>
            <a:lin ang="5400000" scaled="1"/>
            <a:tileRect/>
          </a:gradFill>
          <a:ln w="9525">
            <a:noFill/>
          </a:ln>
        </p:spPr>
        <p:txBody>
          <a:bodyPr>
            <a:spAutoFit/>
          </a:bodyPr>
          <a:lstStyle/>
          <a:p>
            <a:r>
              <a:rPr lang="en-US" altLang="zh-CN" sz="3200" i="0" dirty="0">
                <a:solidFill>
                  <a:schemeClr val="tx1"/>
                </a:solidFill>
                <a:latin typeface="Times New Roman" panose="02020603050405020304" pitchFamily="18" charset="0"/>
                <a:ea typeface="宋体" panose="02010600030101010101" pitchFamily="2" charset="-122"/>
              </a:rPr>
              <a:t> </a:t>
            </a:r>
            <a:r>
              <a:rPr lang="zh-CN" altLang="en-US" sz="3200" i="0" dirty="0">
                <a:solidFill>
                  <a:srgbClr val="FF0000"/>
                </a:solidFill>
                <a:latin typeface="Times New Roman" panose="02020603050405020304" pitchFamily="18" charset="0"/>
                <a:ea typeface="宋体" panose="02010600030101010101" pitchFamily="2" charset="-122"/>
              </a:rPr>
              <a:t>小结：</a:t>
            </a:r>
          </a:p>
        </p:txBody>
      </p:sp>
      <p:sp>
        <p:nvSpPr>
          <p:cNvPr id="113697" name="Rectangle 33"/>
          <p:cNvSpPr/>
          <p:nvPr/>
        </p:nvSpPr>
        <p:spPr>
          <a:xfrm>
            <a:off x="2743200" y="142852"/>
            <a:ext cx="5181600" cy="1160463"/>
          </a:xfrm>
          <a:prstGeom prst="rect">
            <a:avLst/>
          </a:prstGeom>
          <a:noFill/>
          <a:ln w="9525">
            <a:noFill/>
          </a:ln>
        </p:spPr>
        <p:txBody>
          <a:bodyPr>
            <a:spAutoFit/>
          </a:bodyPr>
          <a:lstStyle/>
          <a:p>
            <a:r>
              <a:rPr lang="zh-CN" altLang="en-US" dirty="0">
                <a:solidFill>
                  <a:srgbClr val="0000CC"/>
                </a:solidFill>
                <a:latin typeface="Times New Roman" panose="02020603050405020304" pitchFamily="18" charset="0"/>
              </a:rPr>
              <a:t>氧化型形成配合物，</a:t>
            </a:r>
            <a:r>
              <a:rPr lang="en-US" altLang="zh-CN" dirty="0">
                <a:solidFill>
                  <a:srgbClr val="0000CC"/>
                </a:solidFill>
                <a:latin typeface="Times New Roman" panose="02020603050405020304" pitchFamily="18" charset="0"/>
              </a:rPr>
              <a:t>E ↓</a:t>
            </a:r>
            <a:r>
              <a:rPr lang="zh-CN" altLang="en-US" dirty="0">
                <a:solidFill>
                  <a:srgbClr val="0000CC"/>
                </a:solidFill>
                <a:latin typeface="Times New Roman" panose="02020603050405020304" pitchFamily="18" charset="0"/>
              </a:rPr>
              <a:t>，</a:t>
            </a:r>
          </a:p>
          <a:p>
            <a:r>
              <a:rPr lang="zh-CN" altLang="en-US" dirty="0">
                <a:solidFill>
                  <a:srgbClr val="0000CC"/>
                </a:solidFill>
                <a:latin typeface="Times New Roman" panose="02020603050405020304" pitchFamily="18" charset="0"/>
              </a:rPr>
              <a:t>还原型形成配合物， </a:t>
            </a:r>
            <a:r>
              <a:rPr lang="en-US" altLang="zh-CN" dirty="0">
                <a:solidFill>
                  <a:srgbClr val="0000CC"/>
                </a:solidFill>
                <a:latin typeface="Times New Roman" panose="02020603050405020304" pitchFamily="18" charset="0"/>
              </a:rPr>
              <a:t>E ↑</a:t>
            </a:r>
            <a:r>
              <a:rPr lang="zh-CN" altLang="en-US" dirty="0">
                <a:solidFill>
                  <a:srgbClr val="0000CC"/>
                </a:solidFill>
                <a:latin typeface="Times New Roman" panose="02020603050405020304" pitchFamily="18" charset="0"/>
              </a:rPr>
              <a:t>，</a:t>
            </a:r>
          </a:p>
        </p:txBody>
      </p:sp>
      <p:grpSp>
        <p:nvGrpSpPr>
          <p:cNvPr id="3" name="Group 39"/>
          <p:cNvGrpSpPr/>
          <p:nvPr/>
        </p:nvGrpSpPr>
        <p:grpSpPr>
          <a:xfrm>
            <a:off x="4267200" y="3648052"/>
            <a:ext cx="3922713" cy="585788"/>
            <a:chOff x="3072" y="2765"/>
            <a:chExt cx="2471" cy="369"/>
          </a:xfrm>
        </p:grpSpPr>
        <p:sp>
          <p:nvSpPr>
            <p:cNvPr id="32823" name="Rectangle 40"/>
            <p:cNvSpPr/>
            <p:nvPr/>
          </p:nvSpPr>
          <p:spPr>
            <a:xfrm>
              <a:off x="5458" y="2794"/>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nvGrpSpPr>
            <p:cNvPr id="32824" name="Group 41"/>
            <p:cNvGrpSpPr/>
            <p:nvPr/>
          </p:nvGrpSpPr>
          <p:grpSpPr>
            <a:xfrm>
              <a:off x="3072" y="2765"/>
              <a:ext cx="2387" cy="369"/>
              <a:chOff x="3184" y="2765"/>
              <a:chExt cx="2387" cy="369"/>
            </a:xfrm>
          </p:grpSpPr>
          <p:sp>
            <p:nvSpPr>
              <p:cNvPr id="32825" name="Rectangle 42"/>
              <p:cNvSpPr/>
              <p:nvPr/>
            </p:nvSpPr>
            <p:spPr>
              <a:xfrm>
                <a:off x="5301" y="2794"/>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6" name="Rectangle 43"/>
              <p:cNvSpPr/>
              <p:nvPr/>
            </p:nvSpPr>
            <p:spPr>
              <a:xfrm>
                <a:off x="5214" y="2794"/>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7" name="Rectangle 44"/>
              <p:cNvSpPr/>
              <p:nvPr/>
            </p:nvSpPr>
            <p:spPr>
              <a:xfrm>
                <a:off x="4629" y="2794"/>
                <a:ext cx="512"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4NH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8" name="Rectangle 45"/>
              <p:cNvSpPr/>
              <p:nvPr/>
            </p:nvSpPr>
            <p:spPr>
              <a:xfrm>
                <a:off x="3617" y="2794"/>
                <a:ext cx="85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CuCl(s)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9" name="Rectangle 46"/>
              <p:cNvSpPr/>
              <p:nvPr/>
            </p:nvSpPr>
            <p:spPr>
              <a:xfrm>
                <a:off x="3565" y="2794"/>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0" name="Rectangle 47"/>
              <p:cNvSpPr/>
              <p:nvPr/>
            </p:nvSpPr>
            <p:spPr>
              <a:xfrm>
                <a:off x="5125" y="2952"/>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31" name="Rectangle 48"/>
              <p:cNvSpPr/>
              <p:nvPr/>
            </p:nvSpPr>
            <p:spPr>
              <a:xfrm>
                <a:off x="4445" y="2765"/>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2774" name="Object 49"/>
              <p:cNvGraphicFramePr>
                <a:graphicFrameLocks/>
              </p:cNvGraphicFramePr>
              <p:nvPr/>
            </p:nvGraphicFramePr>
            <p:xfrm>
              <a:off x="3184" y="2888"/>
              <a:ext cx="410" cy="129"/>
            </p:xfrm>
            <a:graphic>
              <a:graphicData uri="http://schemas.openxmlformats.org/presentationml/2006/ole">
                <p:oleObj spid="_x0000_s116741" r:id="rId4" imgW="650240" imgH="205740" progId="">
                  <p:embed/>
                </p:oleObj>
              </a:graphicData>
            </a:graphic>
          </p:graphicFrame>
        </p:grpSp>
      </p:grpSp>
      <p:grpSp>
        <p:nvGrpSpPr>
          <p:cNvPr id="5" name="Group 50"/>
          <p:cNvGrpSpPr/>
          <p:nvPr/>
        </p:nvGrpSpPr>
        <p:grpSpPr>
          <a:xfrm>
            <a:off x="246063" y="4333852"/>
            <a:ext cx="8897937" cy="598488"/>
            <a:chOff x="544" y="3112"/>
            <a:chExt cx="5063" cy="377"/>
          </a:xfrm>
        </p:grpSpPr>
        <p:sp>
          <p:nvSpPr>
            <p:cNvPr id="32798" name="Rectangle 51"/>
            <p:cNvSpPr/>
            <p:nvPr/>
          </p:nvSpPr>
          <p:spPr>
            <a:xfrm>
              <a:off x="5472" y="3149"/>
              <a:ext cx="13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9" name="Rectangle 52"/>
            <p:cNvSpPr/>
            <p:nvPr/>
          </p:nvSpPr>
          <p:spPr>
            <a:xfrm>
              <a:off x="5008" y="3149"/>
              <a:ext cx="35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0" name="Rectangle 53"/>
            <p:cNvSpPr/>
            <p:nvPr/>
          </p:nvSpPr>
          <p:spPr>
            <a:xfrm>
              <a:off x="4533" y="3149"/>
              <a:ext cx="29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1" name="Rectangle 54"/>
            <p:cNvSpPr/>
            <p:nvPr/>
          </p:nvSpPr>
          <p:spPr>
            <a:xfrm>
              <a:off x="4446" y="3149"/>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2" name="Rectangle 55"/>
            <p:cNvSpPr/>
            <p:nvPr/>
          </p:nvSpPr>
          <p:spPr>
            <a:xfrm>
              <a:off x="3809" y="3149"/>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3" name="Rectangle 56"/>
            <p:cNvSpPr/>
            <p:nvPr/>
          </p:nvSpPr>
          <p:spPr>
            <a:xfrm>
              <a:off x="3284" y="3149"/>
              <a:ext cx="52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4" name="Rectangle 57"/>
            <p:cNvSpPr/>
            <p:nvPr/>
          </p:nvSpPr>
          <p:spPr>
            <a:xfrm>
              <a:off x="3196" y="3149"/>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5" name="Rectangle 58"/>
            <p:cNvSpPr/>
            <p:nvPr/>
          </p:nvSpPr>
          <p:spPr>
            <a:xfrm>
              <a:off x="2561" y="3149"/>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6" name="Rectangle 59"/>
            <p:cNvSpPr/>
            <p:nvPr/>
          </p:nvSpPr>
          <p:spPr>
            <a:xfrm>
              <a:off x="2283" y="3149"/>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7" name="Rectangle 60"/>
            <p:cNvSpPr/>
            <p:nvPr/>
          </p:nvSpPr>
          <p:spPr>
            <a:xfrm>
              <a:off x="1365" y="3149"/>
              <a:ext cx="881" cy="307"/>
            </a:xfrm>
            <a:prstGeom prst="rect">
              <a:avLst/>
            </a:prstGeom>
            <a:noFill/>
            <a:ln w="9525">
              <a:noFill/>
            </a:ln>
          </p:spPr>
          <p:txBody>
            <a:bodyPr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(Cu(NH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8" name="Rectangle 61"/>
            <p:cNvSpPr/>
            <p:nvPr/>
          </p:nvSpPr>
          <p:spPr>
            <a:xfrm>
              <a:off x="4833" y="3128"/>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09" name="Rectangle 62"/>
            <p:cNvSpPr/>
            <p:nvPr/>
          </p:nvSpPr>
          <p:spPr>
            <a:xfrm>
              <a:off x="3042" y="3307"/>
              <a:ext cx="130"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sp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0" name="Rectangle 63"/>
            <p:cNvSpPr/>
            <p:nvPr/>
          </p:nvSpPr>
          <p:spPr>
            <a:xfrm>
              <a:off x="2373" y="3128"/>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1" name="Rectangle 64"/>
            <p:cNvSpPr/>
            <p:nvPr/>
          </p:nvSpPr>
          <p:spPr>
            <a:xfrm>
              <a:off x="2373" y="3307"/>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2" name="Rectangle 65"/>
            <p:cNvSpPr/>
            <p:nvPr/>
          </p:nvSpPr>
          <p:spPr>
            <a:xfrm>
              <a:off x="2192" y="3307"/>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3" name="Rectangle 66"/>
            <p:cNvSpPr/>
            <p:nvPr/>
          </p:nvSpPr>
          <p:spPr>
            <a:xfrm>
              <a:off x="1212" y="3307"/>
              <a:ext cx="4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4" name="Rectangle 67"/>
            <p:cNvSpPr/>
            <p:nvPr/>
          </p:nvSpPr>
          <p:spPr>
            <a:xfrm>
              <a:off x="3894" y="3157"/>
              <a:ext cx="232"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及</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815" name="Rectangle 68"/>
            <p:cNvSpPr/>
            <p:nvPr/>
          </p:nvSpPr>
          <p:spPr>
            <a:xfrm>
              <a:off x="2623" y="3157"/>
              <a:ext cx="232"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816" name="Rectangle 69"/>
            <p:cNvSpPr/>
            <p:nvPr/>
          </p:nvSpPr>
          <p:spPr>
            <a:xfrm>
              <a:off x="544" y="3157"/>
              <a:ext cx="464"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借助</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817" name="Rectangle 70"/>
            <p:cNvSpPr/>
            <p:nvPr/>
          </p:nvSpPr>
          <p:spPr>
            <a:xfrm>
              <a:off x="5378" y="3112"/>
              <a:ext cx="7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8" name="Rectangle 71"/>
            <p:cNvSpPr/>
            <p:nvPr/>
          </p:nvSpPr>
          <p:spPr>
            <a:xfrm>
              <a:off x="4911" y="3112"/>
              <a:ext cx="7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19" name="Rectangle 72"/>
            <p:cNvSpPr/>
            <p:nvPr/>
          </p:nvSpPr>
          <p:spPr>
            <a:xfrm>
              <a:off x="2451" y="3112"/>
              <a:ext cx="7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0" name="Rectangle 73"/>
            <p:cNvSpPr/>
            <p:nvPr/>
          </p:nvSpPr>
          <p:spPr>
            <a:xfrm>
              <a:off x="4141" y="3149"/>
              <a:ext cx="15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1" name="Rectangle 74"/>
            <p:cNvSpPr/>
            <p:nvPr/>
          </p:nvSpPr>
          <p:spPr>
            <a:xfrm>
              <a:off x="2870" y="3149"/>
              <a:ext cx="15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822" name="Rectangle 75"/>
            <p:cNvSpPr/>
            <p:nvPr/>
          </p:nvSpPr>
          <p:spPr>
            <a:xfrm>
              <a:off x="1039" y="3149"/>
              <a:ext cx="15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K</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2771" name="Object 76"/>
            <p:cNvGraphicFramePr>
              <a:graphicFrameLocks/>
            </p:cNvGraphicFramePr>
            <p:nvPr/>
          </p:nvGraphicFramePr>
          <p:xfrm>
            <a:off x="1224" y="3134"/>
            <a:ext cx="171" cy="168"/>
          </p:xfrm>
          <a:graphic>
            <a:graphicData uri="http://schemas.openxmlformats.org/presentationml/2006/ole">
              <p:oleObj spid="_x0000_s116740" r:id="rId5" imgW="20669250" imgH="13163550" progId="">
                <p:embed/>
              </p:oleObj>
            </a:graphicData>
          </a:graphic>
        </p:graphicFrame>
        <p:graphicFrame>
          <p:nvGraphicFramePr>
            <p:cNvPr id="32772" name="Object 77"/>
            <p:cNvGraphicFramePr>
              <a:graphicFrameLocks/>
            </p:cNvGraphicFramePr>
            <p:nvPr/>
          </p:nvGraphicFramePr>
          <p:xfrm>
            <a:off x="3056" y="3134"/>
            <a:ext cx="171" cy="168"/>
          </p:xfrm>
          <a:graphic>
            <a:graphicData uri="http://schemas.openxmlformats.org/presentationml/2006/ole">
              <p:oleObj spid="_x0000_s116739" r:id="rId6" imgW="271780" imgH="266700" progId="">
                <p:embed/>
              </p:oleObj>
            </a:graphicData>
          </a:graphic>
        </p:graphicFrame>
        <p:graphicFrame>
          <p:nvGraphicFramePr>
            <p:cNvPr id="32773" name="Object 78"/>
            <p:cNvGraphicFramePr>
              <a:graphicFrameLocks/>
            </p:cNvGraphicFramePr>
            <p:nvPr/>
          </p:nvGraphicFramePr>
          <p:xfrm>
            <a:off x="4304" y="3134"/>
            <a:ext cx="171" cy="168"/>
          </p:xfrm>
          <a:graphic>
            <a:graphicData uri="http://schemas.openxmlformats.org/presentationml/2006/ole">
              <p:oleObj spid="_x0000_s116738" r:id="rId7" imgW="271780" imgH="266700" progId="">
                <p:embed/>
              </p:oleObj>
            </a:graphicData>
          </a:graphic>
        </p:graphicFrame>
      </p:grpSp>
      <p:grpSp>
        <p:nvGrpSpPr>
          <p:cNvPr id="6" name="Group 79"/>
          <p:cNvGrpSpPr/>
          <p:nvPr/>
        </p:nvGrpSpPr>
        <p:grpSpPr>
          <a:xfrm>
            <a:off x="228600" y="5037115"/>
            <a:ext cx="6337300" cy="596900"/>
            <a:chOff x="538" y="3629"/>
            <a:chExt cx="3600" cy="376"/>
          </a:xfrm>
        </p:grpSpPr>
        <p:sp>
          <p:nvSpPr>
            <p:cNvPr id="32783" name="Rectangle 80"/>
            <p:cNvSpPr/>
            <p:nvPr/>
          </p:nvSpPr>
          <p:spPr>
            <a:xfrm>
              <a:off x="3965" y="3665"/>
              <a:ext cx="17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4" name="Rectangle 81"/>
            <p:cNvSpPr/>
            <p:nvPr/>
          </p:nvSpPr>
          <p:spPr>
            <a:xfrm>
              <a:off x="3789" y="3665"/>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5" name="Rectangle 82"/>
            <p:cNvSpPr/>
            <p:nvPr/>
          </p:nvSpPr>
          <p:spPr>
            <a:xfrm>
              <a:off x="3733" y="3665"/>
              <a:ext cx="5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6" name="Rectangle 83"/>
            <p:cNvSpPr/>
            <p:nvPr/>
          </p:nvSpPr>
          <p:spPr>
            <a:xfrm>
              <a:off x="3152" y="3665"/>
              <a:ext cx="59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7" name="Rectangle 84"/>
            <p:cNvSpPr/>
            <p:nvPr/>
          </p:nvSpPr>
          <p:spPr>
            <a:xfrm>
              <a:off x="2868" y="3665"/>
              <a:ext cx="7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8" name="Rectangle 85"/>
            <p:cNvSpPr/>
            <p:nvPr/>
          </p:nvSpPr>
          <p:spPr>
            <a:xfrm>
              <a:off x="2034" y="3665"/>
              <a:ext cx="71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Cu(NH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89" name="Rectangle 86"/>
            <p:cNvSpPr/>
            <p:nvPr/>
          </p:nvSpPr>
          <p:spPr>
            <a:xfrm>
              <a:off x="1946" y="3665"/>
              <a:ext cx="76"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0" name="Rectangle 87"/>
            <p:cNvSpPr/>
            <p:nvPr/>
          </p:nvSpPr>
          <p:spPr>
            <a:xfrm>
              <a:off x="1515" y="3665"/>
              <a:ext cx="11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1" name="Rectangle 88"/>
            <p:cNvSpPr/>
            <p:nvPr/>
          </p:nvSpPr>
          <p:spPr>
            <a:xfrm>
              <a:off x="2959" y="3645"/>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2" name="Rectangle 89"/>
            <p:cNvSpPr/>
            <p:nvPr/>
          </p:nvSpPr>
          <p:spPr>
            <a:xfrm>
              <a:off x="2959" y="3823"/>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3" name="Rectangle 90"/>
            <p:cNvSpPr/>
            <p:nvPr/>
          </p:nvSpPr>
          <p:spPr>
            <a:xfrm>
              <a:off x="2777" y="3823"/>
              <a:ext cx="69"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4" name="Rectangle 91"/>
            <p:cNvSpPr/>
            <p:nvPr/>
          </p:nvSpPr>
          <p:spPr>
            <a:xfrm>
              <a:off x="3848" y="3673"/>
              <a:ext cx="231"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795" name="Rectangle 92"/>
            <p:cNvSpPr/>
            <p:nvPr/>
          </p:nvSpPr>
          <p:spPr>
            <a:xfrm>
              <a:off x="538" y="3673"/>
              <a:ext cx="927" cy="307"/>
            </a:xfrm>
            <a:prstGeom prst="rect">
              <a:avLst/>
            </a:prstGeom>
            <a:noFill/>
            <a:ln w="9525">
              <a:noFill/>
            </a:ln>
          </p:spPr>
          <p:txBody>
            <a:bodyPr wrap="none" lIns="0" tIns="0" rIns="0" bIns="0">
              <a:spAutoFit/>
            </a:bodyPr>
            <a:lstStyle/>
            <a:p>
              <a:pPr>
                <a:spcBef>
                  <a:spcPct val="0"/>
                </a:spcBef>
              </a:pPr>
              <a:r>
                <a:rPr lang="zh-CN" altLang="en-US" sz="3200" i="0" dirty="0">
                  <a:solidFill>
                    <a:srgbClr val="336600"/>
                  </a:solidFill>
                  <a:latin typeface="宋体" panose="02010600030101010101" pitchFamily="2" charset="-122"/>
                  <a:ea typeface="宋体" panose="02010600030101010101" pitchFamily="2" charset="-122"/>
                </a:rPr>
                <a:t>如何求得</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2796" name="Rectangle 93"/>
            <p:cNvSpPr/>
            <p:nvPr/>
          </p:nvSpPr>
          <p:spPr>
            <a:xfrm>
              <a:off x="3036" y="3629"/>
              <a:ext cx="83" cy="182"/>
            </a:xfrm>
            <a:prstGeom prst="rect">
              <a:avLst/>
            </a:prstGeom>
            <a:noFill/>
            <a:ln w="9525">
              <a:noFill/>
            </a:ln>
          </p:spPr>
          <p:txBody>
            <a:bodyPr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2797" name="Rectangle 94"/>
            <p:cNvSpPr/>
            <p:nvPr/>
          </p:nvSpPr>
          <p:spPr>
            <a:xfrm>
              <a:off x="1642" y="3665"/>
              <a:ext cx="154" cy="307"/>
            </a:xfrm>
            <a:prstGeom prst="rect">
              <a:avLst/>
            </a:prstGeom>
            <a:noFill/>
            <a:ln w="9525">
              <a:noFill/>
            </a:ln>
          </p:spPr>
          <p:txBody>
            <a:bodyPr wrap="none" lIns="0" tIns="0" rIns="0" bIns="0">
              <a:spAutoFit/>
            </a:bodyPr>
            <a:lstStyle/>
            <a:p>
              <a:pPr>
                <a:spcBef>
                  <a:spcPct val="0"/>
                </a:spcBef>
              </a:pPr>
              <a:r>
                <a:rPr lang="en-US" altLang="zh-CN" sz="32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2770" name="Object 95"/>
            <p:cNvGraphicFramePr>
              <a:graphicFrameLocks/>
            </p:cNvGraphicFramePr>
            <p:nvPr/>
          </p:nvGraphicFramePr>
          <p:xfrm>
            <a:off x="1808" y="3648"/>
            <a:ext cx="171" cy="168"/>
          </p:xfrm>
          <a:graphic>
            <a:graphicData uri="http://schemas.openxmlformats.org/presentationml/2006/ole">
              <p:oleObj spid="_x0000_s116737" r:id="rId8" imgW="271780" imgH="266700" progId="">
                <p:embed/>
              </p:oleObj>
            </a:graphicData>
          </a:graphic>
        </p:graphicFrame>
      </p:grpSp>
      <p:sp>
        <p:nvSpPr>
          <p:cNvPr id="113762" name="Rectangle 98"/>
          <p:cNvSpPr/>
          <p:nvPr/>
        </p:nvSpPr>
        <p:spPr>
          <a:xfrm>
            <a:off x="228600" y="1438252"/>
            <a:ext cx="8686800" cy="1373188"/>
          </a:xfrm>
          <a:prstGeom prst="rect">
            <a:avLst/>
          </a:prstGeom>
          <a:noFill/>
          <a:ln w="9525">
            <a:noFill/>
          </a:ln>
        </p:spPr>
        <p:txBody>
          <a:bodyPr>
            <a:spAutoFit/>
          </a:bodyPr>
          <a:lstStyle/>
          <a:p>
            <a:pPr>
              <a:spcBef>
                <a:spcPct val="0"/>
              </a:spcBef>
            </a:pPr>
            <a:r>
              <a:rPr lang="en-US" altLang="zh-CN" dirty="0">
                <a:solidFill>
                  <a:srgbClr val="0000CC"/>
                </a:solidFill>
                <a:latin typeface="楷体_GB2312" pitchFamily="49" charset="-122"/>
              </a:rPr>
              <a:t>    </a:t>
            </a:r>
            <a:r>
              <a:rPr lang="zh-CN" altLang="en-US" dirty="0">
                <a:solidFill>
                  <a:srgbClr val="0000CC"/>
                </a:solidFill>
                <a:latin typeface="楷体_GB2312" pitchFamily="49" charset="-122"/>
              </a:rPr>
              <a:t>氧化型和还原型都形成配合物，看</a:t>
            </a:r>
            <a:r>
              <a:rPr lang="en-US" altLang="zh-CN" dirty="0">
                <a:latin typeface="Times New Roman" panose="02020603050405020304" pitchFamily="18" charset="0"/>
              </a:rPr>
              <a:t>K</a:t>
            </a:r>
            <a:r>
              <a:rPr lang="en-US" altLang="zh-CN" baseline="-25000" dirty="0">
                <a:latin typeface="Times New Roman" panose="02020603050405020304" pitchFamily="18" charset="0"/>
              </a:rPr>
              <a:t>f</a:t>
            </a:r>
            <a:r>
              <a:rPr lang="el-GR" altLang="zh-CN" baseline="30000" dirty="0">
                <a:latin typeface="Times New Roman" panose="02020603050405020304" pitchFamily="18" charset="0"/>
              </a:rPr>
              <a:t>Θ</a:t>
            </a:r>
            <a:r>
              <a:rPr lang="zh-CN" altLang="en-US" dirty="0">
                <a:solidFill>
                  <a:srgbClr val="0000CC"/>
                </a:solidFill>
                <a:latin typeface="楷体_GB2312" pitchFamily="49" charset="-122"/>
              </a:rPr>
              <a:t>的相对大小。若 </a:t>
            </a:r>
            <a:r>
              <a:rPr lang="en-US" altLang="zh-CN" dirty="0">
                <a:latin typeface="Times New Roman" panose="02020603050405020304" pitchFamily="18" charset="0"/>
              </a:rPr>
              <a:t>K</a:t>
            </a:r>
            <a:r>
              <a:rPr lang="en-US" altLang="zh-CN" baseline="-25000" dirty="0">
                <a:latin typeface="Times New Roman" panose="02020603050405020304" pitchFamily="18" charset="0"/>
              </a:rPr>
              <a:t>f</a:t>
            </a:r>
            <a:r>
              <a:rPr lang="el-GR" altLang="zh-CN" baseline="30000" dirty="0">
                <a:latin typeface="Times New Roman" panose="02020603050405020304" pitchFamily="18" charset="0"/>
              </a:rPr>
              <a:t>Θ</a:t>
            </a:r>
            <a:r>
              <a:rPr lang="en-US" altLang="zh-CN" dirty="0">
                <a:solidFill>
                  <a:srgbClr val="0000CC"/>
                </a:solidFill>
                <a:latin typeface="楷体_GB2312" pitchFamily="49" charset="-122"/>
              </a:rPr>
              <a:t>(</a:t>
            </a:r>
            <a:r>
              <a:rPr lang="zh-CN" altLang="en-US" dirty="0">
                <a:solidFill>
                  <a:srgbClr val="0000CC"/>
                </a:solidFill>
                <a:latin typeface="楷体_GB2312" pitchFamily="49" charset="-122"/>
              </a:rPr>
              <a:t>氧化型</a:t>
            </a:r>
            <a:r>
              <a:rPr lang="en-US" altLang="zh-CN" dirty="0">
                <a:solidFill>
                  <a:srgbClr val="0000CC"/>
                </a:solidFill>
                <a:latin typeface="楷体_GB2312" pitchFamily="49" charset="-122"/>
              </a:rPr>
              <a:t>) &gt; </a:t>
            </a:r>
            <a:r>
              <a:rPr lang="en-US" altLang="zh-CN" dirty="0">
                <a:latin typeface="Times New Roman" panose="02020603050405020304" pitchFamily="18" charset="0"/>
              </a:rPr>
              <a:t>K</a:t>
            </a:r>
            <a:r>
              <a:rPr lang="en-US" altLang="zh-CN" baseline="-25000" dirty="0">
                <a:latin typeface="Times New Roman" panose="02020603050405020304" pitchFamily="18" charset="0"/>
              </a:rPr>
              <a:t>f</a:t>
            </a:r>
            <a:r>
              <a:rPr lang="el-GR" altLang="zh-CN" baseline="30000" dirty="0">
                <a:latin typeface="Times New Roman" panose="02020603050405020304" pitchFamily="18" charset="0"/>
              </a:rPr>
              <a:t>Θ</a:t>
            </a:r>
            <a:r>
              <a:rPr lang="en-US" altLang="zh-CN" dirty="0">
                <a:solidFill>
                  <a:srgbClr val="0000CC"/>
                </a:solidFill>
                <a:latin typeface="楷体_GB2312" pitchFamily="49" charset="-122"/>
              </a:rPr>
              <a:t>(</a:t>
            </a:r>
            <a:r>
              <a:rPr lang="zh-CN" altLang="zh-CN" dirty="0">
                <a:solidFill>
                  <a:srgbClr val="0000CC"/>
                </a:solidFill>
                <a:latin typeface="楷体_GB2312" pitchFamily="49" charset="-122"/>
              </a:rPr>
              <a:t>还原型</a:t>
            </a:r>
            <a:r>
              <a:rPr lang="en-US" altLang="zh-CN" dirty="0">
                <a:solidFill>
                  <a:srgbClr val="0000CC"/>
                </a:solidFill>
                <a:latin typeface="楷体_GB2312" pitchFamily="49" charset="-122"/>
              </a:rPr>
              <a:t>)</a:t>
            </a:r>
            <a:r>
              <a:rPr lang="zh-CN" altLang="en-US" dirty="0">
                <a:solidFill>
                  <a:srgbClr val="0000CC"/>
                </a:solidFill>
                <a:latin typeface="楷体_GB2312" pitchFamily="49" charset="-122"/>
              </a:rPr>
              <a:t>，则</a:t>
            </a:r>
            <a:r>
              <a:rPr lang="en-US" altLang="zh-CN" dirty="0">
                <a:solidFill>
                  <a:srgbClr val="0000CC"/>
                </a:solidFill>
                <a:latin typeface="楷体_GB2312" pitchFamily="49" charset="-122"/>
              </a:rPr>
              <a:t>E↓</a:t>
            </a:r>
            <a:r>
              <a:rPr lang="zh-CN" altLang="en-US" dirty="0">
                <a:solidFill>
                  <a:srgbClr val="0000CC"/>
                </a:solidFill>
                <a:latin typeface="楷体_GB2312" pitchFamily="49" charset="-122"/>
              </a:rPr>
              <a:t>；反之，则 </a:t>
            </a:r>
            <a:r>
              <a:rPr lang="en-US" altLang="zh-CN" dirty="0">
                <a:solidFill>
                  <a:srgbClr val="0000CC"/>
                </a:solidFill>
                <a:latin typeface="楷体_GB2312" pitchFamily="49" charset="-122"/>
              </a:rPr>
              <a:t>E↑</a:t>
            </a:r>
            <a:r>
              <a:rPr lang="zh-CN" altLang="en-US" dirty="0">
                <a:solidFill>
                  <a:srgbClr val="0000CC"/>
                </a:solidFill>
                <a:latin typeface="楷体_GB2312"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3696"/>
                                        </p:tgtEl>
                                        <p:attrNameLst>
                                          <p:attrName>style.visibility</p:attrName>
                                        </p:attrNameLst>
                                      </p:cBhvr>
                                      <p:to>
                                        <p:strVal val="visible"/>
                                      </p:to>
                                    </p:set>
                                    <p:animEffect transition="in" filter="wipe(left)">
                                      <p:cBhvr>
                                        <p:cTn id="7" dur="500"/>
                                        <p:tgtEl>
                                          <p:spTgt spid="1136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3697">
                                            <p:txEl>
                                              <p:pRg st="0" end="0"/>
                                            </p:txEl>
                                          </p:spTgt>
                                        </p:tgtEl>
                                        <p:attrNameLst>
                                          <p:attrName>style.visibility</p:attrName>
                                        </p:attrNameLst>
                                      </p:cBhvr>
                                      <p:to>
                                        <p:strVal val="visible"/>
                                      </p:to>
                                    </p:set>
                                    <p:animEffect transition="in" filter="wipe(left)">
                                      <p:cBhvr>
                                        <p:cTn id="12" dur="500"/>
                                        <p:tgtEl>
                                          <p:spTgt spid="11369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3697">
                                            <p:txEl>
                                              <p:pRg st="1" end="1"/>
                                            </p:txEl>
                                          </p:spTgt>
                                        </p:tgtEl>
                                        <p:attrNameLst>
                                          <p:attrName>style.visibility</p:attrName>
                                        </p:attrNameLst>
                                      </p:cBhvr>
                                      <p:to>
                                        <p:strVal val="visible"/>
                                      </p:to>
                                    </p:set>
                                    <p:animEffect transition="in" filter="wipe(left)">
                                      <p:cBhvr>
                                        <p:cTn id="17" dur="500"/>
                                        <p:tgtEl>
                                          <p:spTgt spid="11369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3762"/>
                                        </p:tgtEl>
                                        <p:attrNameLst>
                                          <p:attrName>style.visibility</p:attrName>
                                        </p:attrNameLst>
                                      </p:cBhvr>
                                      <p:to>
                                        <p:strVal val="visible"/>
                                      </p:to>
                                    </p:set>
                                    <p:animEffect transition="in" filter="blinds(horizontal)">
                                      <p:cBhvr>
                                        <p:cTn id="22" dur="1000"/>
                                        <p:tgtEl>
                                          <p:spTgt spid="11376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wipe(left)">
                                      <p:cBhvr>
                                        <p:cTn id="4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96" grpId="0" animBg="1"/>
      <p:bldP spid="113697" grpId="0" build="p"/>
      <p:bldP spid="113762" grpId="0"/>
    </p:bld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5720" name="Rectangle 8"/>
          <p:cNvSpPr>
            <a:spLocks noChangeArrowheads="1"/>
          </p:cNvSpPr>
          <p:nvPr/>
        </p:nvSpPr>
        <p:spPr bwMode="auto">
          <a:xfrm>
            <a:off x="0" y="0"/>
            <a:ext cx="2895600" cy="539750"/>
          </a:xfrm>
          <a:prstGeom prst="rect">
            <a:avLst/>
          </a:prstGeom>
          <a:gradFill rotWithShape="1">
            <a:gsLst>
              <a:gs pos="0">
                <a:srgbClr val="FFCC99">
                  <a:gamma/>
                  <a:shade val="46275"/>
                  <a:invGamma/>
                </a:srgbClr>
              </a:gs>
              <a:gs pos="50000">
                <a:srgbClr val="FFCC99"/>
              </a:gs>
              <a:gs pos="100000">
                <a:srgbClr val="FFCC99">
                  <a:gamma/>
                  <a:shade val="46275"/>
                  <a:invGamma/>
                </a:srgbClr>
              </a:gs>
            </a:gsLst>
            <a:lin ang="5400000" scaled="1"/>
          </a:gradFill>
          <a:ln w="9525">
            <a:noFill/>
            <a:miter lim="800000"/>
          </a:ln>
          <a:effectLst>
            <a:outerShdw dist="107763" dir="13500000" algn="ctr" rotWithShape="0">
              <a:schemeClr val="bg2">
                <a:alpha val="50000"/>
              </a:schemeClr>
            </a:outerShdw>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en-US" sz="2600" b="1" i="1"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⑤</a:t>
            </a:r>
            <a:r>
              <a:rPr kumimoji="0" lang="zh-CN" altLang="en-US" sz="2600" b="1" i="1" u="none" strike="noStrike" kern="1200" cap="none" spc="0" normalizeH="0" baseline="0" noProof="0">
                <a:ln>
                  <a:noFill/>
                </a:ln>
                <a:solidFill>
                  <a:srgbClr val="0000CC"/>
                </a:solidFill>
                <a:effectLst/>
                <a:uLnTx/>
                <a:uFillTx/>
                <a:latin typeface="楷体_GB2312" pitchFamily="49" charset="-122"/>
                <a:ea typeface="楷体_GB2312" pitchFamily="49" charset="-122"/>
                <a:cs typeface="+mn-cs"/>
              </a:rPr>
              <a:t>生成弱电解质</a:t>
            </a:r>
          </a:p>
        </p:txBody>
      </p:sp>
      <p:sp>
        <p:nvSpPr>
          <p:cNvPr id="115722" name="Text Box 10"/>
          <p:cNvSpPr txBox="1"/>
          <p:nvPr/>
        </p:nvSpPr>
        <p:spPr>
          <a:xfrm>
            <a:off x="228600" y="533400"/>
            <a:ext cx="8382000" cy="1282700"/>
          </a:xfrm>
          <a:prstGeom prst="rect">
            <a:avLst/>
          </a:prstGeom>
          <a:solidFill>
            <a:schemeClr val="bg1"/>
          </a:solidFill>
          <a:ln w="9525">
            <a:noFill/>
          </a:ln>
        </p:spPr>
        <p:txBody>
          <a:bodyPr>
            <a:spAutoFit/>
          </a:bodyPr>
          <a:lstStyle/>
          <a:p>
            <a:r>
              <a:rPr lang="en-US" altLang="zh-CN" sz="2600" i="0" dirty="0">
                <a:solidFill>
                  <a:srgbClr val="FF0000"/>
                </a:solidFill>
                <a:latin typeface="Times New Roman" panose="02020603050405020304" pitchFamily="18" charset="0"/>
              </a:rPr>
              <a:t>        </a:t>
            </a:r>
            <a:r>
              <a:rPr lang="zh-CN" altLang="en-US" sz="2600" i="0" dirty="0">
                <a:solidFill>
                  <a:srgbClr val="FF0000"/>
                </a:solidFill>
                <a:latin typeface="Times New Roman" panose="02020603050405020304" pitchFamily="18" charset="0"/>
              </a:rPr>
              <a:t>例：</a:t>
            </a:r>
            <a:r>
              <a:rPr lang="zh-CN" altLang="en-US" sz="2600" i="0" dirty="0">
                <a:solidFill>
                  <a:srgbClr val="0000CC"/>
                </a:solidFill>
                <a:latin typeface="Times New Roman" panose="02020603050405020304" pitchFamily="18" charset="0"/>
              </a:rPr>
              <a:t>在含有</a:t>
            </a:r>
            <a:r>
              <a:rPr lang="en-US" altLang="zh-CN" sz="2600" i="0" dirty="0">
                <a:solidFill>
                  <a:srgbClr val="0000CC"/>
                </a:solidFill>
                <a:latin typeface="Times New Roman" panose="02020603050405020304" pitchFamily="18" charset="0"/>
              </a:rPr>
              <a:t>H</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/H</a:t>
            </a:r>
            <a:r>
              <a:rPr lang="en-US" altLang="zh-CN" sz="2600" i="0" baseline="-25000" dirty="0">
                <a:solidFill>
                  <a:srgbClr val="0000CC"/>
                </a:solidFill>
                <a:latin typeface="Times New Roman" panose="02020603050405020304" pitchFamily="18" charset="0"/>
              </a:rPr>
              <a:t>2</a:t>
            </a:r>
            <a:r>
              <a:rPr lang="zh-CN" altLang="en-US" sz="2600" i="0" dirty="0">
                <a:solidFill>
                  <a:srgbClr val="0000CC"/>
                </a:solidFill>
                <a:latin typeface="Times New Roman" panose="02020603050405020304" pitchFamily="18" charset="0"/>
              </a:rPr>
              <a:t>电对体系中，加入</a:t>
            </a:r>
            <a:r>
              <a:rPr lang="en-US" altLang="zh-CN" sz="2600" i="0" dirty="0">
                <a:solidFill>
                  <a:srgbClr val="0000CC"/>
                </a:solidFill>
                <a:latin typeface="Times New Roman" panose="02020603050405020304" pitchFamily="18" charset="0"/>
              </a:rPr>
              <a:t>NaAc</a:t>
            </a:r>
            <a:r>
              <a:rPr lang="zh-CN" altLang="en-US" sz="2600" i="0" dirty="0">
                <a:solidFill>
                  <a:srgbClr val="0000CC"/>
                </a:solidFill>
                <a:latin typeface="Times New Roman" panose="02020603050405020304" pitchFamily="18" charset="0"/>
              </a:rPr>
              <a:t>溶液</a:t>
            </a:r>
            <a:r>
              <a:rPr lang="en-US" altLang="zh-CN" sz="2600" i="0" dirty="0">
                <a:solidFill>
                  <a:srgbClr val="0000CC"/>
                </a:solidFill>
                <a:latin typeface="Times New Roman" panose="02020603050405020304" pitchFamily="18" charset="0"/>
              </a:rPr>
              <a:t>,</a:t>
            </a:r>
            <a:r>
              <a:rPr lang="zh-CN" altLang="en-US" sz="2600" i="0" dirty="0">
                <a:solidFill>
                  <a:srgbClr val="0000CC"/>
                </a:solidFill>
                <a:latin typeface="Times New Roman" panose="02020603050405020304" pitchFamily="18" charset="0"/>
              </a:rPr>
              <a:t>使溶液中</a:t>
            </a:r>
            <a:r>
              <a:rPr lang="en-US" altLang="zh-CN" sz="2600" dirty="0">
                <a:solidFill>
                  <a:srgbClr val="0000CC"/>
                </a:solidFill>
                <a:latin typeface="Times New Roman" panose="02020603050405020304" pitchFamily="18" charset="0"/>
              </a:rPr>
              <a:t>c</a:t>
            </a:r>
            <a:r>
              <a:rPr lang="en-US" altLang="zh-CN" sz="2600" i="0" dirty="0">
                <a:solidFill>
                  <a:srgbClr val="0000CC"/>
                </a:solidFill>
                <a:latin typeface="Times New Roman" panose="02020603050405020304" pitchFamily="18" charset="0"/>
              </a:rPr>
              <a:t>(HAc)=</a:t>
            </a:r>
            <a:r>
              <a:rPr lang="en-US" altLang="zh-CN" sz="2600" dirty="0">
                <a:solidFill>
                  <a:srgbClr val="0000CC"/>
                </a:solidFill>
                <a:latin typeface="Times New Roman" panose="02020603050405020304" pitchFamily="18" charset="0"/>
              </a:rPr>
              <a:t>c</a:t>
            </a:r>
            <a:r>
              <a:rPr lang="en-US" altLang="zh-CN" sz="2600" i="0" dirty="0">
                <a:solidFill>
                  <a:srgbClr val="0000CC"/>
                </a:solidFill>
                <a:latin typeface="Times New Roman" panose="02020603050405020304" pitchFamily="18" charset="0"/>
              </a:rPr>
              <a:t>(Ac</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)=1.0 mol</a:t>
            </a:r>
            <a:r>
              <a:rPr lang="en-US" altLang="zh-CN" sz="2600" i="0" dirty="0">
                <a:solidFill>
                  <a:srgbClr val="0000CC"/>
                </a:solidFill>
                <a:latin typeface="Times New Roman" panose="02020603050405020304" pitchFamily="18" charset="0"/>
                <a:sym typeface="Symbol" panose="05050102010706020507" pitchFamily="18" charset="2"/>
              </a:rPr>
              <a:t></a:t>
            </a:r>
            <a:r>
              <a:rPr lang="en-US" altLang="zh-CN" sz="2600" i="0" dirty="0">
                <a:solidFill>
                  <a:srgbClr val="0000CC"/>
                </a:solidFill>
                <a:latin typeface="Times New Roman" panose="02020603050405020304" pitchFamily="18" charset="0"/>
              </a:rPr>
              <a:t>L</a:t>
            </a:r>
            <a:r>
              <a:rPr lang="en-US" altLang="zh-CN" sz="2600" i="0" baseline="30000" dirty="0">
                <a:solidFill>
                  <a:srgbClr val="0000CC"/>
                </a:solidFill>
                <a:latin typeface="Times New Roman" panose="02020603050405020304" pitchFamily="18" charset="0"/>
              </a:rPr>
              <a:t>-1</a:t>
            </a:r>
            <a:r>
              <a:rPr lang="zh-CN" altLang="en-US" sz="2600" i="0" dirty="0">
                <a:solidFill>
                  <a:srgbClr val="0000CC"/>
                </a:solidFill>
                <a:latin typeface="Times New Roman" panose="02020603050405020304" pitchFamily="18" charset="0"/>
              </a:rPr>
              <a:t>，</a:t>
            </a:r>
            <a:r>
              <a:rPr lang="en-US" altLang="zh-CN" sz="2600" dirty="0">
                <a:solidFill>
                  <a:srgbClr val="0000CC"/>
                </a:solidFill>
                <a:latin typeface="Times New Roman" panose="02020603050405020304" pitchFamily="18" charset="0"/>
              </a:rPr>
              <a:t>p</a:t>
            </a:r>
            <a:r>
              <a:rPr lang="en-US" altLang="zh-CN" sz="2600" i="0" dirty="0">
                <a:solidFill>
                  <a:srgbClr val="0000CC"/>
                </a:solidFill>
                <a:latin typeface="Times New Roman" panose="02020603050405020304" pitchFamily="18" charset="0"/>
              </a:rPr>
              <a:t>(H</a:t>
            </a:r>
            <a:r>
              <a:rPr lang="en-US" altLang="zh-CN" sz="2600" i="0" baseline="-25000" dirty="0">
                <a:solidFill>
                  <a:srgbClr val="0000CC"/>
                </a:solidFill>
                <a:latin typeface="Times New Roman" panose="02020603050405020304" pitchFamily="18" charset="0"/>
              </a:rPr>
              <a:t>2</a:t>
            </a:r>
            <a:r>
              <a:rPr lang="en-US" altLang="zh-CN" sz="2600" i="0" dirty="0">
                <a:solidFill>
                  <a:srgbClr val="0000CC"/>
                </a:solidFill>
                <a:latin typeface="Times New Roman" panose="02020603050405020304" pitchFamily="18" charset="0"/>
              </a:rPr>
              <a:t>)=1.0×10</a:t>
            </a:r>
            <a:r>
              <a:rPr lang="en-US" altLang="zh-CN" sz="2600" i="0" baseline="30000" dirty="0">
                <a:solidFill>
                  <a:srgbClr val="0000CC"/>
                </a:solidFill>
                <a:latin typeface="Times New Roman" panose="02020603050405020304" pitchFamily="18" charset="0"/>
              </a:rPr>
              <a:t>5 </a:t>
            </a:r>
            <a:r>
              <a:rPr lang="en-US" altLang="zh-CN" sz="2600" i="0" dirty="0">
                <a:solidFill>
                  <a:srgbClr val="0000CC"/>
                </a:solidFill>
                <a:latin typeface="Times New Roman" panose="02020603050405020304" pitchFamily="18" charset="0"/>
              </a:rPr>
              <a:t>Pa</a:t>
            </a:r>
            <a:r>
              <a:rPr lang="zh-CN" altLang="en-US" sz="2600" i="0" dirty="0">
                <a:solidFill>
                  <a:srgbClr val="0000CC"/>
                </a:solidFill>
                <a:latin typeface="Times New Roman" panose="02020603050405020304" pitchFamily="18" charset="0"/>
              </a:rPr>
              <a:t>，计算</a:t>
            </a:r>
            <a:r>
              <a:rPr lang="en-US" altLang="zh-CN" sz="2600" i="0" dirty="0">
                <a:solidFill>
                  <a:srgbClr val="0000CC"/>
                </a:solidFill>
                <a:latin typeface="Times New Roman" panose="02020603050405020304" pitchFamily="18" charset="0"/>
              </a:rPr>
              <a:t>:</a:t>
            </a:r>
            <a:r>
              <a:rPr lang="en-US" altLang="zh-CN" sz="2600" dirty="0">
                <a:solidFill>
                  <a:srgbClr val="0000CC"/>
                </a:solidFill>
                <a:latin typeface="Times New Roman" panose="02020603050405020304" pitchFamily="18" charset="0"/>
              </a:rPr>
              <a:t>E </a:t>
            </a:r>
            <a:r>
              <a:rPr lang="en-US" altLang="zh-CN" sz="2600" i="0" dirty="0">
                <a:solidFill>
                  <a:srgbClr val="0000CC"/>
                </a:solidFill>
                <a:latin typeface="Times New Roman" panose="02020603050405020304" pitchFamily="18" charset="0"/>
              </a:rPr>
              <a:t>(H</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/H</a:t>
            </a:r>
            <a:r>
              <a:rPr lang="en-US" altLang="zh-CN" sz="2600" i="0" baseline="-25000" dirty="0">
                <a:solidFill>
                  <a:srgbClr val="0000CC"/>
                </a:solidFill>
                <a:latin typeface="Times New Roman" panose="02020603050405020304" pitchFamily="18" charset="0"/>
              </a:rPr>
              <a:t>2</a:t>
            </a:r>
            <a:r>
              <a:rPr lang="en-US" altLang="zh-CN" sz="2600" i="0" dirty="0">
                <a:solidFill>
                  <a:srgbClr val="0000CC"/>
                </a:solidFill>
                <a:latin typeface="Times New Roman" panose="02020603050405020304" pitchFamily="18" charset="0"/>
              </a:rPr>
              <a:t>)</a:t>
            </a:r>
            <a:r>
              <a:rPr lang="zh-CN" altLang="en-US" sz="2600" i="0" dirty="0">
                <a:solidFill>
                  <a:srgbClr val="0000CC"/>
                </a:solidFill>
                <a:latin typeface="Times New Roman" panose="02020603050405020304" pitchFamily="18" charset="0"/>
              </a:rPr>
              <a:t>。</a:t>
            </a:r>
            <a:r>
              <a:rPr lang="zh-CN" altLang="en-US" sz="2600" i="0" dirty="0">
                <a:solidFill>
                  <a:schemeClr val="tx1"/>
                </a:solidFill>
                <a:latin typeface="Times New Roman" panose="02020603050405020304" pitchFamily="18" charset="0"/>
              </a:rPr>
              <a:t> </a:t>
            </a:r>
          </a:p>
        </p:txBody>
      </p:sp>
      <p:grpSp>
        <p:nvGrpSpPr>
          <p:cNvPr id="2" name="Group 12"/>
          <p:cNvGrpSpPr/>
          <p:nvPr/>
        </p:nvGrpSpPr>
        <p:grpSpPr>
          <a:xfrm>
            <a:off x="304800" y="1752600"/>
            <a:ext cx="8610600" cy="1122363"/>
            <a:chOff x="336" y="1440"/>
            <a:chExt cx="5424" cy="735"/>
          </a:xfrm>
        </p:grpSpPr>
        <p:sp>
          <p:nvSpPr>
            <p:cNvPr id="84012" name="Text Box 13"/>
            <p:cNvSpPr txBox="1"/>
            <p:nvPr/>
          </p:nvSpPr>
          <p:spPr>
            <a:xfrm>
              <a:off x="336" y="1440"/>
              <a:ext cx="581" cy="379"/>
            </a:xfrm>
            <a:prstGeom prst="rect">
              <a:avLst/>
            </a:prstGeom>
            <a:noFill/>
            <a:ln w="9525">
              <a:noFill/>
            </a:ln>
          </p:spPr>
          <p:txBody>
            <a:bodyPr>
              <a:spAutoFit/>
            </a:bodyPr>
            <a:lstStyle/>
            <a:p>
              <a:r>
                <a:rPr lang="zh-CN" altLang="en-US" sz="3200" i="0" dirty="0">
                  <a:solidFill>
                    <a:schemeClr val="tx1"/>
                  </a:solidFill>
                  <a:latin typeface="Times New Roman" panose="02020603050405020304" pitchFamily="18" charset="0"/>
                  <a:ea typeface="幼圆" panose="02010509060101010101" pitchFamily="49" charset="-122"/>
                </a:rPr>
                <a:t>解</a:t>
              </a:r>
              <a:r>
                <a:rPr lang="en-US" altLang="zh-CN" sz="3200" i="0" dirty="0">
                  <a:solidFill>
                    <a:schemeClr val="tx1"/>
                  </a:solidFill>
                  <a:latin typeface="Times New Roman" panose="02020603050405020304" pitchFamily="18" charset="0"/>
                  <a:ea typeface="幼圆" panose="02010509060101010101" pitchFamily="49" charset="-122"/>
                </a:rPr>
                <a:t>:</a:t>
              </a:r>
              <a:endParaRPr lang="en-US" altLang="zh-CN" sz="3200" b="0" i="0" dirty="0">
                <a:solidFill>
                  <a:schemeClr val="tx1"/>
                </a:solidFill>
                <a:latin typeface="Times New Roman" panose="02020603050405020304" pitchFamily="18" charset="0"/>
                <a:ea typeface="幼圆" panose="02010509060101010101" pitchFamily="49" charset="-122"/>
              </a:endParaRPr>
            </a:p>
          </p:txBody>
        </p:sp>
        <p:grpSp>
          <p:nvGrpSpPr>
            <p:cNvPr id="84013" name="Group 14"/>
            <p:cNvGrpSpPr/>
            <p:nvPr/>
          </p:nvGrpSpPr>
          <p:grpSpPr>
            <a:xfrm>
              <a:off x="624" y="1480"/>
              <a:ext cx="5136" cy="695"/>
              <a:chOff x="624" y="1750"/>
              <a:chExt cx="5136" cy="695"/>
            </a:xfrm>
          </p:grpSpPr>
          <p:grpSp>
            <p:nvGrpSpPr>
              <p:cNvPr id="84014" name="Group 15"/>
              <p:cNvGrpSpPr/>
              <p:nvPr/>
            </p:nvGrpSpPr>
            <p:grpSpPr>
              <a:xfrm>
                <a:off x="624" y="1750"/>
                <a:ext cx="5136" cy="695"/>
                <a:chOff x="624" y="1480"/>
                <a:chExt cx="5136" cy="695"/>
              </a:xfrm>
            </p:grpSpPr>
            <p:sp>
              <p:nvSpPr>
                <p:cNvPr id="84030" name="Text Box 16"/>
                <p:cNvSpPr txBox="1"/>
                <p:nvPr/>
              </p:nvSpPr>
              <p:spPr>
                <a:xfrm>
                  <a:off x="624" y="1628"/>
                  <a:ext cx="5136" cy="379"/>
                </a:xfrm>
                <a:prstGeom prst="rect">
                  <a:avLst/>
                </a:prstGeom>
                <a:noFill/>
                <a:ln w="9525">
                  <a:noFill/>
                </a:ln>
              </p:spPr>
              <p:txBody>
                <a:bodyPr>
                  <a:spAutoFit/>
                </a:bodyPr>
                <a:lstStyle/>
                <a:p>
                  <a:r>
                    <a:rPr lang="en-US" altLang="zh-CN" sz="3200" dirty="0">
                      <a:solidFill>
                        <a:schemeClr val="tx2"/>
                      </a:solidFill>
                      <a:latin typeface="Times New Roman" panose="02020603050405020304" pitchFamily="18" charset="0"/>
                      <a:ea typeface="宋体" panose="02010600030101010101" pitchFamily="2" charset="-122"/>
                    </a:rPr>
                    <a:t> c</a:t>
                  </a:r>
                  <a:r>
                    <a:rPr lang="en-US" altLang="zh-CN" sz="3200" i="0" dirty="0">
                      <a:solidFill>
                        <a:schemeClr val="tx1"/>
                      </a:solidFill>
                      <a:latin typeface="Times New Roman" panose="02020603050405020304" pitchFamily="18" charset="0"/>
                      <a:ea typeface="宋体" panose="02010600030101010101" pitchFamily="2" charset="-122"/>
                    </a:rPr>
                    <a:t>(H</a:t>
                  </a:r>
                  <a:r>
                    <a:rPr lang="en-US" altLang="zh-CN" sz="3200" i="0" baseline="3000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2"/>
                      </a:solidFill>
                      <a:latin typeface="Times New Roman" panose="02020603050405020304" pitchFamily="18" charset="0"/>
                      <a:ea typeface="宋体" panose="02010600030101010101" pitchFamily="2" charset="-122"/>
                    </a:rPr>
                    <a:t>=                                          = </a:t>
                  </a:r>
                  <a:r>
                    <a:rPr lang="en-US" altLang="zh-CN" sz="3200" i="0" dirty="0">
                      <a:solidFill>
                        <a:schemeClr val="tx1"/>
                      </a:solidFill>
                      <a:latin typeface="Times New Roman" panose="02020603050405020304" pitchFamily="18" charset="0"/>
                      <a:ea typeface="宋体" panose="02010600030101010101" pitchFamily="2" charset="-122"/>
                    </a:rPr>
                    <a:t>1.8</a:t>
                  </a:r>
                  <a:r>
                    <a:rPr lang="en-US" altLang="zh-CN" sz="3200" i="0" dirty="0">
                      <a:solidFill>
                        <a:schemeClr val="tx2"/>
                      </a:solidFill>
                      <a:latin typeface="宋体" panose="02010600030101010101" pitchFamily="2" charset="-122"/>
                      <a:ea typeface="宋体" panose="02010600030101010101" pitchFamily="2" charset="-122"/>
                    </a:rPr>
                    <a:t>×10</a:t>
                  </a:r>
                  <a:r>
                    <a:rPr lang="en-US" altLang="zh-CN" sz="3200" i="0" dirty="0">
                      <a:solidFill>
                        <a:schemeClr val="tx1"/>
                      </a:solidFill>
                      <a:latin typeface="Times New Roman" panose="02020603050405020304" pitchFamily="18" charset="0"/>
                      <a:ea typeface="宋体" panose="02010600030101010101" pitchFamily="2" charset="-122"/>
                    </a:rPr>
                    <a:t> </a:t>
                  </a:r>
                  <a:r>
                    <a:rPr lang="en-US" altLang="zh-CN" sz="3200" i="0" baseline="30000" dirty="0">
                      <a:solidFill>
                        <a:schemeClr val="tx1"/>
                      </a:solidFill>
                      <a:latin typeface="Times New Roman" panose="02020603050405020304" pitchFamily="18" charset="0"/>
                      <a:ea typeface="宋体" panose="02010600030101010101" pitchFamily="2" charset="-122"/>
                    </a:rPr>
                    <a:t>-5 </a:t>
                  </a:r>
                </a:p>
              </p:txBody>
            </p:sp>
            <p:sp>
              <p:nvSpPr>
                <p:cNvPr id="84031" name="Text Box 17"/>
                <p:cNvSpPr txBox="1"/>
                <p:nvPr/>
              </p:nvSpPr>
              <p:spPr>
                <a:xfrm>
                  <a:off x="1872" y="1480"/>
                  <a:ext cx="2640" cy="379"/>
                </a:xfrm>
                <a:prstGeom prst="rect">
                  <a:avLst/>
                </a:prstGeom>
                <a:noFill/>
                <a:ln w="9525">
                  <a:noFill/>
                </a:ln>
              </p:spPr>
              <p:txBody>
                <a:bodyPr>
                  <a:spAutoFit/>
                </a:bodyPr>
                <a:lstStyle/>
                <a:p>
                  <a:r>
                    <a:rPr lang="en-US" altLang="zh-CN" sz="3200" i="0" dirty="0">
                      <a:solidFill>
                        <a:schemeClr val="tx1"/>
                      </a:solidFill>
                      <a:latin typeface="Times New Roman" panose="02020603050405020304" pitchFamily="18" charset="0"/>
                      <a:ea typeface="宋体" panose="02010600030101010101" pitchFamily="2" charset="-122"/>
                    </a:rPr>
                    <a:t>(HOAc)·</a:t>
                  </a:r>
                  <a:r>
                    <a:rPr lang="en-US" altLang="zh-CN" sz="3200" dirty="0">
                      <a:solidFill>
                        <a:schemeClr val="tx1"/>
                      </a:solidFill>
                      <a:latin typeface="Times New Roman" panose="02020603050405020304" pitchFamily="18" charset="0"/>
                      <a:ea typeface="宋体" panose="02010600030101010101" pitchFamily="2" charset="-122"/>
                    </a:rPr>
                    <a:t>c</a:t>
                  </a:r>
                  <a:r>
                    <a:rPr lang="en-US" altLang="zh-CN" sz="3200" i="0" dirty="0">
                      <a:solidFill>
                        <a:schemeClr val="tx1"/>
                      </a:solidFill>
                      <a:latin typeface="Times New Roman" panose="02020603050405020304" pitchFamily="18" charset="0"/>
                      <a:ea typeface="宋体" panose="02010600030101010101" pitchFamily="2" charset="-122"/>
                    </a:rPr>
                    <a:t>(HOAc)/</a:t>
                  </a:r>
                  <a:r>
                    <a:rPr lang="en-US" altLang="zh-CN" sz="3200" dirty="0">
                      <a:solidFill>
                        <a:schemeClr val="tx1"/>
                      </a:solidFill>
                      <a:latin typeface="Times New Roman" panose="02020603050405020304" pitchFamily="18" charset="0"/>
                      <a:ea typeface="宋体" panose="02010600030101010101" pitchFamily="2" charset="-122"/>
                    </a:rPr>
                    <a:t>c</a:t>
                  </a:r>
                </a:p>
              </p:txBody>
            </p:sp>
            <p:sp>
              <p:nvSpPr>
                <p:cNvPr id="84032" name="Text Box 18"/>
                <p:cNvSpPr txBox="1"/>
                <p:nvPr/>
              </p:nvSpPr>
              <p:spPr>
                <a:xfrm>
                  <a:off x="2016" y="1796"/>
                  <a:ext cx="1728" cy="379"/>
                </a:xfrm>
                <a:prstGeom prst="rect">
                  <a:avLst/>
                </a:prstGeom>
                <a:noFill/>
                <a:ln w="9525">
                  <a:noFill/>
                </a:ln>
              </p:spPr>
              <p:txBody>
                <a:bodyPr>
                  <a:spAutoFit/>
                </a:bodyPr>
                <a:lstStyle/>
                <a:p>
                  <a:r>
                    <a:rPr lang="en-US" altLang="zh-CN" sz="3200" dirty="0">
                      <a:solidFill>
                        <a:schemeClr val="tx1"/>
                      </a:solidFill>
                      <a:latin typeface="Times New Roman" panose="02020603050405020304" pitchFamily="18" charset="0"/>
                      <a:ea typeface="宋体" panose="02010600030101010101" pitchFamily="2" charset="-122"/>
                    </a:rPr>
                    <a:t>c</a:t>
                  </a:r>
                  <a:r>
                    <a:rPr lang="en-US" altLang="zh-CN" sz="3200" i="0" dirty="0">
                      <a:solidFill>
                        <a:schemeClr val="tx1"/>
                      </a:solidFill>
                      <a:latin typeface="Times New Roman" panose="02020603050405020304" pitchFamily="18" charset="0"/>
                      <a:ea typeface="宋体" panose="02010600030101010101" pitchFamily="2" charset="-122"/>
                    </a:rPr>
                    <a:t>(OAc</a:t>
                  </a:r>
                  <a:r>
                    <a:rPr lang="en-US" altLang="zh-CN" sz="3200" i="0" baseline="3000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dirty="0">
                      <a:solidFill>
                        <a:schemeClr val="tx1"/>
                      </a:solidFill>
                      <a:latin typeface="Times New Roman" panose="02020603050405020304" pitchFamily="18" charset="0"/>
                      <a:ea typeface="宋体" panose="02010600030101010101" pitchFamily="2" charset="-122"/>
                    </a:rPr>
                    <a:t>c</a:t>
                  </a:r>
                </a:p>
              </p:txBody>
            </p:sp>
          </p:grpSp>
          <p:grpSp>
            <p:nvGrpSpPr>
              <p:cNvPr id="84015" name="Group 19"/>
              <p:cNvGrpSpPr/>
              <p:nvPr/>
            </p:nvGrpSpPr>
            <p:grpSpPr>
              <a:xfrm>
                <a:off x="1507" y="1783"/>
                <a:ext cx="2613" cy="501"/>
                <a:chOff x="1519" y="1614"/>
                <a:chExt cx="2613" cy="501"/>
              </a:xfrm>
            </p:grpSpPr>
            <p:grpSp>
              <p:nvGrpSpPr>
                <p:cNvPr id="84016" name="Group 20"/>
                <p:cNvGrpSpPr/>
                <p:nvPr/>
              </p:nvGrpSpPr>
              <p:grpSpPr>
                <a:xfrm>
                  <a:off x="1565" y="1614"/>
                  <a:ext cx="480" cy="379"/>
                  <a:chOff x="1247" y="1480"/>
                  <a:chExt cx="480" cy="379"/>
                </a:xfrm>
              </p:grpSpPr>
              <p:sp>
                <p:nvSpPr>
                  <p:cNvPr id="84028" name="Text Box 21"/>
                  <p:cNvSpPr txBox="1"/>
                  <p:nvPr/>
                </p:nvSpPr>
                <p:spPr>
                  <a:xfrm>
                    <a:off x="1247" y="1480"/>
                    <a:ext cx="240" cy="379"/>
                  </a:xfrm>
                  <a:prstGeom prst="rect">
                    <a:avLst/>
                  </a:prstGeom>
                  <a:noFill/>
                  <a:ln w="9525">
                    <a:noFill/>
                  </a:ln>
                </p:spPr>
                <p:txBody>
                  <a:bodyPr>
                    <a:spAutoFit/>
                  </a:bodyPr>
                  <a:lstStyle/>
                  <a:p>
                    <a:r>
                      <a:rPr lang="en-US" altLang="zh-CN" sz="3200" dirty="0">
                        <a:solidFill>
                          <a:schemeClr val="tx1"/>
                        </a:solidFill>
                        <a:latin typeface="Times New Roman" panose="02020603050405020304" pitchFamily="18" charset="0"/>
                        <a:ea typeface="宋体" panose="02010600030101010101" pitchFamily="2" charset="-122"/>
                      </a:rPr>
                      <a:t>K</a:t>
                    </a:r>
                    <a:endParaRPr lang="en-US" altLang="zh-CN" sz="3200" i="0" baseline="-30000" dirty="0">
                      <a:solidFill>
                        <a:schemeClr val="tx1"/>
                      </a:solidFill>
                      <a:latin typeface="Times New Roman" panose="02020603050405020304" pitchFamily="18" charset="0"/>
                      <a:ea typeface="宋体" panose="02010600030101010101" pitchFamily="2" charset="-122"/>
                    </a:endParaRPr>
                  </a:p>
                </p:txBody>
              </p:sp>
              <p:sp>
                <p:nvSpPr>
                  <p:cNvPr id="84029" name="Text Box 22"/>
                  <p:cNvSpPr txBox="1"/>
                  <p:nvPr/>
                </p:nvSpPr>
                <p:spPr>
                  <a:xfrm>
                    <a:off x="1439" y="1582"/>
                    <a:ext cx="288" cy="240"/>
                  </a:xfrm>
                  <a:prstGeom prst="rect">
                    <a:avLst/>
                  </a:prstGeom>
                  <a:noFill/>
                  <a:ln w="9525">
                    <a:noFill/>
                  </a:ln>
                </p:spPr>
                <p:txBody>
                  <a:bodyPr>
                    <a:spAutoFit/>
                  </a:bodyPr>
                  <a:lstStyle/>
                  <a:p>
                    <a:r>
                      <a:rPr lang="en-US" altLang="zh-CN" sz="1800" i="0" dirty="0">
                        <a:solidFill>
                          <a:schemeClr val="tx1"/>
                        </a:solidFill>
                        <a:latin typeface="Times New Roman" panose="02020603050405020304" pitchFamily="18" charset="0"/>
                        <a:ea typeface="Arial Unicode MS" panose="020B0604020202020204" charset="-122"/>
                      </a:rPr>
                      <a:t>a</a:t>
                    </a:r>
                  </a:p>
                </p:txBody>
              </p:sp>
            </p:grpSp>
            <p:grpSp>
              <p:nvGrpSpPr>
                <p:cNvPr id="84017" name="Group 23"/>
                <p:cNvGrpSpPr/>
                <p:nvPr/>
              </p:nvGrpSpPr>
              <p:grpSpPr>
                <a:xfrm>
                  <a:off x="1519" y="1679"/>
                  <a:ext cx="2613" cy="436"/>
                  <a:chOff x="1519" y="1582"/>
                  <a:chExt cx="2613" cy="436"/>
                </a:xfrm>
              </p:grpSpPr>
              <p:sp>
                <p:nvSpPr>
                  <p:cNvPr id="84018" name="Line 24"/>
                  <p:cNvSpPr/>
                  <p:nvPr/>
                </p:nvSpPr>
                <p:spPr>
                  <a:xfrm flipV="1">
                    <a:off x="1519" y="1824"/>
                    <a:ext cx="2609" cy="0"/>
                  </a:xfrm>
                  <a:prstGeom prst="line">
                    <a:avLst/>
                  </a:prstGeom>
                  <a:ln w="28575" cap="flat" cmpd="sng">
                    <a:solidFill>
                      <a:schemeClr val="tx1"/>
                    </a:solidFill>
                    <a:prstDash val="solid"/>
                    <a:headEnd type="none" w="med" len="med"/>
                    <a:tailEnd type="none" w="med" len="med"/>
                  </a:ln>
                </p:spPr>
              </p:sp>
              <p:grpSp>
                <p:nvGrpSpPr>
                  <p:cNvPr id="84019" name="Group 25"/>
                  <p:cNvGrpSpPr/>
                  <p:nvPr/>
                </p:nvGrpSpPr>
                <p:grpSpPr>
                  <a:xfrm>
                    <a:off x="1861" y="1582"/>
                    <a:ext cx="73" cy="73"/>
                    <a:chOff x="528" y="1344"/>
                    <a:chExt cx="96" cy="96"/>
                  </a:xfrm>
                </p:grpSpPr>
                <p:sp>
                  <p:nvSpPr>
                    <p:cNvPr id="84026" name="Oval 26"/>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4027" name="Line 27"/>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84020" name="Group 28"/>
                  <p:cNvGrpSpPr/>
                  <p:nvPr/>
                </p:nvGrpSpPr>
                <p:grpSpPr>
                  <a:xfrm>
                    <a:off x="4059" y="1618"/>
                    <a:ext cx="73" cy="73"/>
                    <a:chOff x="528" y="1344"/>
                    <a:chExt cx="96" cy="96"/>
                  </a:xfrm>
                </p:grpSpPr>
                <p:sp>
                  <p:nvSpPr>
                    <p:cNvPr id="84024" name="Oval 29"/>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4025" name="Line 30"/>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84021" name="Group 31"/>
                  <p:cNvGrpSpPr/>
                  <p:nvPr/>
                </p:nvGrpSpPr>
                <p:grpSpPr>
                  <a:xfrm>
                    <a:off x="3128" y="1945"/>
                    <a:ext cx="73" cy="73"/>
                    <a:chOff x="528" y="1344"/>
                    <a:chExt cx="96" cy="96"/>
                  </a:xfrm>
                </p:grpSpPr>
                <p:sp>
                  <p:nvSpPr>
                    <p:cNvPr id="84022" name="Oval 32"/>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4023" name="Line 33"/>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grpSp>
      </p:grpSp>
      <p:grpSp>
        <p:nvGrpSpPr>
          <p:cNvPr id="11" name="Group 34"/>
          <p:cNvGrpSpPr/>
          <p:nvPr/>
        </p:nvGrpSpPr>
        <p:grpSpPr>
          <a:xfrm>
            <a:off x="1447800" y="2819400"/>
            <a:ext cx="6324600" cy="579438"/>
            <a:chOff x="960" y="2160"/>
            <a:chExt cx="3696" cy="365"/>
          </a:xfrm>
        </p:grpSpPr>
        <p:sp>
          <p:nvSpPr>
            <p:cNvPr id="84001" name="Text Box 35"/>
            <p:cNvSpPr txBox="1"/>
            <p:nvPr/>
          </p:nvSpPr>
          <p:spPr>
            <a:xfrm>
              <a:off x="960" y="2160"/>
              <a:ext cx="3696" cy="365"/>
            </a:xfrm>
            <a:prstGeom prst="rect">
              <a:avLst/>
            </a:prstGeom>
            <a:noFill/>
            <a:ln w="9525">
              <a:noFill/>
            </a:ln>
          </p:spPr>
          <p:txBody>
            <a:bodyPr>
              <a:spAutoFit/>
            </a:bodyPr>
            <a:lstStyle/>
            <a:p>
              <a:pPr algn="ctr"/>
              <a:r>
                <a:rPr lang="en-US" altLang="zh-CN" sz="3200" i="0" dirty="0">
                  <a:solidFill>
                    <a:schemeClr val="tx1"/>
                  </a:solidFill>
                  <a:latin typeface="Times New Roman" panose="02020603050405020304" pitchFamily="18" charset="0"/>
                  <a:ea typeface="宋体" panose="02010600030101010101" pitchFamily="2" charset="-122"/>
                </a:rPr>
                <a:t>2H</a:t>
              </a:r>
              <a:r>
                <a:rPr lang="en-US" altLang="zh-CN" sz="3200" i="0" baseline="30000" dirty="0">
                  <a:solidFill>
                    <a:schemeClr val="tx1"/>
                  </a:solidFill>
                  <a:latin typeface="Times New Roman" panose="02020603050405020304" pitchFamily="18" charset="0"/>
                  <a:ea typeface="宋体" panose="02010600030101010101" pitchFamily="2" charset="-122"/>
                </a:rPr>
                <a:t>+ </a:t>
              </a:r>
              <a:r>
                <a:rPr lang="en-US" altLang="zh-CN" sz="3200" i="0" dirty="0">
                  <a:solidFill>
                    <a:schemeClr val="tx1"/>
                  </a:solidFill>
                  <a:latin typeface="Times New Roman" panose="02020603050405020304" pitchFamily="18" charset="0"/>
                  <a:ea typeface="宋体" panose="02010600030101010101" pitchFamily="2" charset="-122"/>
                </a:rPr>
                <a:t>+ </a:t>
              </a:r>
              <a:r>
                <a:rPr lang="en-US" altLang="zh-CN" sz="3200" i="0" dirty="0">
                  <a:solidFill>
                    <a:schemeClr val="tx1"/>
                  </a:solidFill>
                  <a:latin typeface="宋体" panose="02010600030101010101" pitchFamily="2" charset="-122"/>
                  <a:ea typeface="宋体" panose="02010600030101010101" pitchFamily="2" charset="-122"/>
                </a:rPr>
                <a:t>2</a:t>
              </a:r>
              <a:r>
                <a:rPr lang="en-US" altLang="zh-CN" sz="3200" i="0" dirty="0">
                  <a:solidFill>
                    <a:schemeClr val="tx1"/>
                  </a:solidFill>
                  <a:latin typeface="Times New Roman" panose="02020603050405020304" pitchFamily="18" charset="0"/>
                  <a:ea typeface="宋体" panose="02010600030101010101" pitchFamily="2" charset="-122"/>
                </a:rPr>
                <a:t>e</a:t>
              </a:r>
              <a:r>
                <a:rPr lang="en-US" altLang="zh-CN" sz="3200" i="0" baseline="30000" dirty="0">
                  <a:solidFill>
                    <a:schemeClr val="tx1"/>
                  </a:solidFill>
                  <a:latin typeface="Times New Roman" panose="02020603050405020304" pitchFamily="18" charset="0"/>
                  <a:ea typeface="宋体" panose="02010600030101010101" pitchFamily="2" charset="-122"/>
                </a:rPr>
                <a:t>-        </a:t>
              </a:r>
              <a:r>
                <a:rPr lang="en-US" altLang="zh-CN" sz="3200" i="0" dirty="0">
                  <a:solidFill>
                    <a:schemeClr val="tx1"/>
                  </a:solidFill>
                  <a:latin typeface="Times New Roman" panose="02020603050405020304" pitchFamily="18" charset="0"/>
                  <a:ea typeface="Arial Unicode MS" panose="020B0604020202020204" charset="-122"/>
                </a:rPr>
                <a:t> </a:t>
              </a:r>
              <a:r>
                <a:rPr lang="en-US" altLang="zh-CN" sz="3200" i="0" dirty="0">
                  <a:solidFill>
                    <a:schemeClr val="tx1"/>
                  </a:solidFill>
                  <a:latin typeface="Times New Roman" panose="02020603050405020304" pitchFamily="18" charset="0"/>
                  <a:ea typeface="宋体" panose="02010600030101010101" pitchFamily="2" charset="-122"/>
                </a:rPr>
                <a:t>H</a:t>
              </a:r>
              <a:r>
                <a:rPr lang="en-US" altLang="zh-CN" sz="3200" i="0" baseline="-25000" dirty="0">
                  <a:solidFill>
                    <a:schemeClr val="tx1"/>
                  </a:solidFill>
                  <a:latin typeface="Times New Roman" panose="02020603050405020304" pitchFamily="18" charset="0"/>
                  <a:ea typeface="宋体" panose="02010600030101010101" pitchFamily="2" charset="-122"/>
                </a:rPr>
                <a:t>2             </a:t>
              </a:r>
              <a:r>
                <a:rPr lang="en-US" altLang="zh-CN" sz="3200" dirty="0">
                  <a:solidFill>
                    <a:schemeClr val="tx1"/>
                  </a:solidFill>
                  <a:latin typeface="Times New Roman" panose="02020603050405020304" pitchFamily="18" charset="0"/>
                  <a:ea typeface="宋体" panose="02010600030101010101" pitchFamily="2" charset="-122"/>
                </a:rPr>
                <a:t>E  </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30000" dirty="0">
                  <a:solidFill>
                    <a:schemeClr val="tx1"/>
                  </a:solidFill>
                  <a:latin typeface="幼圆" panose="02010509060101010101" pitchFamily="49" charset="-122"/>
                  <a:ea typeface="幼圆" panose="02010509060101010101" pitchFamily="49"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25000" dirty="0">
                  <a:solidFill>
                    <a:schemeClr val="tx1"/>
                  </a:solidFill>
                  <a:latin typeface="幼圆" panose="02010509060101010101" pitchFamily="49" charset="-122"/>
                  <a:ea typeface="幼圆" panose="02010509060101010101" pitchFamily="49" charset="-122"/>
                </a:rPr>
                <a:t>2</a:t>
              </a:r>
              <a:r>
                <a:rPr lang="en-US" altLang="zh-CN" sz="3200" i="0" dirty="0">
                  <a:solidFill>
                    <a:schemeClr val="tx1"/>
                  </a:solidFill>
                  <a:latin typeface="Times New Roman" panose="02020603050405020304" pitchFamily="18" charset="0"/>
                  <a:ea typeface="宋体" panose="02010600030101010101" pitchFamily="2" charset="-122"/>
                </a:rPr>
                <a:t>)= </a:t>
              </a:r>
              <a:r>
                <a:rPr lang="en-US" altLang="zh-CN" sz="3200" i="0" dirty="0">
                  <a:latin typeface="Times New Roman" panose="02020603050405020304" pitchFamily="18" charset="0"/>
                  <a:ea typeface="宋体" panose="02010600030101010101" pitchFamily="2" charset="-122"/>
                </a:rPr>
                <a:t>0</a:t>
              </a:r>
              <a:r>
                <a:rPr lang="en-US" altLang="zh-CN" sz="3200" i="0" dirty="0">
                  <a:solidFill>
                    <a:schemeClr val="tx1"/>
                  </a:solidFill>
                  <a:latin typeface="Times New Roman" panose="02020603050405020304" pitchFamily="18" charset="0"/>
                  <a:ea typeface="宋体" panose="02010600030101010101" pitchFamily="2" charset="-122"/>
                </a:rPr>
                <a:t>V </a:t>
              </a:r>
            </a:p>
          </p:txBody>
        </p:sp>
        <p:grpSp>
          <p:nvGrpSpPr>
            <p:cNvPr id="84002" name="Group 36"/>
            <p:cNvGrpSpPr/>
            <p:nvPr/>
          </p:nvGrpSpPr>
          <p:grpSpPr>
            <a:xfrm flipV="1">
              <a:off x="2100" y="2320"/>
              <a:ext cx="226" cy="93"/>
              <a:chOff x="703" y="4080"/>
              <a:chExt cx="278" cy="93"/>
            </a:xfrm>
          </p:grpSpPr>
          <p:grpSp>
            <p:nvGrpSpPr>
              <p:cNvPr id="84006" name="Group 37"/>
              <p:cNvGrpSpPr/>
              <p:nvPr/>
            </p:nvGrpSpPr>
            <p:grpSpPr>
              <a:xfrm>
                <a:off x="703" y="4080"/>
                <a:ext cx="272" cy="30"/>
                <a:chOff x="703" y="4080"/>
                <a:chExt cx="272" cy="30"/>
              </a:xfrm>
            </p:grpSpPr>
            <p:sp>
              <p:nvSpPr>
                <p:cNvPr id="84010" name="Line 38"/>
                <p:cNvSpPr/>
                <p:nvPr/>
              </p:nvSpPr>
              <p:spPr>
                <a:xfrm flipV="1">
                  <a:off x="703" y="4110"/>
                  <a:ext cx="272" cy="0"/>
                </a:xfrm>
                <a:prstGeom prst="line">
                  <a:avLst/>
                </a:prstGeom>
                <a:ln w="19050" cap="flat" cmpd="sng">
                  <a:solidFill>
                    <a:schemeClr val="tx1"/>
                  </a:solidFill>
                  <a:prstDash val="solid"/>
                  <a:headEnd type="none" w="med" len="med"/>
                  <a:tailEnd type="none" w="med" len="med"/>
                </a:ln>
              </p:spPr>
            </p:sp>
            <p:sp>
              <p:nvSpPr>
                <p:cNvPr id="84011" name="Line 39"/>
                <p:cNvSpPr/>
                <p:nvPr/>
              </p:nvSpPr>
              <p:spPr>
                <a:xfrm>
                  <a:off x="930" y="4080"/>
                  <a:ext cx="45" cy="23"/>
                </a:xfrm>
                <a:prstGeom prst="line">
                  <a:avLst/>
                </a:prstGeom>
                <a:ln w="19050" cap="flat" cmpd="sng">
                  <a:solidFill>
                    <a:schemeClr val="tx1"/>
                  </a:solidFill>
                  <a:prstDash val="solid"/>
                  <a:headEnd type="none" w="med" len="med"/>
                  <a:tailEnd type="none" w="med" len="med"/>
                </a:ln>
              </p:spPr>
            </p:sp>
          </p:grpSp>
          <p:grpSp>
            <p:nvGrpSpPr>
              <p:cNvPr id="84007" name="Group 40"/>
              <p:cNvGrpSpPr/>
              <p:nvPr/>
            </p:nvGrpSpPr>
            <p:grpSpPr>
              <a:xfrm flipH="1" flipV="1">
                <a:off x="709" y="4143"/>
                <a:ext cx="272" cy="30"/>
                <a:chOff x="703" y="4080"/>
                <a:chExt cx="272" cy="30"/>
              </a:xfrm>
            </p:grpSpPr>
            <p:sp>
              <p:nvSpPr>
                <p:cNvPr id="84008" name="Line 41"/>
                <p:cNvSpPr/>
                <p:nvPr/>
              </p:nvSpPr>
              <p:spPr>
                <a:xfrm flipV="1">
                  <a:off x="703" y="4110"/>
                  <a:ext cx="272" cy="0"/>
                </a:xfrm>
                <a:prstGeom prst="line">
                  <a:avLst/>
                </a:prstGeom>
                <a:ln w="19050" cap="flat" cmpd="sng">
                  <a:solidFill>
                    <a:schemeClr val="tx1"/>
                  </a:solidFill>
                  <a:prstDash val="solid"/>
                  <a:headEnd type="none" w="med" len="med"/>
                  <a:tailEnd type="none" w="med" len="med"/>
                </a:ln>
              </p:spPr>
            </p:sp>
            <p:sp>
              <p:nvSpPr>
                <p:cNvPr id="84009" name="Line 42"/>
                <p:cNvSpPr/>
                <p:nvPr/>
              </p:nvSpPr>
              <p:spPr>
                <a:xfrm>
                  <a:off x="930" y="4080"/>
                  <a:ext cx="45" cy="23"/>
                </a:xfrm>
                <a:prstGeom prst="line">
                  <a:avLst/>
                </a:prstGeom>
                <a:ln w="19050" cap="flat" cmpd="sng">
                  <a:solidFill>
                    <a:schemeClr val="tx1"/>
                  </a:solidFill>
                  <a:prstDash val="solid"/>
                  <a:headEnd type="none" w="med" len="med"/>
                  <a:tailEnd type="none" w="med" len="med"/>
                </a:ln>
              </p:spPr>
            </p:sp>
          </p:grpSp>
        </p:grpSp>
        <p:grpSp>
          <p:nvGrpSpPr>
            <p:cNvPr id="84003" name="Group 43"/>
            <p:cNvGrpSpPr/>
            <p:nvPr/>
          </p:nvGrpSpPr>
          <p:grpSpPr>
            <a:xfrm>
              <a:off x="3310" y="2227"/>
              <a:ext cx="96" cy="96"/>
              <a:chOff x="528" y="1344"/>
              <a:chExt cx="96" cy="96"/>
            </a:xfrm>
          </p:grpSpPr>
          <p:sp>
            <p:nvSpPr>
              <p:cNvPr id="84004" name="Oval 44"/>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4005" name="Line 45"/>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nvGrpSpPr>
          <p:cNvPr id="16" name="Group 46"/>
          <p:cNvGrpSpPr/>
          <p:nvPr/>
        </p:nvGrpSpPr>
        <p:grpSpPr>
          <a:xfrm>
            <a:off x="304800" y="3352800"/>
            <a:ext cx="8839200" cy="2373313"/>
            <a:chOff x="480" y="2514"/>
            <a:chExt cx="5568" cy="1754"/>
          </a:xfrm>
        </p:grpSpPr>
        <p:sp>
          <p:nvSpPr>
            <p:cNvPr id="83976" name="Text Box 47"/>
            <p:cNvSpPr txBox="1"/>
            <p:nvPr/>
          </p:nvSpPr>
          <p:spPr>
            <a:xfrm>
              <a:off x="1440" y="3840"/>
              <a:ext cx="1104" cy="428"/>
            </a:xfrm>
            <a:prstGeom prst="rect">
              <a:avLst/>
            </a:prstGeom>
            <a:noFill/>
            <a:ln w="9525">
              <a:noFill/>
            </a:ln>
          </p:spPr>
          <p:txBody>
            <a:bodyPr>
              <a:spAutoFit/>
            </a:bodyPr>
            <a:lstStyle/>
            <a:p>
              <a:r>
                <a:rPr lang="en-US" altLang="zh-CN" sz="3200" i="0" dirty="0">
                  <a:solidFill>
                    <a:schemeClr val="tx2"/>
                  </a:solidFill>
                  <a:latin typeface="Times New Roman" panose="02020603050405020304" pitchFamily="18" charset="0"/>
                  <a:ea typeface="宋体" panose="02010600030101010101" pitchFamily="2" charset="-122"/>
                </a:rPr>
                <a:t>= </a:t>
              </a:r>
              <a:r>
                <a:rPr lang="en-US" altLang="zh-CN" sz="3200" i="0" dirty="0">
                  <a:latin typeface="Times New Roman" panose="02020603050405020304" pitchFamily="18" charset="0"/>
                  <a:ea typeface="宋体" panose="02010600030101010101" pitchFamily="2" charset="-122"/>
                </a:rPr>
                <a:t>-0.15</a:t>
              </a:r>
              <a:r>
                <a:rPr lang="en-US" altLang="zh-CN" sz="3200" i="0" dirty="0">
                  <a:solidFill>
                    <a:schemeClr val="tx2"/>
                  </a:solidFill>
                  <a:latin typeface="Times New Roman" panose="02020603050405020304" pitchFamily="18" charset="0"/>
                  <a:ea typeface="宋体" panose="02010600030101010101" pitchFamily="2" charset="-122"/>
                </a:rPr>
                <a:t>V</a:t>
              </a:r>
            </a:p>
          </p:txBody>
        </p:sp>
        <p:grpSp>
          <p:nvGrpSpPr>
            <p:cNvPr id="83977" name="Group 48"/>
            <p:cNvGrpSpPr/>
            <p:nvPr/>
          </p:nvGrpSpPr>
          <p:grpSpPr>
            <a:xfrm>
              <a:off x="480" y="3216"/>
              <a:ext cx="5568" cy="735"/>
              <a:chOff x="480" y="3264"/>
              <a:chExt cx="5568" cy="735"/>
            </a:xfrm>
          </p:grpSpPr>
          <p:sp>
            <p:nvSpPr>
              <p:cNvPr id="83996" name="Text Box 49"/>
              <p:cNvSpPr txBox="1"/>
              <p:nvPr/>
            </p:nvSpPr>
            <p:spPr>
              <a:xfrm>
                <a:off x="2688" y="3571"/>
                <a:ext cx="3360" cy="428"/>
              </a:xfrm>
              <a:prstGeom prst="rect">
                <a:avLst/>
              </a:prstGeom>
              <a:noFill/>
              <a:ln w="9525">
                <a:noFill/>
              </a:ln>
            </p:spPr>
            <p:txBody>
              <a:bodyPr>
                <a:spAutoFit/>
              </a:bodyPr>
              <a:lstStyle/>
              <a:p>
                <a:r>
                  <a:rPr lang="en-US" altLang="zh-CN" sz="3200" i="0" dirty="0">
                    <a:solidFill>
                      <a:schemeClr val="tx1"/>
                    </a:solidFill>
                    <a:latin typeface="宋体" panose="02010600030101010101" pitchFamily="2" charset="-122"/>
                    <a:ea typeface="宋体" panose="02010600030101010101" pitchFamily="2" charset="-122"/>
                  </a:rPr>
                  <a:t>2 </a:t>
                </a:r>
                <a:r>
                  <a:rPr lang="en-US" altLang="zh-CN" sz="3200" dirty="0">
                    <a:solidFill>
                      <a:schemeClr val="tx1"/>
                    </a:solidFill>
                    <a:latin typeface="宋体" panose="02010600030101010101" pitchFamily="2" charset="-122"/>
                    <a:ea typeface="宋体" panose="02010600030101010101" pitchFamily="2" charset="-122"/>
                  </a:rPr>
                  <a:t>    </a:t>
                </a:r>
                <a:r>
                  <a:rPr lang="en-US" altLang="zh-CN" sz="3200" i="0" dirty="0">
                    <a:solidFill>
                      <a:schemeClr val="tx1"/>
                    </a:solidFill>
                    <a:latin typeface="宋体" panose="02010600030101010101" pitchFamily="2" charset="-122"/>
                    <a:ea typeface="宋体" panose="02010600030101010101" pitchFamily="2" charset="-122"/>
                  </a:rPr>
                  <a:t>1</a:t>
                </a:r>
                <a:r>
                  <a:rPr lang="en-US" altLang="zh-CN" sz="3200" i="0" dirty="0">
                    <a:solidFill>
                      <a:schemeClr val="tx1"/>
                    </a:solidFill>
                    <a:latin typeface="幼圆" panose="02010509060101010101" pitchFamily="49" charset="-122"/>
                    <a:ea typeface="幼圆" panose="02010509060101010101" pitchFamily="49" charset="-122"/>
                  </a:rPr>
                  <a:t>.0</a:t>
                </a:r>
                <a:r>
                  <a:rPr lang="en-US" altLang="zh-CN" sz="3200" i="0" dirty="0">
                    <a:solidFill>
                      <a:schemeClr val="tx2"/>
                    </a:solidFill>
                    <a:latin typeface="宋体" panose="02010600030101010101" pitchFamily="2" charset="-122"/>
                    <a:ea typeface="宋体" panose="02010600030101010101" pitchFamily="2" charset="-122"/>
                  </a:rPr>
                  <a:t>×10</a:t>
                </a:r>
                <a:r>
                  <a:rPr lang="en-US" altLang="zh-CN" sz="3200" i="0" baseline="30000" dirty="0">
                    <a:solidFill>
                      <a:schemeClr val="tx1"/>
                    </a:solidFill>
                    <a:latin typeface="Times New Roman" panose="02020603050405020304" pitchFamily="18" charset="0"/>
                    <a:ea typeface="宋体" panose="02010600030101010101" pitchFamily="2" charset="-122"/>
                  </a:rPr>
                  <a:t>5</a:t>
                </a:r>
                <a:r>
                  <a:rPr lang="en-US" altLang="zh-CN" sz="3200" i="0" dirty="0">
                    <a:solidFill>
                      <a:schemeClr val="tx1"/>
                    </a:solidFill>
                    <a:latin typeface="Times New Roman" panose="02020603050405020304" pitchFamily="18" charset="0"/>
                    <a:ea typeface="幼圆" panose="02010509060101010101" pitchFamily="49" charset="-122"/>
                  </a:rPr>
                  <a:t> / </a:t>
                </a:r>
                <a:r>
                  <a:rPr lang="en-US" altLang="zh-CN" sz="3200" i="0" dirty="0">
                    <a:solidFill>
                      <a:schemeClr val="tx1"/>
                    </a:solidFill>
                    <a:latin typeface="幼圆" panose="02010509060101010101" pitchFamily="49" charset="-122"/>
                    <a:ea typeface="幼圆" panose="02010509060101010101" pitchFamily="49" charset="-122"/>
                  </a:rPr>
                  <a:t>1.0</a:t>
                </a:r>
                <a:r>
                  <a:rPr lang="en-US" altLang="zh-CN" sz="3200" i="0" dirty="0">
                    <a:solidFill>
                      <a:schemeClr val="tx2"/>
                    </a:solidFill>
                    <a:latin typeface="宋体" panose="02010600030101010101" pitchFamily="2" charset="-122"/>
                    <a:ea typeface="宋体" panose="02010600030101010101" pitchFamily="2" charset="-122"/>
                  </a:rPr>
                  <a:t>×10</a:t>
                </a:r>
                <a:r>
                  <a:rPr lang="en-US" altLang="zh-CN" sz="3200" i="0" baseline="30000" dirty="0">
                    <a:solidFill>
                      <a:schemeClr val="tx1"/>
                    </a:solidFill>
                    <a:latin typeface="Times New Roman" panose="02020603050405020304" pitchFamily="18" charset="0"/>
                    <a:ea typeface="宋体" panose="02010600030101010101" pitchFamily="2" charset="-122"/>
                  </a:rPr>
                  <a:t>5</a:t>
                </a:r>
                <a:r>
                  <a:rPr lang="en-US" altLang="zh-CN" sz="3200" i="0" dirty="0">
                    <a:solidFill>
                      <a:schemeClr val="tx1"/>
                    </a:solidFill>
                    <a:latin typeface="Times New Roman" panose="02020603050405020304" pitchFamily="18" charset="0"/>
                    <a:ea typeface="幼圆" panose="02010509060101010101" pitchFamily="49" charset="-122"/>
                  </a:rPr>
                  <a:t> </a:t>
                </a:r>
              </a:p>
            </p:txBody>
          </p:sp>
          <p:sp>
            <p:nvSpPr>
              <p:cNvPr id="83997" name="Text Box 50"/>
              <p:cNvSpPr txBox="1"/>
              <p:nvPr/>
            </p:nvSpPr>
            <p:spPr>
              <a:xfrm>
                <a:off x="2256" y="3264"/>
                <a:ext cx="3504" cy="428"/>
              </a:xfrm>
              <a:prstGeom prst="rect">
                <a:avLst/>
              </a:prstGeom>
              <a:noFill/>
              <a:ln w="9525">
                <a:noFill/>
              </a:ln>
            </p:spPr>
            <p:txBody>
              <a:bodyPr>
                <a:spAutoFit/>
              </a:bodyPr>
              <a:lstStyle/>
              <a:p>
                <a:r>
                  <a:rPr lang="en-US" altLang="zh-CN" sz="3200" i="0" dirty="0">
                    <a:solidFill>
                      <a:schemeClr val="tx1"/>
                    </a:solidFill>
                    <a:latin typeface="Times New Roman" panose="02020603050405020304" pitchFamily="18" charset="0"/>
                    <a:ea typeface="宋体" panose="02010600030101010101" pitchFamily="2" charset="-122"/>
                  </a:rPr>
                  <a:t>0.0592V           [1.8</a:t>
                </a:r>
                <a:r>
                  <a:rPr lang="en-US" altLang="zh-CN" sz="3200" i="0" dirty="0">
                    <a:solidFill>
                      <a:schemeClr val="tx2"/>
                    </a:solidFill>
                    <a:latin typeface="宋体" panose="02010600030101010101" pitchFamily="2" charset="-122"/>
                    <a:ea typeface="宋体" panose="02010600030101010101" pitchFamily="2" charset="-122"/>
                  </a:rPr>
                  <a:t>×10</a:t>
                </a:r>
                <a:r>
                  <a:rPr lang="en-US" altLang="zh-CN" sz="3200" i="0" dirty="0">
                    <a:solidFill>
                      <a:schemeClr val="tx1"/>
                    </a:solidFill>
                    <a:latin typeface="Times New Roman" panose="02020603050405020304" pitchFamily="18" charset="0"/>
                    <a:ea typeface="宋体" panose="02010600030101010101" pitchFamily="2" charset="-122"/>
                  </a:rPr>
                  <a:t> </a:t>
                </a:r>
                <a:r>
                  <a:rPr lang="en-US" altLang="zh-CN" sz="3200" i="0" baseline="30000" dirty="0">
                    <a:solidFill>
                      <a:schemeClr val="tx1"/>
                    </a:solidFill>
                    <a:latin typeface="Times New Roman" panose="02020603050405020304" pitchFamily="18" charset="0"/>
                    <a:ea typeface="宋体" panose="02010600030101010101" pitchFamily="2" charset="-122"/>
                  </a:rPr>
                  <a:t>–5</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i="0" baseline="30000" dirty="0">
                    <a:solidFill>
                      <a:schemeClr val="tx1"/>
                    </a:solidFill>
                    <a:latin typeface="Times New Roman" panose="02020603050405020304" pitchFamily="18" charset="0"/>
                    <a:ea typeface="宋体" panose="02010600030101010101" pitchFamily="2" charset="-122"/>
                  </a:rPr>
                  <a:t>2 </a:t>
                </a:r>
              </a:p>
            </p:txBody>
          </p:sp>
          <p:sp>
            <p:nvSpPr>
              <p:cNvPr id="83998" name="Text Box 51"/>
              <p:cNvSpPr txBox="1"/>
              <p:nvPr/>
            </p:nvSpPr>
            <p:spPr>
              <a:xfrm>
                <a:off x="480" y="3398"/>
                <a:ext cx="3168" cy="427"/>
              </a:xfrm>
              <a:prstGeom prst="rect">
                <a:avLst/>
              </a:prstGeom>
              <a:noFill/>
              <a:ln w="9525">
                <a:noFill/>
              </a:ln>
            </p:spPr>
            <p:txBody>
              <a:bodyPr>
                <a:spAutoFit/>
              </a:bodyPr>
              <a:lstStyle/>
              <a:p>
                <a:r>
                  <a:rPr lang="en-US" altLang="zh-CN" sz="3200" i="0" dirty="0">
                    <a:solidFill>
                      <a:schemeClr val="tx2"/>
                    </a:solidFill>
                    <a:latin typeface="Times New Roman" panose="02020603050405020304" pitchFamily="18" charset="0"/>
                    <a:ea typeface="宋体" panose="02010600030101010101" pitchFamily="2" charset="-122"/>
                  </a:rPr>
                  <a:t>               =</a:t>
                </a:r>
                <a:r>
                  <a:rPr lang="en-US" altLang="zh-CN" sz="3200" i="0" dirty="0">
                    <a:solidFill>
                      <a:schemeClr val="tx1"/>
                    </a:solidFill>
                    <a:latin typeface="Times New Roman" panose="02020603050405020304" pitchFamily="18" charset="0"/>
                    <a:ea typeface="宋体" panose="02010600030101010101" pitchFamily="2" charset="-122"/>
                  </a:rPr>
                  <a:t>0 V +                lg</a:t>
                </a:r>
                <a:endParaRPr lang="en-US" altLang="zh-CN" i="0" dirty="0">
                  <a:solidFill>
                    <a:schemeClr val="tx1"/>
                  </a:solidFill>
                  <a:latin typeface="Times New Roman" panose="02020603050405020304" pitchFamily="18" charset="0"/>
                  <a:ea typeface="宋体" panose="02010600030101010101" pitchFamily="2" charset="-122"/>
                </a:endParaRPr>
              </a:p>
            </p:txBody>
          </p:sp>
          <p:sp>
            <p:nvSpPr>
              <p:cNvPr id="83999" name="Line 52"/>
              <p:cNvSpPr/>
              <p:nvPr/>
            </p:nvSpPr>
            <p:spPr>
              <a:xfrm>
                <a:off x="2256" y="3600"/>
                <a:ext cx="912" cy="0"/>
              </a:xfrm>
              <a:prstGeom prst="line">
                <a:avLst/>
              </a:prstGeom>
              <a:ln w="38100" cap="flat" cmpd="sng">
                <a:solidFill>
                  <a:schemeClr val="tx1"/>
                </a:solidFill>
                <a:prstDash val="solid"/>
                <a:headEnd type="none" w="med" len="med"/>
                <a:tailEnd type="none" w="med" len="med"/>
              </a:ln>
            </p:spPr>
          </p:sp>
          <p:sp>
            <p:nvSpPr>
              <p:cNvPr id="84000" name="Line 53"/>
              <p:cNvSpPr/>
              <p:nvPr/>
            </p:nvSpPr>
            <p:spPr>
              <a:xfrm>
                <a:off x="3504" y="3615"/>
                <a:ext cx="2160" cy="0"/>
              </a:xfrm>
              <a:prstGeom prst="line">
                <a:avLst/>
              </a:prstGeom>
              <a:ln w="38100" cap="flat" cmpd="sng">
                <a:solidFill>
                  <a:schemeClr val="tx1"/>
                </a:solidFill>
                <a:prstDash val="solid"/>
                <a:headEnd type="none" w="med" len="med"/>
                <a:tailEnd type="none" w="med" len="med"/>
              </a:ln>
            </p:spPr>
          </p:sp>
        </p:grpSp>
        <p:grpSp>
          <p:nvGrpSpPr>
            <p:cNvPr id="83978" name="Group 54"/>
            <p:cNvGrpSpPr/>
            <p:nvPr/>
          </p:nvGrpSpPr>
          <p:grpSpPr>
            <a:xfrm>
              <a:off x="528" y="2514"/>
              <a:ext cx="5472" cy="727"/>
              <a:chOff x="528" y="2514"/>
              <a:chExt cx="5472" cy="727"/>
            </a:xfrm>
          </p:grpSpPr>
          <p:grpSp>
            <p:nvGrpSpPr>
              <p:cNvPr id="83979" name="Group 55"/>
              <p:cNvGrpSpPr/>
              <p:nvPr/>
            </p:nvGrpSpPr>
            <p:grpSpPr>
              <a:xfrm>
                <a:off x="2976" y="2813"/>
                <a:ext cx="2784" cy="428"/>
                <a:chOff x="2976" y="2813"/>
                <a:chExt cx="2784" cy="428"/>
              </a:xfrm>
            </p:grpSpPr>
            <p:sp>
              <p:nvSpPr>
                <p:cNvPr id="83994" name="Line 56"/>
                <p:cNvSpPr/>
                <p:nvPr/>
              </p:nvSpPr>
              <p:spPr>
                <a:xfrm>
                  <a:off x="2976" y="2861"/>
                  <a:ext cx="672" cy="0"/>
                </a:xfrm>
                <a:prstGeom prst="line">
                  <a:avLst/>
                </a:prstGeom>
                <a:ln w="28575" cap="flat" cmpd="sng">
                  <a:solidFill>
                    <a:schemeClr val="tx1"/>
                  </a:solidFill>
                  <a:prstDash val="solid"/>
                  <a:headEnd type="none" w="med" len="med"/>
                  <a:tailEnd type="none" w="med" len="med"/>
                </a:ln>
              </p:spPr>
            </p:sp>
            <p:sp>
              <p:nvSpPr>
                <p:cNvPr id="83995" name="Text Box 57"/>
                <p:cNvSpPr txBox="1"/>
                <p:nvPr/>
              </p:nvSpPr>
              <p:spPr>
                <a:xfrm>
                  <a:off x="3216" y="2813"/>
                  <a:ext cx="2544" cy="428"/>
                </a:xfrm>
                <a:prstGeom prst="rect">
                  <a:avLst/>
                </a:prstGeom>
                <a:noFill/>
                <a:ln w="9525">
                  <a:noFill/>
                </a:ln>
              </p:spPr>
              <p:txBody>
                <a:bodyPr>
                  <a:spAutoFit/>
                </a:bodyPr>
                <a:lstStyle/>
                <a:p>
                  <a:r>
                    <a:rPr lang="en-US" altLang="zh-CN" sz="3200" dirty="0">
                      <a:solidFill>
                        <a:schemeClr val="tx1"/>
                      </a:solidFill>
                      <a:latin typeface="宋体" panose="02010600030101010101" pitchFamily="2" charset="-122"/>
                      <a:ea typeface="宋体" panose="02010600030101010101" pitchFamily="2" charset="-122"/>
                    </a:rPr>
                    <a:t>z     </a:t>
                  </a:r>
                  <a:r>
                    <a:rPr lang="en-US" altLang="zh-CN" sz="3200" dirty="0">
                      <a:solidFill>
                        <a:schemeClr val="tx1"/>
                      </a:solidFill>
                      <a:latin typeface="Times New Roman" panose="02020603050405020304" pitchFamily="18" charset="0"/>
                      <a:ea typeface="幼圆" panose="02010509060101010101" pitchFamily="49" charset="-122"/>
                    </a:rPr>
                    <a:t>p</a:t>
                  </a:r>
                  <a:r>
                    <a:rPr lang="en-US" altLang="zh-CN" sz="3200" i="0" dirty="0">
                      <a:solidFill>
                        <a:schemeClr val="tx1"/>
                      </a:solidFill>
                      <a:latin typeface="Times New Roman" panose="02020603050405020304" pitchFamily="18" charset="0"/>
                      <a:ea typeface="幼圆" panose="02010509060101010101" pitchFamily="49" charset="-122"/>
                    </a:rPr>
                    <a:t>(H</a:t>
                  </a:r>
                  <a:r>
                    <a:rPr lang="en-US" altLang="zh-CN" sz="3200" i="0" baseline="-25000" dirty="0">
                      <a:solidFill>
                        <a:schemeClr val="tx1"/>
                      </a:solidFill>
                      <a:latin typeface="Times New Roman" panose="02020603050405020304" pitchFamily="18" charset="0"/>
                      <a:ea typeface="幼圆" panose="02010509060101010101" pitchFamily="49" charset="-122"/>
                    </a:rPr>
                    <a:t>2</a:t>
                  </a:r>
                  <a:r>
                    <a:rPr lang="en-US" altLang="zh-CN" sz="3200" i="0" dirty="0">
                      <a:solidFill>
                        <a:schemeClr val="tx1"/>
                      </a:solidFill>
                      <a:latin typeface="Times New Roman" panose="02020603050405020304" pitchFamily="18" charset="0"/>
                      <a:ea typeface="幼圆" panose="02010509060101010101" pitchFamily="49" charset="-122"/>
                    </a:rPr>
                    <a:t>)/</a:t>
                  </a:r>
                  <a:r>
                    <a:rPr lang="en-US" altLang="zh-CN" sz="3200" dirty="0">
                      <a:solidFill>
                        <a:schemeClr val="tx1"/>
                      </a:solidFill>
                      <a:latin typeface="Times New Roman" panose="02020603050405020304" pitchFamily="18" charset="0"/>
                      <a:ea typeface="幼圆" panose="02010509060101010101" pitchFamily="49" charset="-122"/>
                    </a:rPr>
                    <a:t>p  </a:t>
                  </a:r>
                  <a:r>
                    <a:rPr lang="en-US" altLang="zh-CN" sz="3200" i="0" dirty="0">
                      <a:solidFill>
                        <a:schemeClr val="tx1"/>
                      </a:solidFill>
                      <a:latin typeface="Times New Roman" panose="02020603050405020304" pitchFamily="18" charset="0"/>
                      <a:ea typeface="幼圆" panose="02010509060101010101" pitchFamily="49" charset="-122"/>
                    </a:rPr>
                    <a:t>(H</a:t>
                  </a:r>
                  <a:r>
                    <a:rPr lang="en-US" altLang="zh-CN" sz="3200" i="0" baseline="-25000" dirty="0">
                      <a:solidFill>
                        <a:schemeClr val="tx1"/>
                      </a:solidFill>
                      <a:latin typeface="Times New Roman" panose="02020603050405020304" pitchFamily="18" charset="0"/>
                      <a:ea typeface="幼圆" panose="02010509060101010101" pitchFamily="49" charset="-122"/>
                    </a:rPr>
                    <a:t>2</a:t>
                  </a:r>
                  <a:r>
                    <a:rPr lang="en-US" altLang="zh-CN" sz="3200" i="0" dirty="0">
                      <a:solidFill>
                        <a:schemeClr val="tx1"/>
                      </a:solidFill>
                      <a:latin typeface="Times New Roman" panose="02020603050405020304" pitchFamily="18" charset="0"/>
                      <a:ea typeface="幼圆" panose="02010509060101010101" pitchFamily="49" charset="-122"/>
                    </a:rPr>
                    <a:t>)</a:t>
                  </a:r>
                </a:p>
              </p:txBody>
            </p:sp>
          </p:grpSp>
          <p:grpSp>
            <p:nvGrpSpPr>
              <p:cNvPr id="83980" name="Group 58"/>
              <p:cNvGrpSpPr/>
              <p:nvPr/>
            </p:nvGrpSpPr>
            <p:grpSpPr>
              <a:xfrm>
                <a:off x="528" y="2657"/>
                <a:ext cx="5232" cy="428"/>
                <a:chOff x="528" y="2659"/>
                <a:chExt cx="5232" cy="428"/>
              </a:xfrm>
            </p:grpSpPr>
            <p:sp>
              <p:nvSpPr>
                <p:cNvPr id="83990" name="Text Box 59"/>
                <p:cNvSpPr txBox="1"/>
                <p:nvPr/>
              </p:nvSpPr>
              <p:spPr>
                <a:xfrm>
                  <a:off x="528" y="2659"/>
                  <a:ext cx="5232" cy="428"/>
                </a:xfrm>
                <a:prstGeom prst="rect">
                  <a:avLst/>
                </a:prstGeom>
                <a:noFill/>
                <a:ln w="9525">
                  <a:noFill/>
                </a:ln>
              </p:spPr>
              <p:txBody>
                <a:bodyPr>
                  <a:spAutoFit/>
                </a:bodyPr>
                <a:lstStyle/>
                <a:p>
                  <a:r>
                    <a:rPr lang="en-US" altLang="zh-CN" sz="3200" dirty="0">
                      <a:solidFill>
                        <a:schemeClr val="tx1"/>
                      </a:solidFill>
                      <a:latin typeface="Times New Roman" panose="02020603050405020304" pitchFamily="18" charset="0"/>
                      <a:ea typeface="宋体" panose="02010600030101010101" pitchFamily="2" charset="-122"/>
                    </a:rPr>
                    <a:t>E</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30000" dirty="0">
                      <a:solidFill>
                        <a:schemeClr val="tx1"/>
                      </a:solidFill>
                      <a:latin typeface="幼圆" panose="02010509060101010101" pitchFamily="49" charset="-122"/>
                      <a:ea typeface="幼圆" panose="02010509060101010101" pitchFamily="49"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25000" dirty="0">
                      <a:solidFill>
                        <a:schemeClr val="tx1"/>
                      </a:solidFill>
                      <a:latin typeface="幼圆" panose="02010509060101010101" pitchFamily="49" charset="-122"/>
                      <a:ea typeface="幼圆" panose="02010509060101010101" pitchFamily="49" charset="-122"/>
                    </a:rPr>
                    <a:t>2</a:t>
                  </a:r>
                  <a:r>
                    <a:rPr lang="en-US" altLang="zh-CN" sz="3200" i="0" dirty="0">
                      <a:solidFill>
                        <a:schemeClr val="tx1"/>
                      </a:solidFill>
                      <a:latin typeface="Times New Roman" panose="02020603050405020304" pitchFamily="18" charset="0"/>
                      <a:ea typeface="宋体" panose="02010600030101010101" pitchFamily="2" charset="-122"/>
                    </a:rPr>
                    <a:t>) </a:t>
                  </a:r>
                  <a:r>
                    <a:rPr lang="en-US" altLang="zh-CN" sz="3200" i="0" dirty="0">
                      <a:solidFill>
                        <a:schemeClr val="tx2"/>
                      </a:solidFill>
                      <a:latin typeface="Times New Roman" panose="02020603050405020304" pitchFamily="18" charset="0"/>
                      <a:ea typeface="宋体" panose="02010600030101010101" pitchFamily="2" charset="-122"/>
                    </a:rPr>
                    <a:t>=</a:t>
                  </a:r>
                  <a:r>
                    <a:rPr lang="en-US" altLang="zh-CN" sz="3200" dirty="0">
                      <a:solidFill>
                        <a:schemeClr val="tx1"/>
                      </a:solidFill>
                      <a:latin typeface="Times New Roman" panose="02020603050405020304" pitchFamily="18" charset="0"/>
                      <a:ea typeface="宋体" panose="02010600030101010101" pitchFamily="2" charset="-122"/>
                    </a:rPr>
                    <a:t>E  </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30000" dirty="0">
                      <a:solidFill>
                        <a:schemeClr val="tx1"/>
                      </a:solidFill>
                      <a:latin typeface="幼圆" panose="02010509060101010101" pitchFamily="49" charset="-122"/>
                      <a:ea typeface="幼圆" panose="02010509060101010101" pitchFamily="49" charset="-122"/>
                    </a:rPr>
                    <a:t>+</a:t>
                  </a:r>
                  <a:r>
                    <a:rPr lang="en-US" altLang="zh-CN" sz="3200" i="0" dirty="0">
                      <a:solidFill>
                        <a:schemeClr val="tx1"/>
                      </a:solidFill>
                      <a:latin typeface="幼圆" panose="02010509060101010101" pitchFamily="49" charset="-122"/>
                      <a:ea typeface="幼圆" panose="02010509060101010101" pitchFamily="49" charset="-122"/>
                    </a:rPr>
                    <a:t>/H</a:t>
                  </a:r>
                  <a:r>
                    <a:rPr lang="en-US" altLang="zh-CN" sz="3200" i="0" baseline="-25000" dirty="0">
                      <a:solidFill>
                        <a:schemeClr val="tx1"/>
                      </a:solidFill>
                      <a:latin typeface="幼圆" panose="02010509060101010101" pitchFamily="49" charset="-122"/>
                      <a:ea typeface="幼圆" panose="02010509060101010101" pitchFamily="49" charset="-122"/>
                    </a:rPr>
                    <a:t>2</a:t>
                  </a:r>
                  <a:r>
                    <a:rPr lang="en-US" altLang="zh-CN" sz="3200" i="0" dirty="0">
                      <a:solidFill>
                        <a:schemeClr val="tx1"/>
                      </a:solidFill>
                      <a:latin typeface="Times New Roman" panose="02020603050405020304" pitchFamily="18" charset="0"/>
                      <a:ea typeface="宋体" panose="02010600030101010101" pitchFamily="2" charset="-122"/>
                    </a:rPr>
                    <a:t>) +              lg</a:t>
                  </a:r>
                  <a:endParaRPr lang="en-US" altLang="zh-CN" i="0" dirty="0">
                    <a:solidFill>
                      <a:schemeClr val="tx1"/>
                    </a:solidFill>
                    <a:latin typeface="Times New Roman" panose="02020603050405020304" pitchFamily="18" charset="0"/>
                    <a:ea typeface="宋体" panose="02010600030101010101" pitchFamily="2" charset="-122"/>
                  </a:endParaRPr>
                </a:p>
              </p:txBody>
            </p:sp>
            <p:grpSp>
              <p:nvGrpSpPr>
                <p:cNvPr id="83991" name="Group 60"/>
                <p:cNvGrpSpPr/>
                <p:nvPr/>
              </p:nvGrpSpPr>
              <p:grpSpPr>
                <a:xfrm>
                  <a:off x="1918" y="2714"/>
                  <a:ext cx="96" cy="96"/>
                  <a:chOff x="528" y="1344"/>
                  <a:chExt cx="96" cy="96"/>
                </a:xfrm>
              </p:grpSpPr>
              <p:sp>
                <p:nvSpPr>
                  <p:cNvPr id="83992" name="Oval 61"/>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3993" name="Line 62"/>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nvGrpSpPr>
              <p:cNvPr id="83981" name="Group 63"/>
              <p:cNvGrpSpPr/>
              <p:nvPr/>
            </p:nvGrpSpPr>
            <p:grpSpPr>
              <a:xfrm>
                <a:off x="2928" y="2514"/>
                <a:ext cx="3072" cy="508"/>
                <a:chOff x="2928" y="2496"/>
                <a:chExt cx="3072" cy="508"/>
              </a:xfrm>
            </p:grpSpPr>
            <p:sp>
              <p:nvSpPr>
                <p:cNvPr id="83982" name="Text Box 64"/>
                <p:cNvSpPr txBox="1"/>
                <p:nvPr/>
              </p:nvSpPr>
              <p:spPr>
                <a:xfrm>
                  <a:off x="2928" y="2496"/>
                  <a:ext cx="3072" cy="428"/>
                </a:xfrm>
                <a:prstGeom prst="rect">
                  <a:avLst/>
                </a:prstGeom>
                <a:noFill/>
                <a:ln w="9525">
                  <a:noFill/>
                </a:ln>
              </p:spPr>
              <p:txBody>
                <a:bodyPr>
                  <a:spAutoFit/>
                </a:bodyPr>
                <a:lstStyle/>
                <a:p>
                  <a:r>
                    <a:rPr lang="en-US" altLang="zh-CN" sz="3200" i="0" dirty="0">
                      <a:solidFill>
                        <a:schemeClr val="tx1"/>
                      </a:solidFill>
                      <a:latin typeface="Times New Roman" panose="02020603050405020304" pitchFamily="18" charset="0"/>
                      <a:ea typeface="宋体" panose="02010600030101010101" pitchFamily="2" charset="-122"/>
                    </a:rPr>
                    <a:t>0.0592</a:t>
                  </a:r>
                  <a:r>
                    <a:rPr lang="en-US" altLang="zh-CN" i="0" dirty="0">
                      <a:solidFill>
                        <a:schemeClr val="tx1"/>
                      </a:solidFill>
                      <a:latin typeface="Times New Roman" panose="02020603050405020304" pitchFamily="18" charset="0"/>
                      <a:ea typeface="宋体" panose="02010600030101010101" pitchFamily="2" charset="-122"/>
                    </a:rPr>
                    <a:t>        </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sz="3200" dirty="0">
                      <a:solidFill>
                        <a:schemeClr val="tx1"/>
                      </a:solidFill>
                      <a:latin typeface="Times New Roman" panose="02020603050405020304" pitchFamily="18" charset="0"/>
                      <a:ea typeface="宋体" panose="02010600030101010101" pitchFamily="2" charset="-122"/>
                    </a:rPr>
                    <a:t>c</a:t>
                  </a:r>
                  <a:r>
                    <a:rPr lang="en-US" altLang="zh-CN" sz="3200" i="0" dirty="0">
                      <a:solidFill>
                        <a:schemeClr val="tx1"/>
                      </a:solidFill>
                      <a:latin typeface="Times New Roman" panose="02020603050405020304" pitchFamily="18" charset="0"/>
                      <a:ea typeface="宋体" panose="02010600030101010101" pitchFamily="2" charset="-122"/>
                    </a:rPr>
                    <a:t>(H</a:t>
                  </a:r>
                  <a:r>
                    <a:rPr lang="en-US" altLang="zh-CN" sz="3200" i="0" baseline="30000" dirty="0">
                      <a:solidFill>
                        <a:schemeClr val="tx1"/>
                      </a:solidFill>
                      <a:latin typeface="Times New Roman" panose="02020603050405020304" pitchFamily="18" charset="0"/>
                      <a:ea typeface="宋体" panose="02010600030101010101" pitchFamily="2" charset="-122"/>
                    </a:rPr>
                    <a:t>+</a:t>
                  </a:r>
                  <a:r>
                    <a:rPr lang="en-US" altLang="zh-CN" sz="3200" i="0" dirty="0">
                      <a:solidFill>
                        <a:schemeClr val="tx1"/>
                      </a:solidFill>
                      <a:latin typeface="Times New Roman" panose="02020603050405020304" pitchFamily="18" charset="0"/>
                      <a:ea typeface="宋体" panose="02010600030101010101" pitchFamily="2" charset="-122"/>
                    </a:rPr>
                    <a:t>)/</a:t>
                  </a:r>
                  <a:r>
                    <a:rPr lang="en-US" altLang="zh-CN" dirty="0">
                      <a:solidFill>
                        <a:schemeClr val="tx1"/>
                      </a:solidFill>
                      <a:latin typeface="Times New Roman" panose="02020603050405020304" pitchFamily="18" charset="0"/>
                      <a:ea typeface="宋体" panose="02010600030101010101" pitchFamily="2" charset="-122"/>
                    </a:rPr>
                    <a:t>c</a:t>
                  </a:r>
                  <a:r>
                    <a:rPr lang="en-US" altLang="zh-CN" i="0" dirty="0">
                      <a:solidFill>
                        <a:schemeClr val="tx1"/>
                      </a:solidFill>
                      <a:latin typeface="Times New Roman" panose="02020603050405020304" pitchFamily="18" charset="0"/>
                      <a:ea typeface="宋体" panose="02010600030101010101" pitchFamily="2" charset="-122"/>
                    </a:rPr>
                    <a:t>  ]</a:t>
                  </a:r>
                  <a:r>
                    <a:rPr lang="en-US" altLang="zh-CN" i="0" baseline="30000" dirty="0">
                      <a:solidFill>
                        <a:schemeClr val="tx1"/>
                      </a:solidFill>
                      <a:latin typeface="Times New Roman" panose="02020603050405020304" pitchFamily="18" charset="0"/>
                      <a:ea typeface="宋体" panose="02010600030101010101" pitchFamily="2" charset="-122"/>
                    </a:rPr>
                    <a:t>2</a:t>
                  </a:r>
                </a:p>
              </p:txBody>
            </p:sp>
            <p:sp>
              <p:nvSpPr>
                <p:cNvPr id="83983" name="Line 65"/>
                <p:cNvSpPr/>
                <p:nvPr/>
              </p:nvSpPr>
              <p:spPr>
                <a:xfrm>
                  <a:off x="4080" y="2861"/>
                  <a:ext cx="1392" cy="0"/>
                </a:xfrm>
                <a:prstGeom prst="line">
                  <a:avLst/>
                </a:prstGeom>
                <a:ln w="38100" cap="flat" cmpd="sng">
                  <a:solidFill>
                    <a:schemeClr val="tx1"/>
                  </a:solidFill>
                  <a:prstDash val="solid"/>
                  <a:headEnd type="none" w="med" len="med"/>
                  <a:tailEnd type="none" w="med" len="med"/>
                </a:ln>
              </p:spPr>
            </p:sp>
            <p:grpSp>
              <p:nvGrpSpPr>
                <p:cNvPr id="83984" name="Group 66"/>
                <p:cNvGrpSpPr/>
                <p:nvPr/>
              </p:nvGrpSpPr>
              <p:grpSpPr>
                <a:xfrm>
                  <a:off x="5015" y="2659"/>
                  <a:ext cx="73" cy="73"/>
                  <a:chOff x="528" y="1344"/>
                  <a:chExt cx="96" cy="96"/>
                </a:xfrm>
              </p:grpSpPr>
              <p:sp>
                <p:nvSpPr>
                  <p:cNvPr id="83988" name="Oval 67"/>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3989" name="Line 68"/>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83985" name="Group 69"/>
                <p:cNvGrpSpPr/>
                <p:nvPr/>
              </p:nvGrpSpPr>
              <p:grpSpPr>
                <a:xfrm>
                  <a:off x="4876" y="2931"/>
                  <a:ext cx="73" cy="73"/>
                  <a:chOff x="528" y="1344"/>
                  <a:chExt cx="96" cy="96"/>
                </a:xfrm>
              </p:grpSpPr>
              <p:sp>
                <p:nvSpPr>
                  <p:cNvPr id="83986" name="Oval 70"/>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3987" name="Line 71"/>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grpSp>
      </p:grpSp>
      <p:sp>
        <p:nvSpPr>
          <p:cNvPr id="115790" name="Rectangle 78"/>
          <p:cNvSpPr/>
          <p:nvPr/>
        </p:nvSpPr>
        <p:spPr>
          <a:xfrm>
            <a:off x="304800" y="5638800"/>
            <a:ext cx="8305800" cy="885825"/>
          </a:xfrm>
          <a:prstGeom prst="rect">
            <a:avLst/>
          </a:prstGeom>
          <a:noFill/>
          <a:ln w="9525">
            <a:noFill/>
          </a:ln>
        </p:spPr>
        <p:txBody>
          <a:bodyPr>
            <a:spAutoFit/>
          </a:bodyPr>
          <a:lstStyle/>
          <a:p>
            <a:r>
              <a:rPr lang="en-US" altLang="zh-CN" sz="2600" i="0" dirty="0">
                <a:solidFill>
                  <a:srgbClr val="0000CC"/>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此值实际上就是半反应</a:t>
            </a:r>
            <a:r>
              <a:rPr lang="en-US" altLang="zh-CN" sz="2600" i="0" dirty="0">
                <a:solidFill>
                  <a:srgbClr val="0000CC"/>
                </a:solidFill>
                <a:latin typeface="Times New Roman" panose="02020603050405020304" pitchFamily="18" charset="0"/>
              </a:rPr>
              <a:t>2HAc +</a:t>
            </a: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i="0" dirty="0">
                <a:solidFill>
                  <a:srgbClr val="0000CC"/>
                </a:solidFill>
                <a:latin typeface="宋体" panose="02010600030101010101" pitchFamily="2" charset="-122"/>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e</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rPr>
              <a:t> → H</a:t>
            </a:r>
            <a:r>
              <a:rPr lang="en-US" altLang="zh-CN" sz="2600" i="0" baseline="-25000" dirty="0">
                <a:solidFill>
                  <a:srgbClr val="0000CC"/>
                </a:solidFill>
                <a:latin typeface="Times New Roman" panose="02020603050405020304" pitchFamily="18" charset="0"/>
              </a:rPr>
              <a:t>2</a:t>
            </a:r>
            <a:r>
              <a:rPr lang="en-US" altLang="zh-CN" sz="2600" i="0" dirty="0">
                <a:solidFill>
                  <a:srgbClr val="0000CC"/>
                </a:solidFill>
                <a:latin typeface="Times New Roman" panose="02020603050405020304" pitchFamily="18" charset="0"/>
              </a:rPr>
              <a:t> + 2Ac</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的标准电极电势。</a:t>
            </a:r>
            <a:endParaRPr lang="zh-CN" altLang="en-US" sz="2600" i="0" baseline="30000" dirty="0">
              <a:solidFill>
                <a:srgbClr val="0000CC"/>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5720"/>
                                        </p:tgtEl>
                                        <p:attrNameLst>
                                          <p:attrName>style.visibility</p:attrName>
                                        </p:attrNameLst>
                                      </p:cBhvr>
                                      <p:to>
                                        <p:strVal val="visible"/>
                                      </p:to>
                                    </p:set>
                                    <p:anim calcmode="lin" valueType="num">
                                      <p:cBhvr additive="base">
                                        <p:cTn id="7" dur="1000" fill="hold"/>
                                        <p:tgtEl>
                                          <p:spTgt spid="115720"/>
                                        </p:tgtEl>
                                        <p:attrNameLst>
                                          <p:attrName>ppt_x</p:attrName>
                                        </p:attrNameLst>
                                      </p:cBhvr>
                                      <p:tavLst>
                                        <p:tav tm="0">
                                          <p:val>
                                            <p:strVal val="#ppt_x"/>
                                          </p:val>
                                        </p:tav>
                                        <p:tav tm="100000">
                                          <p:val>
                                            <p:strVal val="#ppt_x"/>
                                          </p:val>
                                        </p:tav>
                                      </p:tavLst>
                                    </p:anim>
                                    <p:anim calcmode="lin" valueType="num">
                                      <p:cBhvr additive="base">
                                        <p:cTn id="8" dur="1000" fill="hold"/>
                                        <p:tgtEl>
                                          <p:spTgt spid="11572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15722"/>
                                        </p:tgtEl>
                                        <p:attrNameLst>
                                          <p:attrName>style.visibility</p:attrName>
                                        </p:attrNameLst>
                                      </p:cBhvr>
                                      <p:to>
                                        <p:strVal val="visible"/>
                                      </p:to>
                                    </p:set>
                                    <p:animEffect transition="in" filter="blinds(horizontal)">
                                      <p:cBhvr>
                                        <p:cTn id="13" dur="1000"/>
                                        <p:tgtEl>
                                          <p:spTgt spid="115722"/>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ox(in)">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55"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 calcmode="lin" valueType="num">
                                      <p:cBhvr>
                                        <p:cTn id="23" dur="1000" fill="hold"/>
                                        <p:tgtEl>
                                          <p:spTgt spid="11"/>
                                        </p:tgtEl>
                                        <p:attrNameLst>
                                          <p:attrName>ppt_w</p:attrName>
                                        </p:attrNameLst>
                                      </p:cBhvr>
                                      <p:tavLst>
                                        <p:tav tm="0">
                                          <p:val>
                                            <p:strVal val="#ppt_w*0.70"/>
                                          </p:val>
                                        </p:tav>
                                        <p:tav tm="100000">
                                          <p:val>
                                            <p:strVal val="#ppt_w"/>
                                          </p:val>
                                        </p:tav>
                                      </p:tavLst>
                                    </p:anim>
                                    <p:anim calcmode="lin" valueType="num">
                                      <p:cBhvr>
                                        <p:cTn id="24" dur="1000" fill="hold"/>
                                        <p:tgtEl>
                                          <p:spTgt spid="11"/>
                                        </p:tgtEl>
                                        <p:attrNameLst>
                                          <p:attrName>ppt_h</p:attrName>
                                        </p:attrNameLst>
                                      </p:cBhvr>
                                      <p:tavLst>
                                        <p:tav tm="0">
                                          <p:val>
                                            <p:strVal val="#ppt_h"/>
                                          </p:val>
                                        </p:tav>
                                        <p:tav tm="100000">
                                          <p:val>
                                            <p:strVal val="#ppt_h"/>
                                          </p:val>
                                        </p:tav>
                                      </p:tavLst>
                                    </p:anim>
                                    <p:animEffect transition="in" filter="fade">
                                      <p:cBhvr>
                                        <p:cTn id="25" dur="10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wipe(up)">
                                      <p:cBhvr>
                                        <p:cTn id="30" dur="5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115790"/>
                                        </p:tgtEl>
                                        <p:attrNameLst>
                                          <p:attrName>style.visibility</p:attrName>
                                        </p:attrNameLst>
                                      </p:cBhvr>
                                      <p:to>
                                        <p:strVal val="visible"/>
                                      </p:to>
                                    </p:set>
                                    <p:animEffect transition="in" filter="blinds(horizontal)">
                                      <p:cBhvr>
                                        <p:cTn id="35" dur="500"/>
                                        <p:tgtEl>
                                          <p:spTgt spid="1157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20" grpId="0" animBg="1"/>
      <p:bldP spid="115722" grpId="0" animBg="1"/>
      <p:bldP spid="115790" grpId="0"/>
    </p:bld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7780" name="Rectangle 20"/>
          <p:cNvSpPr/>
          <p:nvPr/>
        </p:nvSpPr>
        <p:spPr>
          <a:xfrm>
            <a:off x="533400" y="152400"/>
            <a:ext cx="8077200" cy="1084263"/>
          </a:xfrm>
          <a:prstGeom prst="rect">
            <a:avLst/>
          </a:prstGeom>
          <a:solidFill>
            <a:schemeClr val="bg1"/>
          </a:solidFill>
          <a:ln w="9525">
            <a:noFill/>
          </a:ln>
        </p:spPr>
        <p:txBody>
          <a:bodyPr>
            <a:spAutoFit/>
          </a:bodyPr>
          <a:lstStyle/>
          <a:p>
            <a:pPr algn="ctr"/>
            <a:r>
              <a:rPr lang="zh-CN" altLang="en-US" sz="2600" i="0" dirty="0">
                <a:solidFill>
                  <a:srgbClr val="0000CC"/>
                </a:solidFill>
                <a:latin typeface="Times New Roman" panose="02020603050405020304" pitchFamily="18" charset="0"/>
              </a:rPr>
              <a:t>由于弱酸</a:t>
            </a:r>
            <a:r>
              <a:rPr lang="en-US" altLang="zh-CN" sz="2600" i="0" dirty="0">
                <a:solidFill>
                  <a:srgbClr val="0000CC"/>
                </a:solidFill>
                <a:latin typeface="Times New Roman" panose="02020603050405020304" pitchFamily="18" charset="0"/>
              </a:rPr>
              <a:t>(HAc)</a:t>
            </a:r>
            <a:r>
              <a:rPr lang="zh-CN" altLang="en-US" sz="2600" i="0" dirty="0">
                <a:solidFill>
                  <a:srgbClr val="0000CC"/>
                </a:solidFill>
                <a:latin typeface="Times New Roman" panose="02020603050405020304" pitchFamily="18" charset="0"/>
              </a:rPr>
              <a:t>的生成，使</a:t>
            </a:r>
            <a:r>
              <a:rPr lang="en-US" altLang="zh-CN" sz="2600" dirty="0">
                <a:solidFill>
                  <a:srgbClr val="0000CC"/>
                </a:solidFill>
                <a:latin typeface="Times New Roman" panose="02020603050405020304" pitchFamily="18" charset="0"/>
              </a:rPr>
              <a:t>c</a:t>
            </a:r>
            <a:r>
              <a:rPr lang="en-US" altLang="zh-CN" sz="2600" i="0" dirty="0">
                <a:solidFill>
                  <a:srgbClr val="0000CC"/>
                </a:solidFill>
                <a:latin typeface="Times New Roman" panose="02020603050405020304" pitchFamily="18" charset="0"/>
              </a:rPr>
              <a:t>(H</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a:t>
            </a:r>
            <a:r>
              <a:rPr lang="zh-CN" altLang="en-US" sz="2600" i="0" dirty="0">
                <a:solidFill>
                  <a:srgbClr val="0000CC"/>
                </a:solidFill>
                <a:latin typeface="Times New Roman" panose="02020603050405020304" pitchFamily="18" charset="0"/>
              </a:rPr>
              <a:t>减小，</a:t>
            </a:r>
          </a:p>
          <a:p>
            <a:pPr algn="ctr"/>
            <a:r>
              <a:rPr lang="en-US" altLang="zh-CN" sz="2600" dirty="0">
                <a:solidFill>
                  <a:srgbClr val="0000CC"/>
                </a:solidFill>
                <a:latin typeface="Times New Roman" panose="02020603050405020304" pitchFamily="18" charset="0"/>
              </a:rPr>
              <a:t>E</a:t>
            </a:r>
            <a:r>
              <a:rPr lang="en-US" altLang="zh-CN" sz="2600" i="0" dirty="0">
                <a:solidFill>
                  <a:srgbClr val="0000CC"/>
                </a:solidFill>
                <a:latin typeface="Times New Roman" panose="02020603050405020304" pitchFamily="18" charset="0"/>
              </a:rPr>
              <a:t>(H</a:t>
            </a:r>
            <a:r>
              <a:rPr lang="en-US" altLang="zh-CN" sz="2600" i="0" baseline="300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/H</a:t>
            </a:r>
            <a:r>
              <a:rPr lang="en-US" altLang="zh-CN" sz="2600" i="0" baseline="-25000" dirty="0">
                <a:solidFill>
                  <a:srgbClr val="0000CC"/>
                </a:solidFill>
                <a:latin typeface="Times New Roman" panose="02020603050405020304" pitchFamily="18" charset="0"/>
              </a:rPr>
              <a:t>2</a:t>
            </a:r>
            <a:r>
              <a:rPr lang="en-US" altLang="zh-CN" sz="2600" i="0" dirty="0">
                <a:solidFill>
                  <a:srgbClr val="0000CC"/>
                </a:solidFill>
                <a:latin typeface="Times New Roman" panose="02020603050405020304" pitchFamily="18" charset="0"/>
              </a:rPr>
              <a:t>)</a:t>
            </a:r>
            <a:r>
              <a:rPr lang="zh-CN" altLang="en-US" sz="2600" i="0" dirty="0">
                <a:solidFill>
                  <a:srgbClr val="0000CC"/>
                </a:solidFill>
                <a:latin typeface="Times New Roman" panose="02020603050405020304" pitchFamily="18" charset="0"/>
              </a:rPr>
              <a:t>值减小， </a:t>
            </a:r>
            <a:r>
              <a:rPr lang="en-US" altLang="zh-CN" sz="2600" i="0" dirty="0">
                <a:solidFill>
                  <a:srgbClr val="0000CC"/>
                </a:solidFill>
                <a:latin typeface="Times New Roman" panose="02020603050405020304" pitchFamily="18" charset="0"/>
              </a:rPr>
              <a:t>H</a:t>
            </a:r>
            <a:r>
              <a:rPr lang="en-US" altLang="zh-CN" sz="2600" i="0" baseline="30000" dirty="0">
                <a:solidFill>
                  <a:srgbClr val="0000CC"/>
                </a:solidFill>
                <a:latin typeface="Times New Roman" panose="02020603050405020304" pitchFamily="18" charset="0"/>
              </a:rPr>
              <a:t>+</a:t>
            </a:r>
            <a:r>
              <a:rPr lang="zh-CN" altLang="en-US" sz="2600" i="0" dirty="0">
                <a:solidFill>
                  <a:srgbClr val="0000CC"/>
                </a:solidFill>
                <a:latin typeface="Times New Roman" panose="02020603050405020304" pitchFamily="18" charset="0"/>
              </a:rPr>
              <a:t>的氧化能力降低。</a:t>
            </a:r>
          </a:p>
        </p:txBody>
      </p:sp>
      <p:sp>
        <p:nvSpPr>
          <p:cNvPr id="117782" name="Rectangle 22"/>
          <p:cNvSpPr>
            <a:spLocks noChangeArrowheads="1"/>
          </p:cNvSpPr>
          <p:nvPr/>
        </p:nvSpPr>
        <p:spPr bwMode="auto">
          <a:xfrm>
            <a:off x="2209800" y="1600200"/>
            <a:ext cx="5029200" cy="609600"/>
          </a:xfrm>
          <a:prstGeom prst="rect">
            <a:avLst/>
          </a:prstGeom>
          <a:gradFill rotWithShape="1">
            <a:gsLst>
              <a:gs pos="0">
                <a:srgbClr val="339966">
                  <a:gamma/>
                  <a:shade val="46275"/>
                  <a:invGamma/>
                </a:srgbClr>
              </a:gs>
              <a:gs pos="100000">
                <a:srgbClr val="339966"/>
              </a:gs>
            </a:gsLst>
            <a:lin ang="5400000" scaled="1"/>
          </a:gradFill>
          <a:ln w="9525">
            <a:noFill/>
            <a:miter lim="800000"/>
          </a:ln>
          <a:effectLst/>
        </p:spPr>
        <p:txBody>
          <a:bodyPr anchor="ct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3000" b="1" i="1" u="none" strike="noStrike" kern="1200" cap="none" spc="0" normalizeH="0" baseline="0" noProof="0">
                <a:ln>
                  <a:noFill/>
                </a:ln>
                <a:solidFill>
                  <a:srgbClr val="990000"/>
                </a:solidFill>
                <a:effectLst/>
                <a:uLnTx/>
                <a:uFillTx/>
                <a:latin typeface="楷体_GB2312" pitchFamily="49" charset="-122"/>
                <a:ea typeface="楷体_GB2312" pitchFamily="49" charset="-122"/>
                <a:cs typeface="+mn-cs"/>
              </a:rPr>
              <a:t>7.4  </a:t>
            </a:r>
            <a:r>
              <a:rPr kumimoji="0" lang="zh-CN" altLang="en-US" sz="3000" b="1" i="1" u="none" strike="noStrike" kern="1200" cap="none" spc="0" normalizeH="0" baseline="0" noProof="0">
                <a:ln>
                  <a:noFill/>
                </a:ln>
                <a:solidFill>
                  <a:srgbClr val="990000"/>
                </a:solidFill>
                <a:effectLst>
                  <a:outerShdw blurRad="38100" dist="38100" dir="2700000" algn="tl">
                    <a:srgbClr val="000000"/>
                  </a:outerShdw>
                </a:effectLst>
                <a:uLnTx/>
                <a:uFillTx/>
                <a:latin typeface="楷体_GB2312" pitchFamily="49" charset="-122"/>
                <a:ea typeface="楷体_GB2312" pitchFamily="49" charset="-122"/>
                <a:cs typeface="+mn-cs"/>
              </a:rPr>
              <a:t>电极电势的应用</a:t>
            </a:r>
            <a:endParaRPr kumimoji="0" lang="zh-CN" altLang="en-US" sz="3000" b="1" i="1" u="none" strike="noStrike" kern="1200" cap="none" spc="0" normalizeH="0" baseline="0" noProof="0">
              <a:ln>
                <a:noFill/>
              </a:ln>
              <a:solidFill>
                <a:srgbClr val="990000"/>
              </a:solidFill>
              <a:effectLst/>
              <a:uLnTx/>
              <a:uFillTx/>
              <a:latin typeface="楷体_GB2312" pitchFamily="49" charset="-122"/>
              <a:ea typeface="楷体_GB2312" pitchFamily="49" charset="-122"/>
              <a:cs typeface="+mn-cs"/>
            </a:endParaRPr>
          </a:p>
        </p:txBody>
      </p:sp>
      <p:sp>
        <p:nvSpPr>
          <p:cNvPr id="117786" name="Text Box 26"/>
          <p:cNvSpPr txBox="1">
            <a:spLocks noChangeArrowheads="1"/>
          </p:cNvSpPr>
          <p:nvPr/>
        </p:nvSpPr>
        <p:spPr bwMode="auto">
          <a:xfrm>
            <a:off x="152400" y="2667000"/>
            <a:ext cx="8458200" cy="449263"/>
          </a:xfrm>
          <a:prstGeom prst="rect">
            <a:avLst/>
          </a:prstGeom>
          <a:solidFill>
            <a:schemeClr val="bg1"/>
          </a:solidFill>
          <a:ln w="9525">
            <a:noFill/>
            <a:miter lim="800000"/>
          </a:ln>
          <a:effectLst>
            <a:outerShdw sy="50000" kx="-2453608" rotWithShape="0">
              <a:schemeClr val="bg2"/>
            </a:outerShdw>
          </a:effectLst>
        </p:spPr>
        <p:txBody>
          <a:bodyPr>
            <a:spAutoFit/>
          </a:bodyPr>
          <a:lstStyle/>
          <a:p>
            <a:pPr marR="0" defTabSz="914400">
              <a:lnSpc>
                <a:spcPct val="90000"/>
              </a:lnSpc>
              <a:buClrTx/>
              <a:buSzTx/>
              <a:buFontTx/>
              <a:buNone/>
              <a:defRPr/>
            </a:pPr>
            <a:r>
              <a:rPr kumimoji="0" lang="en-US" altLang="zh-CN" sz="2600" kern="1200" cap="none" spc="0" normalizeH="0" baseline="0" noProof="0" smtClean="0">
                <a:solidFill>
                  <a:srgbClr val="990000"/>
                </a:solidFill>
                <a:latin typeface="Times New Roman" panose="02020603050405020304" pitchFamily="18" charset="0"/>
                <a:ea typeface="楷体_GB2312" pitchFamily="49" charset="-122"/>
                <a:cs typeface="+mn-cs"/>
              </a:rPr>
              <a:t>7.4.1</a:t>
            </a:r>
            <a:r>
              <a:rPr kumimoji="0" lang="en-US" altLang="zh-CN" sz="2600" i="0" kern="1200" cap="none" spc="0" normalizeH="0" baseline="0" noProof="0" smtClean="0">
                <a:solidFill>
                  <a:srgbClr val="990000"/>
                </a:solidFill>
                <a:latin typeface="Times New Roman" panose="02020603050405020304" pitchFamily="18" charset="0"/>
                <a:ea typeface="楷体_GB2312" pitchFamily="49" charset="-122"/>
                <a:cs typeface="+mn-cs"/>
              </a:rPr>
              <a:t>  </a:t>
            </a:r>
            <a:r>
              <a:rPr kumimoji="0" lang="zh-CN" altLang="en-US" sz="2600" kern="1200" cap="none" spc="0" normalizeH="0" baseline="0" noProof="0" smtClean="0">
                <a:solidFill>
                  <a:srgbClr val="990000"/>
                </a:solidFill>
                <a:latin typeface="Times New Roman" panose="02020603050405020304" pitchFamily="18" charset="0"/>
                <a:ea typeface="楷体_GB2312" pitchFamily="49" charset="-122"/>
                <a:cs typeface="+mn-cs"/>
              </a:rPr>
              <a:t>判断原电池的正、负极及计算原电池的电动势</a:t>
            </a:r>
          </a:p>
        </p:txBody>
      </p:sp>
      <p:grpSp>
        <p:nvGrpSpPr>
          <p:cNvPr id="2" name="Group 27"/>
          <p:cNvGrpSpPr/>
          <p:nvPr/>
        </p:nvGrpSpPr>
        <p:grpSpPr>
          <a:xfrm>
            <a:off x="1524000" y="3810000"/>
            <a:ext cx="5410200" cy="488950"/>
            <a:chOff x="528" y="1488"/>
            <a:chExt cx="4704" cy="308"/>
          </a:xfrm>
        </p:grpSpPr>
        <p:sp>
          <p:nvSpPr>
            <p:cNvPr id="85002" name="Text Box 28" descr="75%"/>
            <p:cNvSpPr txBox="1"/>
            <p:nvPr/>
          </p:nvSpPr>
          <p:spPr>
            <a:xfrm>
              <a:off x="528" y="1488"/>
              <a:ext cx="4704" cy="308"/>
            </a:xfrm>
            <a:prstGeom prst="rect">
              <a:avLst/>
            </a:prstGeom>
            <a:noFill/>
            <a:ln w="9525">
              <a:noFill/>
            </a:ln>
          </p:spPr>
          <p:txBody>
            <a:bodyPr>
              <a:spAutoFit/>
            </a:bodyPr>
            <a:lstStyle/>
            <a:p>
              <a:r>
                <a:rPr lang="en-US" altLang="zh-CN" sz="2600" i="0" dirty="0">
                  <a:solidFill>
                    <a:srgbClr val="990000"/>
                  </a:solidFill>
                  <a:latin typeface="Tahoma" panose="020B0604030504040204" pitchFamily="34" charset="0"/>
                </a:rPr>
                <a:t>(1)</a:t>
              </a:r>
              <a:r>
                <a:rPr lang="zh-CN" altLang="en-US" sz="2600" i="0" dirty="0">
                  <a:solidFill>
                    <a:srgbClr val="0000CC"/>
                  </a:solidFill>
                  <a:latin typeface="楷体_GB2312" pitchFamily="49" charset="-122"/>
                </a:rPr>
                <a:t>在标准态下：只需比较</a:t>
              </a:r>
              <a:r>
                <a:rPr lang="en-US" altLang="zh-CN" sz="2600" dirty="0">
                  <a:solidFill>
                    <a:srgbClr val="0000CC"/>
                  </a:solidFill>
                  <a:latin typeface="Times New Roman" panose="02020603050405020304" pitchFamily="18" charset="0"/>
                  <a:sym typeface="Symbol" panose="05050102010706020507" pitchFamily="18" charset="2"/>
                </a:rPr>
                <a:t>E</a:t>
              </a:r>
              <a:r>
                <a:rPr lang="en-US" altLang="zh-CN" sz="2600" i="0" dirty="0">
                  <a:solidFill>
                    <a:srgbClr val="0000CC"/>
                  </a:solidFill>
                  <a:latin typeface="Times New Roman" panose="02020603050405020304" pitchFamily="18" charset="0"/>
                </a:rPr>
                <a:t>  </a:t>
              </a:r>
            </a:p>
          </p:txBody>
        </p:sp>
        <p:grpSp>
          <p:nvGrpSpPr>
            <p:cNvPr id="85003" name="Group 29"/>
            <p:cNvGrpSpPr/>
            <p:nvPr/>
          </p:nvGrpSpPr>
          <p:grpSpPr>
            <a:xfrm>
              <a:off x="4186" y="1580"/>
              <a:ext cx="96" cy="96"/>
              <a:chOff x="528" y="1344"/>
              <a:chExt cx="96" cy="96"/>
            </a:xfrm>
          </p:grpSpPr>
          <p:sp>
            <p:nvSpPr>
              <p:cNvPr id="85004" name="Oval 30"/>
              <p:cNvSpPr/>
              <p:nvPr/>
            </p:nvSpPr>
            <p:spPr>
              <a:xfrm>
                <a:off x="528" y="1344"/>
                <a:ext cx="96" cy="96"/>
              </a:xfrm>
              <a:prstGeom prst="ellipse">
                <a:avLst/>
              </a:prstGeom>
              <a:noFill/>
              <a:ln w="19050" cap="flat" cmpd="sng">
                <a:solidFill>
                  <a:srgbClr val="CC00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5005" name="Line 31"/>
              <p:cNvSpPr/>
              <p:nvPr/>
            </p:nvSpPr>
            <p:spPr>
              <a:xfrm>
                <a:off x="528" y="1392"/>
                <a:ext cx="96" cy="0"/>
              </a:xfrm>
              <a:prstGeom prst="line">
                <a:avLst/>
              </a:prstGeom>
              <a:ln w="28575" cap="flat" cmpd="sng">
                <a:solidFill>
                  <a:srgbClr val="CC0000"/>
                </a:solidFill>
                <a:prstDash val="solid"/>
                <a:headEnd type="none" w="med" len="med"/>
                <a:tailEnd type="none" w="med" len="med"/>
              </a:ln>
            </p:spPr>
          </p:sp>
        </p:grpSp>
      </p:grpSp>
      <p:sp>
        <p:nvSpPr>
          <p:cNvPr id="117792" name="Text Box 32" descr="70%"/>
          <p:cNvSpPr txBox="1"/>
          <p:nvPr/>
        </p:nvSpPr>
        <p:spPr>
          <a:xfrm>
            <a:off x="838200" y="4343400"/>
            <a:ext cx="7467600" cy="806450"/>
          </a:xfrm>
          <a:prstGeom prst="rect">
            <a:avLst/>
          </a:prstGeom>
          <a:noFill/>
          <a:ln w="9525">
            <a:noFill/>
          </a:ln>
        </p:spPr>
        <p:txBody>
          <a:bodyPr>
            <a:spAutoFit/>
          </a:bodyPr>
          <a:lstStyle/>
          <a:p>
            <a:pPr>
              <a:lnSpc>
                <a:spcPct val="90000"/>
              </a:lnSpc>
            </a:pPr>
            <a:r>
              <a:rPr lang="en-US" altLang="zh-CN" sz="2600" i="0" dirty="0">
                <a:solidFill>
                  <a:srgbClr val="0000CC"/>
                </a:solidFill>
                <a:latin typeface="楷体_GB2312" pitchFamily="49" charset="-122"/>
              </a:rPr>
              <a:t>    </a:t>
            </a:r>
            <a:r>
              <a:rPr lang="en-US" altLang="zh-CN" sz="2600" i="0" dirty="0">
                <a:solidFill>
                  <a:srgbClr val="990000"/>
                </a:solidFill>
                <a:latin typeface="Tahoma" panose="020B0604030504040204" pitchFamily="34" charset="0"/>
              </a:rPr>
              <a:t>(2)</a:t>
            </a:r>
            <a:r>
              <a:rPr lang="zh-CN" altLang="en-US" sz="2600" i="0" dirty="0">
                <a:solidFill>
                  <a:srgbClr val="0000CC"/>
                </a:solidFill>
                <a:latin typeface="楷体_GB2312" pitchFamily="49" charset="-122"/>
              </a:rPr>
              <a:t>非标准态：先根据</a:t>
            </a:r>
            <a:r>
              <a:rPr lang="en-US" altLang="zh-CN" sz="2600" i="0" dirty="0">
                <a:solidFill>
                  <a:srgbClr val="0000CC"/>
                </a:solidFill>
                <a:latin typeface="Times New Roman" panose="02020603050405020304" pitchFamily="18" charset="0"/>
              </a:rPr>
              <a:t>Nernst</a:t>
            </a:r>
            <a:r>
              <a:rPr lang="zh-CN" altLang="en-US" sz="2600" i="0" dirty="0">
                <a:solidFill>
                  <a:srgbClr val="0000CC"/>
                </a:solidFill>
                <a:latin typeface="Times New Roman" panose="02020603050405020304" pitchFamily="18" charset="0"/>
              </a:rPr>
              <a:t>方程计算出</a:t>
            </a:r>
            <a:r>
              <a:rPr lang="en-US" altLang="zh-CN" sz="2600" dirty="0">
                <a:solidFill>
                  <a:srgbClr val="0000CC"/>
                </a:solidFill>
                <a:latin typeface="Times New Roman" panose="02020603050405020304" pitchFamily="18" charset="0"/>
                <a:sym typeface="Symbol" panose="05050102010706020507" pitchFamily="18" charset="2"/>
              </a:rPr>
              <a:t>E</a:t>
            </a:r>
            <a:r>
              <a:rPr lang="en-US" altLang="zh-CN" sz="2600" i="0" dirty="0">
                <a:solidFill>
                  <a:srgbClr val="0000CC"/>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然后再比较两个</a:t>
            </a:r>
            <a:r>
              <a:rPr lang="en-US" altLang="zh-CN" sz="2600" dirty="0">
                <a:solidFill>
                  <a:srgbClr val="0000CC"/>
                </a:solidFill>
                <a:latin typeface="Times New Roman" panose="02020603050405020304" pitchFamily="18" charset="0"/>
              </a:rPr>
              <a:t>E</a:t>
            </a:r>
            <a:r>
              <a:rPr lang="en-US" altLang="zh-CN" sz="2600" dirty="0">
                <a:solidFill>
                  <a:srgbClr val="0000CC"/>
                </a:solidFill>
                <a:latin typeface="楷体_GB2312" pitchFamily="49" charset="-122"/>
              </a:rPr>
              <a:t> </a:t>
            </a:r>
            <a:r>
              <a:rPr lang="zh-CN" altLang="en-US" sz="2600" i="0" dirty="0">
                <a:solidFill>
                  <a:srgbClr val="0000CC"/>
                </a:solidFill>
                <a:latin typeface="楷体_GB2312" pitchFamily="49" charset="-122"/>
              </a:rPr>
              <a:t>值</a:t>
            </a:r>
          </a:p>
        </p:txBody>
      </p:sp>
      <p:sp>
        <p:nvSpPr>
          <p:cNvPr id="117793" name="Text Box 33"/>
          <p:cNvSpPr txBox="1"/>
          <p:nvPr/>
        </p:nvSpPr>
        <p:spPr>
          <a:xfrm>
            <a:off x="533400" y="3276600"/>
            <a:ext cx="7543800" cy="488950"/>
          </a:xfrm>
          <a:prstGeom prst="rect">
            <a:avLst/>
          </a:prstGeom>
          <a:noFill/>
          <a:ln w="9525">
            <a:noFill/>
          </a:ln>
        </p:spPr>
        <p:txBody>
          <a:bodyPr>
            <a:spAutoFit/>
          </a:bodyPr>
          <a:lstStyle/>
          <a:p>
            <a:pPr algn="ctr"/>
            <a:r>
              <a:rPr lang="zh-CN" altLang="en-US" sz="2600" i="0" dirty="0">
                <a:solidFill>
                  <a:srgbClr val="0000CC"/>
                </a:solidFill>
                <a:latin typeface="楷体_GB2312" pitchFamily="49" charset="-122"/>
              </a:rPr>
              <a:t>原电池中</a:t>
            </a:r>
            <a:r>
              <a:rPr lang="en-US" altLang="zh-CN" sz="2600" i="0" dirty="0">
                <a:solidFill>
                  <a:srgbClr val="0000CC"/>
                </a:solidFill>
                <a:latin typeface="Times New Roman" panose="02020603050405020304" pitchFamily="18" charset="0"/>
              </a:rPr>
              <a:t>, E(+)&gt;E(-);</a:t>
            </a:r>
            <a:r>
              <a:rPr lang="zh-CN" altLang="en-US" sz="2600" i="0" dirty="0">
                <a:solidFill>
                  <a:srgbClr val="0000CC"/>
                </a:solidFill>
                <a:latin typeface="Times New Roman" panose="02020603050405020304" pitchFamily="18" charset="0"/>
              </a:rPr>
              <a:t>电动势 </a:t>
            </a:r>
            <a:r>
              <a:rPr lang="en-US" altLang="zh-CN" sz="2600" i="0" dirty="0">
                <a:solidFill>
                  <a:srgbClr val="0000CC"/>
                </a:solidFill>
                <a:latin typeface="Times New Roman" panose="02020603050405020304" pitchFamily="18" charset="0"/>
              </a:rPr>
              <a:t>E=E(+)-</a:t>
            </a:r>
            <a:r>
              <a:rPr lang="en-US" altLang="zh-CN" sz="2600" i="0" dirty="0">
                <a:solidFill>
                  <a:srgbClr val="0000CC"/>
                </a:solidFill>
                <a:latin typeface="Times New Roman" panose="02020603050405020304" pitchFamily="18" charset="0"/>
                <a:sym typeface="Symbol" panose="05050102010706020507" pitchFamily="18" charset="2"/>
              </a:rPr>
              <a:t>E</a:t>
            </a:r>
            <a:r>
              <a:rPr lang="en-US" altLang="zh-CN" sz="2600" i="0" dirty="0">
                <a:solidFill>
                  <a:srgbClr val="0000CC"/>
                </a:solidFill>
                <a:latin typeface="Times New Roman" panose="02020603050405020304" pitchFamily="18" charset="0"/>
              </a:rPr>
              <a:t>(-)</a:t>
            </a:r>
            <a:endParaRPr lang="en-US" altLang="zh-CN" sz="2600" b="0" i="0" dirty="0">
              <a:solidFill>
                <a:srgbClr val="0000CC"/>
              </a:solidFill>
              <a:latin typeface="Times New Roman" panose="02020603050405020304" pitchFamily="18" charset="0"/>
            </a:endParaRPr>
          </a:p>
        </p:txBody>
      </p:sp>
      <p:sp>
        <p:nvSpPr>
          <p:cNvPr id="117794" name="Text Box 34"/>
          <p:cNvSpPr txBox="1"/>
          <p:nvPr/>
        </p:nvSpPr>
        <p:spPr>
          <a:xfrm>
            <a:off x="533400" y="5410200"/>
            <a:ext cx="7978775" cy="885825"/>
          </a:xfrm>
          <a:prstGeom prst="rect">
            <a:avLst/>
          </a:prstGeom>
          <a:noFill/>
          <a:ln w="9525">
            <a:noFill/>
          </a:ln>
        </p:spPr>
        <p:txBody>
          <a:bodyPr>
            <a:spAutoFit/>
          </a:bodyPr>
          <a:lstStyle/>
          <a:p>
            <a:pPr algn="just"/>
            <a:r>
              <a:rPr lang="en-US" altLang="zh-CN" sz="2600" i="0" dirty="0">
                <a:solidFill>
                  <a:srgbClr val="336600"/>
                </a:solidFill>
                <a:latin typeface="Times New Roman" panose="02020603050405020304" pitchFamily="18" charset="0"/>
                <a:ea typeface="幼圆" panose="02010509060101010101" pitchFamily="49" charset="-122"/>
              </a:rPr>
              <a:t>        </a:t>
            </a:r>
            <a:r>
              <a:rPr lang="zh-CN" altLang="en-US" sz="2600" i="0" dirty="0">
                <a:solidFill>
                  <a:srgbClr val="336600"/>
                </a:solidFill>
                <a:latin typeface="Times New Roman" panose="02020603050405020304" pitchFamily="18" charset="0"/>
                <a:ea typeface="幼圆" panose="02010509060101010101" pitchFamily="49" charset="-122"/>
              </a:rPr>
              <a:t>由电对</a:t>
            </a:r>
            <a:r>
              <a:rPr lang="en-US" altLang="zh-CN" sz="2600" i="0" dirty="0">
                <a:solidFill>
                  <a:srgbClr val="336600"/>
                </a:solidFill>
                <a:latin typeface="Times New Roman" panose="02020603050405020304" pitchFamily="18" charset="0"/>
                <a:ea typeface="幼圆" panose="02010509060101010101" pitchFamily="49" charset="-122"/>
              </a:rPr>
              <a:t>Fe</a:t>
            </a:r>
            <a:r>
              <a:rPr lang="en-US" altLang="zh-CN" sz="2600" i="0" baseline="30000" dirty="0">
                <a:solidFill>
                  <a:srgbClr val="336600"/>
                </a:solidFill>
                <a:latin typeface="Times New Roman" panose="02020603050405020304" pitchFamily="18" charset="0"/>
                <a:ea typeface="幼圆" panose="02010509060101010101" pitchFamily="49" charset="-122"/>
              </a:rPr>
              <a:t>3+</a:t>
            </a:r>
            <a:r>
              <a:rPr lang="en-US" altLang="zh-CN" sz="2600" i="0" dirty="0">
                <a:solidFill>
                  <a:srgbClr val="336600"/>
                </a:solidFill>
                <a:latin typeface="Times New Roman" panose="02020603050405020304" pitchFamily="18" charset="0"/>
                <a:ea typeface="幼圆" panose="02010509060101010101" pitchFamily="49" charset="-122"/>
              </a:rPr>
              <a:t>/Fe</a:t>
            </a:r>
            <a:r>
              <a:rPr lang="en-US" altLang="zh-CN" sz="2600" i="0" baseline="30000" dirty="0">
                <a:solidFill>
                  <a:srgbClr val="336600"/>
                </a:solidFill>
                <a:latin typeface="Times New Roman" panose="02020603050405020304" pitchFamily="18" charset="0"/>
                <a:ea typeface="幼圆" panose="02010509060101010101" pitchFamily="49" charset="-122"/>
              </a:rPr>
              <a:t>2+</a:t>
            </a:r>
            <a:r>
              <a:rPr lang="zh-CN" altLang="en-US" sz="2600" i="0" dirty="0">
                <a:solidFill>
                  <a:srgbClr val="336600"/>
                </a:solidFill>
                <a:latin typeface="Times New Roman" panose="02020603050405020304" pitchFamily="18" charset="0"/>
                <a:ea typeface="幼圆" panose="02010509060101010101" pitchFamily="49" charset="-122"/>
              </a:rPr>
              <a:t>、</a:t>
            </a:r>
            <a:r>
              <a:rPr lang="en-US" altLang="zh-CN" sz="2600" i="0" dirty="0">
                <a:solidFill>
                  <a:srgbClr val="336600"/>
                </a:solidFill>
                <a:latin typeface="Times New Roman" panose="02020603050405020304" pitchFamily="18" charset="0"/>
                <a:ea typeface="幼圆" panose="02010509060101010101" pitchFamily="49" charset="-122"/>
              </a:rPr>
              <a:t>Sn</a:t>
            </a:r>
            <a:r>
              <a:rPr lang="en-US" altLang="zh-CN" sz="2600" i="0" baseline="30000" dirty="0">
                <a:solidFill>
                  <a:srgbClr val="336600"/>
                </a:solidFill>
                <a:latin typeface="Times New Roman" panose="02020603050405020304" pitchFamily="18" charset="0"/>
                <a:ea typeface="幼圆" panose="02010509060101010101" pitchFamily="49" charset="-122"/>
              </a:rPr>
              <a:t>4+</a:t>
            </a:r>
            <a:r>
              <a:rPr lang="en-US" altLang="zh-CN" sz="2600" i="0" dirty="0">
                <a:solidFill>
                  <a:srgbClr val="336600"/>
                </a:solidFill>
                <a:latin typeface="Times New Roman" panose="02020603050405020304" pitchFamily="18" charset="0"/>
                <a:ea typeface="幼圆" panose="02010509060101010101" pitchFamily="49" charset="-122"/>
              </a:rPr>
              <a:t>/Sn</a:t>
            </a:r>
            <a:r>
              <a:rPr lang="en-US" altLang="zh-CN" sz="2600" i="0" baseline="30000" dirty="0">
                <a:solidFill>
                  <a:srgbClr val="336600"/>
                </a:solidFill>
                <a:latin typeface="Times New Roman" panose="02020603050405020304" pitchFamily="18" charset="0"/>
                <a:ea typeface="幼圆" panose="02010509060101010101" pitchFamily="49" charset="-122"/>
              </a:rPr>
              <a:t>2+</a:t>
            </a:r>
            <a:r>
              <a:rPr lang="zh-CN" altLang="en-US" sz="2600" i="0" dirty="0">
                <a:solidFill>
                  <a:srgbClr val="336600"/>
                </a:solidFill>
                <a:latin typeface="Times New Roman" panose="02020603050405020304" pitchFamily="18" charset="0"/>
                <a:ea typeface="幼圆" panose="02010509060101010101" pitchFamily="49" charset="-122"/>
              </a:rPr>
              <a:t>构成原电池</a:t>
            </a:r>
            <a:r>
              <a:rPr lang="en-US" altLang="zh-CN" sz="2600" i="0" dirty="0">
                <a:solidFill>
                  <a:srgbClr val="336600"/>
                </a:solidFill>
                <a:latin typeface="Times New Roman" panose="02020603050405020304" pitchFamily="18" charset="0"/>
                <a:ea typeface="幼圆" panose="02010509060101010101" pitchFamily="49" charset="-122"/>
              </a:rPr>
              <a:t>,</a:t>
            </a:r>
            <a:r>
              <a:rPr lang="zh-CN" altLang="en-US" sz="2600" i="0" dirty="0">
                <a:solidFill>
                  <a:srgbClr val="336600"/>
                </a:solidFill>
                <a:latin typeface="Times New Roman" panose="02020603050405020304" pitchFamily="18" charset="0"/>
                <a:ea typeface="幼圆" panose="02010509060101010101" pitchFamily="49" charset="-122"/>
              </a:rPr>
              <a:t>判断原电池正、负极，计算其电动势。</a:t>
            </a:r>
          </a:p>
        </p:txBody>
      </p:sp>
      <p:sp>
        <p:nvSpPr>
          <p:cNvPr id="117795" name="Rectangle 35"/>
          <p:cNvSpPr/>
          <p:nvPr/>
        </p:nvSpPr>
        <p:spPr>
          <a:xfrm>
            <a:off x="609600" y="5257800"/>
            <a:ext cx="565150"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spcBef>
                <a:spcPct val="0"/>
              </a:spcBef>
            </a:pPr>
            <a:r>
              <a:rPr lang="zh-CN" altLang="en-US" sz="3000" i="0" dirty="0">
                <a:solidFill>
                  <a:srgbClr val="FF0000"/>
                </a:solidFill>
                <a:latin typeface="Times New Roman" panose="02020603050405020304" pitchFamily="18" charset="0"/>
                <a:ea typeface="幼圆" panose="02010509060101010101" pitchFamily="49" charset="-122"/>
              </a:rPr>
              <a:t>例</a:t>
            </a:r>
            <a:endParaRPr lang="zh-CN" altLang="en-US" sz="3000" i="0" dirty="0">
              <a:solidFill>
                <a:srgbClr val="336600"/>
              </a:solidFill>
              <a:latin typeface="Times New Roman" panose="02020603050405020304" pitchFamily="18" charset="0"/>
              <a:ea typeface="幼圆" panose="02010509060101010101"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7780"/>
                                        </p:tgtEl>
                                        <p:attrNameLst>
                                          <p:attrName>style.visibility</p:attrName>
                                        </p:attrNameLst>
                                      </p:cBhvr>
                                      <p:to>
                                        <p:strVal val="visible"/>
                                      </p:to>
                                    </p:set>
                                    <p:animEffect transition="in" filter="blinds(horizontal)">
                                      <p:cBhvr>
                                        <p:cTn id="7" dur="500"/>
                                        <p:tgtEl>
                                          <p:spTgt spid="11778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7782"/>
                                        </p:tgtEl>
                                        <p:attrNameLst>
                                          <p:attrName>style.visibility</p:attrName>
                                        </p:attrNameLst>
                                      </p:cBhvr>
                                      <p:to>
                                        <p:strVal val="visible"/>
                                      </p:to>
                                    </p:set>
                                    <p:animEffect transition="in" filter="blinds(horizontal)">
                                      <p:cBhvr>
                                        <p:cTn id="12" dur="500"/>
                                        <p:tgtEl>
                                          <p:spTgt spid="117782"/>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17786"/>
                                        </p:tgtEl>
                                        <p:attrNameLst>
                                          <p:attrName>style.visibility</p:attrName>
                                        </p:attrNameLst>
                                      </p:cBhvr>
                                      <p:to>
                                        <p:strVal val="visible"/>
                                      </p:to>
                                    </p:set>
                                    <p:animEffect transition="in" filter="blinds(horizontal)">
                                      <p:cBhvr>
                                        <p:cTn id="17" dur="500"/>
                                        <p:tgtEl>
                                          <p:spTgt spid="117786"/>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17793"/>
                                        </p:tgtEl>
                                        <p:attrNameLst>
                                          <p:attrName>style.visibility</p:attrName>
                                        </p:attrNameLst>
                                      </p:cBhvr>
                                      <p:to>
                                        <p:strVal val="visible"/>
                                      </p:to>
                                    </p:set>
                                    <p:animEffect transition="in" filter="blinds(horizontal)">
                                      <p:cBhvr>
                                        <p:cTn id="22" dur="500"/>
                                        <p:tgtEl>
                                          <p:spTgt spid="117793"/>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in)">
                                      <p:cBhvr>
                                        <p:cTn id="27" dur="10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117792">
                                            <p:txEl>
                                              <p:pRg st="0" end="0"/>
                                            </p:txEl>
                                          </p:spTgt>
                                        </p:tgtEl>
                                        <p:attrNameLst>
                                          <p:attrName>style.visibility</p:attrName>
                                        </p:attrNameLst>
                                      </p:cBhvr>
                                      <p:to>
                                        <p:strVal val="visible"/>
                                      </p:to>
                                    </p:set>
                                    <p:anim calcmode="lin" valueType="num">
                                      <p:cBhvr>
                                        <p:cTn id="32" dur="500" fill="hold"/>
                                        <p:tgtEl>
                                          <p:spTgt spid="117792">
                                            <p:txEl>
                                              <p:pRg st="0" end="0"/>
                                            </p:txEl>
                                          </p:spTgt>
                                        </p:tgtEl>
                                        <p:attrNameLst>
                                          <p:attrName>ppt_w</p:attrName>
                                        </p:attrNameLst>
                                      </p:cBhvr>
                                      <p:tavLst>
                                        <p:tav tm="0">
                                          <p:val>
                                            <p:fltVal val="0"/>
                                          </p:val>
                                        </p:tav>
                                        <p:tav tm="100000">
                                          <p:val>
                                            <p:strVal val="#ppt_w"/>
                                          </p:val>
                                        </p:tav>
                                      </p:tavLst>
                                    </p:anim>
                                    <p:anim calcmode="lin" valueType="num">
                                      <p:cBhvr>
                                        <p:cTn id="33" dur="500" fill="hold"/>
                                        <p:tgtEl>
                                          <p:spTgt spid="117792">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grpId="0" nodeType="clickEffect">
                                  <p:stCondLst>
                                    <p:cond delay="0"/>
                                  </p:stCondLst>
                                  <p:childTnLst>
                                    <p:set>
                                      <p:cBhvr>
                                        <p:cTn id="37" dur="1" fill="hold">
                                          <p:stCondLst>
                                            <p:cond delay="0"/>
                                          </p:stCondLst>
                                        </p:cTn>
                                        <p:tgtEl>
                                          <p:spTgt spid="117795"/>
                                        </p:tgtEl>
                                        <p:attrNameLst>
                                          <p:attrName>style.visibility</p:attrName>
                                        </p:attrNameLst>
                                      </p:cBhvr>
                                      <p:to>
                                        <p:strVal val="visible"/>
                                      </p:to>
                                    </p:set>
                                    <p:anim calcmode="lin" valueType="num">
                                      <p:cBhvr additive="base">
                                        <p:cTn id="38" dur="500" fill="hold"/>
                                        <p:tgtEl>
                                          <p:spTgt spid="117795"/>
                                        </p:tgtEl>
                                        <p:attrNameLst>
                                          <p:attrName>ppt_x</p:attrName>
                                        </p:attrNameLst>
                                      </p:cBhvr>
                                      <p:tavLst>
                                        <p:tav tm="0">
                                          <p:val>
                                            <p:strVal val="#ppt_x"/>
                                          </p:val>
                                        </p:tav>
                                        <p:tav tm="100000">
                                          <p:val>
                                            <p:strVal val="#ppt_x"/>
                                          </p:val>
                                        </p:tav>
                                      </p:tavLst>
                                    </p:anim>
                                    <p:anim calcmode="lin" valueType="num">
                                      <p:cBhvr additive="base">
                                        <p:cTn id="39" dur="500" fill="hold"/>
                                        <p:tgtEl>
                                          <p:spTgt spid="117795"/>
                                        </p:tgtEl>
                                        <p:attrNameLst>
                                          <p:attrName>ppt_y</p:attrName>
                                        </p:attrNameLst>
                                      </p:cBhvr>
                                      <p:tavLst>
                                        <p:tav tm="0">
                                          <p:val>
                                            <p:strVal val="1+#ppt_h/2"/>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55" presetClass="entr" presetSubtype="0" fill="hold" grpId="0" nodeType="clickEffect">
                                  <p:stCondLst>
                                    <p:cond delay="0"/>
                                  </p:stCondLst>
                                  <p:childTnLst>
                                    <p:set>
                                      <p:cBhvr>
                                        <p:cTn id="43" dur="1" fill="hold">
                                          <p:stCondLst>
                                            <p:cond delay="0"/>
                                          </p:stCondLst>
                                        </p:cTn>
                                        <p:tgtEl>
                                          <p:spTgt spid="117794"/>
                                        </p:tgtEl>
                                        <p:attrNameLst>
                                          <p:attrName>style.visibility</p:attrName>
                                        </p:attrNameLst>
                                      </p:cBhvr>
                                      <p:to>
                                        <p:strVal val="visible"/>
                                      </p:to>
                                    </p:set>
                                    <p:anim calcmode="lin" valueType="num">
                                      <p:cBhvr>
                                        <p:cTn id="44" dur="1000" fill="hold"/>
                                        <p:tgtEl>
                                          <p:spTgt spid="117794"/>
                                        </p:tgtEl>
                                        <p:attrNameLst>
                                          <p:attrName>ppt_w</p:attrName>
                                        </p:attrNameLst>
                                      </p:cBhvr>
                                      <p:tavLst>
                                        <p:tav tm="0">
                                          <p:val>
                                            <p:strVal val="#ppt_w*0.70"/>
                                          </p:val>
                                        </p:tav>
                                        <p:tav tm="100000">
                                          <p:val>
                                            <p:strVal val="#ppt_w"/>
                                          </p:val>
                                        </p:tav>
                                      </p:tavLst>
                                    </p:anim>
                                    <p:anim calcmode="lin" valueType="num">
                                      <p:cBhvr>
                                        <p:cTn id="45" dur="1000" fill="hold"/>
                                        <p:tgtEl>
                                          <p:spTgt spid="117794"/>
                                        </p:tgtEl>
                                        <p:attrNameLst>
                                          <p:attrName>ppt_h</p:attrName>
                                        </p:attrNameLst>
                                      </p:cBhvr>
                                      <p:tavLst>
                                        <p:tav tm="0">
                                          <p:val>
                                            <p:strVal val="#ppt_h"/>
                                          </p:val>
                                        </p:tav>
                                        <p:tav tm="100000">
                                          <p:val>
                                            <p:strVal val="#ppt_h"/>
                                          </p:val>
                                        </p:tav>
                                      </p:tavLst>
                                    </p:anim>
                                    <p:animEffect transition="in" filter="fade">
                                      <p:cBhvr>
                                        <p:cTn id="46" dur="1000"/>
                                        <p:tgtEl>
                                          <p:spTgt spid="117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7780" grpId="0" animBg="1"/>
      <p:bldP spid="117782" grpId="0" animBg="1"/>
      <p:bldP spid="117786" grpId="0" animBg="1"/>
      <p:bldP spid="117792" grpId="0" build="allAtOnce"/>
      <p:bldP spid="117793" grpId="0"/>
      <p:bldP spid="117794" grpId="0"/>
      <p:bldP spid="117795" grpId="0" animBg="1"/>
    </p:bld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9817" name="Text Box 9" descr="花束"/>
          <p:cNvSpPr txBox="1">
            <a:spLocks noChangeArrowheads="1"/>
          </p:cNvSpPr>
          <p:nvPr/>
        </p:nvSpPr>
        <p:spPr bwMode="auto">
          <a:xfrm>
            <a:off x="381000" y="533400"/>
            <a:ext cx="8458200" cy="1441450"/>
          </a:xfrm>
          <a:prstGeom prst="rect">
            <a:avLst/>
          </a:prstGeom>
          <a:blipFill dpi="0" rotWithShape="0">
            <a:blip r:embed="rId3" cstate="print"/>
            <a:srcRect/>
            <a:tile tx="0" ty="0" sx="100000" sy="100000" flip="none" algn="tl"/>
          </a:blipFill>
          <a:ln w="9525">
            <a:noFill/>
            <a:miter lim="800000"/>
          </a:ln>
          <a:effectLst/>
          <a:scene3d>
            <a:camera prst="legacyPerspectiveTop"/>
            <a:lightRig rig="legacyFlat3" dir="b"/>
          </a:scene3d>
          <a:sp3d extrusionH="887400" prstMaterial="legacyMatte">
            <a:bevelT w="13500" h="13500" prst="angle"/>
            <a:bevelB w="13500" h="13500" prst="angle"/>
            <a:extrusionClr>
              <a:srgbClr val="CCCCFF"/>
            </a:extrusionClr>
          </a:sp3d>
        </p:spPr>
        <p:txBody>
          <a:bodyPr>
            <a:spAutoFit/>
            <a:flatTx/>
          </a:bodyPr>
          <a:lstStyle/>
          <a:p>
            <a:pPr marR="0" defTabSz="914400">
              <a:buClrTx/>
              <a:buSzTx/>
              <a:buFontTx/>
              <a:buNone/>
              <a:defRPr/>
            </a:pPr>
            <a:r>
              <a:rPr kumimoji="1" lang="zh-CN" altLang="en-US" sz="2600" i="0" kern="1200" cap="none" spc="0" normalizeH="0" baseline="0" noProof="0">
                <a:solidFill>
                  <a:srgbClr val="FF5050"/>
                </a:solidFill>
                <a:effectLst>
                  <a:outerShdw blurRad="38100" dist="38100" dir="2700000" algn="tl">
                    <a:srgbClr val="000000"/>
                  </a:outerShdw>
                </a:effectLst>
                <a:latin typeface="楷体_GB2312" pitchFamily="49" charset="-122"/>
                <a:ea typeface="楷体_GB2312" pitchFamily="49" charset="-122"/>
                <a:cs typeface="+mn-cs"/>
              </a:rPr>
              <a:t>原电池电池图示：</a:t>
            </a:r>
          </a:p>
          <a:p>
            <a:pPr marR="0" defTabSz="914400">
              <a:lnSpc>
                <a:spcPct val="70000"/>
              </a:lnSpc>
              <a:buClrTx/>
              <a:buSzTx/>
              <a:buFontTx/>
              <a:buNone/>
              <a:defRPr/>
            </a:pPr>
            <a:r>
              <a:rPr kumimoji="1" lang="en-US" altLang="zh-CN" sz="2600" i="0" kern="1200" cap="none" spc="0" normalizeH="0" baseline="0" noProof="0">
                <a:solidFill>
                  <a:srgbClr val="0000CC"/>
                </a:solidFill>
                <a:effectLst>
                  <a:outerShdw blurRad="38100" dist="38100" dir="2700000" algn="tl">
                    <a:srgbClr val="000000"/>
                  </a:outerShdw>
                </a:effectLst>
                <a:latin typeface="宋体" panose="02010600030101010101" pitchFamily="2" charset="-122"/>
                <a:ea typeface="宋体" panose="02010600030101010101" pitchFamily="2" charset="-122"/>
                <a:cs typeface="+mn-cs"/>
              </a:rPr>
              <a:t>Pt|</a:t>
            </a:r>
            <a:r>
              <a:rPr kumimoji="1" lang="en-US" altLang="zh-CN" sz="2600" i="0" kern="1200" cap="none" spc="0" normalizeH="0" baseline="0" noProof="0">
                <a:solidFill>
                  <a:srgbClr val="0000CC"/>
                </a:solidFill>
                <a:latin typeface="幼圆" panose="02010509060101010101" pitchFamily="49" charset="-122"/>
                <a:ea typeface="幼圆" panose="02010509060101010101" pitchFamily="49" charset="-122"/>
                <a:cs typeface="+mn-cs"/>
              </a:rPr>
              <a:t>Sn</a:t>
            </a:r>
            <a:r>
              <a:rPr kumimoji="1" lang="en-US" altLang="zh-CN" sz="2600" i="0" kern="1200" cap="none" spc="0" normalizeH="0" baseline="30000" noProof="0">
                <a:solidFill>
                  <a:srgbClr val="0000CC"/>
                </a:solidFill>
                <a:latin typeface="幼圆" panose="02010509060101010101" pitchFamily="49" charset="-122"/>
                <a:ea typeface="幼圆" panose="02010509060101010101" pitchFamily="49" charset="-122"/>
                <a:cs typeface="+mn-cs"/>
              </a:rPr>
              <a:t>2+</a:t>
            </a:r>
            <a:r>
              <a:rPr kumimoji="1" lang="en-US" altLang="zh-CN" sz="2600" i="0" kern="1200" cap="none" spc="0" normalizeH="0" baseline="0" noProof="0">
                <a:solidFill>
                  <a:srgbClr val="0000CC"/>
                </a:solidFill>
                <a:latin typeface="Times New Roman" panose="02020603050405020304" pitchFamily="18" charset="0"/>
                <a:ea typeface="幼圆" panose="02010509060101010101" pitchFamily="49"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mol</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L</a:t>
            </a:r>
            <a:r>
              <a:rPr kumimoji="1" lang="en-US" altLang="zh-CN" sz="2600" i="0" kern="1200" cap="none" spc="0" normalizeH="0" baseline="30000" noProof="0">
                <a:solidFill>
                  <a:srgbClr val="0000CC"/>
                </a:solidFill>
                <a:latin typeface="Times New Roman" panose="02020603050405020304" pitchFamily="18" charset="0"/>
                <a:ea typeface="宋体" panose="02010600030101010101" pitchFamily="2"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a:t>
            </a:r>
            <a:r>
              <a:rPr kumimoji="1" lang="en-US" altLang="zh-CN" sz="2600" i="0" kern="1200" cap="none" spc="0" normalizeH="0" baseline="0" noProof="0">
                <a:solidFill>
                  <a:srgbClr val="0000CC"/>
                </a:solidFill>
                <a:latin typeface="幼圆" panose="02010509060101010101" pitchFamily="49" charset="-122"/>
                <a:ea typeface="幼圆" panose="02010509060101010101" pitchFamily="49" charset="-122"/>
                <a:cs typeface="+mn-cs"/>
              </a:rPr>
              <a:t>,Sn</a:t>
            </a:r>
            <a:r>
              <a:rPr kumimoji="1" lang="en-US" altLang="zh-CN" sz="2600" i="0" kern="1200" cap="none" spc="0" normalizeH="0" baseline="30000" noProof="0">
                <a:solidFill>
                  <a:srgbClr val="0000CC"/>
                </a:solidFill>
                <a:latin typeface="幼圆" panose="02010509060101010101" pitchFamily="49" charset="-122"/>
                <a:ea typeface="幼圆" panose="02010509060101010101" pitchFamily="49" charset="-122"/>
                <a:cs typeface="+mn-cs"/>
              </a:rPr>
              <a:t>4+</a:t>
            </a:r>
            <a:r>
              <a:rPr kumimoji="1" lang="en-US" altLang="zh-CN" sz="2600" i="0" kern="1200" cap="none" spc="0" normalizeH="0" baseline="0" noProof="0">
                <a:solidFill>
                  <a:srgbClr val="0000CC"/>
                </a:solidFill>
                <a:latin typeface="Times New Roman" panose="02020603050405020304" pitchFamily="18" charset="0"/>
                <a:ea typeface="幼圆" panose="02010509060101010101" pitchFamily="49"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mol</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L</a:t>
            </a:r>
            <a:r>
              <a:rPr kumimoji="1" lang="en-US" altLang="zh-CN" sz="2600" i="0" kern="1200" cap="none" spc="0" normalizeH="0" baseline="30000" noProof="0">
                <a:solidFill>
                  <a:srgbClr val="0000CC"/>
                </a:solidFill>
                <a:latin typeface="Times New Roman" panose="02020603050405020304" pitchFamily="18" charset="0"/>
                <a:ea typeface="宋体" panose="02010600030101010101" pitchFamily="2" charset="-122"/>
                <a:cs typeface="+mn-cs"/>
              </a:rPr>
              <a:t>- 1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a:t>
            </a:r>
            <a:r>
              <a:rPr kumimoji="1" lang="en-US" altLang="zh-CN" sz="2600" i="0" kern="1200" cap="none" spc="0" normalizeH="0" baseline="30000" noProof="0">
                <a:solidFill>
                  <a:srgbClr val="0000CC"/>
                </a:solidFill>
                <a:latin typeface="Times New Roman" panose="02020603050405020304" pitchFamily="18" charset="0"/>
                <a:ea typeface="宋体" panose="02010600030101010101" pitchFamily="2" charset="-122"/>
                <a:cs typeface="+mn-cs"/>
              </a:rPr>
              <a:t> </a:t>
            </a:r>
          </a:p>
          <a:p>
            <a:pPr marR="0" algn="r" defTabSz="914400">
              <a:lnSpc>
                <a:spcPct val="70000"/>
              </a:lnSpc>
              <a:buClrTx/>
              <a:buSzTx/>
              <a:buFontTx/>
              <a:buNone/>
              <a:defRPr/>
            </a:pPr>
            <a:r>
              <a:rPr kumimoji="1" lang="en-US" altLang="zh-CN" sz="2600" i="0" kern="1200" cap="none" spc="0" normalizeH="0" baseline="0" noProof="0">
                <a:solidFill>
                  <a:srgbClr val="0000CC"/>
                </a:solidFill>
                <a:latin typeface="幼圆" panose="02010509060101010101" pitchFamily="49" charset="-122"/>
                <a:ea typeface="幼圆" panose="02010509060101010101" pitchFamily="49" charset="-122"/>
                <a:cs typeface="+mn-cs"/>
              </a:rPr>
              <a:t>‖Fe</a:t>
            </a:r>
            <a:r>
              <a:rPr kumimoji="1" lang="en-US" altLang="zh-CN" sz="2600" i="0" kern="1200" cap="none" spc="0" normalizeH="0" baseline="30000" noProof="0">
                <a:solidFill>
                  <a:srgbClr val="0000CC"/>
                </a:solidFill>
                <a:latin typeface="幼圆" panose="02010509060101010101" pitchFamily="49" charset="-122"/>
                <a:ea typeface="幼圆" panose="02010509060101010101" pitchFamily="49" charset="-122"/>
                <a:cs typeface="+mn-cs"/>
              </a:rPr>
              <a:t>3+</a:t>
            </a:r>
            <a:r>
              <a:rPr kumimoji="1" lang="en-US" altLang="zh-CN" sz="2600" i="0" kern="1200" cap="none" spc="0" normalizeH="0" baseline="0" noProof="0">
                <a:solidFill>
                  <a:srgbClr val="0000CC"/>
                </a:solidFill>
                <a:latin typeface="Times New Roman" panose="02020603050405020304" pitchFamily="18" charset="0"/>
                <a:ea typeface="幼圆" panose="02010509060101010101" pitchFamily="49"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mol</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L</a:t>
            </a:r>
            <a:r>
              <a:rPr kumimoji="1" lang="en-US" altLang="zh-CN" sz="2600" i="0" kern="1200" cap="none" spc="0" normalizeH="0" baseline="30000" noProof="0">
                <a:solidFill>
                  <a:srgbClr val="0000CC"/>
                </a:solidFill>
                <a:latin typeface="Times New Roman" panose="02020603050405020304" pitchFamily="18" charset="0"/>
                <a:ea typeface="宋体" panose="02010600030101010101" pitchFamily="2"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a:t>
            </a:r>
            <a:r>
              <a:rPr kumimoji="1" lang="en-US" altLang="zh-CN" sz="2600" i="0" kern="1200" cap="none" spc="0" normalizeH="0" baseline="0" noProof="0">
                <a:solidFill>
                  <a:srgbClr val="0000CC"/>
                </a:solidFill>
                <a:latin typeface="幼圆" panose="02010509060101010101" pitchFamily="49" charset="-122"/>
                <a:ea typeface="幼圆" panose="02010509060101010101" pitchFamily="49" charset="-122"/>
                <a:cs typeface="+mn-cs"/>
              </a:rPr>
              <a:t>,Fe</a:t>
            </a:r>
            <a:r>
              <a:rPr kumimoji="1" lang="en-US" altLang="zh-CN" sz="2600" i="0" kern="1200" cap="none" spc="0" normalizeH="0" baseline="30000" noProof="0">
                <a:solidFill>
                  <a:srgbClr val="0000CC"/>
                </a:solidFill>
                <a:latin typeface="幼圆" panose="02010509060101010101" pitchFamily="49" charset="-122"/>
                <a:ea typeface="幼圆" panose="02010509060101010101" pitchFamily="49" charset="-122"/>
                <a:cs typeface="+mn-cs"/>
              </a:rPr>
              <a:t>2+</a:t>
            </a:r>
            <a:r>
              <a:rPr kumimoji="1" lang="en-US" altLang="zh-CN" sz="2600" i="0" kern="1200" cap="none" spc="0" normalizeH="0" baseline="0" noProof="0">
                <a:solidFill>
                  <a:srgbClr val="0000CC"/>
                </a:solidFill>
                <a:latin typeface="Times New Roman" panose="02020603050405020304" pitchFamily="18" charset="0"/>
                <a:ea typeface="幼圆" panose="02010509060101010101" pitchFamily="49"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mol</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sym typeface="Symbol" panose="05050102010706020507" pitchFamily="18" charset="2"/>
              </a:rPr>
              <a:t></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L</a:t>
            </a:r>
            <a:r>
              <a:rPr kumimoji="1" lang="en-US" altLang="zh-CN" sz="2600" i="0" kern="1200" cap="none" spc="0" normalizeH="0" baseline="30000" noProof="0">
                <a:solidFill>
                  <a:srgbClr val="0000CC"/>
                </a:solidFill>
                <a:latin typeface="Times New Roman" panose="02020603050405020304" pitchFamily="18" charset="0"/>
                <a:ea typeface="宋体" panose="02010600030101010101" pitchFamily="2" charset="-122"/>
                <a:cs typeface="+mn-cs"/>
              </a:rPr>
              <a:t>-1</a:t>
            </a:r>
            <a:r>
              <a:rPr kumimoji="1" lang="en-US" altLang="zh-CN" sz="2600" i="0" kern="1200" cap="none" spc="0" normalizeH="0" baseline="0" noProof="0">
                <a:solidFill>
                  <a:srgbClr val="0000CC"/>
                </a:solidFill>
                <a:latin typeface="Times New Roman" panose="02020603050405020304" pitchFamily="18" charset="0"/>
                <a:ea typeface="宋体" panose="02010600030101010101" pitchFamily="2" charset="-122"/>
                <a:cs typeface="+mn-cs"/>
              </a:rPr>
              <a:t>)</a:t>
            </a:r>
            <a:r>
              <a:rPr kumimoji="1" lang="en-US" altLang="zh-CN" sz="2600" i="0" kern="1200" cap="none" spc="0" normalizeH="0" baseline="0" noProof="0">
                <a:solidFill>
                  <a:srgbClr val="0000CC"/>
                </a:solidFill>
                <a:latin typeface="幼圆" panose="02010509060101010101" pitchFamily="49" charset="-122"/>
                <a:ea typeface="幼圆" panose="02010509060101010101" pitchFamily="49" charset="-122"/>
                <a:cs typeface="+mn-cs"/>
              </a:rPr>
              <a:t>|Pt</a:t>
            </a:r>
            <a:endParaRPr kumimoji="1" lang="en-US" altLang="zh-CN" sz="2600" i="0" kern="1200" cap="none" spc="0" normalizeH="0" baseline="0" noProof="0">
              <a:solidFill>
                <a:srgbClr val="0000CC"/>
              </a:solidFill>
              <a:effectLst>
                <a:outerShdw blurRad="38100" dist="38100" dir="2700000" algn="tl">
                  <a:srgbClr val="000000"/>
                </a:outerShdw>
              </a:effectLst>
              <a:latin typeface="宋体" panose="02010600030101010101" pitchFamily="2" charset="-122"/>
              <a:ea typeface="宋体" panose="02010600030101010101" pitchFamily="2" charset="-122"/>
              <a:cs typeface="+mn-cs"/>
            </a:endParaRPr>
          </a:p>
        </p:txBody>
      </p:sp>
      <p:sp>
        <p:nvSpPr>
          <p:cNvPr id="119818" name="Text Box 10"/>
          <p:cNvSpPr txBox="1"/>
          <p:nvPr/>
        </p:nvSpPr>
        <p:spPr>
          <a:xfrm>
            <a:off x="304800" y="2057400"/>
            <a:ext cx="5791200" cy="965200"/>
          </a:xfrm>
          <a:prstGeom prst="rect">
            <a:avLst/>
          </a:prstGeom>
          <a:noFill/>
          <a:ln w="9525">
            <a:noFill/>
          </a:ln>
        </p:spPr>
        <p:txBody>
          <a:bodyPr>
            <a:spAutoFit/>
          </a:bodyPr>
          <a:lstStyle/>
          <a:p>
            <a:r>
              <a:rPr lang="zh-CN" altLang="en-US" sz="2600" i="0" dirty="0">
                <a:solidFill>
                  <a:srgbClr val="0000CC"/>
                </a:solidFill>
                <a:latin typeface="Times New Roman" panose="02020603050405020304" pitchFamily="18" charset="0"/>
                <a:ea typeface="幼圆" panose="02010509060101010101" pitchFamily="49" charset="-122"/>
              </a:rPr>
              <a:t>解：</a:t>
            </a:r>
            <a:r>
              <a:rPr lang="en-US" altLang="zh-CN" sz="2600" dirty="0">
                <a:solidFill>
                  <a:srgbClr val="0000CC"/>
                </a:solidFill>
                <a:latin typeface="宋体" panose="02010600030101010101" pitchFamily="2" charset="-122"/>
                <a:ea typeface="宋体" panose="02010600030101010101" pitchFamily="2" charset="-122"/>
                <a:sym typeface="Symbol" panose="05050102010706020507" pitchFamily="18" charset="2"/>
              </a:rPr>
              <a:t>E</a:t>
            </a:r>
            <a:r>
              <a:rPr lang="el-GR" altLang="zh-CN" sz="2600" baseline="30000" dirty="0">
                <a:solidFill>
                  <a:srgbClr val="0000CC"/>
                </a:solidFill>
                <a:latin typeface="宋体" panose="02010600030101010101" pitchFamily="2" charset="-122"/>
                <a:ea typeface="宋体" panose="02010600030101010101" pitchFamily="2" charset="-122"/>
                <a:sym typeface="Symbol" panose="05050102010706020507" pitchFamily="18" charset="2"/>
              </a:rPr>
              <a:t>Θ</a:t>
            </a:r>
            <a:r>
              <a:rPr lang="en-US" altLang="zh-CN" sz="2600" i="0" dirty="0">
                <a:solidFill>
                  <a:srgbClr val="0000CC"/>
                </a:solidFill>
                <a:latin typeface="Times New Roman" panose="02020603050405020304" pitchFamily="18" charset="0"/>
                <a:ea typeface="宋体" panose="02010600030101010101" pitchFamily="2" charset="-122"/>
              </a:rPr>
              <a:t>(Fe</a:t>
            </a:r>
            <a:r>
              <a:rPr lang="en-US" altLang="zh-CN" sz="2600" i="0" baseline="30000" dirty="0">
                <a:solidFill>
                  <a:srgbClr val="0000CC"/>
                </a:solidFill>
                <a:latin typeface="Times New Roman" panose="02020603050405020304" pitchFamily="18" charset="0"/>
                <a:ea typeface="宋体" panose="02010600030101010101" pitchFamily="2" charset="-122"/>
              </a:rPr>
              <a:t>3+</a:t>
            </a:r>
            <a:r>
              <a:rPr lang="en-US" altLang="zh-CN" sz="2600" i="0" dirty="0">
                <a:solidFill>
                  <a:srgbClr val="0000CC"/>
                </a:solidFill>
                <a:latin typeface="Times New Roman" panose="02020603050405020304" pitchFamily="18" charset="0"/>
                <a:ea typeface="宋体" panose="02010600030101010101" pitchFamily="2" charset="-122"/>
              </a:rPr>
              <a:t>/Fe</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)=+0.771 V </a:t>
            </a:r>
          </a:p>
          <a:p>
            <a:pPr>
              <a:lnSpc>
                <a:spcPct val="70000"/>
              </a:lnSpc>
            </a:pPr>
            <a:r>
              <a:rPr lang="en-US" altLang="zh-CN" sz="2600" i="0" dirty="0">
                <a:solidFill>
                  <a:srgbClr val="0000CC"/>
                </a:solidFill>
                <a:latin typeface="Times New Roman" panose="02020603050405020304" pitchFamily="18" charset="0"/>
                <a:ea typeface="宋体" panose="02010600030101010101" pitchFamily="2" charset="-122"/>
              </a:rPr>
              <a:t>        </a:t>
            </a:r>
            <a:r>
              <a:rPr lang="en-US" altLang="zh-CN" sz="2600" dirty="0">
                <a:solidFill>
                  <a:srgbClr val="0000CC"/>
                </a:solidFill>
                <a:latin typeface="Times New Roman" panose="02020603050405020304" pitchFamily="18" charset="0"/>
                <a:ea typeface="宋体" panose="02010600030101010101" pitchFamily="2" charset="-122"/>
              </a:rPr>
              <a:t>E</a:t>
            </a:r>
            <a:r>
              <a:rPr lang="el-GR" altLang="zh-CN" sz="2600" baseline="30000" dirty="0">
                <a:solidFill>
                  <a:srgbClr val="0000CC"/>
                </a:solidFill>
                <a:latin typeface="宋体" panose="02010600030101010101" pitchFamily="2" charset="-122"/>
                <a:ea typeface="宋体" panose="02010600030101010101" pitchFamily="2" charset="-122"/>
                <a:sym typeface="Symbol" panose="05050102010706020507" pitchFamily="18" charset="2"/>
              </a:rPr>
              <a:t>Θ</a:t>
            </a:r>
            <a:r>
              <a:rPr lang="en-US" altLang="zh-CN" sz="2600" i="0" dirty="0">
                <a:solidFill>
                  <a:srgbClr val="0000CC"/>
                </a:solidFill>
                <a:latin typeface="Times New Roman" panose="02020603050405020304" pitchFamily="18" charset="0"/>
                <a:ea typeface="宋体" panose="02010600030101010101" pitchFamily="2" charset="-122"/>
              </a:rPr>
              <a:t>(Sn</a:t>
            </a:r>
            <a:r>
              <a:rPr lang="en-US" altLang="zh-CN" sz="2600" i="0" baseline="30000" dirty="0">
                <a:solidFill>
                  <a:srgbClr val="0000CC"/>
                </a:solidFill>
                <a:latin typeface="Times New Roman" panose="02020603050405020304" pitchFamily="18" charset="0"/>
                <a:ea typeface="宋体" panose="02010600030101010101" pitchFamily="2" charset="-122"/>
              </a:rPr>
              <a:t>4+</a:t>
            </a:r>
            <a:r>
              <a:rPr lang="en-US" altLang="zh-CN" sz="2600" i="0" dirty="0">
                <a:solidFill>
                  <a:srgbClr val="0000CC"/>
                </a:solidFill>
                <a:latin typeface="Times New Roman" panose="02020603050405020304" pitchFamily="18" charset="0"/>
                <a:ea typeface="宋体" panose="02010600030101010101" pitchFamily="2" charset="-122"/>
              </a:rPr>
              <a:t>/Sn</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)=+0.154 V</a:t>
            </a:r>
            <a:r>
              <a:rPr lang="en-US" altLang="zh-CN" sz="2600" i="0" dirty="0">
                <a:solidFill>
                  <a:srgbClr val="0000CC"/>
                </a:solidFill>
                <a:latin typeface="Times New Roman" panose="02020603050405020304" pitchFamily="18" charset="0"/>
                <a:ea typeface="幼圆" panose="02010509060101010101" pitchFamily="49" charset="-122"/>
              </a:rPr>
              <a:t> </a:t>
            </a:r>
          </a:p>
        </p:txBody>
      </p:sp>
      <p:grpSp>
        <p:nvGrpSpPr>
          <p:cNvPr id="2" name="Group 11"/>
          <p:cNvGrpSpPr/>
          <p:nvPr/>
        </p:nvGrpSpPr>
        <p:grpSpPr>
          <a:xfrm>
            <a:off x="3411538" y="2093913"/>
            <a:ext cx="4143375" cy="885825"/>
            <a:chOff x="2245" y="2725"/>
            <a:chExt cx="2610" cy="918"/>
          </a:xfrm>
        </p:grpSpPr>
        <p:sp>
          <p:nvSpPr>
            <p:cNvPr id="86046" name="Text Box 12"/>
            <p:cNvSpPr txBox="1"/>
            <p:nvPr/>
          </p:nvSpPr>
          <p:spPr>
            <a:xfrm>
              <a:off x="3787" y="2725"/>
              <a:ext cx="1068" cy="918"/>
            </a:xfrm>
            <a:prstGeom prst="rect">
              <a:avLst/>
            </a:prstGeom>
            <a:noFill/>
            <a:ln w="9525">
              <a:noFill/>
            </a:ln>
          </p:spPr>
          <p:txBody>
            <a:bodyPr>
              <a:spAutoFit/>
            </a:bodyPr>
            <a:lstStyle/>
            <a:p>
              <a:r>
                <a:rPr lang="en-US" altLang="zh-CN" sz="2600" i="0" dirty="0">
                  <a:solidFill>
                    <a:schemeClr val="tx1"/>
                  </a:solidFill>
                  <a:latin typeface="幼圆" panose="02010509060101010101" pitchFamily="49" charset="-122"/>
                  <a:ea typeface="幼圆" panose="02010509060101010101" pitchFamily="49" charset="-122"/>
                </a:rPr>
                <a:t> </a:t>
              </a:r>
              <a:r>
                <a:rPr lang="en-US" altLang="zh-CN" sz="2600" i="0" dirty="0">
                  <a:solidFill>
                    <a:srgbClr val="FF3300"/>
                  </a:solidFill>
                  <a:latin typeface="幼圆" panose="02010509060101010101" pitchFamily="49" charset="-122"/>
                  <a:ea typeface="幼圆" panose="02010509060101010101" pitchFamily="49" charset="-122"/>
                </a:rPr>
                <a:t>(+)</a:t>
              </a:r>
              <a:r>
                <a:rPr lang="zh-CN" altLang="en-US" sz="2600" i="0" dirty="0">
                  <a:solidFill>
                    <a:schemeClr val="tx1"/>
                  </a:solidFill>
                  <a:latin typeface="幼圆" panose="02010509060101010101" pitchFamily="49" charset="-122"/>
                  <a:ea typeface="幼圆" panose="02010509060101010101" pitchFamily="49" charset="-122"/>
                </a:rPr>
                <a:t>极</a:t>
              </a:r>
            </a:p>
            <a:p>
              <a:pPr>
                <a:lnSpc>
                  <a:spcPct val="50000"/>
                </a:lnSpc>
              </a:pPr>
              <a:r>
                <a:rPr lang="zh-CN" altLang="en-US" sz="2600" i="0" dirty="0">
                  <a:solidFill>
                    <a:schemeClr val="tx1"/>
                  </a:solidFill>
                  <a:latin typeface="Times New Roman" panose="02020603050405020304" pitchFamily="18" charset="0"/>
                  <a:ea typeface="宋体" panose="02010600030101010101" pitchFamily="2" charset="-122"/>
                </a:rPr>
                <a:t>  </a:t>
              </a:r>
              <a:r>
                <a:rPr lang="en-US" altLang="zh-CN" sz="2600" i="0" dirty="0">
                  <a:solidFill>
                    <a:srgbClr val="FF3300"/>
                  </a:solidFill>
                  <a:latin typeface="幼圆" panose="02010509060101010101" pitchFamily="49" charset="-122"/>
                  <a:ea typeface="幼圆" panose="02010509060101010101" pitchFamily="49" charset="-122"/>
                </a:rPr>
                <a:t>(-)</a:t>
              </a:r>
              <a:r>
                <a:rPr lang="zh-CN" altLang="en-US" sz="2600" i="0" dirty="0">
                  <a:solidFill>
                    <a:schemeClr val="tx1"/>
                  </a:solidFill>
                  <a:latin typeface="幼圆" panose="02010509060101010101" pitchFamily="49" charset="-122"/>
                  <a:ea typeface="幼圆" panose="02010509060101010101" pitchFamily="49" charset="-122"/>
                </a:rPr>
                <a:t>极</a:t>
              </a:r>
            </a:p>
          </p:txBody>
        </p:sp>
        <p:sp>
          <p:nvSpPr>
            <p:cNvPr id="86047" name="Text Box 13"/>
            <p:cNvSpPr txBox="1"/>
            <p:nvPr/>
          </p:nvSpPr>
          <p:spPr>
            <a:xfrm>
              <a:off x="2245" y="2936"/>
              <a:ext cx="408" cy="506"/>
            </a:xfrm>
            <a:prstGeom prst="rect">
              <a:avLst/>
            </a:prstGeom>
            <a:noFill/>
            <a:ln w="9525">
              <a:noFill/>
            </a:ln>
          </p:spPr>
          <p:txBody>
            <a:bodyPr>
              <a:spAutoFit/>
            </a:bodyPr>
            <a:lstStyle/>
            <a:p>
              <a:r>
                <a:rPr lang="en-US" altLang="zh-CN" sz="2600" i="0" dirty="0">
                  <a:solidFill>
                    <a:srgbClr val="FF3300"/>
                  </a:solidFill>
                  <a:latin typeface="幼圆" panose="02010509060101010101" pitchFamily="49" charset="-122"/>
                  <a:ea typeface="幼圆" panose="02010509060101010101" pitchFamily="49" charset="-122"/>
                </a:rPr>
                <a:t>∨</a:t>
              </a:r>
            </a:p>
          </p:txBody>
        </p:sp>
      </p:grpSp>
      <p:grpSp>
        <p:nvGrpSpPr>
          <p:cNvPr id="3" name="Group 14"/>
          <p:cNvGrpSpPr/>
          <p:nvPr/>
        </p:nvGrpSpPr>
        <p:grpSpPr>
          <a:xfrm>
            <a:off x="1295400" y="3124200"/>
            <a:ext cx="6457950" cy="1114425"/>
            <a:chOff x="432" y="3522"/>
            <a:chExt cx="5328" cy="702"/>
          </a:xfrm>
        </p:grpSpPr>
        <p:sp>
          <p:nvSpPr>
            <p:cNvPr id="86035" name="Text Box 15"/>
            <p:cNvSpPr txBox="1"/>
            <p:nvPr/>
          </p:nvSpPr>
          <p:spPr>
            <a:xfrm>
              <a:off x="432" y="3522"/>
              <a:ext cx="5328" cy="308"/>
            </a:xfrm>
            <a:prstGeom prst="rect">
              <a:avLst/>
            </a:prstGeom>
            <a:noFill/>
            <a:ln w="9525">
              <a:noFill/>
            </a:ln>
          </p:spPr>
          <p:txBody>
            <a:bodyPr>
              <a:spAutoFit/>
            </a:bodyPr>
            <a:lstStyle/>
            <a:p>
              <a:r>
                <a:rPr lang="zh-CN" altLang="en-US" sz="2600" i="0" dirty="0">
                  <a:solidFill>
                    <a:srgbClr val="0000CC"/>
                  </a:solidFill>
                  <a:latin typeface="幼圆" panose="02010509060101010101" pitchFamily="49" charset="-122"/>
                  <a:ea typeface="幼圆" panose="02010509060101010101" pitchFamily="49" charset="-122"/>
                </a:rPr>
                <a:t>电动势 </a:t>
              </a:r>
              <a:r>
                <a:rPr lang="en-US" altLang="zh-CN" sz="2600" dirty="0">
                  <a:solidFill>
                    <a:srgbClr val="0000CC"/>
                  </a:solidFill>
                  <a:latin typeface="宋体" panose="02010600030101010101" pitchFamily="2" charset="-122"/>
                  <a:ea typeface="宋体" panose="02010600030101010101" pitchFamily="2" charset="-122"/>
                </a:rPr>
                <a:t>E  </a:t>
              </a:r>
              <a:r>
                <a:rPr lang="en-US" altLang="zh-CN" sz="2600" i="0" dirty="0">
                  <a:solidFill>
                    <a:srgbClr val="0000CC"/>
                  </a:solidFill>
                  <a:latin typeface="Times New Roman" panose="02020603050405020304" pitchFamily="18" charset="0"/>
                  <a:ea typeface="宋体" panose="02010600030101010101" pitchFamily="2" charset="-122"/>
                </a:rPr>
                <a:t>=</a:t>
              </a:r>
              <a:r>
                <a:rPr lang="en-US" altLang="zh-CN" sz="2600" dirty="0">
                  <a:solidFill>
                    <a:srgbClr val="0000CC"/>
                  </a:solidFill>
                  <a:latin typeface="宋体" panose="02010600030101010101" pitchFamily="2" charset="-122"/>
                  <a:ea typeface="宋体" panose="02010600030101010101" pitchFamily="2" charset="-122"/>
                </a:rPr>
                <a:t>E </a:t>
              </a:r>
              <a:r>
                <a:rPr lang="en-US" altLang="zh-CN" sz="2600" i="0" dirty="0">
                  <a:solidFill>
                    <a:srgbClr val="0000CC"/>
                  </a:solidFill>
                  <a:latin typeface="宋体" panose="02010600030101010101" pitchFamily="2" charset="-122"/>
                  <a:ea typeface="宋体" panose="02010600030101010101" pitchFamily="2" charset="-122"/>
                </a:rPr>
                <a:t>(+)-</a:t>
              </a:r>
              <a:r>
                <a:rPr lang="en-US" altLang="zh-CN" sz="2600" dirty="0">
                  <a:solidFill>
                    <a:srgbClr val="0000CC"/>
                  </a:solidFill>
                  <a:latin typeface="宋体" panose="02010600030101010101" pitchFamily="2" charset="-122"/>
                  <a:ea typeface="宋体" panose="02010600030101010101" pitchFamily="2" charset="-122"/>
                  <a:sym typeface="Symbol" panose="05050102010706020507" pitchFamily="18" charset="2"/>
                </a:rPr>
                <a:t>E </a:t>
              </a:r>
              <a:r>
                <a:rPr lang="en-US" altLang="zh-CN" sz="2600" i="0" dirty="0">
                  <a:solidFill>
                    <a:srgbClr val="0000CC"/>
                  </a:solidFill>
                  <a:latin typeface="宋体" panose="02010600030101010101" pitchFamily="2" charset="-122"/>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 0.771V</a:t>
              </a:r>
              <a:r>
                <a:rPr lang="en-US" altLang="zh-CN" sz="2600" i="0" dirty="0">
                  <a:solidFill>
                    <a:srgbClr val="0000CC"/>
                  </a:solidFill>
                  <a:latin typeface="宋体" panose="02010600030101010101" pitchFamily="2" charset="-122"/>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0.154V                                         </a:t>
              </a:r>
              <a:endParaRPr lang="en-US" altLang="zh-CN" sz="2600" i="0" dirty="0">
                <a:solidFill>
                  <a:srgbClr val="0000CC"/>
                </a:solidFill>
                <a:latin typeface="宋体" panose="02010600030101010101" pitchFamily="2" charset="-122"/>
                <a:ea typeface="宋体" panose="02010600030101010101" pitchFamily="2" charset="-122"/>
              </a:endParaRPr>
            </a:p>
          </p:txBody>
        </p:sp>
        <p:sp>
          <p:nvSpPr>
            <p:cNvPr id="86036" name="Text Box 16"/>
            <p:cNvSpPr txBox="1"/>
            <p:nvPr/>
          </p:nvSpPr>
          <p:spPr>
            <a:xfrm>
              <a:off x="3516" y="3916"/>
              <a:ext cx="1296" cy="308"/>
            </a:xfrm>
            <a:prstGeom prst="rect">
              <a:avLst/>
            </a:prstGeom>
            <a:noFill/>
            <a:ln w="9525">
              <a:noFill/>
            </a:ln>
          </p:spPr>
          <p:txBody>
            <a:bodyPr>
              <a:spAutoFit/>
            </a:bodyPr>
            <a:lstStyle/>
            <a:p>
              <a:r>
                <a:rPr lang="en-US" altLang="zh-CN" sz="2600" i="0" dirty="0">
                  <a:solidFill>
                    <a:srgbClr val="0000CC"/>
                  </a:solidFill>
                  <a:latin typeface="Times New Roman" panose="02020603050405020304" pitchFamily="18" charset="0"/>
                  <a:ea typeface="宋体" panose="02010600030101010101" pitchFamily="2" charset="-122"/>
                </a:rPr>
                <a:t>= 0.617V</a:t>
              </a:r>
            </a:p>
          </p:txBody>
        </p:sp>
        <p:grpSp>
          <p:nvGrpSpPr>
            <p:cNvPr id="86037" name="Group 17"/>
            <p:cNvGrpSpPr/>
            <p:nvPr/>
          </p:nvGrpSpPr>
          <p:grpSpPr>
            <a:xfrm>
              <a:off x="1658" y="3612"/>
              <a:ext cx="96" cy="96"/>
              <a:chOff x="528" y="1344"/>
              <a:chExt cx="96" cy="96"/>
            </a:xfrm>
          </p:grpSpPr>
          <p:sp>
            <p:nvSpPr>
              <p:cNvPr id="86044" name="Oval 18"/>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45" name="Line 19"/>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86038" name="Group 20"/>
            <p:cNvGrpSpPr/>
            <p:nvPr/>
          </p:nvGrpSpPr>
          <p:grpSpPr>
            <a:xfrm>
              <a:off x="2229" y="3612"/>
              <a:ext cx="96" cy="96"/>
              <a:chOff x="528" y="1344"/>
              <a:chExt cx="96" cy="96"/>
            </a:xfrm>
          </p:grpSpPr>
          <p:sp>
            <p:nvSpPr>
              <p:cNvPr id="86042" name="Oval 21"/>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43" name="Line 22"/>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nvGrpSpPr>
            <p:cNvPr id="86039" name="Group 23"/>
            <p:cNvGrpSpPr/>
            <p:nvPr/>
          </p:nvGrpSpPr>
          <p:grpSpPr>
            <a:xfrm>
              <a:off x="3103" y="3612"/>
              <a:ext cx="96" cy="96"/>
              <a:chOff x="528" y="1344"/>
              <a:chExt cx="96" cy="96"/>
            </a:xfrm>
          </p:grpSpPr>
          <p:sp>
            <p:nvSpPr>
              <p:cNvPr id="86040" name="Oval 24"/>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41" name="Line 25"/>
              <p:cNvSpPr/>
              <p:nvPr/>
            </p:nvSpPr>
            <p:spPr>
              <a:xfrm>
                <a:off x="528" y="1392"/>
                <a:ext cx="96" cy="0"/>
              </a:xfrm>
              <a:prstGeom prst="line">
                <a:avLst/>
              </a:prstGeom>
              <a:ln w="28575" cap="flat" cmpd="sng">
                <a:solidFill>
                  <a:schemeClr val="tx1"/>
                </a:solidFill>
                <a:prstDash val="solid"/>
                <a:headEnd type="none" w="med" len="med"/>
                <a:tailEnd type="none" w="med" len="med"/>
              </a:ln>
            </p:spPr>
          </p:sp>
        </p:grpSp>
      </p:grpSp>
      <p:sp>
        <p:nvSpPr>
          <p:cNvPr id="86022" name="Rectangle 31"/>
          <p:cNvSpPr/>
          <p:nvPr/>
        </p:nvSpPr>
        <p:spPr>
          <a:xfrm>
            <a:off x="381000" y="4191000"/>
            <a:ext cx="6477000" cy="609600"/>
          </a:xfrm>
          <a:prstGeom prst="rect">
            <a:avLst/>
          </a:prstGeom>
          <a:gradFill rotWithShape="1">
            <a:gsLst>
              <a:gs pos="0">
                <a:srgbClr val="3B0000"/>
              </a:gs>
              <a:gs pos="50000">
                <a:srgbClr val="800000"/>
              </a:gs>
              <a:gs pos="100000">
                <a:srgbClr val="3B0000"/>
              </a:gs>
            </a:gsLst>
            <a:lin ang="5400000" scaled="1"/>
            <a:tileRect/>
          </a:gradFill>
          <a:ln w="9525">
            <a:noFill/>
          </a:ln>
        </p:spPr>
        <p:txBody>
          <a:bodyPr anchor="ctr" anchorCtr="0"/>
          <a:lstStyle/>
          <a:p>
            <a:pPr>
              <a:spcBef>
                <a:spcPct val="0"/>
              </a:spcBef>
            </a:pPr>
            <a:r>
              <a:rPr lang="en-US" altLang="zh-CN" dirty="0">
                <a:solidFill>
                  <a:schemeClr val="bg1"/>
                </a:solidFill>
                <a:latin typeface="Times New Roman" panose="02020603050405020304" pitchFamily="18" charset="0"/>
                <a:ea typeface="宋体" panose="02010600030101010101" pitchFamily="2" charset="-122"/>
              </a:rPr>
              <a:t>7.4.2</a:t>
            </a:r>
            <a:r>
              <a:rPr lang="en-US" altLang="zh-CN" dirty="0">
                <a:solidFill>
                  <a:schemeClr val="bg1"/>
                </a:solidFill>
                <a:latin typeface="Arial" panose="020B0604020202020204" pitchFamily="34" charset="0"/>
                <a:ea typeface="宋体" panose="02010600030101010101" pitchFamily="2" charset="-122"/>
              </a:rPr>
              <a:t>  </a:t>
            </a:r>
            <a:r>
              <a:rPr lang="zh-CN" altLang="en-US" dirty="0">
                <a:solidFill>
                  <a:schemeClr val="bg1"/>
                </a:solidFill>
                <a:latin typeface="Times New Roman" panose="02020603050405020304" pitchFamily="18" charset="0"/>
              </a:rPr>
              <a:t>判断氧化剂、还原剂的相对强弱</a:t>
            </a:r>
          </a:p>
        </p:txBody>
      </p:sp>
      <p:grpSp>
        <p:nvGrpSpPr>
          <p:cNvPr id="86023" name="Group 32"/>
          <p:cNvGrpSpPr/>
          <p:nvPr/>
        </p:nvGrpSpPr>
        <p:grpSpPr>
          <a:xfrm>
            <a:off x="609600" y="4800600"/>
            <a:ext cx="8001000" cy="1836738"/>
            <a:chOff x="216" y="404"/>
            <a:chExt cx="5488" cy="1493"/>
          </a:xfrm>
        </p:grpSpPr>
        <p:sp>
          <p:nvSpPr>
            <p:cNvPr id="86024" name="Text Box 33"/>
            <p:cNvSpPr txBox="1"/>
            <p:nvPr/>
          </p:nvSpPr>
          <p:spPr>
            <a:xfrm>
              <a:off x="309" y="404"/>
              <a:ext cx="5395" cy="1493"/>
            </a:xfrm>
            <a:prstGeom prst="rect">
              <a:avLst/>
            </a:prstGeom>
            <a:noFill/>
            <a:ln w="9525">
              <a:noFill/>
            </a:ln>
          </p:spPr>
          <p:txBody>
            <a:bodyPr lIns="0" rIns="0"/>
            <a:lstStyle/>
            <a:p>
              <a:r>
                <a:rPr lang="en-US" altLang="zh-CN" sz="2600" dirty="0">
                  <a:solidFill>
                    <a:srgbClr val="336600"/>
                  </a:solidFill>
                  <a:latin typeface="Times New Roman" panose="02020603050405020304" pitchFamily="18" charset="0"/>
                  <a:ea typeface="幼圆" panose="02010509060101010101" pitchFamily="49" charset="-122"/>
                </a:rPr>
                <a:t>       </a:t>
              </a:r>
              <a:r>
                <a:rPr lang="zh-CN" altLang="en-US" sz="2600" i="0" dirty="0">
                  <a:solidFill>
                    <a:srgbClr val="336600"/>
                  </a:solidFill>
                  <a:latin typeface="楷体_GB2312" pitchFamily="49" charset="-122"/>
                </a:rPr>
                <a:t>越大</a:t>
              </a:r>
              <a:r>
                <a:rPr lang="en-US" altLang="zh-CN" sz="2600" i="0" dirty="0">
                  <a:solidFill>
                    <a:srgbClr val="336600"/>
                  </a:solidFill>
                  <a:latin typeface="楷体_GB2312" pitchFamily="49" charset="-122"/>
                </a:rPr>
                <a:t>,</a:t>
              </a:r>
              <a:r>
                <a:rPr lang="zh-CN" altLang="en-US" sz="2600" i="0" dirty="0">
                  <a:solidFill>
                    <a:srgbClr val="336600"/>
                  </a:solidFill>
                  <a:latin typeface="楷体_GB2312" pitchFamily="49" charset="-122"/>
                </a:rPr>
                <a:t>电对中氧化型物质的氧化能力越强 </a:t>
              </a:r>
            </a:p>
            <a:p>
              <a:pPr>
                <a:lnSpc>
                  <a:spcPct val="55000"/>
                </a:lnSpc>
              </a:pPr>
              <a:r>
                <a:rPr lang="zh-CN" altLang="en-US" sz="2600" i="0" dirty="0">
                  <a:solidFill>
                    <a:srgbClr val="336600"/>
                  </a:solidFill>
                  <a:latin typeface="楷体_GB2312" pitchFamily="49" charset="-122"/>
                </a:rPr>
                <a:t>              还原型物质的还原能力越弱； </a:t>
              </a:r>
            </a:p>
            <a:p>
              <a:pPr>
                <a:lnSpc>
                  <a:spcPct val="55000"/>
                </a:lnSpc>
              </a:pPr>
              <a:r>
                <a:rPr lang="zh-CN" altLang="en-US" sz="2600" i="0" dirty="0">
                  <a:solidFill>
                    <a:srgbClr val="336600"/>
                  </a:solidFill>
                  <a:latin typeface="楷体_GB2312" pitchFamily="49" charset="-122"/>
                </a:rPr>
                <a:t>   越小</a:t>
              </a:r>
              <a:r>
                <a:rPr lang="en-US" altLang="zh-CN" sz="2600" i="0" dirty="0">
                  <a:solidFill>
                    <a:srgbClr val="336600"/>
                  </a:solidFill>
                  <a:latin typeface="楷体_GB2312" pitchFamily="49" charset="-122"/>
                </a:rPr>
                <a:t>,</a:t>
              </a:r>
              <a:r>
                <a:rPr lang="zh-CN" altLang="en-US" sz="2600" i="0" dirty="0">
                  <a:solidFill>
                    <a:srgbClr val="336600"/>
                  </a:solidFill>
                  <a:latin typeface="楷体_GB2312" pitchFamily="49" charset="-122"/>
                </a:rPr>
                <a:t>电对中还原型物质的还原能力越强</a:t>
              </a:r>
            </a:p>
            <a:p>
              <a:pPr>
                <a:lnSpc>
                  <a:spcPct val="55000"/>
                </a:lnSpc>
              </a:pPr>
              <a:r>
                <a:rPr lang="zh-CN" altLang="en-US" sz="2600" i="0" dirty="0">
                  <a:solidFill>
                    <a:srgbClr val="336600"/>
                  </a:solidFill>
                  <a:latin typeface="楷体_GB2312" pitchFamily="49" charset="-122"/>
                </a:rPr>
                <a:t>              氧化型物质的氧化能力越弱。 </a:t>
              </a:r>
            </a:p>
          </p:txBody>
        </p:sp>
        <p:grpSp>
          <p:nvGrpSpPr>
            <p:cNvPr id="86025" name="Group 34"/>
            <p:cNvGrpSpPr/>
            <p:nvPr/>
          </p:nvGrpSpPr>
          <p:grpSpPr>
            <a:xfrm>
              <a:off x="225" y="424"/>
              <a:ext cx="374" cy="520"/>
              <a:chOff x="431" y="3838"/>
              <a:chExt cx="374" cy="520"/>
            </a:xfrm>
          </p:grpSpPr>
          <p:grpSp>
            <p:nvGrpSpPr>
              <p:cNvPr id="86031" name="Group 35"/>
              <p:cNvGrpSpPr/>
              <p:nvPr/>
            </p:nvGrpSpPr>
            <p:grpSpPr>
              <a:xfrm>
                <a:off x="715" y="3941"/>
                <a:ext cx="90" cy="91"/>
                <a:chOff x="528" y="1344"/>
                <a:chExt cx="96" cy="96"/>
              </a:xfrm>
            </p:grpSpPr>
            <p:sp>
              <p:nvSpPr>
                <p:cNvPr id="86033" name="Oval 36"/>
                <p:cNvSpPr/>
                <p:nvPr/>
              </p:nvSpPr>
              <p:spPr>
                <a:xfrm>
                  <a:off x="528" y="1344"/>
                  <a:ext cx="96" cy="96"/>
                </a:xfrm>
                <a:prstGeom prst="ellipse">
                  <a:avLst/>
                </a:prstGeom>
                <a:noFill/>
                <a:ln w="19050"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34" name="Line 37"/>
                <p:cNvSpPr/>
                <p:nvPr/>
              </p:nvSpPr>
              <p:spPr>
                <a:xfrm>
                  <a:off x="528" y="1392"/>
                  <a:ext cx="96" cy="0"/>
                </a:xfrm>
                <a:prstGeom prst="line">
                  <a:avLst/>
                </a:prstGeom>
                <a:ln w="28575" cap="flat" cmpd="sng">
                  <a:solidFill>
                    <a:srgbClr val="FF3300"/>
                  </a:solidFill>
                  <a:prstDash val="solid"/>
                  <a:headEnd type="none" w="med" len="med"/>
                  <a:tailEnd type="none" w="med" len="med"/>
                </a:ln>
              </p:spPr>
            </p:sp>
          </p:grpSp>
          <p:sp>
            <p:nvSpPr>
              <p:cNvPr id="86032" name="Text Box 38"/>
              <p:cNvSpPr txBox="1"/>
              <p:nvPr/>
            </p:nvSpPr>
            <p:spPr>
              <a:xfrm>
                <a:off x="431" y="3838"/>
                <a:ext cx="317" cy="520"/>
              </a:xfrm>
              <a:prstGeom prst="rect">
                <a:avLst/>
              </a:prstGeom>
              <a:noFill/>
              <a:ln w="9525">
                <a:noFill/>
              </a:ln>
            </p:spPr>
            <p:txBody>
              <a:bodyPr>
                <a:spAutoFit/>
              </a:bodyPr>
              <a:lstStyle/>
              <a:p>
                <a:r>
                  <a:rPr lang="en-US" altLang="zh-CN" sz="3600" dirty="0">
                    <a:solidFill>
                      <a:srgbClr val="FF3300"/>
                    </a:solidFill>
                    <a:latin typeface="幼圆" panose="02010509060101010101" pitchFamily="49" charset="-122"/>
                    <a:ea typeface="幼圆" panose="02010509060101010101" pitchFamily="49" charset="-122"/>
                  </a:rPr>
                  <a:t>E</a:t>
                </a:r>
              </a:p>
            </p:txBody>
          </p:sp>
        </p:grpSp>
        <p:grpSp>
          <p:nvGrpSpPr>
            <p:cNvPr id="86026" name="Group 39"/>
            <p:cNvGrpSpPr/>
            <p:nvPr/>
          </p:nvGrpSpPr>
          <p:grpSpPr>
            <a:xfrm>
              <a:off x="216" y="1166"/>
              <a:ext cx="374" cy="521"/>
              <a:chOff x="431" y="3838"/>
              <a:chExt cx="374" cy="521"/>
            </a:xfrm>
          </p:grpSpPr>
          <p:grpSp>
            <p:nvGrpSpPr>
              <p:cNvPr id="86027" name="Group 40"/>
              <p:cNvGrpSpPr/>
              <p:nvPr/>
            </p:nvGrpSpPr>
            <p:grpSpPr>
              <a:xfrm>
                <a:off x="715" y="3941"/>
                <a:ext cx="90" cy="91"/>
                <a:chOff x="528" y="1344"/>
                <a:chExt cx="96" cy="96"/>
              </a:xfrm>
            </p:grpSpPr>
            <p:sp>
              <p:nvSpPr>
                <p:cNvPr id="86029" name="Oval 41"/>
                <p:cNvSpPr/>
                <p:nvPr/>
              </p:nvSpPr>
              <p:spPr>
                <a:xfrm>
                  <a:off x="528" y="1344"/>
                  <a:ext cx="96" cy="96"/>
                </a:xfrm>
                <a:prstGeom prst="ellipse">
                  <a:avLst/>
                </a:prstGeom>
                <a:noFill/>
                <a:ln w="19050" cap="flat" cmpd="sng">
                  <a:solidFill>
                    <a:srgbClr val="FF3300"/>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6030" name="Line 42"/>
                <p:cNvSpPr/>
                <p:nvPr/>
              </p:nvSpPr>
              <p:spPr>
                <a:xfrm>
                  <a:off x="528" y="1392"/>
                  <a:ext cx="96" cy="0"/>
                </a:xfrm>
                <a:prstGeom prst="line">
                  <a:avLst/>
                </a:prstGeom>
                <a:ln w="28575" cap="flat" cmpd="sng">
                  <a:solidFill>
                    <a:srgbClr val="FF3300"/>
                  </a:solidFill>
                  <a:prstDash val="solid"/>
                  <a:headEnd type="none" w="med" len="med"/>
                  <a:tailEnd type="none" w="med" len="med"/>
                </a:ln>
              </p:spPr>
            </p:sp>
          </p:grpSp>
          <p:sp>
            <p:nvSpPr>
              <p:cNvPr id="86028" name="Text Box 43"/>
              <p:cNvSpPr txBox="1"/>
              <p:nvPr/>
            </p:nvSpPr>
            <p:spPr>
              <a:xfrm>
                <a:off x="431" y="3838"/>
                <a:ext cx="317" cy="521"/>
              </a:xfrm>
              <a:prstGeom prst="rect">
                <a:avLst/>
              </a:prstGeom>
              <a:noFill/>
              <a:ln w="9525">
                <a:noFill/>
              </a:ln>
            </p:spPr>
            <p:txBody>
              <a:bodyPr>
                <a:spAutoFit/>
              </a:bodyPr>
              <a:lstStyle/>
              <a:p>
                <a:pPr>
                  <a:spcBef>
                    <a:spcPct val="0"/>
                  </a:spcBef>
                </a:pPr>
                <a:r>
                  <a:rPr lang="en-US" altLang="zh-CN" sz="3600" dirty="0">
                    <a:solidFill>
                      <a:srgbClr val="FF3300"/>
                    </a:solidFill>
                    <a:latin typeface="幼圆" panose="02010509060101010101" pitchFamily="49" charset="-122"/>
                    <a:ea typeface="幼圆" panose="02010509060101010101" pitchFamily="49" charset="-122"/>
                  </a:rPr>
                  <a:t>E</a:t>
                </a:r>
                <a:endParaRPr lang="en-US" altLang="zh-CN" sz="2400" b="0" i="0" dirty="0">
                  <a:solidFill>
                    <a:schemeClr val="tx1"/>
                  </a:solidFill>
                  <a:latin typeface="Times New Roman" panose="02020603050405020304" pitchFamily="18" charset="0"/>
                  <a:ea typeface="Arial Unicode MS" panose="020B0604020202020204"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19817"/>
                                        </p:tgtEl>
                                        <p:attrNameLst>
                                          <p:attrName>style.visibility</p:attrName>
                                        </p:attrNameLst>
                                      </p:cBhvr>
                                      <p:to>
                                        <p:strVal val="visible"/>
                                      </p:to>
                                    </p:set>
                                    <p:anim calcmode="lin" valueType="num">
                                      <p:cBhvr>
                                        <p:cTn id="7" dur="1000" fill="hold"/>
                                        <p:tgtEl>
                                          <p:spTgt spid="119817"/>
                                        </p:tgtEl>
                                        <p:attrNameLst>
                                          <p:attrName>ppt_w</p:attrName>
                                        </p:attrNameLst>
                                      </p:cBhvr>
                                      <p:tavLst>
                                        <p:tav tm="0">
                                          <p:val>
                                            <p:fltVal val="0"/>
                                          </p:val>
                                        </p:tav>
                                        <p:tav tm="100000">
                                          <p:val>
                                            <p:strVal val="#ppt_w"/>
                                          </p:val>
                                        </p:tav>
                                      </p:tavLst>
                                    </p:anim>
                                    <p:anim calcmode="lin" valueType="num">
                                      <p:cBhvr>
                                        <p:cTn id="8" dur="1000" fill="hold"/>
                                        <p:tgtEl>
                                          <p:spTgt spid="119817"/>
                                        </p:tgtEl>
                                        <p:attrNameLst>
                                          <p:attrName>ppt_h</p:attrName>
                                        </p:attrNameLst>
                                      </p:cBhvr>
                                      <p:tavLst>
                                        <p:tav tm="0">
                                          <p:val>
                                            <p:fltVal val="0"/>
                                          </p:val>
                                        </p:tav>
                                        <p:tav tm="100000">
                                          <p:val>
                                            <p:strVal val="#ppt_h"/>
                                          </p:val>
                                        </p:tav>
                                      </p:tavLst>
                                    </p:anim>
                                  </p:childTnLst>
                                  <p:subTnLst>
                                    <p:set>
                                      <p:cBhvr override="childStyle">
                                        <p:cTn dur="1" fill="hold" display="0" masterRel="nextClick" afterEffect="1"/>
                                        <p:tgtEl>
                                          <p:spTgt spid="119817"/>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2" presetClass="exit" presetSubtype="4" fill="hold" grpId="1" nodeType="clickEffect">
                                  <p:stCondLst>
                                    <p:cond delay="0"/>
                                  </p:stCondLst>
                                  <p:childTnLst>
                                    <p:anim calcmode="lin" valueType="num">
                                      <p:cBhvr additive="base">
                                        <p:cTn id="12" dur="500"/>
                                        <p:tgtEl>
                                          <p:spTgt spid="119817"/>
                                        </p:tgtEl>
                                        <p:attrNameLst>
                                          <p:attrName>ppt_x</p:attrName>
                                        </p:attrNameLst>
                                      </p:cBhvr>
                                      <p:tavLst>
                                        <p:tav tm="0">
                                          <p:val>
                                            <p:strVal val="ppt_x"/>
                                          </p:val>
                                        </p:tav>
                                        <p:tav tm="100000">
                                          <p:val>
                                            <p:strVal val="ppt_x"/>
                                          </p:val>
                                        </p:tav>
                                      </p:tavLst>
                                    </p:anim>
                                    <p:anim calcmode="lin" valueType="num">
                                      <p:cBhvr additive="base">
                                        <p:cTn id="13" dur="500"/>
                                        <p:tgtEl>
                                          <p:spTgt spid="119817"/>
                                        </p:tgtEl>
                                        <p:attrNameLst>
                                          <p:attrName>ppt_y</p:attrName>
                                        </p:attrNameLst>
                                      </p:cBhvr>
                                      <p:tavLst>
                                        <p:tav tm="0">
                                          <p:val>
                                            <p:strVal val="ppt_y"/>
                                          </p:val>
                                        </p:tav>
                                        <p:tav tm="100000">
                                          <p:val>
                                            <p:strVal val="1+ppt_h/2"/>
                                          </p:val>
                                        </p:tav>
                                      </p:tavLst>
                                    </p:anim>
                                    <p:set>
                                      <p:cBhvr>
                                        <p:cTn id="14" dur="1" fill="hold">
                                          <p:stCondLst>
                                            <p:cond delay="499"/>
                                          </p:stCondLst>
                                        </p:cTn>
                                        <p:tgtEl>
                                          <p:spTgt spid="119817"/>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119818"/>
                                        </p:tgtEl>
                                        <p:attrNameLst>
                                          <p:attrName>style.visibility</p:attrName>
                                        </p:attrNameLst>
                                      </p:cBhvr>
                                      <p:to>
                                        <p:strVal val="visible"/>
                                      </p:to>
                                    </p:set>
                                    <p:animEffect transition="in" filter="wipe(up)">
                                      <p:cBhvr>
                                        <p:cTn id="19" dur="500"/>
                                        <p:tgtEl>
                                          <p:spTgt spid="119818"/>
                                        </p:tgtEl>
                                      </p:cBhvr>
                                    </p:animEffect>
                                  </p:childTnLst>
                                </p:cTn>
                              </p:par>
                            </p:childTnLst>
                          </p:cTn>
                        </p:par>
                        <p:par>
                          <p:cTn id="20" fill="hold">
                            <p:stCondLst>
                              <p:cond delay="500"/>
                            </p:stCondLst>
                            <p:childTnLst>
                              <p:par>
                                <p:cTn id="21" presetID="12" presetClass="entr" presetSubtype="2"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slide(fromRight)">
                                      <p:cBhvr>
                                        <p:cTn id="23" dur="500"/>
                                        <p:tgtEl>
                                          <p:spTgt spid="2"/>
                                        </p:tgtEl>
                                      </p:cBhvr>
                                    </p:animEffect>
                                  </p:childTnLst>
                                </p:cTn>
                              </p:par>
                            </p:childTnLst>
                          </p:cTn>
                        </p:par>
                      </p:childTnLst>
                    </p:cTn>
                  </p:par>
                  <p:par>
                    <p:cTn id="24" fill="hold">
                      <p:stCondLst>
                        <p:cond delay="indefinite"/>
                      </p:stCondLst>
                      <p:childTnLst>
                        <p:par>
                          <p:cTn id="25" fill="hold">
                            <p:stCondLst>
                              <p:cond delay="0"/>
                            </p:stCondLst>
                            <p:childTnLst>
                              <p:par>
                                <p:cTn id="26" presetID="12" presetClass="entr" presetSubtype="4"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slide(fromBottom)">
                                      <p:cBhvr>
                                        <p:cTn id="2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7" grpId="0" animBg="1"/>
      <p:bldP spid="119817" grpId="1" animBg="1"/>
      <p:bldP spid="119818" grpId="0"/>
    </p:bld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7042" name="Rectangle 7"/>
          <p:cNvSpPr/>
          <p:nvPr/>
        </p:nvSpPr>
        <p:spPr>
          <a:xfrm>
            <a:off x="152400" y="457200"/>
            <a:ext cx="565150"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a:spAutoFit/>
          </a:bodyPr>
          <a:lstStyle/>
          <a:p>
            <a:pPr>
              <a:spcBef>
                <a:spcPct val="0"/>
              </a:spcBef>
            </a:pPr>
            <a:r>
              <a:rPr lang="zh-CN" altLang="en-US" sz="3000" i="0" dirty="0">
                <a:solidFill>
                  <a:srgbClr val="FF0000"/>
                </a:solidFill>
                <a:latin typeface="Times New Roman" panose="02020603050405020304" pitchFamily="18" charset="0"/>
                <a:ea typeface="幼圆" panose="02010509060101010101" pitchFamily="49" charset="-122"/>
              </a:rPr>
              <a:t>例</a:t>
            </a:r>
            <a:endParaRPr lang="zh-CN" altLang="en-US" sz="3000" i="0" dirty="0">
              <a:solidFill>
                <a:srgbClr val="336600"/>
              </a:solidFill>
              <a:latin typeface="Times New Roman" panose="02020603050405020304" pitchFamily="18" charset="0"/>
              <a:ea typeface="幼圆" panose="02010509060101010101" pitchFamily="49" charset="-122"/>
            </a:endParaRPr>
          </a:p>
        </p:txBody>
      </p:sp>
      <p:sp>
        <p:nvSpPr>
          <p:cNvPr id="121865" name="Text Box 9"/>
          <p:cNvSpPr txBox="1"/>
          <p:nvPr/>
        </p:nvSpPr>
        <p:spPr>
          <a:xfrm>
            <a:off x="762000" y="457200"/>
            <a:ext cx="8001000" cy="488950"/>
          </a:xfrm>
          <a:prstGeom prst="rect">
            <a:avLst/>
          </a:prstGeom>
          <a:gradFill rotWithShape="1">
            <a:gsLst>
              <a:gs pos="0">
                <a:srgbClr val="595959"/>
              </a:gs>
              <a:gs pos="50000">
                <a:srgbClr val="C0C0C0"/>
              </a:gs>
              <a:gs pos="100000">
                <a:srgbClr val="595959"/>
              </a:gs>
            </a:gsLst>
            <a:lin ang="5400000" scaled="1"/>
            <a:tileRect/>
          </a:gradFill>
          <a:ln w="9525">
            <a:noFill/>
          </a:ln>
        </p:spPr>
        <p:txBody>
          <a:bodyPr>
            <a:spAutoFit/>
          </a:bodyPr>
          <a:lstStyle/>
          <a:p>
            <a:pPr algn="just"/>
            <a:r>
              <a:rPr lang="zh-CN" altLang="en-US" sz="2600" i="0" dirty="0">
                <a:solidFill>
                  <a:srgbClr val="0000CC"/>
                </a:solidFill>
                <a:latin typeface="Times New Roman" panose="02020603050405020304" pitchFamily="18" charset="0"/>
                <a:ea typeface="幼圆" panose="02010509060101010101" pitchFamily="49" charset="-122"/>
              </a:rPr>
              <a:t>试比较 </a:t>
            </a:r>
            <a:r>
              <a:rPr lang="en-US" altLang="zh-CN" sz="2600" i="0" dirty="0">
                <a:solidFill>
                  <a:srgbClr val="0000CC"/>
                </a:solidFill>
                <a:latin typeface="Times New Roman" panose="02020603050405020304" pitchFamily="18" charset="0"/>
                <a:ea typeface="幼圆" panose="02010509060101010101" pitchFamily="49" charset="-122"/>
              </a:rPr>
              <a:t>KMnO</a:t>
            </a:r>
            <a:r>
              <a:rPr lang="en-US" altLang="zh-CN" sz="2600" i="0" baseline="-25000" dirty="0">
                <a:solidFill>
                  <a:srgbClr val="0000CC"/>
                </a:solidFill>
                <a:latin typeface="Times New Roman" panose="02020603050405020304" pitchFamily="18" charset="0"/>
                <a:ea typeface="幼圆" panose="02010509060101010101" pitchFamily="49" charset="-122"/>
              </a:rPr>
              <a:t>4</a:t>
            </a:r>
            <a:r>
              <a:rPr lang="zh-CN" altLang="en-US" sz="2600" i="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Cl</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zh-CN" altLang="en-US" sz="2600" i="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FeCl</a:t>
            </a:r>
            <a:r>
              <a:rPr lang="en-US" altLang="zh-CN" sz="2600" i="0" baseline="-25000" dirty="0">
                <a:solidFill>
                  <a:srgbClr val="0000CC"/>
                </a:solidFill>
                <a:latin typeface="Times New Roman" panose="02020603050405020304" pitchFamily="18" charset="0"/>
                <a:ea typeface="幼圆" panose="02010509060101010101" pitchFamily="49" charset="-122"/>
              </a:rPr>
              <a:t>3</a:t>
            </a:r>
            <a:r>
              <a:rPr lang="zh-CN" altLang="en-US" sz="2600" i="0" dirty="0">
                <a:solidFill>
                  <a:srgbClr val="0000CC"/>
                </a:solidFill>
                <a:latin typeface="Times New Roman" panose="02020603050405020304" pitchFamily="18" charset="0"/>
                <a:ea typeface="幼圆" panose="02010509060101010101" pitchFamily="49" charset="-122"/>
              </a:rPr>
              <a:t>在酸性介质中的氧化能力</a:t>
            </a:r>
          </a:p>
        </p:txBody>
      </p:sp>
      <p:grpSp>
        <p:nvGrpSpPr>
          <p:cNvPr id="2" name="Group 10"/>
          <p:cNvGrpSpPr/>
          <p:nvPr/>
        </p:nvGrpSpPr>
        <p:grpSpPr>
          <a:xfrm>
            <a:off x="304800" y="1066800"/>
            <a:ext cx="8362950" cy="1509713"/>
            <a:chOff x="288" y="2640"/>
            <a:chExt cx="5268" cy="951"/>
          </a:xfrm>
        </p:grpSpPr>
        <p:sp>
          <p:nvSpPr>
            <p:cNvPr id="87074" name="Text Box 11"/>
            <p:cNvSpPr txBox="1"/>
            <p:nvPr/>
          </p:nvSpPr>
          <p:spPr>
            <a:xfrm>
              <a:off x="288" y="2640"/>
              <a:ext cx="432" cy="308"/>
            </a:xfrm>
            <a:prstGeom prst="rect">
              <a:avLst/>
            </a:prstGeom>
            <a:gradFill rotWithShape="1">
              <a:gsLst>
                <a:gs pos="0">
                  <a:srgbClr val="005E76"/>
                </a:gs>
                <a:gs pos="50000">
                  <a:srgbClr val="00CCFF"/>
                </a:gs>
                <a:gs pos="100000">
                  <a:srgbClr val="005E76"/>
                </a:gs>
              </a:gsLst>
              <a:lin ang="5400000" scaled="1"/>
              <a:tileRect/>
            </a:gradFill>
            <a:ln w="9525">
              <a:noFill/>
            </a:ln>
          </p:spPr>
          <p:txBody>
            <a:bodyPr>
              <a:spAutoFit/>
            </a:bodyPr>
            <a:lstStyle/>
            <a:p>
              <a:r>
                <a:rPr lang="zh-CN" altLang="en-US" sz="2600" i="0" dirty="0">
                  <a:solidFill>
                    <a:srgbClr val="FF0000"/>
                  </a:solidFill>
                  <a:latin typeface="Times New Roman" panose="02020603050405020304" pitchFamily="18" charset="0"/>
                  <a:ea typeface="幼圆" panose="02010509060101010101" pitchFamily="49" charset="-122"/>
                </a:rPr>
                <a:t>解</a:t>
              </a:r>
              <a:endParaRPr lang="zh-CN" altLang="en-US" sz="2600" i="0" dirty="0">
                <a:solidFill>
                  <a:srgbClr val="FF0000"/>
                </a:solidFill>
                <a:latin typeface="Times New Roman" panose="02020603050405020304" pitchFamily="18" charset="0"/>
                <a:ea typeface="宋体" panose="02010600030101010101" pitchFamily="2" charset="-122"/>
              </a:endParaRPr>
            </a:p>
          </p:txBody>
        </p:sp>
        <p:grpSp>
          <p:nvGrpSpPr>
            <p:cNvPr id="87075" name="Group 12"/>
            <p:cNvGrpSpPr/>
            <p:nvPr/>
          </p:nvGrpSpPr>
          <p:grpSpPr>
            <a:xfrm>
              <a:off x="839" y="2795"/>
              <a:ext cx="4717" cy="796"/>
              <a:chOff x="1002" y="2804"/>
              <a:chExt cx="4182" cy="796"/>
            </a:xfrm>
          </p:grpSpPr>
          <p:sp>
            <p:nvSpPr>
              <p:cNvPr id="87079" name="Rectangle 13"/>
              <p:cNvSpPr/>
              <p:nvPr/>
            </p:nvSpPr>
            <p:spPr>
              <a:xfrm>
                <a:off x="4080" y="3236"/>
                <a:ext cx="1104" cy="364"/>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宋体" panose="02010600030101010101" pitchFamily="2" charset="-122"/>
                  </a:rPr>
                  <a:t>0.771</a:t>
                </a:r>
              </a:p>
            </p:txBody>
          </p:sp>
          <p:sp>
            <p:nvSpPr>
              <p:cNvPr id="87080" name="Rectangle 14"/>
              <p:cNvSpPr/>
              <p:nvPr/>
            </p:nvSpPr>
            <p:spPr>
              <a:xfrm>
                <a:off x="3196" y="3236"/>
                <a:ext cx="884" cy="364"/>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宋体" panose="02010600030101010101" pitchFamily="2" charset="-122"/>
                  </a:rPr>
                  <a:t>1.3583</a:t>
                </a:r>
              </a:p>
            </p:txBody>
          </p:sp>
          <p:sp>
            <p:nvSpPr>
              <p:cNvPr id="87081" name="Rectangle 15"/>
              <p:cNvSpPr/>
              <p:nvPr/>
            </p:nvSpPr>
            <p:spPr>
              <a:xfrm>
                <a:off x="1680" y="3236"/>
                <a:ext cx="1516" cy="364"/>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宋体" panose="02010600030101010101" pitchFamily="2" charset="-122"/>
                  </a:rPr>
                  <a:t>1.51</a:t>
                </a:r>
              </a:p>
            </p:txBody>
          </p:sp>
          <p:sp>
            <p:nvSpPr>
              <p:cNvPr id="87082" name="Rectangle 16"/>
              <p:cNvSpPr/>
              <p:nvPr/>
            </p:nvSpPr>
            <p:spPr>
              <a:xfrm>
                <a:off x="1002" y="3236"/>
                <a:ext cx="678" cy="364"/>
              </a:xfrm>
              <a:prstGeom prst="rect">
                <a:avLst/>
              </a:prstGeom>
              <a:noFill/>
              <a:ln w="9525">
                <a:noFill/>
              </a:ln>
            </p:spPr>
            <p:txBody>
              <a:bodyPr/>
              <a:lstStyle/>
              <a:p>
                <a:pPr algn="ctr">
                  <a:spcBef>
                    <a:spcPct val="20000"/>
                  </a:spcBef>
                </a:pPr>
                <a:r>
                  <a:rPr lang="en-US" altLang="zh-CN" sz="2600" dirty="0">
                    <a:solidFill>
                      <a:srgbClr val="0000CC"/>
                    </a:solidFill>
                    <a:latin typeface="Times New Roman" panose="02020603050405020304" pitchFamily="18" charset="0"/>
                    <a:ea typeface="宋体" panose="02010600030101010101" pitchFamily="2" charset="-122"/>
                  </a:rPr>
                  <a:t>E  </a:t>
                </a:r>
                <a:r>
                  <a:rPr lang="en-US" altLang="zh-CN" sz="2600" i="0" dirty="0">
                    <a:solidFill>
                      <a:srgbClr val="0000CC"/>
                    </a:solidFill>
                    <a:latin typeface="Times New Roman" panose="02020603050405020304" pitchFamily="18" charset="0"/>
                    <a:ea typeface="宋体" panose="02010600030101010101" pitchFamily="2" charset="-122"/>
                  </a:rPr>
                  <a:t>/V</a:t>
                </a:r>
              </a:p>
            </p:txBody>
          </p:sp>
          <p:sp>
            <p:nvSpPr>
              <p:cNvPr id="87083" name="Rectangle 17"/>
              <p:cNvSpPr/>
              <p:nvPr/>
            </p:nvSpPr>
            <p:spPr>
              <a:xfrm>
                <a:off x="4080" y="2804"/>
                <a:ext cx="1104" cy="432"/>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幼圆" panose="02010509060101010101" pitchFamily="49" charset="-122"/>
                  </a:rPr>
                  <a:t>Fe</a:t>
                </a:r>
                <a:r>
                  <a:rPr lang="en-US" altLang="zh-CN" sz="2600" i="0" baseline="30000" dirty="0">
                    <a:solidFill>
                      <a:srgbClr val="0000CC"/>
                    </a:solidFill>
                    <a:latin typeface="Times New Roman" panose="02020603050405020304" pitchFamily="18" charset="0"/>
                    <a:ea typeface="幼圆" panose="02010509060101010101" pitchFamily="49" charset="-122"/>
                  </a:rPr>
                  <a:t>3+</a:t>
                </a:r>
                <a:r>
                  <a:rPr lang="en-US" altLang="zh-CN" sz="2600" i="0" dirty="0">
                    <a:solidFill>
                      <a:srgbClr val="0000CC"/>
                    </a:solidFill>
                    <a:latin typeface="Times New Roman" panose="02020603050405020304" pitchFamily="18" charset="0"/>
                    <a:ea typeface="宋体" panose="02010600030101010101" pitchFamily="2" charset="-122"/>
                  </a:rPr>
                  <a:t>/Fe</a:t>
                </a:r>
                <a:r>
                  <a:rPr lang="en-US" altLang="zh-CN" sz="2600" i="0" baseline="30000" dirty="0">
                    <a:solidFill>
                      <a:srgbClr val="0000CC"/>
                    </a:solidFill>
                    <a:latin typeface="Times New Roman" panose="02020603050405020304" pitchFamily="18" charset="0"/>
                    <a:ea typeface="宋体" panose="02010600030101010101" pitchFamily="2" charset="-122"/>
                  </a:rPr>
                  <a:t>2+</a:t>
                </a:r>
              </a:p>
            </p:txBody>
          </p:sp>
          <p:sp>
            <p:nvSpPr>
              <p:cNvPr id="87084" name="Rectangle 18"/>
              <p:cNvSpPr/>
              <p:nvPr/>
            </p:nvSpPr>
            <p:spPr>
              <a:xfrm>
                <a:off x="3196" y="2804"/>
                <a:ext cx="884" cy="432"/>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幼圆" panose="02010509060101010101" pitchFamily="49" charset="-122"/>
                  </a:rPr>
                  <a:t>Cl</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宋体" panose="02010600030101010101" pitchFamily="2" charset="-122"/>
                  </a:rPr>
                  <a:t>/Cl</a:t>
                </a:r>
                <a:r>
                  <a:rPr lang="en-US" altLang="zh-CN" sz="2600" i="0" baseline="30000" dirty="0">
                    <a:solidFill>
                      <a:srgbClr val="0000CC"/>
                    </a:solidFill>
                    <a:latin typeface="Times New Roman" panose="02020603050405020304" pitchFamily="18" charset="0"/>
                    <a:ea typeface="宋体" panose="02010600030101010101" pitchFamily="2" charset="-122"/>
                  </a:rPr>
                  <a:t>-</a:t>
                </a:r>
              </a:p>
            </p:txBody>
          </p:sp>
          <p:sp>
            <p:nvSpPr>
              <p:cNvPr id="87085" name="Rectangle 19"/>
              <p:cNvSpPr/>
              <p:nvPr/>
            </p:nvSpPr>
            <p:spPr>
              <a:xfrm>
                <a:off x="1680" y="2804"/>
                <a:ext cx="1516" cy="432"/>
              </a:xfrm>
              <a:prstGeom prst="rect">
                <a:avLst/>
              </a:prstGeom>
              <a:noFill/>
              <a:ln w="9525">
                <a:noFill/>
              </a:ln>
            </p:spPr>
            <p:txBody>
              <a:bodyPr/>
              <a:lstStyle/>
              <a:p>
                <a:pPr algn="ctr">
                  <a:spcBef>
                    <a:spcPct val="20000"/>
                  </a:spcBef>
                </a:pPr>
                <a:r>
                  <a:rPr lang="en-US" altLang="zh-CN" sz="2600" i="0" dirty="0">
                    <a:solidFill>
                      <a:srgbClr val="0000CC"/>
                    </a:solidFill>
                    <a:latin typeface="Times New Roman" panose="02020603050405020304" pitchFamily="18" charset="0"/>
                    <a:ea typeface="宋体" panose="02010600030101010101" pitchFamily="2" charset="-122"/>
                  </a:rPr>
                  <a:t>MnO</a:t>
                </a:r>
                <a:r>
                  <a:rPr lang="en-US" altLang="zh-CN" sz="2600" i="0" baseline="-25000" dirty="0">
                    <a:solidFill>
                      <a:srgbClr val="0000CC"/>
                    </a:solidFill>
                    <a:latin typeface="Times New Roman" panose="02020603050405020304" pitchFamily="18" charset="0"/>
                    <a:ea typeface="宋体" panose="02010600030101010101" pitchFamily="2" charset="-122"/>
                  </a:rPr>
                  <a:t>4</a:t>
                </a:r>
                <a:r>
                  <a:rPr lang="en-US" altLang="zh-CN" sz="2600" i="0" baseline="30000" dirty="0">
                    <a:solidFill>
                      <a:srgbClr val="0000CC"/>
                    </a:solidFill>
                    <a:latin typeface="Times New Roman" panose="02020603050405020304" pitchFamily="18" charset="0"/>
                    <a:ea typeface="宋体" panose="02010600030101010101" pitchFamily="2" charset="-122"/>
                  </a:rPr>
                  <a:t>-</a:t>
                </a:r>
                <a:r>
                  <a:rPr lang="en-US" altLang="zh-CN" sz="2600" i="0" dirty="0">
                    <a:solidFill>
                      <a:srgbClr val="0000CC"/>
                    </a:solidFill>
                    <a:latin typeface="Times New Roman" panose="02020603050405020304" pitchFamily="18" charset="0"/>
                    <a:ea typeface="宋体" panose="02010600030101010101" pitchFamily="2" charset="-122"/>
                  </a:rPr>
                  <a:t>/Mn</a:t>
                </a:r>
                <a:r>
                  <a:rPr lang="en-US" altLang="zh-CN" sz="2600" i="0" baseline="30000" dirty="0">
                    <a:solidFill>
                      <a:srgbClr val="0000CC"/>
                    </a:solidFill>
                    <a:latin typeface="Times New Roman" panose="02020603050405020304" pitchFamily="18" charset="0"/>
                    <a:ea typeface="宋体" panose="02010600030101010101" pitchFamily="2" charset="-122"/>
                  </a:rPr>
                  <a:t>2+</a:t>
                </a:r>
              </a:p>
            </p:txBody>
          </p:sp>
          <p:sp>
            <p:nvSpPr>
              <p:cNvPr id="87086" name="Rectangle 20"/>
              <p:cNvSpPr/>
              <p:nvPr/>
            </p:nvSpPr>
            <p:spPr>
              <a:xfrm>
                <a:off x="1002" y="2804"/>
                <a:ext cx="678" cy="432"/>
              </a:xfrm>
              <a:prstGeom prst="rect">
                <a:avLst/>
              </a:prstGeom>
              <a:noFill/>
              <a:ln w="9525">
                <a:noFill/>
              </a:ln>
            </p:spPr>
            <p:txBody>
              <a:bodyPr/>
              <a:lstStyle/>
              <a:p>
                <a:pPr algn="ctr">
                  <a:spcBef>
                    <a:spcPct val="20000"/>
                  </a:spcBef>
                </a:pPr>
                <a:r>
                  <a:rPr lang="zh-CN" altLang="en-US" sz="2600" i="0" dirty="0">
                    <a:solidFill>
                      <a:srgbClr val="0000CC"/>
                    </a:solidFill>
                    <a:latin typeface="Times New Roman" panose="02020603050405020304" pitchFamily="18" charset="0"/>
                  </a:rPr>
                  <a:t>电对</a:t>
                </a:r>
              </a:p>
            </p:txBody>
          </p:sp>
          <p:sp>
            <p:nvSpPr>
              <p:cNvPr id="87087" name="Line 21"/>
              <p:cNvSpPr/>
              <p:nvPr/>
            </p:nvSpPr>
            <p:spPr>
              <a:xfrm>
                <a:off x="1002" y="2804"/>
                <a:ext cx="4182" cy="0"/>
              </a:xfrm>
              <a:prstGeom prst="line">
                <a:avLst/>
              </a:prstGeom>
              <a:ln w="28575" cap="flat" cmpd="sng">
                <a:solidFill>
                  <a:schemeClr val="tx1"/>
                </a:solidFill>
                <a:prstDash val="solid"/>
                <a:headEnd type="none" w="med" len="med"/>
                <a:tailEnd type="none" w="med" len="med"/>
              </a:ln>
            </p:spPr>
          </p:sp>
          <p:sp>
            <p:nvSpPr>
              <p:cNvPr id="87088" name="Line 22"/>
              <p:cNvSpPr/>
              <p:nvPr/>
            </p:nvSpPr>
            <p:spPr>
              <a:xfrm>
                <a:off x="1002" y="3236"/>
                <a:ext cx="4182" cy="0"/>
              </a:xfrm>
              <a:prstGeom prst="line">
                <a:avLst/>
              </a:prstGeom>
              <a:ln w="28575" cap="flat" cmpd="sng">
                <a:solidFill>
                  <a:schemeClr val="tx1"/>
                </a:solidFill>
                <a:prstDash val="solid"/>
                <a:headEnd type="none" w="med" len="med"/>
                <a:tailEnd type="none" w="med" len="med"/>
              </a:ln>
            </p:spPr>
          </p:sp>
          <p:sp>
            <p:nvSpPr>
              <p:cNvPr id="87089" name="Line 23"/>
              <p:cNvSpPr/>
              <p:nvPr/>
            </p:nvSpPr>
            <p:spPr>
              <a:xfrm>
                <a:off x="1002" y="3600"/>
                <a:ext cx="4182" cy="0"/>
              </a:xfrm>
              <a:prstGeom prst="line">
                <a:avLst/>
              </a:prstGeom>
              <a:ln w="28575" cap="sq" cmpd="sng">
                <a:solidFill>
                  <a:schemeClr val="tx1"/>
                </a:solidFill>
                <a:prstDash val="solid"/>
                <a:headEnd type="none" w="med" len="med"/>
                <a:tailEnd type="none" w="med" len="med"/>
              </a:ln>
            </p:spPr>
          </p:sp>
          <p:sp>
            <p:nvSpPr>
              <p:cNvPr id="87090" name="Line 24"/>
              <p:cNvSpPr/>
              <p:nvPr/>
            </p:nvSpPr>
            <p:spPr>
              <a:xfrm>
                <a:off x="1002" y="2804"/>
                <a:ext cx="0" cy="796"/>
              </a:xfrm>
              <a:prstGeom prst="line">
                <a:avLst/>
              </a:prstGeom>
              <a:ln w="28575" cap="flat" cmpd="sng">
                <a:solidFill>
                  <a:schemeClr val="tx1"/>
                </a:solidFill>
                <a:prstDash val="solid"/>
                <a:headEnd type="none" w="med" len="med"/>
                <a:tailEnd type="none" w="med" len="med"/>
              </a:ln>
            </p:spPr>
          </p:sp>
          <p:sp>
            <p:nvSpPr>
              <p:cNvPr id="87091" name="Line 25"/>
              <p:cNvSpPr/>
              <p:nvPr/>
            </p:nvSpPr>
            <p:spPr>
              <a:xfrm>
                <a:off x="1680" y="2804"/>
                <a:ext cx="0" cy="796"/>
              </a:xfrm>
              <a:prstGeom prst="line">
                <a:avLst/>
              </a:prstGeom>
              <a:ln w="28575" cap="flat" cmpd="sng">
                <a:solidFill>
                  <a:schemeClr val="tx1"/>
                </a:solidFill>
                <a:prstDash val="solid"/>
                <a:headEnd type="none" w="med" len="med"/>
                <a:tailEnd type="none" w="med" len="med"/>
              </a:ln>
            </p:spPr>
          </p:sp>
          <p:sp>
            <p:nvSpPr>
              <p:cNvPr id="87092" name="Line 26"/>
              <p:cNvSpPr/>
              <p:nvPr/>
            </p:nvSpPr>
            <p:spPr>
              <a:xfrm>
                <a:off x="3196" y="2804"/>
                <a:ext cx="0" cy="796"/>
              </a:xfrm>
              <a:prstGeom prst="line">
                <a:avLst/>
              </a:prstGeom>
              <a:ln w="12700" cap="flat" cmpd="sng">
                <a:solidFill>
                  <a:schemeClr val="tx1"/>
                </a:solidFill>
                <a:prstDash val="solid"/>
                <a:headEnd type="none" w="med" len="med"/>
                <a:tailEnd type="none" w="med" len="med"/>
              </a:ln>
            </p:spPr>
          </p:sp>
          <p:sp>
            <p:nvSpPr>
              <p:cNvPr id="87093" name="Line 27"/>
              <p:cNvSpPr/>
              <p:nvPr/>
            </p:nvSpPr>
            <p:spPr>
              <a:xfrm>
                <a:off x="4080" y="2804"/>
                <a:ext cx="0" cy="796"/>
              </a:xfrm>
              <a:prstGeom prst="line">
                <a:avLst/>
              </a:prstGeom>
              <a:ln w="12700" cap="flat" cmpd="sng">
                <a:solidFill>
                  <a:schemeClr val="tx1"/>
                </a:solidFill>
                <a:prstDash val="solid"/>
                <a:headEnd type="none" w="med" len="med"/>
                <a:tailEnd type="none" w="med" len="med"/>
              </a:ln>
            </p:spPr>
          </p:sp>
          <p:sp>
            <p:nvSpPr>
              <p:cNvPr id="87094" name="Line 28"/>
              <p:cNvSpPr/>
              <p:nvPr/>
            </p:nvSpPr>
            <p:spPr>
              <a:xfrm>
                <a:off x="5184" y="2804"/>
                <a:ext cx="0" cy="432"/>
              </a:xfrm>
              <a:prstGeom prst="line">
                <a:avLst/>
              </a:prstGeom>
              <a:ln w="28575" cap="flat" cmpd="sng">
                <a:solidFill>
                  <a:schemeClr val="tx1"/>
                </a:solidFill>
                <a:prstDash val="solid"/>
                <a:headEnd type="none" w="med" len="med"/>
                <a:tailEnd type="none" w="med" len="med"/>
              </a:ln>
            </p:spPr>
          </p:sp>
          <p:sp>
            <p:nvSpPr>
              <p:cNvPr id="87095" name="Line 29"/>
              <p:cNvSpPr/>
              <p:nvPr/>
            </p:nvSpPr>
            <p:spPr>
              <a:xfrm>
                <a:off x="5184" y="3236"/>
                <a:ext cx="0" cy="364"/>
              </a:xfrm>
              <a:prstGeom prst="line">
                <a:avLst/>
              </a:prstGeom>
              <a:ln w="28575" cap="sq" cmpd="sng">
                <a:solidFill>
                  <a:schemeClr val="tx1"/>
                </a:solidFill>
                <a:prstDash val="solid"/>
                <a:headEnd type="none" w="med" len="med"/>
                <a:tailEnd type="none" w="med" len="med"/>
              </a:ln>
            </p:spPr>
          </p:sp>
          <p:sp>
            <p:nvSpPr>
              <p:cNvPr id="87096" name="Text Box 30"/>
              <p:cNvSpPr txBox="1"/>
              <p:nvPr/>
            </p:nvSpPr>
            <p:spPr>
              <a:xfrm>
                <a:off x="3984" y="3206"/>
                <a:ext cx="240" cy="308"/>
              </a:xfrm>
              <a:prstGeom prst="rect">
                <a:avLst/>
              </a:prstGeom>
              <a:noFill/>
              <a:ln w="9525">
                <a:noFill/>
              </a:ln>
            </p:spPr>
            <p:txBody>
              <a:bodyPr>
                <a:spAutoFit/>
              </a:bodyPr>
              <a:lstStyle/>
              <a:p>
                <a:r>
                  <a:rPr lang="en-US" altLang="zh-CN" sz="2600" i="0" dirty="0">
                    <a:solidFill>
                      <a:srgbClr val="FF0000"/>
                    </a:solidFill>
                    <a:latin typeface="Times New Roman" panose="02020603050405020304" pitchFamily="18" charset="0"/>
                    <a:ea typeface="Arial Unicode MS" panose="020B0604020202020204" charset="-122"/>
                  </a:rPr>
                  <a:t>&gt;</a:t>
                </a:r>
              </a:p>
            </p:txBody>
          </p:sp>
          <p:sp>
            <p:nvSpPr>
              <p:cNvPr id="87097" name="Text Box 31"/>
              <p:cNvSpPr txBox="1"/>
              <p:nvPr/>
            </p:nvSpPr>
            <p:spPr>
              <a:xfrm>
                <a:off x="3024" y="3206"/>
                <a:ext cx="240" cy="308"/>
              </a:xfrm>
              <a:prstGeom prst="rect">
                <a:avLst/>
              </a:prstGeom>
              <a:noFill/>
              <a:ln w="9525">
                <a:noFill/>
              </a:ln>
            </p:spPr>
            <p:txBody>
              <a:bodyPr>
                <a:spAutoFit/>
              </a:bodyPr>
              <a:lstStyle/>
              <a:p>
                <a:r>
                  <a:rPr lang="en-US" altLang="zh-CN" sz="2600" i="0" dirty="0">
                    <a:solidFill>
                      <a:srgbClr val="FF0000"/>
                    </a:solidFill>
                    <a:latin typeface="Times New Roman" panose="02020603050405020304" pitchFamily="18" charset="0"/>
                    <a:ea typeface="Arial Unicode MS" panose="020B0604020202020204" charset="-122"/>
                  </a:rPr>
                  <a:t>&gt;</a:t>
                </a:r>
              </a:p>
            </p:txBody>
          </p:sp>
        </p:grpSp>
        <p:grpSp>
          <p:nvGrpSpPr>
            <p:cNvPr id="87076" name="Group 32"/>
            <p:cNvGrpSpPr/>
            <p:nvPr/>
          </p:nvGrpSpPr>
          <p:grpSpPr>
            <a:xfrm>
              <a:off x="1147" y="3306"/>
              <a:ext cx="96" cy="96"/>
              <a:chOff x="528" y="1344"/>
              <a:chExt cx="96" cy="96"/>
            </a:xfrm>
          </p:grpSpPr>
          <p:sp>
            <p:nvSpPr>
              <p:cNvPr id="87077" name="Oval 33"/>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78" name="Line 34"/>
              <p:cNvSpPr/>
              <p:nvPr/>
            </p:nvSpPr>
            <p:spPr>
              <a:xfrm>
                <a:off x="528" y="1392"/>
                <a:ext cx="96" cy="0"/>
              </a:xfrm>
              <a:prstGeom prst="line">
                <a:avLst/>
              </a:prstGeom>
              <a:ln w="19050" cap="flat" cmpd="sng">
                <a:solidFill>
                  <a:schemeClr val="tx1"/>
                </a:solidFill>
                <a:prstDash val="solid"/>
                <a:headEnd type="none" w="med" len="med"/>
                <a:tailEnd type="none" w="med" len="med"/>
              </a:ln>
            </p:spPr>
          </p:sp>
        </p:grpSp>
      </p:grpSp>
      <p:sp>
        <p:nvSpPr>
          <p:cNvPr id="121891" name="Text Box 35"/>
          <p:cNvSpPr txBox="1"/>
          <p:nvPr/>
        </p:nvSpPr>
        <p:spPr>
          <a:xfrm>
            <a:off x="1371600" y="2743200"/>
            <a:ext cx="6934200" cy="488950"/>
          </a:xfrm>
          <a:prstGeom prst="rect">
            <a:avLst/>
          </a:prstGeom>
          <a:noFill/>
          <a:ln w="9525">
            <a:noFill/>
          </a:ln>
        </p:spPr>
        <p:txBody>
          <a:bodyPr>
            <a:spAutoFit/>
          </a:bodyPr>
          <a:lstStyle/>
          <a:p>
            <a:pPr algn="ctr"/>
            <a:r>
              <a:rPr lang="zh-CN" altLang="en-US" sz="2600" dirty="0">
                <a:latin typeface="幼圆" panose="02010509060101010101" pitchFamily="49" charset="-122"/>
                <a:ea typeface="幼圆" panose="02010509060101010101" pitchFamily="49" charset="-122"/>
              </a:rPr>
              <a:t>标态下</a:t>
            </a:r>
            <a:r>
              <a:rPr lang="zh-CN" altLang="en-US" sz="2600" i="0" dirty="0">
                <a:solidFill>
                  <a:srgbClr val="0000CC"/>
                </a:solidFill>
                <a:latin typeface="幼圆" panose="02010509060101010101" pitchFamily="49" charset="-122"/>
                <a:ea typeface="幼圆" panose="02010509060101010101" pitchFamily="49" charset="-122"/>
              </a:rPr>
              <a:t>的氧化能力比较：</a:t>
            </a:r>
            <a:r>
              <a:rPr lang="en-US" altLang="zh-CN" sz="2600" i="0" dirty="0">
                <a:solidFill>
                  <a:srgbClr val="0000CC"/>
                </a:solidFill>
                <a:latin typeface="Times New Roman" panose="02020603050405020304" pitchFamily="18" charset="0"/>
                <a:ea typeface="幼圆" panose="02010509060101010101" pitchFamily="49" charset="-122"/>
              </a:rPr>
              <a:t>KMnO</a:t>
            </a:r>
            <a:r>
              <a:rPr lang="en-US" altLang="zh-CN" sz="2600" i="0" baseline="-25000" dirty="0">
                <a:solidFill>
                  <a:srgbClr val="0000CC"/>
                </a:solidFill>
                <a:latin typeface="Times New Roman" panose="02020603050405020304" pitchFamily="18" charset="0"/>
                <a:ea typeface="幼圆" panose="02010509060101010101" pitchFamily="49" charset="-122"/>
              </a:rPr>
              <a:t>4 </a:t>
            </a:r>
            <a:r>
              <a:rPr lang="en-US" altLang="zh-CN" sz="2600" i="0" dirty="0">
                <a:solidFill>
                  <a:srgbClr val="0000CC"/>
                </a:solidFill>
                <a:latin typeface="Times New Roman" panose="02020603050405020304" pitchFamily="18" charset="0"/>
                <a:ea typeface="幼圆" panose="02010509060101010101" pitchFamily="49" charset="-122"/>
              </a:rPr>
              <a:t>&gt; Cl</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 &gt; FeCl</a:t>
            </a:r>
            <a:r>
              <a:rPr lang="en-US" altLang="zh-CN" sz="2600" i="0" baseline="-25000" dirty="0">
                <a:solidFill>
                  <a:srgbClr val="0000CC"/>
                </a:solidFill>
                <a:latin typeface="Times New Roman" panose="02020603050405020304" pitchFamily="18" charset="0"/>
                <a:ea typeface="幼圆" panose="02010509060101010101" pitchFamily="49" charset="-122"/>
              </a:rPr>
              <a:t>3</a:t>
            </a:r>
            <a:endParaRPr lang="en-US" altLang="zh-CN" sz="2600" i="0" dirty="0">
              <a:solidFill>
                <a:srgbClr val="0000CC"/>
              </a:solidFill>
              <a:latin typeface="Times New Roman" panose="02020603050405020304" pitchFamily="18" charset="0"/>
              <a:ea typeface="幼圆" panose="02010509060101010101" pitchFamily="49" charset="-122"/>
            </a:endParaRPr>
          </a:p>
        </p:txBody>
      </p:sp>
      <p:sp>
        <p:nvSpPr>
          <p:cNvPr id="87046" name="Text Box 36"/>
          <p:cNvSpPr txBox="1"/>
          <p:nvPr/>
        </p:nvSpPr>
        <p:spPr>
          <a:xfrm>
            <a:off x="1066800" y="3505200"/>
            <a:ext cx="7543800" cy="488950"/>
          </a:xfrm>
          <a:prstGeom prst="rect">
            <a:avLst/>
          </a:prstGeom>
          <a:noFill/>
          <a:ln w="9525">
            <a:noFill/>
          </a:ln>
        </p:spPr>
        <p:txBody>
          <a:bodyPr>
            <a:spAutoFit/>
          </a:bodyPr>
          <a:lstStyle/>
          <a:p>
            <a:pPr algn="just"/>
            <a:r>
              <a:rPr lang="zh-CN" altLang="en-US" sz="2600" i="0" dirty="0">
                <a:solidFill>
                  <a:srgbClr val="0000CC"/>
                </a:solidFill>
                <a:latin typeface="Times New Roman" panose="02020603050405020304" pitchFamily="18" charset="0"/>
                <a:ea typeface="幼圆" panose="02010509060101010101" pitchFamily="49" charset="-122"/>
              </a:rPr>
              <a:t>试比较 </a:t>
            </a:r>
            <a:r>
              <a:rPr lang="en-US" altLang="zh-CN" sz="2600" i="0" dirty="0">
                <a:solidFill>
                  <a:srgbClr val="0000CC"/>
                </a:solidFill>
                <a:latin typeface="Times New Roman" panose="02020603050405020304" pitchFamily="18" charset="0"/>
                <a:ea typeface="幼圆" panose="02010509060101010101" pitchFamily="49" charset="-122"/>
              </a:rPr>
              <a:t>SnCl</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zh-CN" altLang="en-US" sz="2600" i="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Zn</a:t>
            </a:r>
            <a:r>
              <a:rPr lang="zh-CN" altLang="en-US" sz="2600" i="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H</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S </a:t>
            </a:r>
            <a:r>
              <a:rPr lang="zh-CN" altLang="en-US" sz="2600" i="0" dirty="0">
                <a:solidFill>
                  <a:srgbClr val="0000CC"/>
                </a:solidFill>
                <a:latin typeface="Times New Roman" panose="02020603050405020304" pitchFamily="18" charset="0"/>
                <a:ea typeface="幼圆" panose="02010509060101010101" pitchFamily="49" charset="-122"/>
              </a:rPr>
              <a:t>在酸性介质中的还原能力</a:t>
            </a:r>
          </a:p>
        </p:txBody>
      </p:sp>
      <p:sp>
        <p:nvSpPr>
          <p:cNvPr id="87047" name="Rectangle 37"/>
          <p:cNvSpPr/>
          <p:nvPr/>
        </p:nvSpPr>
        <p:spPr>
          <a:xfrm>
            <a:off x="381000" y="3429000"/>
            <a:ext cx="565150"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a:spAutoFit/>
          </a:bodyPr>
          <a:lstStyle/>
          <a:p>
            <a:pPr>
              <a:spcBef>
                <a:spcPct val="0"/>
              </a:spcBef>
            </a:pPr>
            <a:r>
              <a:rPr lang="zh-CN" altLang="en-US" sz="3000" i="0" dirty="0">
                <a:solidFill>
                  <a:srgbClr val="FF0000"/>
                </a:solidFill>
                <a:latin typeface="Times New Roman" panose="02020603050405020304" pitchFamily="18" charset="0"/>
                <a:ea typeface="幼圆" panose="02010509060101010101" pitchFamily="49" charset="-122"/>
              </a:rPr>
              <a:t>例</a:t>
            </a:r>
            <a:endParaRPr lang="zh-CN" altLang="en-US" sz="3000" i="0" dirty="0">
              <a:solidFill>
                <a:srgbClr val="336600"/>
              </a:solidFill>
              <a:latin typeface="Times New Roman" panose="02020603050405020304" pitchFamily="18" charset="0"/>
              <a:ea typeface="幼圆" panose="02010509060101010101" pitchFamily="49" charset="-122"/>
            </a:endParaRPr>
          </a:p>
        </p:txBody>
      </p:sp>
      <p:grpSp>
        <p:nvGrpSpPr>
          <p:cNvPr id="5" name="Group 39"/>
          <p:cNvGrpSpPr/>
          <p:nvPr/>
        </p:nvGrpSpPr>
        <p:grpSpPr>
          <a:xfrm>
            <a:off x="457200" y="4114800"/>
            <a:ext cx="8001000" cy="1524000"/>
            <a:chOff x="288" y="2640"/>
            <a:chExt cx="5040" cy="960"/>
          </a:xfrm>
        </p:grpSpPr>
        <p:sp>
          <p:nvSpPr>
            <p:cNvPr id="87050" name="Text Box 40"/>
            <p:cNvSpPr txBox="1"/>
            <p:nvPr/>
          </p:nvSpPr>
          <p:spPr>
            <a:xfrm>
              <a:off x="288" y="2640"/>
              <a:ext cx="432" cy="308"/>
            </a:xfrm>
            <a:prstGeom prst="rect">
              <a:avLst/>
            </a:prstGeom>
            <a:gradFill rotWithShape="1">
              <a:gsLst>
                <a:gs pos="0">
                  <a:srgbClr val="005E76"/>
                </a:gs>
                <a:gs pos="50000">
                  <a:srgbClr val="00CCFF"/>
                </a:gs>
                <a:gs pos="100000">
                  <a:srgbClr val="005E76"/>
                </a:gs>
              </a:gsLst>
              <a:lin ang="5400000" scaled="1"/>
              <a:tileRect/>
            </a:gradFill>
            <a:ln w="9525">
              <a:noFill/>
            </a:ln>
          </p:spPr>
          <p:txBody>
            <a:bodyPr>
              <a:spAutoFit/>
            </a:bodyPr>
            <a:lstStyle/>
            <a:p>
              <a:r>
                <a:rPr lang="zh-CN" altLang="en-US" sz="2600" i="0" dirty="0">
                  <a:solidFill>
                    <a:srgbClr val="FF0000"/>
                  </a:solidFill>
                  <a:latin typeface="Times New Roman" panose="02020603050405020304" pitchFamily="18" charset="0"/>
                  <a:ea typeface="幼圆" panose="02010509060101010101" pitchFamily="49" charset="-122"/>
                </a:rPr>
                <a:t>解</a:t>
              </a:r>
              <a:endParaRPr lang="zh-CN" altLang="en-US" sz="2600" i="0" dirty="0">
                <a:solidFill>
                  <a:srgbClr val="FF0000"/>
                </a:solidFill>
                <a:latin typeface="Times New Roman" panose="02020603050405020304" pitchFamily="18" charset="0"/>
                <a:ea typeface="宋体" panose="02010600030101010101" pitchFamily="2" charset="-122"/>
              </a:endParaRPr>
            </a:p>
          </p:txBody>
        </p:sp>
        <p:grpSp>
          <p:nvGrpSpPr>
            <p:cNvPr id="87051" name="Group 41"/>
            <p:cNvGrpSpPr/>
            <p:nvPr/>
          </p:nvGrpSpPr>
          <p:grpSpPr>
            <a:xfrm>
              <a:off x="816" y="2804"/>
              <a:ext cx="4512" cy="796"/>
              <a:chOff x="1002" y="2804"/>
              <a:chExt cx="4182" cy="796"/>
            </a:xfrm>
          </p:grpSpPr>
          <p:sp>
            <p:nvSpPr>
              <p:cNvPr id="87055" name="Rectangle 42"/>
              <p:cNvSpPr/>
              <p:nvPr/>
            </p:nvSpPr>
            <p:spPr>
              <a:xfrm>
                <a:off x="4080" y="3236"/>
                <a:ext cx="1104" cy="364"/>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宋体" panose="02010600030101010101" pitchFamily="2" charset="-122"/>
                  </a:rPr>
                  <a:t>0.154</a:t>
                </a:r>
              </a:p>
            </p:txBody>
          </p:sp>
          <p:sp>
            <p:nvSpPr>
              <p:cNvPr id="87056" name="Rectangle 43"/>
              <p:cNvSpPr/>
              <p:nvPr/>
            </p:nvSpPr>
            <p:spPr>
              <a:xfrm>
                <a:off x="3196" y="3236"/>
                <a:ext cx="884" cy="364"/>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宋体" panose="02010600030101010101" pitchFamily="2" charset="-122"/>
                  </a:rPr>
                  <a:t>0.144</a:t>
                </a:r>
              </a:p>
            </p:txBody>
          </p:sp>
          <p:sp>
            <p:nvSpPr>
              <p:cNvPr id="87057" name="Rectangle 44"/>
              <p:cNvSpPr/>
              <p:nvPr/>
            </p:nvSpPr>
            <p:spPr>
              <a:xfrm>
                <a:off x="1680" y="3236"/>
                <a:ext cx="1516" cy="364"/>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宋体" panose="02010600030101010101" pitchFamily="2" charset="-122"/>
                  </a:rPr>
                  <a:t>-0.763</a:t>
                </a:r>
              </a:p>
            </p:txBody>
          </p:sp>
          <p:sp>
            <p:nvSpPr>
              <p:cNvPr id="87058" name="Rectangle 45"/>
              <p:cNvSpPr/>
              <p:nvPr/>
            </p:nvSpPr>
            <p:spPr>
              <a:xfrm>
                <a:off x="1002" y="3236"/>
                <a:ext cx="678" cy="364"/>
              </a:xfrm>
              <a:prstGeom prst="rect">
                <a:avLst/>
              </a:prstGeom>
              <a:noFill/>
              <a:ln w="9525">
                <a:noFill/>
              </a:ln>
            </p:spPr>
            <p:txBody>
              <a:bodyPr lIns="0" rIns="0"/>
              <a:lstStyle/>
              <a:p>
                <a:pPr algn="ctr">
                  <a:spcBef>
                    <a:spcPct val="20000"/>
                  </a:spcBef>
                </a:pPr>
                <a:r>
                  <a:rPr lang="en-US" altLang="zh-CN" sz="2600" dirty="0">
                    <a:solidFill>
                      <a:srgbClr val="336600"/>
                    </a:solidFill>
                    <a:latin typeface="Times New Roman" panose="02020603050405020304" pitchFamily="18" charset="0"/>
                    <a:ea typeface="宋体" panose="02010600030101010101" pitchFamily="2" charset="-122"/>
                  </a:rPr>
                  <a:t>E  </a:t>
                </a:r>
                <a:r>
                  <a:rPr lang="en-US" altLang="zh-CN" sz="2600" i="0" dirty="0">
                    <a:solidFill>
                      <a:srgbClr val="336600"/>
                    </a:solidFill>
                    <a:latin typeface="Times New Roman" panose="02020603050405020304" pitchFamily="18" charset="0"/>
                    <a:ea typeface="宋体" panose="02010600030101010101" pitchFamily="2" charset="-122"/>
                  </a:rPr>
                  <a:t>/V</a:t>
                </a:r>
              </a:p>
            </p:txBody>
          </p:sp>
          <p:sp>
            <p:nvSpPr>
              <p:cNvPr id="87059" name="Rectangle 46"/>
              <p:cNvSpPr/>
              <p:nvPr/>
            </p:nvSpPr>
            <p:spPr>
              <a:xfrm>
                <a:off x="4080" y="2804"/>
                <a:ext cx="1104" cy="432"/>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幼圆" panose="02010509060101010101" pitchFamily="49" charset="-122"/>
                  </a:rPr>
                  <a:t>Sn</a:t>
                </a:r>
                <a:r>
                  <a:rPr lang="en-US" altLang="zh-CN" sz="2600" i="0" baseline="30000" dirty="0">
                    <a:solidFill>
                      <a:srgbClr val="336600"/>
                    </a:solidFill>
                    <a:latin typeface="Times New Roman" panose="02020603050405020304" pitchFamily="18" charset="0"/>
                    <a:ea typeface="幼圆" panose="02010509060101010101" pitchFamily="49" charset="-122"/>
                  </a:rPr>
                  <a:t>4+</a:t>
                </a:r>
                <a:r>
                  <a:rPr lang="en-US" altLang="zh-CN" sz="2600" i="0" dirty="0">
                    <a:solidFill>
                      <a:srgbClr val="336600"/>
                    </a:solidFill>
                    <a:latin typeface="Times New Roman" panose="02020603050405020304" pitchFamily="18" charset="0"/>
                    <a:ea typeface="宋体" panose="02010600030101010101" pitchFamily="2" charset="-122"/>
                  </a:rPr>
                  <a:t>/Sn</a:t>
                </a:r>
                <a:r>
                  <a:rPr lang="en-US" altLang="zh-CN" sz="2600" i="0" baseline="30000" dirty="0">
                    <a:solidFill>
                      <a:srgbClr val="336600"/>
                    </a:solidFill>
                    <a:latin typeface="Times New Roman" panose="02020603050405020304" pitchFamily="18" charset="0"/>
                    <a:ea typeface="宋体" panose="02010600030101010101" pitchFamily="2" charset="-122"/>
                  </a:rPr>
                  <a:t>2+</a:t>
                </a:r>
              </a:p>
            </p:txBody>
          </p:sp>
          <p:sp>
            <p:nvSpPr>
              <p:cNvPr id="87060" name="Rectangle 47"/>
              <p:cNvSpPr/>
              <p:nvPr/>
            </p:nvSpPr>
            <p:spPr>
              <a:xfrm>
                <a:off x="3196" y="2804"/>
                <a:ext cx="884" cy="432"/>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宋体" panose="02010600030101010101" pitchFamily="2" charset="-122"/>
                  </a:rPr>
                  <a:t>S/ </a:t>
                </a:r>
                <a:r>
                  <a:rPr lang="en-US" altLang="zh-CN" sz="2600" i="0" dirty="0">
                    <a:solidFill>
                      <a:srgbClr val="336600"/>
                    </a:solidFill>
                    <a:latin typeface="Times New Roman" panose="02020603050405020304" pitchFamily="18" charset="0"/>
                    <a:ea typeface="幼圆" panose="02010509060101010101" pitchFamily="49" charset="-122"/>
                  </a:rPr>
                  <a:t>H</a:t>
                </a:r>
                <a:r>
                  <a:rPr lang="en-US" altLang="zh-CN" sz="2600" i="0" baseline="-25000" dirty="0">
                    <a:solidFill>
                      <a:srgbClr val="336600"/>
                    </a:solidFill>
                    <a:latin typeface="Times New Roman" panose="02020603050405020304" pitchFamily="18" charset="0"/>
                    <a:ea typeface="幼圆" panose="02010509060101010101" pitchFamily="49" charset="-122"/>
                  </a:rPr>
                  <a:t>2</a:t>
                </a:r>
                <a:r>
                  <a:rPr lang="en-US" altLang="zh-CN" sz="2600" i="0" dirty="0">
                    <a:solidFill>
                      <a:srgbClr val="336600"/>
                    </a:solidFill>
                    <a:latin typeface="Times New Roman" panose="02020603050405020304" pitchFamily="18" charset="0"/>
                    <a:ea typeface="幼圆" panose="02010509060101010101" pitchFamily="49" charset="-122"/>
                  </a:rPr>
                  <a:t>S</a:t>
                </a:r>
              </a:p>
            </p:txBody>
          </p:sp>
          <p:sp>
            <p:nvSpPr>
              <p:cNvPr id="87061" name="Rectangle 48"/>
              <p:cNvSpPr/>
              <p:nvPr/>
            </p:nvSpPr>
            <p:spPr>
              <a:xfrm>
                <a:off x="1680" y="2804"/>
                <a:ext cx="1516" cy="432"/>
              </a:xfrm>
              <a:prstGeom prst="rect">
                <a:avLst/>
              </a:prstGeom>
              <a:noFill/>
              <a:ln w="9525">
                <a:noFill/>
              </a:ln>
            </p:spPr>
            <p:txBody>
              <a:bodyPr lIns="0" rIns="0"/>
              <a:lstStyle/>
              <a:p>
                <a:pPr algn="ctr">
                  <a:spcBef>
                    <a:spcPct val="20000"/>
                  </a:spcBef>
                </a:pPr>
                <a:r>
                  <a:rPr lang="en-US" altLang="zh-CN" sz="2600" i="0" dirty="0">
                    <a:solidFill>
                      <a:srgbClr val="336600"/>
                    </a:solidFill>
                    <a:latin typeface="Times New Roman" panose="02020603050405020304" pitchFamily="18" charset="0"/>
                    <a:ea typeface="宋体" panose="02010600030101010101" pitchFamily="2" charset="-122"/>
                  </a:rPr>
                  <a:t>Zn</a:t>
                </a:r>
                <a:r>
                  <a:rPr lang="en-US" altLang="zh-CN" sz="2600" i="0" baseline="30000" dirty="0">
                    <a:solidFill>
                      <a:srgbClr val="336600"/>
                    </a:solidFill>
                    <a:latin typeface="Times New Roman" panose="02020603050405020304" pitchFamily="18" charset="0"/>
                    <a:ea typeface="宋体" panose="02010600030101010101" pitchFamily="2" charset="-122"/>
                  </a:rPr>
                  <a:t>2+</a:t>
                </a:r>
                <a:r>
                  <a:rPr lang="en-US" altLang="zh-CN" sz="2600" i="0" dirty="0">
                    <a:solidFill>
                      <a:srgbClr val="336600"/>
                    </a:solidFill>
                    <a:latin typeface="Times New Roman" panose="02020603050405020304" pitchFamily="18" charset="0"/>
                    <a:ea typeface="宋体" panose="02010600030101010101" pitchFamily="2" charset="-122"/>
                  </a:rPr>
                  <a:t>/Zn</a:t>
                </a:r>
                <a:endParaRPr lang="en-US" altLang="zh-CN" sz="2600" i="0" baseline="30000" dirty="0">
                  <a:solidFill>
                    <a:srgbClr val="336600"/>
                  </a:solidFill>
                  <a:latin typeface="Times New Roman" panose="02020603050405020304" pitchFamily="18" charset="0"/>
                  <a:ea typeface="宋体" panose="02010600030101010101" pitchFamily="2" charset="-122"/>
                </a:endParaRPr>
              </a:p>
            </p:txBody>
          </p:sp>
          <p:sp>
            <p:nvSpPr>
              <p:cNvPr id="87062" name="Rectangle 49"/>
              <p:cNvSpPr/>
              <p:nvPr/>
            </p:nvSpPr>
            <p:spPr>
              <a:xfrm>
                <a:off x="1002" y="2804"/>
                <a:ext cx="678" cy="432"/>
              </a:xfrm>
              <a:prstGeom prst="rect">
                <a:avLst/>
              </a:prstGeom>
              <a:noFill/>
              <a:ln w="9525">
                <a:noFill/>
              </a:ln>
            </p:spPr>
            <p:txBody>
              <a:bodyPr lIns="0" rIns="0"/>
              <a:lstStyle/>
              <a:p>
                <a:pPr algn="ctr">
                  <a:spcBef>
                    <a:spcPct val="20000"/>
                  </a:spcBef>
                </a:pPr>
                <a:r>
                  <a:rPr lang="zh-CN" altLang="en-US" sz="2600" i="0" dirty="0">
                    <a:solidFill>
                      <a:srgbClr val="336600"/>
                    </a:solidFill>
                    <a:latin typeface="Times New Roman" panose="02020603050405020304" pitchFamily="18" charset="0"/>
                    <a:ea typeface="幼圆" panose="02010509060101010101" pitchFamily="49" charset="-122"/>
                  </a:rPr>
                  <a:t>电对</a:t>
                </a:r>
              </a:p>
            </p:txBody>
          </p:sp>
          <p:sp>
            <p:nvSpPr>
              <p:cNvPr id="87063" name="Line 50"/>
              <p:cNvSpPr/>
              <p:nvPr/>
            </p:nvSpPr>
            <p:spPr>
              <a:xfrm>
                <a:off x="1002" y="2804"/>
                <a:ext cx="4182" cy="0"/>
              </a:xfrm>
              <a:prstGeom prst="line">
                <a:avLst/>
              </a:prstGeom>
              <a:ln w="28575" cap="flat" cmpd="sng">
                <a:solidFill>
                  <a:schemeClr val="tx1"/>
                </a:solidFill>
                <a:prstDash val="solid"/>
                <a:headEnd type="none" w="med" len="med"/>
                <a:tailEnd type="none" w="med" len="med"/>
              </a:ln>
            </p:spPr>
          </p:sp>
          <p:sp>
            <p:nvSpPr>
              <p:cNvPr id="87064" name="Line 51"/>
              <p:cNvSpPr/>
              <p:nvPr/>
            </p:nvSpPr>
            <p:spPr>
              <a:xfrm>
                <a:off x="1002" y="3236"/>
                <a:ext cx="4182" cy="0"/>
              </a:xfrm>
              <a:prstGeom prst="line">
                <a:avLst/>
              </a:prstGeom>
              <a:ln w="28575" cap="flat" cmpd="sng">
                <a:solidFill>
                  <a:schemeClr val="tx1"/>
                </a:solidFill>
                <a:prstDash val="solid"/>
                <a:headEnd type="none" w="med" len="med"/>
                <a:tailEnd type="none" w="med" len="med"/>
              </a:ln>
            </p:spPr>
          </p:sp>
          <p:sp>
            <p:nvSpPr>
              <p:cNvPr id="87065" name="Line 52"/>
              <p:cNvSpPr/>
              <p:nvPr/>
            </p:nvSpPr>
            <p:spPr>
              <a:xfrm>
                <a:off x="1002" y="3600"/>
                <a:ext cx="4182" cy="0"/>
              </a:xfrm>
              <a:prstGeom prst="line">
                <a:avLst/>
              </a:prstGeom>
              <a:ln w="28575" cap="sq" cmpd="sng">
                <a:solidFill>
                  <a:schemeClr val="tx1"/>
                </a:solidFill>
                <a:prstDash val="solid"/>
                <a:headEnd type="none" w="med" len="med"/>
                <a:tailEnd type="none" w="med" len="med"/>
              </a:ln>
            </p:spPr>
          </p:sp>
          <p:sp>
            <p:nvSpPr>
              <p:cNvPr id="87066" name="Line 53"/>
              <p:cNvSpPr/>
              <p:nvPr/>
            </p:nvSpPr>
            <p:spPr>
              <a:xfrm>
                <a:off x="1002" y="2804"/>
                <a:ext cx="0" cy="796"/>
              </a:xfrm>
              <a:prstGeom prst="line">
                <a:avLst/>
              </a:prstGeom>
              <a:ln w="28575" cap="flat" cmpd="sng">
                <a:solidFill>
                  <a:schemeClr val="tx1"/>
                </a:solidFill>
                <a:prstDash val="solid"/>
                <a:headEnd type="none" w="med" len="med"/>
                <a:tailEnd type="none" w="med" len="med"/>
              </a:ln>
            </p:spPr>
          </p:sp>
          <p:sp>
            <p:nvSpPr>
              <p:cNvPr id="87067" name="Line 54"/>
              <p:cNvSpPr/>
              <p:nvPr/>
            </p:nvSpPr>
            <p:spPr>
              <a:xfrm>
                <a:off x="1680" y="2804"/>
                <a:ext cx="0" cy="796"/>
              </a:xfrm>
              <a:prstGeom prst="line">
                <a:avLst/>
              </a:prstGeom>
              <a:ln w="28575" cap="flat" cmpd="sng">
                <a:solidFill>
                  <a:schemeClr val="tx1"/>
                </a:solidFill>
                <a:prstDash val="solid"/>
                <a:headEnd type="none" w="med" len="med"/>
                <a:tailEnd type="none" w="med" len="med"/>
              </a:ln>
            </p:spPr>
          </p:sp>
          <p:sp>
            <p:nvSpPr>
              <p:cNvPr id="87068" name="Line 55"/>
              <p:cNvSpPr/>
              <p:nvPr/>
            </p:nvSpPr>
            <p:spPr>
              <a:xfrm>
                <a:off x="3196" y="2804"/>
                <a:ext cx="0" cy="796"/>
              </a:xfrm>
              <a:prstGeom prst="line">
                <a:avLst/>
              </a:prstGeom>
              <a:ln w="12700" cap="flat" cmpd="sng">
                <a:solidFill>
                  <a:schemeClr val="tx1"/>
                </a:solidFill>
                <a:prstDash val="solid"/>
                <a:headEnd type="none" w="med" len="med"/>
                <a:tailEnd type="none" w="med" len="med"/>
              </a:ln>
            </p:spPr>
          </p:sp>
          <p:sp>
            <p:nvSpPr>
              <p:cNvPr id="87069" name="Line 56"/>
              <p:cNvSpPr/>
              <p:nvPr/>
            </p:nvSpPr>
            <p:spPr>
              <a:xfrm>
                <a:off x="4080" y="2804"/>
                <a:ext cx="0" cy="796"/>
              </a:xfrm>
              <a:prstGeom prst="line">
                <a:avLst/>
              </a:prstGeom>
              <a:ln w="12700" cap="flat" cmpd="sng">
                <a:solidFill>
                  <a:schemeClr val="tx1"/>
                </a:solidFill>
                <a:prstDash val="solid"/>
                <a:headEnd type="none" w="med" len="med"/>
                <a:tailEnd type="none" w="med" len="med"/>
              </a:ln>
            </p:spPr>
          </p:sp>
          <p:sp>
            <p:nvSpPr>
              <p:cNvPr id="87070" name="Line 57"/>
              <p:cNvSpPr/>
              <p:nvPr/>
            </p:nvSpPr>
            <p:spPr>
              <a:xfrm>
                <a:off x="5184" y="2804"/>
                <a:ext cx="0" cy="432"/>
              </a:xfrm>
              <a:prstGeom prst="line">
                <a:avLst/>
              </a:prstGeom>
              <a:ln w="28575" cap="flat" cmpd="sng">
                <a:solidFill>
                  <a:schemeClr val="tx1"/>
                </a:solidFill>
                <a:prstDash val="solid"/>
                <a:headEnd type="none" w="med" len="med"/>
                <a:tailEnd type="none" w="med" len="med"/>
              </a:ln>
            </p:spPr>
          </p:sp>
          <p:sp>
            <p:nvSpPr>
              <p:cNvPr id="87071" name="Line 58"/>
              <p:cNvSpPr/>
              <p:nvPr/>
            </p:nvSpPr>
            <p:spPr>
              <a:xfrm>
                <a:off x="5184" y="3236"/>
                <a:ext cx="0" cy="364"/>
              </a:xfrm>
              <a:prstGeom prst="line">
                <a:avLst/>
              </a:prstGeom>
              <a:ln w="28575" cap="sq" cmpd="sng">
                <a:solidFill>
                  <a:schemeClr val="tx1"/>
                </a:solidFill>
                <a:prstDash val="solid"/>
                <a:headEnd type="none" w="med" len="med"/>
                <a:tailEnd type="none" w="med" len="med"/>
              </a:ln>
            </p:spPr>
          </p:sp>
          <p:sp>
            <p:nvSpPr>
              <p:cNvPr id="87072" name="Text Box 59"/>
              <p:cNvSpPr txBox="1"/>
              <p:nvPr/>
            </p:nvSpPr>
            <p:spPr>
              <a:xfrm>
                <a:off x="3984" y="3206"/>
                <a:ext cx="240" cy="308"/>
              </a:xfrm>
              <a:prstGeom prst="rect">
                <a:avLst/>
              </a:prstGeom>
              <a:noFill/>
              <a:ln w="9525">
                <a:noFill/>
              </a:ln>
            </p:spPr>
            <p:txBody>
              <a:bodyPr lIns="0" rIns="0">
                <a:spAutoFit/>
              </a:bodyPr>
              <a:lstStyle/>
              <a:p>
                <a:r>
                  <a:rPr lang="en-US" altLang="zh-CN" sz="2600" i="0" dirty="0">
                    <a:solidFill>
                      <a:srgbClr val="FF0000"/>
                    </a:solidFill>
                    <a:latin typeface="Times New Roman" panose="02020603050405020304" pitchFamily="18" charset="0"/>
                    <a:ea typeface="Arial Unicode MS" panose="020B0604020202020204" charset="-122"/>
                  </a:rPr>
                  <a:t>&lt;</a:t>
                </a:r>
              </a:p>
            </p:txBody>
          </p:sp>
          <p:sp>
            <p:nvSpPr>
              <p:cNvPr id="87073" name="Text Box 60"/>
              <p:cNvSpPr txBox="1"/>
              <p:nvPr/>
            </p:nvSpPr>
            <p:spPr>
              <a:xfrm>
                <a:off x="3024" y="3206"/>
                <a:ext cx="240" cy="308"/>
              </a:xfrm>
              <a:prstGeom prst="rect">
                <a:avLst/>
              </a:prstGeom>
              <a:noFill/>
              <a:ln w="9525">
                <a:noFill/>
              </a:ln>
            </p:spPr>
            <p:txBody>
              <a:bodyPr lIns="0" rIns="0">
                <a:spAutoFit/>
              </a:bodyPr>
              <a:lstStyle/>
              <a:p>
                <a:r>
                  <a:rPr lang="en-US" altLang="zh-CN" sz="2600" i="0" dirty="0">
                    <a:solidFill>
                      <a:srgbClr val="FF0000"/>
                    </a:solidFill>
                    <a:latin typeface="Times New Roman" panose="02020603050405020304" pitchFamily="18" charset="0"/>
                    <a:ea typeface="Arial Unicode MS" panose="020B0604020202020204" charset="-122"/>
                  </a:rPr>
                  <a:t>&lt;</a:t>
                </a:r>
              </a:p>
            </p:txBody>
          </p:sp>
        </p:grpSp>
        <p:grpSp>
          <p:nvGrpSpPr>
            <p:cNvPr id="87052" name="Group 61"/>
            <p:cNvGrpSpPr/>
            <p:nvPr/>
          </p:nvGrpSpPr>
          <p:grpSpPr>
            <a:xfrm>
              <a:off x="1123" y="3294"/>
              <a:ext cx="96" cy="96"/>
              <a:chOff x="528" y="1344"/>
              <a:chExt cx="96" cy="96"/>
            </a:xfrm>
          </p:grpSpPr>
          <p:sp>
            <p:nvSpPr>
              <p:cNvPr id="87053" name="Oval 62"/>
              <p:cNvSpPr/>
              <p:nvPr/>
            </p:nvSpPr>
            <p:spPr>
              <a:xfrm>
                <a:off x="528" y="1344"/>
                <a:ext cx="96" cy="96"/>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7054" name="Line 63"/>
              <p:cNvSpPr/>
              <p:nvPr/>
            </p:nvSpPr>
            <p:spPr>
              <a:xfrm>
                <a:off x="528" y="1392"/>
                <a:ext cx="96" cy="0"/>
              </a:xfrm>
              <a:prstGeom prst="line">
                <a:avLst/>
              </a:prstGeom>
              <a:ln w="19050" cap="flat" cmpd="sng">
                <a:solidFill>
                  <a:schemeClr val="tx1"/>
                </a:solidFill>
                <a:prstDash val="solid"/>
                <a:headEnd type="none" w="med" len="med"/>
                <a:tailEnd type="none" w="med" len="med"/>
              </a:ln>
            </p:spPr>
          </p:sp>
        </p:grpSp>
      </p:grpSp>
      <p:sp>
        <p:nvSpPr>
          <p:cNvPr id="121945" name="Text Box 89"/>
          <p:cNvSpPr txBox="1"/>
          <p:nvPr/>
        </p:nvSpPr>
        <p:spPr>
          <a:xfrm>
            <a:off x="1676400" y="5791200"/>
            <a:ext cx="6400800" cy="488950"/>
          </a:xfrm>
          <a:prstGeom prst="rect">
            <a:avLst/>
          </a:prstGeom>
          <a:noFill/>
          <a:ln w="9525">
            <a:noFill/>
          </a:ln>
        </p:spPr>
        <p:txBody>
          <a:bodyPr>
            <a:spAutoFit/>
          </a:bodyPr>
          <a:lstStyle/>
          <a:p>
            <a:pPr algn="ctr"/>
            <a:r>
              <a:rPr lang="zh-CN" altLang="en-US" sz="2600" dirty="0">
                <a:latin typeface="Times New Roman" panose="02020603050405020304" pitchFamily="18" charset="0"/>
                <a:ea typeface="幼圆" panose="02010509060101010101" pitchFamily="49" charset="-122"/>
              </a:rPr>
              <a:t>标态下</a:t>
            </a:r>
            <a:r>
              <a:rPr lang="zh-CN" altLang="en-US" sz="2600" i="0" dirty="0">
                <a:solidFill>
                  <a:srgbClr val="0000CC"/>
                </a:solidFill>
                <a:latin typeface="Times New Roman" panose="02020603050405020304" pitchFamily="18" charset="0"/>
                <a:ea typeface="幼圆" panose="02010509060101010101" pitchFamily="49" charset="-122"/>
              </a:rPr>
              <a:t>的还原能力：</a:t>
            </a:r>
            <a:r>
              <a:rPr lang="en-US" altLang="zh-CN" sz="2600" i="0" dirty="0">
                <a:solidFill>
                  <a:srgbClr val="0000CC"/>
                </a:solidFill>
                <a:latin typeface="Times New Roman" panose="02020603050405020304" pitchFamily="18" charset="0"/>
                <a:ea typeface="幼圆" panose="02010509060101010101" pitchFamily="49" charset="-122"/>
              </a:rPr>
              <a:t>Zn</a:t>
            </a:r>
            <a:r>
              <a:rPr lang="en-US" altLang="zh-CN" sz="2600" i="0" baseline="-25000" dirty="0">
                <a:solidFill>
                  <a:srgbClr val="0000CC"/>
                </a:solidFill>
                <a:latin typeface="Times New Roman" panose="02020603050405020304" pitchFamily="18" charset="0"/>
                <a:ea typeface="幼圆" panose="02010509060101010101" pitchFamily="49" charset="-122"/>
              </a:rPr>
              <a:t> </a:t>
            </a:r>
            <a:r>
              <a:rPr lang="en-US" altLang="zh-CN" sz="2600" i="0" dirty="0">
                <a:solidFill>
                  <a:srgbClr val="0000CC"/>
                </a:solidFill>
                <a:latin typeface="Times New Roman" panose="02020603050405020304" pitchFamily="18" charset="0"/>
                <a:ea typeface="幼圆" panose="02010509060101010101" pitchFamily="49" charset="-122"/>
              </a:rPr>
              <a:t>&gt; H</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S &gt; SnCl</a:t>
            </a:r>
            <a:r>
              <a:rPr lang="en-US" altLang="zh-CN" sz="2600" i="0" baseline="-25000" dirty="0">
                <a:solidFill>
                  <a:srgbClr val="0000CC"/>
                </a:solidFill>
                <a:latin typeface="Times New Roman" panose="02020603050405020304" pitchFamily="18" charset="0"/>
                <a:ea typeface="幼圆" panose="02010509060101010101" pitchFamily="49" charset="-122"/>
              </a:rPr>
              <a:t>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grpId="0" nodeType="clickEffect">
                                  <p:stCondLst>
                                    <p:cond delay="0"/>
                                  </p:stCondLst>
                                  <p:childTnLst>
                                    <p:set>
                                      <p:cBhvr>
                                        <p:cTn id="6" dur="1" fill="hold">
                                          <p:stCondLst>
                                            <p:cond delay="0"/>
                                          </p:stCondLst>
                                        </p:cTn>
                                        <p:tgtEl>
                                          <p:spTgt spid="121865"/>
                                        </p:tgtEl>
                                        <p:attrNameLst>
                                          <p:attrName>style.visibility</p:attrName>
                                        </p:attrNameLst>
                                      </p:cBhvr>
                                      <p:to>
                                        <p:strVal val="visible"/>
                                      </p:to>
                                    </p:set>
                                    <p:animEffect transition="in" filter="slide(fromRight)">
                                      <p:cBhvr>
                                        <p:cTn id="7" dur="500"/>
                                        <p:tgtEl>
                                          <p:spTgt spid="121865"/>
                                        </p:tgtEl>
                                      </p:cBhvr>
                                    </p:animEffect>
                                  </p:childTnLst>
                                </p:cTn>
                              </p:par>
                            </p:childTnLst>
                          </p:cTn>
                        </p:par>
                      </p:childTnLst>
                    </p:cTn>
                  </p:par>
                  <p:par>
                    <p:cTn id="8" fill="hold">
                      <p:stCondLst>
                        <p:cond delay="indefinite"/>
                      </p:stCondLst>
                      <p:childTnLst>
                        <p:par>
                          <p:cTn id="9" fill="hold">
                            <p:stCondLst>
                              <p:cond delay="0"/>
                            </p:stCondLst>
                            <p:childTnLst>
                              <p:par>
                                <p:cTn id="10" presetID="55"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1000" fill="hold"/>
                                        <p:tgtEl>
                                          <p:spTgt spid="2"/>
                                        </p:tgtEl>
                                        <p:attrNameLst>
                                          <p:attrName>ppt_w</p:attrName>
                                        </p:attrNameLst>
                                      </p:cBhvr>
                                      <p:tavLst>
                                        <p:tav tm="0">
                                          <p:val>
                                            <p:strVal val="#ppt_w*0.70"/>
                                          </p:val>
                                        </p:tav>
                                        <p:tav tm="100000">
                                          <p:val>
                                            <p:strVal val="#ppt_w"/>
                                          </p:val>
                                        </p:tav>
                                      </p:tavLst>
                                    </p:anim>
                                    <p:anim calcmode="lin" valueType="num">
                                      <p:cBhvr>
                                        <p:cTn id="13" dur="1000" fill="hold"/>
                                        <p:tgtEl>
                                          <p:spTgt spid="2"/>
                                        </p:tgtEl>
                                        <p:attrNameLst>
                                          <p:attrName>ppt_h</p:attrName>
                                        </p:attrNameLst>
                                      </p:cBhvr>
                                      <p:tavLst>
                                        <p:tav tm="0">
                                          <p:val>
                                            <p:strVal val="#ppt_h"/>
                                          </p:val>
                                        </p:tav>
                                        <p:tav tm="100000">
                                          <p:val>
                                            <p:strVal val="#ppt_h"/>
                                          </p:val>
                                        </p:tav>
                                      </p:tavLst>
                                    </p:anim>
                                    <p:animEffect transition="in" filter="fade">
                                      <p:cBhvr>
                                        <p:cTn id="14" dur="1000"/>
                                        <p:tgtEl>
                                          <p:spTgt spid="2"/>
                                        </p:tgtEl>
                                      </p:cBhvr>
                                    </p:animEffect>
                                  </p:childTnLst>
                                </p:cTn>
                              </p:par>
                            </p:childTnLst>
                          </p:cTn>
                        </p:par>
                        <p:par>
                          <p:cTn id="15" fill="hold">
                            <p:stCondLst>
                              <p:cond delay="1000"/>
                            </p:stCondLst>
                            <p:childTnLst>
                              <p:par>
                                <p:cTn id="16" presetID="12" presetClass="entr" presetSubtype="4" fill="hold" grpId="0" nodeType="afterEffect">
                                  <p:stCondLst>
                                    <p:cond delay="0"/>
                                  </p:stCondLst>
                                  <p:childTnLst>
                                    <p:set>
                                      <p:cBhvr>
                                        <p:cTn id="17" dur="1" fill="hold">
                                          <p:stCondLst>
                                            <p:cond delay="0"/>
                                          </p:stCondLst>
                                        </p:cTn>
                                        <p:tgtEl>
                                          <p:spTgt spid="121891"/>
                                        </p:tgtEl>
                                        <p:attrNameLst>
                                          <p:attrName>style.visibility</p:attrName>
                                        </p:attrNameLst>
                                      </p:cBhvr>
                                      <p:to>
                                        <p:strVal val="visible"/>
                                      </p:to>
                                    </p:set>
                                    <p:animEffect transition="in" filter="slide(fromBottom)">
                                      <p:cBhvr>
                                        <p:cTn id="18" dur="500"/>
                                        <p:tgtEl>
                                          <p:spTgt spid="121891"/>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ox(in)">
                                      <p:cBhvr>
                                        <p:cTn id="23" dur="1000"/>
                                        <p:tgtEl>
                                          <p:spTgt spid="5"/>
                                        </p:tgtEl>
                                      </p:cBhvr>
                                    </p:animEffect>
                                  </p:childTnLst>
                                </p:cTn>
                              </p:par>
                            </p:childTnLst>
                          </p:cTn>
                        </p:par>
                        <p:par>
                          <p:cTn id="24" fill="hold">
                            <p:stCondLst>
                              <p:cond delay="1000"/>
                            </p:stCondLst>
                            <p:childTnLst>
                              <p:par>
                                <p:cTn id="25" presetID="55" presetClass="entr" presetSubtype="0" fill="hold" grpId="0" nodeType="afterEffect">
                                  <p:stCondLst>
                                    <p:cond delay="0"/>
                                  </p:stCondLst>
                                  <p:childTnLst>
                                    <p:set>
                                      <p:cBhvr>
                                        <p:cTn id="26" dur="1" fill="hold">
                                          <p:stCondLst>
                                            <p:cond delay="0"/>
                                          </p:stCondLst>
                                        </p:cTn>
                                        <p:tgtEl>
                                          <p:spTgt spid="121945"/>
                                        </p:tgtEl>
                                        <p:attrNameLst>
                                          <p:attrName>style.visibility</p:attrName>
                                        </p:attrNameLst>
                                      </p:cBhvr>
                                      <p:to>
                                        <p:strVal val="visible"/>
                                      </p:to>
                                    </p:set>
                                    <p:anim calcmode="lin" valueType="num">
                                      <p:cBhvr>
                                        <p:cTn id="27" dur="1000" fill="hold"/>
                                        <p:tgtEl>
                                          <p:spTgt spid="121945"/>
                                        </p:tgtEl>
                                        <p:attrNameLst>
                                          <p:attrName>ppt_w</p:attrName>
                                        </p:attrNameLst>
                                      </p:cBhvr>
                                      <p:tavLst>
                                        <p:tav tm="0">
                                          <p:val>
                                            <p:strVal val="#ppt_w*0.70"/>
                                          </p:val>
                                        </p:tav>
                                        <p:tav tm="100000">
                                          <p:val>
                                            <p:strVal val="#ppt_w"/>
                                          </p:val>
                                        </p:tav>
                                      </p:tavLst>
                                    </p:anim>
                                    <p:anim calcmode="lin" valueType="num">
                                      <p:cBhvr>
                                        <p:cTn id="28" dur="1000" fill="hold"/>
                                        <p:tgtEl>
                                          <p:spTgt spid="121945"/>
                                        </p:tgtEl>
                                        <p:attrNameLst>
                                          <p:attrName>ppt_h</p:attrName>
                                        </p:attrNameLst>
                                      </p:cBhvr>
                                      <p:tavLst>
                                        <p:tav tm="0">
                                          <p:val>
                                            <p:strVal val="#ppt_h"/>
                                          </p:val>
                                        </p:tav>
                                        <p:tav tm="100000">
                                          <p:val>
                                            <p:strVal val="#ppt_h"/>
                                          </p:val>
                                        </p:tav>
                                      </p:tavLst>
                                    </p:anim>
                                    <p:animEffect transition="in" filter="fade">
                                      <p:cBhvr>
                                        <p:cTn id="29" dur="1000"/>
                                        <p:tgtEl>
                                          <p:spTgt spid="1219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1865" grpId="0" animBg="1"/>
      <p:bldP spid="121891" grpId="0"/>
      <p:bldP spid="121945" grpId="0"/>
    </p:bld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8" name="Rectangle 8"/>
          <p:cNvSpPr>
            <a:spLocks noGrp="1"/>
          </p:cNvSpPr>
          <p:nvPr>
            <p:ph type="title"/>
          </p:nvPr>
        </p:nvSpPr>
        <p:spPr>
          <a:xfrm>
            <a:off x="71406" y="71414"/>
            <a:ext cx="5257800" cy="609600"/>
          </a:xfrm>
          <a:solidFill>
            <a:schemeClr val="bg1">
              <a:alpha val="100000"/>
            </a:schemeClr>
          </a:solidFill>
        </p:spPr>
        <p:txBody>
          <a:bodyPr vert="horz" wrap="square" lIns="91440" tIns="45720" rIns="91440" bIns="45720" anchor="ctr" anchorCtr="0"/>
          <a:lstStyle/>
          <a:p>
            <a:pPr eaLnBrk="1" hangingPunct="1"/>
            <a:r>
              <a:rPr lang="en-US" altLang="zh-CN" sz="2600" dirty="0">
                <a:solidFill>
                  <a:srgbClr val="990000"/>
                </a:solidFill>
                <a:effectLst/>
                <a:ea typeface="楷体_GB2312" pitchFamily="49" charset="-122"/>
              </a:rPr>
              <a:t>7.4.3  </a:t>
            </a:r>
            <a:r>
              <a:rPr lang="zh-CN" altLang="en-US" sz="2600" dirty="0">
                <a:solidFill>
                  <a:srgbClr val="990000"/>
                </a:solidFill>
                <a:effectLst/>
                <a:ea typeface="楷体_GB2312" pitchFamily="49" charset="-122"/>
              </a:rPr>
              <a:t>判断</a:t>
            </a:r>
            <a:r>
              <a:rPr lang="en-US" altLang="zh-CN" sz="2600" dirty="0">
                <a:solidFill>
                  <a:srgbClr val="990000"/>
                </a:solidFill>
                <a:effectLst/>
                <a:ea typeface="楷体_GB2312" pitchFamily="49" charset="-122"/>
              </a:rPr>
              <a:t>Redox</a:t>
            </a:r>
            <a:r>
              <a:rPr lang="zh-CN" altLang="en-US" sz="2600" dirty="0">
                <a:solidFill>
                  <a:srgbClr val="990000"/>
                </a:solidFill>
                <a:effectLst/>
                <a:ea typeface="楷体_GB2312" pitchFamily="49" charset="-122"/>
              </a:rPr>
              <a:t>反应进行的方向</a:t>
            </a:r>
          </a:p>
        </p:txBody>
      </p:sp>
      <p:sp>
        <p:nvSpPr>
          <p:cNvPr id="123913" name="Text Box 9"/>
          <p:cNvSpPr txBox="1"/>
          <p:nvPr/>
        </p:nvSpPr>
        <p:spPr>
          <a:xfrm>
            <a:off x="1285852" y="642918"/>
            <a:ext cx="6858000" cy="1798638"/>
          </a:xfrm>
          <a:prstGeom prst="rect">
            <a:avLst/>
          </a:prstGeom>
          <a:noFill/>
          <a:ln w="12700">
            <a:noFill/>
          </a:ln>
        </p:spPr>
        <p:txBody>
          <a:bodyPr>
            <a:spAutoFit/>
          </a:bodyPr>
          <a:lstStyle/>
          <a:p>
            <a:pPr>
              <a:lnSpc>
                <a:spcPct val="70000"/>
              </a:lnSpc>
            </a:pPr>
            <a:r>
              <a:rPr lang="zh-CN" altLang="en-US" sz="2600" i="0" dirty="0">
                <a:solidFill>
                  <a:srgbClr val="0000CC"/>
                </a:solidFill>
                <a:latin typeface="Times New Roman" panose="02020603050405020304" pitchFamily="18" charset="0"/>
              </a:rPr>
              <a:t>反应自发进行的条件为△</a:t>
            </a:r>
            <a:r>
              <a:rPr lang="en-US" altLang="zh-CN" sz="2600" i="0" baseline="-25000" dirty="0">
                <a:solidFill>
                  <a:srgbClr val="0000CC"/>
                </a:solidFill>
                <a:latin typeface="Times New Roman" panose="02020603050405020304" pitchFamily="18" charset="0"/>
              </a:rPr>
              <a:t>r</a:t>
            </a:r>
            <a:r>
              <a:rPr lang="en-US" altLang="zh-CN" sz="2600" dirty="0">
                <a:solidFill>
                  <a:srgbClr val="0000CC"/>
                </a:solidFill>
                <a:latin typeface="Times New Roman" panose="02020603050405020304" pitchFamily="18" charset="0"/>
              </a:rPr>
              <a:t>G</a:t>
            </a:r>
            <a:r>
              <a:rPr lang="en-US" altLang="zh-CN" sz="2600" i="0" baseline="-25000" dirty="0">
                <a:solidFill>
                  <a:srgbClr val="0000CC"/>
                </a:solidFill>
                <a:latin typeface="Times New Roman" panose="02020603050405020304" pitchFamily="18" charset="0"/>
              </a:rPr>
              <a:t>m</a:t>
            </a:r>
            <a:r>
              <a:rPr lang="zh-CN" altLang="en-US" sz="2600" i="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0</a:t>
            </a:r>
          </a:p>
          <a:p>
            <a:pPr>
              <a:lnSpc>
                <a:spcPct val="70000"/>
              </a:lnSpc>
            </a:pPr>
            <a:r>
              <a:rPr lang="zh-CN" altLang="en-US" sz="2600" i="0" dirty="0">
                <a:solidFill>
                  <a:srgbClr val="0000CC"/>
                </a:solidFill>
                <a:latin typeface="Times New Roman" panose="02020603050405020304" pitchFamily="18" charset="0"/>
              </a:rPr>
              <a:t>因为 △</a:t>
            </a:r>
            <a:r>
              <a:rPr lang="en-US" altLang="zh-CN" sz="2600" i="0" baseline="-25000" dirty="0">
                <a:solidFill>
                  <a:srgbClr val="0000CC"/>
                </a:solidFill>
                <a:latin typeface="Times New Roman" panose="02020603050405020304" pitchFamily="18" charset="0"/>
              </a:rPr>
              <a:t>r</a:t>
            </a:r>
            <a:r>
              <a:rPr lang="en-US" altLang="zh-CN" sz="2600" dirty="0">
                <a:solidFill>
                  <a:srgbClr val="0000CC"/>
                </a:solidFill>
                <a:latin typeface="Times New Roman" panose="02020603050405020304" pitchFamily="18" charset="0"/>
              </a:rPr>
              <a:t>G</a:t>
            </a:r>
            <a:r>
              <a:rPr lang="en-US" altLang="zh-CN" sz="2600" i="0" baseline="-25000" dirty="0">
                <a:solidFill>
                  <a:srgbClr val="0000CC"/>
                </a:solidFill>
                <a:latin typeface="Times New Roman" panose="02020603050405020304" pitchFamily="18" charset="0"/>
              </a:rPr>
              <a:t>m</a:t>
            </a:r>
            <a:r>
              <a:rPr lang="en-US" altLang="zh-CN" sz="2600" i="0" dirty="0">
                <a:solidFill>
                  <a:srgbClr val="0000CC"/>
                </a:solidFill>
                <a:latin typeface="Times New Roman" panose="02020603050405020304" pitchFamily="18" charset="0"/>
              </a:rPr>
              <a:t> </a:t>
            </a:r>
            <a:r>
              <a:rPr lang="en-US" altLang="zh-CN" sz="2600" dirty="0">
                <a:solidFill>
                  <a:srgbClr val="0000CC"/>
                </a:solidFill>
                <a:latin typeface="Times New Roman" panose="02020603050405020304" pitchFamily="18" charset="0"/>
              </a:rPr>
              <a:t>=</a:t>
            </a:r>
            <a:r>
              <a:rPr lang="en-US" altLang="zh-CN" sz="2600" i="0" dirty="0">
                <a:solidFill>
                  <a:srgbClr val="0000CC"/>
                </a:solidFill>
                <a:latin typeface="Times New Roman" panose="02020603050405020304" pitchFamily="18" charset="0"/>
              </a:rPr>
              <a:t> –</a:t>
            </a:r>
            <a:r>
              <a:rPr lang="en-US" altLang="zh-CN" sz="2600" dirty="0">
                <a:solidFill>
                  <a:srgbClr val="0000CC"/>
                </a:solidFill>
                <a:latin typeface="Times New Roman" panose="02020603050405020304" pitchFamily="18" charset="0"/>
              </a:rPr>
              <a:t>ZFE</a:t>
            </a:r>
            <a:r>
              <a:rPr lang="en-US" altLang="zh-CN" sz="2600" i="0" baseline="-25000" dirty="0">
                <a:solidFill>
                  <a:srgbClr val="0000CC"/>
                </a:solidFill>
                <a:latin typeface="Times New Roman" panose="02020603050405020304" pitchFamily="18" charset="0"/>
              </a:rPr>
              <a:t>MF</a:t>
            </a:r>
            <a:r>
              <a:rPr lang="en-US" altLang="zh-CN" sz="2600" dirty="0">
                <a:solidFill>
                  <a:srgbClr val="0000CC"/>
                </a:solidFill>
                <a:latin typeface="Times New Roman" panose="02020603050405020304" pitchFamily="18" charset="0"/>
              </a:rPr>
              <a:t> </a:t>
            </a:r>
          </a:p>
          <a:p>
            <a:pPr>
              <a:lnSpc>
                <a:spcPct val="70000"/>
              </a:lnSpc>
            </a:pPr>
            <a:r>
              <a:rPr lang="zh-CN" altLang="en-US" sz="2600" i="0" dirty="0">
                <a:solidFill>
                  <a:srgbClr val="0000CC"/>
                </a:solidFill>
                <a:latin typeface="Times New Roman" panose="02020603050405020304" pitchFamily="18" charset="0"/>
              </a:rPr>
              <a:t>即：</a:t>
            </a:r>
            <a:r>
              <a:rPr lang="zh-CN" altLang="en-US" sz="2600" i="0" dirty="0">
                <a:solidFill>
                  <a:schemeClr val="tx1"/>
                </a:solidFill>
                <a:latin typeface="Times New Roman" panose="02020603050405020304" pitchFamily="18" charset="0"/>
                <a:ea typeface="宋体" panose="02010600030101010101" pitchFamily="2" charset="-122"/>
              </a:rPr>
              <a:t> </a:t>
            </a:r>
            <a:r>
              <a:rPr lang="en-US" altLang="zh-CN" sz="2600" dirty="0">
                <a:solidFill>
                  <a:srgbClr val="FF3300"/>
                </a:solidFill>
                <a:latin typeface="Times New Roman" panose="02020603050405020304" pitchFamily="18" charset="0"/>
              </a:rPr>
              <a:t>E</a:t>
            </a:r>
            <a:r>
              <a:rPr lang="en-US" altLang="zh-CN" sz="2600" i="0" baseline="-25000" dirty="0">
                <a:solidFill>
                  <a:srgbClr val="FF3300"/>
                </a:solidFill>
                <a:latin typeface="Times New Roman" panose="02020603050405020304" pitchFamily="18" charset="0"/>
              </a:rPr>
              <a:t>MF</a:t>
            </a:r>
            <a:r>
              <a:rPr lang="en-US" altLang="zh-CN" sz="2600" dirty="0">
                <a:solidFill>
                  <a:srgbClr val="FF3300"/>
                </a:solidFill>
                <a:latin typeface="Times New Roman" panose="02020603050405020304" pitchFamily="18" charset="0"/>
              </a:rPr>
              <a:t> </a:t>
            </a:r>
            <a:r>
              <a:rPr lang="zh-CN" altLang="en-US" sz="2600" dirty="0">
                <a:solidFill>
                  <a:srgbClr val="FF3300"/>
                </a:solidFill>
                <a:latin typeface="Times New Roman" panose="02020603050405020304" pitchFamily="18" charset="0"/>
              </a:rPr>
              <a:t>＞ </a:t>
            </a:r>
            <a:r>
              <a:rPr lang="en-US" altLang="zh-CN" sz="2600" i="0" dirty="0">
                <a:solidFill>
                  <a:srgbClr val="FF3300"/>
                </a:solidFill>
                <a:latin typeface="Times New Roman" panose="02020603050405020304" pitchFamily="18" charset="0"/>
              </a:rPr>
              <a:t>0    </a:t>
            </a:r>
            <a:r>
              <a:rPr lang="zh-CN" altLang="en-US" sz="2600" i="0" dirty="0">
                <a:solidFill>
                  <a:srgbClr val="FF3300"/>
                </a:solidFill>
                <a:latin typeface="Times New Roman" panose="02020603050405020304" pitchFamily="18" charset="0"/>
              </a:rPr>
              <a:t>反应正向自发进行；</a:t>
            </a:r>
          </a:p>
          <a:p>
            <a:pPr>
              <a:lnSpc>
                <a:spcPct val="70000"/>
              </a:lnSpc>
            </a:pPr>
            <a:r>
              <a:rPr lang="zh-CN" altLang="en-US" sz="2600" i="0" dirty="0">
                <a:solidFill>
                  <a:srgbClr val="FF3300"/>
                </a:solidFill>
                <a:latin typeface="Times New Roman" panose="02020603050405020304" pitchFamily="18" charset="0"/>
              </a:rPr>
              <a:t>         </a:t>
            </a:r>
            <a:r>
              <a:rPr lang="en-US" altLang="zh-CN" sz="2600" dirty="0">
                <a:solidFill>
                  <a:srgbClr val="FF3300"/>
                </a:solidFill>
                <a:latin typeface="Times New Roman" panose="02020603050405020304" pitchFamily="18" charset="0"/>
              </a:rPr>
              <a:t>E</a:t>
            </a:r>
            <a:r>
              <a:rPr lang="en-US" altLang="zh-CN" sz="2600" i="0" baseline="-25000" dirty="0">
                <a:solidFill>
                  <a:srgbClr val="FF3300"/>
                </a:solidFill>
                <a:latin typeface="Times New Roman" panose="02020603050405020304" pitchFamily="18" charset="0"/>
              </a:rPr>
              <a:t>MF</a:t>
            </a:r>
            <a:r>
              <a:rPr lang="en-US" altLang="zh-CN" sz="2600" dirty="0">
                <a:solidFill>
                  <a:srgbClr val="FF3300"/>
                </a:solidFill>
                <a:latin typeface="Times New Roman" panose="02020603050405020304" pitchFamily="18" charset="0"/>
              </a:rPr>
              <a:t> </a:t>
            </a:r>
            <a:r>
              <a:rPr lang="zh-CN" altLang="en-US" sz="2600" dirty="0">
                <a:solidFill>
                  <a:srgbClr val="FF3300"/>
                </a:solidFill>
                <a:latin typeface="Times New Roman" panose="02020603050405020304" pitchFamily="18" charset="0"/>
              </a:rPr>
              <a:t>＜ </a:t>
            </a:r>
            <a:r>
              <a:rPr lang="en-US" altLang="zh-CN" sz="2600" i="0" dirty="0">
                <a:solidFill>
                  <a:srgbClr val="FF3300"/>
                </a:solidFill>
                <a:latin typeface="Times New Roman" panose="02020603050405020304" pitchFamily="18" charset="0"/>
              </a:rPr>
              <a:t>0    </a:t>
            </a:r>
            <a:r>
              <a:rPr lang="zh-CN" altLang="en-US" sz="2600" i="0" dirty="0">
                <a:solidFill>
                  <a:srgbClr val="FF3300"/>
                </a:solidFill>
                <a:latin typeface="Times New Roman" panose="02020603050405020304" pitchFamily="18" charset="0"/>
              </a:rPr>
              <a:t>反应逆向自发进行。</a:t>
            </a:r>
            <a:r>
              <a:rPr lang="zh-CN" altLang="en-US" sz="2600" i="0" dirty="0">
                <a:solidFill>
                  <a:schemeClr val="tx1"/>
                </a:solidFill>
                <a:latin typeface="Times New Roman" panose="02020603050405020304" pitchFamily="18" charset="0"/>
                <a:ea typeface="宋体" panose="02010600030101010101" pitchFamily="2" charset="-122"/>
              </a:rPr>
              <a:t>       </a:t>
            </a:r>
          </a:p>
        </p:txBody>
      </p:sp>
      <p:sp>
        <p:nvSpPr>
          <p:cNvPr id="123914" name="Rectangle 10"/>
          <p:cNvSpPr/>
          <p:nvPr/>
        </p:nvSpPr>
        <p:spPr>
          <a:xfrm>
            <a:off x="357158" y="3429000"/>
            <a:ext cx="8501122" cy="800219"/>
          </a:xfrm>
          <a:prstGeom prst="rect">
            <a:avLst/>
          </a:prstGeom>
          <a:noFill/>
          <a:ln w="9525">
            <a:noFill/>
          </a:ln>
        </p:spPr>
        <p:txBody>
          <a:bodyPr wrap="square" lIns="0" tIns="0" rIns="0" bIns="0">
            <a:spAutoFit/>
          </a:bodyPr>
          <a:lstStyle/>
          <a:p>
            <a:pPr>
              <a:spcBef>
                <a:spcPct val="0"/>
              </a:spcBef>
            </a:pPr>
            <a:r>
              <a:rPr lang="zh-CN" altLang="en-US" sz="2600" dirty="0">
                <a:solidFill>
                  <a:srgbClr val="990000"/>
                </a:solidFill>
                <a:latin typeface="Times New Roman" panose="02020603050405020304" pitchFamily="18" charset="0"/>
              </a:rPr>
              <a:t>经验规则</a:t>
            </a:r>
            <a:r>
              <a:rPr lang="zh-CN" altLang="en-US" sz="2600" dirty="0">
                <a:latin typeface="宋体" panose="02010600030101010101" pitchFamily="2" charset="-122"/>
                <a:ea typeface="宋体" panose="02010600030101010101" pitchFamily="2" charset="-122"/>
              </a:rPr>
              <a:t> </a:t>
            </a:r>
            <a:r>
              <a:rPr lang="zh-CN" altLang="en-US" sz="2600" dirty="0" smtClean="0">
                <a:solidFill>
                  <a:srgbClr val="0000CC"/>
                </a:solidFill>
                <a:latin typeface="宋体" panose="02010600030101010101" pitchFamily="2" charset="-122"/>
                <a:ea typeface="宋体" panose="02010600030101010101" pitchFamily="2" charset="-122"/>
              </a:rPr>
              <a:t>（不适合沉淀和弱电解质）</a:t>
            </a:r>
            <a:endParaRPr lang="en-US" altLang="zh-CN" sz="2600" dirty="0" smtClean="0">
              <a:solidFill>
                <a:srgbClr val="0000CC"/>
              </a:solidFill>
              <a:latin typeface="宋体" panose="02010600030101010101" pitchFamily="2" charset="-122"/>
              <a:ea typeface="宋体" panose="02010600030101010101" pitchFamily="2" charset="-122"/>
            </a:endParaRPr>
          </a:p>
          <a:p>
            <a:pPr>
              <a:spcBef>
                <a:spcPct val="0"/>
              </a:spcBef>
            </a:pPr>
            <a:r>
              <a:rPr lang="en-US" altLang="zh-CN" sz="2600" i="0" dirty="0" smtClean="0">
                <a:solidFill>
                  <a:srgbClr val="0000CC"/>
                </a:solidFill>
                <a:latin typeface="Arial" panose="020B0604020202020204" pitchFamily="34" charset="0"/>
                <a:ea typeface="宋体" panose="02010600030101010101" pitchFamily="2" charset="-122"/>
              </a:rPr>
              <a:t>                                         ——</a:t>
            </a:r>
            <a:r>
              <a:rPr lang="zh-CN" altLang="en-US" sz="2600" i="0" dirty="0" smtClean="0">
                <a:solidFill>
                  <a:srgbClr val="0000CC"/>
                </a:solidFill>
                <a:latin typeface="Arial" panose="020B0604020202020204" pitchFamily="34" charset="0"/>
                <a:ea typeface="宋体" panose="02010600030101010101" pitchFamily="2" charset="-122"/>
              </a:rPr>
              <a:t>只是浓度变化的</a:t>
            </a:r>
            <a:r>
              <a:rPr lang="zh-CN" altLang="en-US" sz="2600" i="0" dirty="0" smtClean="0">
                <a:solidFill>
                  <a:srgbClr val="0000CC"/>
                </a:solidFill>
                <a:latin typeface="宋体" panose="02010600030101010101" pitchFamily="2" charset="-122"/>
                <a:ea typeface="宋体" panose="02010600030101010101" pitchFamily="2" charset="-122"/>
              </a:rPr>
              <a:t>非标态：</a:t>
            </a:r>
            <a:endParaRPr lang="zh-CN" altLang="en-US" sz="2600" i="0" dirty="0">
              <a:solidFill>
                <a:srgbClr val="0000CC"/>
              </a:solidFill>
              <a:latin typeface="Arial" panose="020B0604020202020204" pitchFamily="34" charset="0"/>
              <a:ea typeface="宋体" panose="02010600030101010101" pitchFamily="2" charset="-122"/>
            </a:endParaRPr>
          </a:p>
        </p:txBody>
      </p:sp>
      <p:grpSp>
        <p:nvGrpSpPr>
          <p:cNvPr id="2" name="Group 11"/>
          <p:cNvGrpSpPr/>
          <p:nvPr/>
        </p:nvGrpSpPr>
        <p:grpSpPr>
          <a:xfrm>
            <a:off x="2505052" y="2547918"/>
            <a:ext cx="4081463" cy="941388"/>
            <a:chOff x="1994" y="2019"/>
            <a:chExt cx="2571" cy="593"/>
          </a:xfrm>
        </p:grpSpPr>
        <p:sp>
          <p:nvSpPr>
            <p:cNvPr id="33852" name="Line 12"/>
            <p:cNvSpPr/>
            <p:nvPr/>
          </p:nvSpPr>
          <p:spPr>
            <a:xfrm>
              <a:off x="3285" y="2329"/>
              <a:ext cx="892" cy="1"/>
            </a:xfrm>
            <a:prstGeom prst="line">
              <a:avLst/>
            </a:prstGeom>
            <a:ln w="17463" cap="flat" cmpd="sng">
              <a:solidFill>
                <a:srgbClr val="000000"/>
              </a:solidFill>
              <a:prstDash val="solid"/>
              <a:headEnd type="none" w="med" len="med"/>
              <a:tailEnd type="none" w="med" len="med"/>
            </a:ln>
          </p:spPr>
        </p:sp>
        <p:sp>
          <p:nvSpPr>
            <p:cNvPr id="33853" name="Rectangle 13"/>
            <p:cNvSpPr/>
            <p:nvPr/>
          </p:nvSpPr>
          <p:spPr>
            <a:xfrm>
              <a:off x="4216" y="2172"/>
              <a:ext cx="162"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lg</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54" name="Rectangle 14"/>
            <p:cNvSpPr/>
            <p:nvPr/>
          </p:nvSpPr>
          <p:spPr>
            <a:xfrm>
              <a:off x="3978" y="2019"/>
              <a:ext cx="150"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V</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55" name="Rectangle 15"/>
            <p:cNvSpPr/>
            <p:nvPr/>
          </p:nvSpPr>
          <p:spPr>
            <a:xfrm>
              <a:off x="3468" y="2019"/>
              <a:ext cx="416"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0592</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56" name="Rectangle 16"/>
            <p:cNvSpPr/>
            <p:nvPr/>
          </p:nvSpPr>
          <p:spPr>
            <a:xfrm>
              <a:off x="3298" y="2019"/>
              <a:ext cx="104"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0</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57" name="Rectangle 17"/>
            <p:cNvSpPr/>
            <p:nvPr/>
          </p:nvSpPr>
          <p:spPr>
            <a:xfrm>
              <a:off x="3040" y="2172"/>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58" name="Rectangle 18"/>
            <p:cNvSpPr/>
            <p:nvPr/>
          </p:nvSpPr>
          <p:spPr>
            <a:xfrm>
              <a:off x="2811" y="2323"/>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MF</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3859" name="Rectangle 19"/>
            <p:cNvSpPr/>
            <p:nvPr/>
          </p:nvSpPr>
          <p:spPr>
            <a:xfrm>
              <a:off x="2152" y="2323"/>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MF</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3860" name="Rectangle 20"/>
            <p:cNvSpPr/>
            <p:nvPr/>
          </p:nvSpPr>
          <p:spPr>
            <a:xfrm>
              <a:off x="4461" y="2172"/>
              <a:ext cx="104" cy="250"/>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J</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1" name="Rectangle 21"/>
            <p:cNvSpPr/>
            <p:nvPr/>
          </p:nvSpPr>
          <p:spPr>
            <a:xfrm>
              <a:off x="3652" y="2362"/>
              <a:ext cx="127" cy="250"/>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Z</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2" name="Rectangle 22"/>
            <p:cNvSpPr/>
            <p:nvPr/>
          </p:nvSpPr>
          <p:spPr>
            <a:xfrm>
              <a:off x="3424" y="2019"/>
              <a:ext cx="52" cy="250"/>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3" name="Rectangle 23"/>
            <p:cNvSpPr/>
            <p:nvPr/>
          </p:nvSpPr>
          <p:spPr>
            <a:xfrm>
              <a:off x="2653" y="2172"/>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4" name="Rectangle 24"/>
            <p:cNvSpPr/>
            <p:nvPr/>
          </p:nvSpPr>
          <p:spPr>
            <a:xfrm>
              <a:off x="1994" y="2172"/>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5" name="Rectangle 25"/>
            <p:cNvSpPr/>
            <p:nvPr/>
          </p:nvSpPr>
          <p:spPr>
            <a:xfrm>
              <a:off x="3099" y="2144"/>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3866" name="Rectangle 26"/>
            <p:cNvSpPr/>
            <p:nvPr/>
          </p:nvSpPr>
          <p:spPr>
            <a:xfrm>
              <a:off x="2448" y="2144"/>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3797" name="Object 27"/>
            <p:cNvGraphicFramePr>
              <a:graphicFrameLocks/>
            </p:cNvGraphicFramePr>
            <p:nvPr/>
          </p:nvGraphicFramePr>
          <p:xfrm>
            <a:off x="2832" y="2152"/>
            <a:ext cx="171" cy="168"/>
          </p:xfrm>
          <a:graphic>
            <a:graphicData uri="http://schemas.openxmlformats.org/presentationml/2006/ole">
              <p:oleObj spid="_x0000_s118788" r:id="rId4" imgW="20669250" imgH="13163550" progId="">
                <p:embed/>
              </p:oleObj>
            </a:graphicData>
          </a:graphic>
        </p:graphicFrame>
      </p:grpSp>
      <p:grpSp>
        <p:nvGrpSpPr>
          <p:cNvPr id="3" name="Group 28"/>
          <p:cNvGrpSpPr/>
          <p:nvPr/>
        </p:nvGrpSpPr>
        <p:grpSpPr>
          <a:xfrm>
            <a:off x="1214414" y="4286256"/>
            <a:ext cx="6310313" cy="542925"/>
            <a:chOff x="919" y="3057"/>
            <a:chExt cx="3975" cy="342"/>
          </a:xfrm>
        </p:grpSpPr>
        <p:sp>
          <p:nvSpPr>
            <p:cNvPr id="33840" name="Rectangle 29"/>
            <p:cNvSpPr/>
            <p:nvPr/>
          </p:nvSpPr>
          <p:spPr>
            <a:xfrm>
              <a:off x="3431" y="3093"/>
              <a:ext cx="1463"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反应正向进行；</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33841" name="Rectangle 30"/>
            <p:cNvSpPr/>
            <p:nvPr/>
          </p:nvSpPr>
          <p:spPr>
            <a:xfrm>
              <a:off x="3135" y="3085"/>
              <a:ext cx="26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2" name="Rectangle 31"/>
            <p:cNvSpPr/>
            <p:nvPr/>
          </p:nvSpPr>
          <p:spPr>
            <a:xfrm>
              <a:off x="3020" y="3085"/>
              <a:ext cx="10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3" name="Rectangle 32"/>
            <p:cNvSpPr/>
            <p:nvPr/>
          </p:nvSpPr>
          <p:spPr>
            <a:xfrm>
              <a:off x="2965" y="3085"/>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4" name="Rectangle 33"/>
            <p:cNvSpPr/>
            <p:nvPr/>
          </p:nvSpPr>
          <p:spPr>
            <a:xfrm>
              <a:off x="2060" y="3085"/>
              <a:ext cx="26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5" name="Rectangle 34"/>
            <p:cNvSpPr/>
            <p:nvPr/>
          </p:nvSpPr>
          <p:spPr>
            <a:xfrm>
              <a:off x="1566" y="3085"/>
              <a:ext cx="41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6" name="Rectangle 35"/>
            <p:cNvSpPr/>
            <p:nvPr/>
          </p:nvSpPr>
          <p:spPr>
            <a:xfrm>
              <a:off x="2539" y="3236"/>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47" name="Rectangle 36"/>
            <p:cNvSpPr/>
            <p:nvPr/>
          </p:nvSpPr>
          <p:spPr>
            <a:xfrm>
              <a:off x="1077" y="3236"/>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48" name="Rectangle 37"/>
            <p:cNvSpPr/>
            <p:nvPr/>
          </p:nvSpPr>
          <p:spPr>
            <a:xfrm>
              <a:off x="2381" y="3085"/>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49" name="Rectangle 38"/>
            <p:cNvSpPr/>
            <p:nvPr/>
          </p:nvSpPr>
          <p:spPr>
            <a:xfrm>
              <a:off x="919" y="3085"/>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50" name="Rectangle 39"/>
            <p:cNvSpPr/>
            <p:nvPr/>
          </p:nvSpPr>
          <p:spPr>
            <a:xfrm>
              <a:off x="2834" y="3057"/>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&gt;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51" name="Rectangle 40"/>
            <p:cNvSpPr/>
            <p:nvPr/>
          </p:nvSpPr>
          <p:spPr>
            <a:xfrm>
              <a:off x="1373" y="3057"/>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&gt;</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33796" name="Object 41"/>
            <p:cNvGraphicFramePr>
              <a:graphicFrameLocks/>
            </p:cNvGraphicFramePr>
            <p:nvPr/>
          </p:nvGraphicFramePr>
          <p:xfrm>
            <a:off x="1104" y="3072"/>
            <a:ext cx="171" cy="168"/>
          </p:xfrm>
          <a:graphic>
            <a:graphicData uri="http://schemas.openxmlformats.org/presentationml/2006/ole">
              <p:oleObj spid="_x0000_s118787" r:id="rId5" imgW="271780" imgH="266700" progId="">
                <p:embed/>
              </p:oleObj>
            </a:graphicData>
          </a:graphic>
        </p:graphicFrame>
      </p:grpSp>
      <p:grpSp>
        <p:nvGrpSpPr>
          <p:cNvPr id="4" name="Group 42"/>
          <p:cNvGrpSpPr/>
          <p:nvPr/>
        </p:nvGrpSpPr>
        <p:grpSpPr>
          <a:xfrm>
            <a:off x="1214414" y="4972056"/>
            <a:ext cx="6461125" cy="555625"/>
            <a:chOff x="919" y="3456"/>
            <a:chExt cx="4070" cy="350"/>
          </a:xfrm>
        </p:grpSpPr>
        <p:sp>
          <p:nvSpPr>
            <p:cNvPr id="33825" name="Rectangle 43"/>
            <p:cNvSpPr/>
            <p:nvPr/>
          </p:nvSpPr>
          <p:spPr>
            <a:xfrm>
              <a:off x="3526" y="3500"/>
              <a:ext cx="1463"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反应逆向进行。</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33826" name="Rectangle 44"/>
            <p:cNvSpPr/>
            <p:nvPr/>
          </p:nvSpPr>
          <p:spPr>
            <a:xfrm>
              <a:off x="3293" y="3492"/>
              <a:ext cx="20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7" name="Rectangle 45"/>
            <p:cNvSpPr/>
            <p:nvPr/>
          </p:nvSpPr>
          <p:spPr>
            <a:xfrm>
              <a:off x="3178" y="3492"/>
              <a:ext cx="10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8" name="Rectangle 46"/>
            <p:cNvSpPr/>
            <p:nvPr/>
          </p:nvSpPr>
          <p:spPr>
            <a:xfrm>
              <a:off x="3123" y="3492"/>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9" name="Rectangle 47"/>
            <p:cNvSpPr/>
            <p:nvPr/>
          </p:nvSpPr>
          <p:spPr>
            <a:xfrm>
              <a:off x="2874" y="3492"/>
              <a:ext cx="10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0" name="Rectangle 48"/>
            <p:cNvSpPr/>
            <p:nvPr/>
          </p:nvSpPr>
          <p:spPr>
            <a:xfrm>
              <a:off x="2167" y="3492"/>
              <a:ext cx="26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1" name="Rectangle 49"/>
            <p:cNvSpPr/>
            <p:nvPr/>
          </p:nvSpPr>
          <p:spPr>
            <a:xfrm>
              <a:off x="1673" y="3492"/>
              <a:ext cx="41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2" name="Rectangle 50"/>
            <p:cNvSpPr/>
            <p:nvPr/>
          </p:nvSpPr>
          <p:spPr>
            <a:xfrm>
              <a:off x="1555" y="3492"/>
              <a:ext cx="69"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3" name="Rectangle 51"/>
            <p:cNvSpPr/>
            <p:nvPr/>
          </p:nvSpPr>
          <p:spPr>
            <a:xfrm>
              <a:off x="1499" y="3492"/>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4" name="Rectangle 52"/>
            <p:cNvSpPr/>
            <p:nvPr/>
          </p:nvSpPr>
          <p:spPr>
            <a:xfrm>
              <a:off x="2645" y="3643"/>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35" name="Rectangle 53"/>
            <p:cNvSpPr/>
            <p:nvPr/>
          </p:nvSpPr>
          <p:spPr>
            <a:xfrm>
              <a:off x="1077" y="3643"/>
              <a:ext cx="21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36" name="Rectangle 54"/>
            <p:cNvSpPr/>
            <p:nvPr/>
          </p:nvSpPr>
          <p:spPr>
            <a:xfrm>
              <a:off x="2487" y="3492"/>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7" name="Rectangle 55"/>
            <p:cNvSpPr/>
            <p:nvPr/>
          </p:nvSpPr>
          <p:spPr>
            <a:xfrm>
              <a:off x="919" y="3492"/>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8" name="Rectangle 56"/>
            <p:cNvSpPr/>
            <p:nvPr/>
          </p:nvSpPr>
          <p:spPr>
            <a:xfrm>
              <a:off x="2992" y="3464"/>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&lt;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39" name="Rectangle 57"/>
            <p:cNvSpPr/>
            <p:nvPr/>
          </p:nvSpPr>
          <p:spPr>
            <a:xfrm>
              <a:off x="1369" y="3464"/>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&lt;</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33795" name="Object 58"/>
            <p:cNvGraphicFramePr>
              <a:graphicFrameLocks/>
            </p:cNvGraphicFramePr>
            <p:nvPr/>
          </p:nvGraphicFramePr>
          <p:xfrm>
            <a:off x="1096" y="3456"/>
            <a:ext cx="171" cy="168"/>
          </p:xfrm>
          <a:graphic>
            <a:graphicData uri="http://schemas.openxmlformats.org/presentationml/2006/ole">
              <p:oleObj spid="_x0000_s118786" r:id="rId6" imgW="271780" imgH="266700" progId="">
                <p:embed/>
              </p:oleObj>
            </a:graphicData>
          </a:graphic>
        </p:graphicFrame>
      </p:grpSp>
      <p:grpSp>
        <p:nvGrpSpPr>
          <p:cNvPr id="5" name="Group 59"/>
          <p:cNvGrpSpPr/>
          <p:nvPr/>
        </p:nvGrpSpPr>
        <p:grpSpPr>
          <a:xfrm>
            <a:off x="1214414" y="5657856"/>
            <a:ext cx="5767388" cy="460375"/>
            <a:chOff x="911" y="3871"/>
            <a:chExt cx="3633" cy="408"/>
          </a:xfrm>
        </p:grpSpPr>
        <p:sp>
          <p:nvSpPr>
            <p:cNvPr id="33805" name="Rectangle 60"/>
            <p:cNvSpPr/>
            <p:nvPr/>
          </p:nvSpPr>
          <p:spPr>
            <a:xfrm>
              <a:off x="4126" y="3908"/>
              <a:ext cx="418" cy="351"/>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判断</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33806" name="Rectangle 61"/>
            <p:cNvSpPr/>
            <p:nvPr/>
          </p:nvSpPr>
          <p:spPr>
            <a:xfrm>
              <a:off x="3400" y="3908"/>
              <a:ext cx="209" cy="351"/>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用</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33807" name="Rectangle 62"/>
            <p:cNvSpPr/>
            <p:nvPr/>
          </p:nvSpPr>
          <p:spPr>
            <a:xfrm>
              <a:off x="4075" y="3899"/>
              <a:ext cx="52"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08" name="Rectangle 63"/>
            <p:cNvSpPr/>
            <p:nvPr/>
          </p:nvSpPr>
          <p:spPr>
            <a:xfrm>
              <a:off x="3621" y="3899"/>
              <a:ext cx="52"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09" name="Rectangle 64"/>
            <p:cNvSpPr/>
            <p:nvPr/>
          </p:nvSpPr>
          <p:spPr>
            <a:xfrm>
              <a:off x="3159" y="3899"/>
              <a:ext cx="208"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0" name="Rectangle 65"/>
            <p:cNvSpPr/>
            <p:nvPr/>
          </p:nvSpPr>
          <p:spPr>
            <a:xfrm>
              <a:off x="2665" y="3899"/>
              <a:ext cx="410" cy="352"/>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1" name="Rectangle 66"/>
            <p:cNvSpPr/>
            <p:nvPr/>
          </p:nvSpPr>
          <p:spPr>
            <a:xfrm>
              <a:off x="2546" y="3899"/>
              <a:ext cx="10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2" name="Rectangle 67"/>
            <p:cNvSpPr/>
            <p:nvPr/>
          </p:nvSpPr>
          <p:spPr>
            <a:xfrm>
              <a:off x="2298" y="3899"/>
              <a:ext cx="10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3" name="Rectangle 68"/>
            <p:cNvSpPr/>
            <p:nvPr/>
          </p:nvSpPr>
          <p:spPr>
            <a:xfrm>
              <a:off x="1781" y="3899"/>
              <a:ext cx="10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4" name="Rectangle 69"/>
            <p:cNvSpPr/>
            <p:nvPr/>
          </p:nvSpPr>
          <p:spPr>
            <a:xfrm>
              <a:off x="1409" y="3899"/>
              <a:ext cx="150"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5" name="Rectangle 70"/>
            <p:cNvSpPr/>
            <p:nvPr/>
          </p:nvSpPr>
          <p:spPr>
            <a:xfrm>
              <a:off x="1279" y="3899"/>
              <a:ext cx="10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6" name="Rectangle 71"/>
            <p:cNvSpPr/>
            <p:nvPr/>
          </p:nvSpPr>
          <p:spPr>
            <a:xfrm>
              <a:off x="1215" y="3899"/>
              <a:ext cx="52"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7" name="Rectangle 72"/>
            <p:cNvSpPr/>
            <p:nvPr/>
          </p:nvSpPr>
          <p:spPr>
            <a:xfrm>
              <a:off x="1089" y="3899"/>
              <a:ext cx="10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18" name="Rectangle 73"/>
            <p:cNvSpPr/>
            <p:nvPr/>
          </p:nvSpPr>
          <p:spPr>
            <a:xfrm>
              <a:off x="3847" y="4050"/>
              <a:ext cx="211" cy="22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19" name="Rectangle 74"/>
            <p:cNvSpPr/>
            <p:nvPr/>
          </p:nvSpPr>
          <p:spPr>
            <a:xfrm>
              <a:off x="2069" y="4050"/>
              <a:ext cx="211" cy="22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3820" name="Rectangle 75"/>
            <p:cNvSpPr/>
            <p:nvPr/>
          </p:nvSpPr>
          <p:spPr>
            <a:xfrm>
              <a:off x="3688" y="3899"/>
              <a:ext cx="139" cy="352"/>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1" name="Rectangle 76"/>
            <p:cNvSpPr/>
            <p:nvPr/>
          </p:nvSpPr>
          <p:spPr>
            <a:xfrm>
              <a:off x="1911" y="3899"/>
              <a:ext cx="139" cy="352"/>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2" name="Rectangle 77"/>
            <p:cNvSpPr/>
            <p:nvPr/>
          </p:nvSpPr>
          <p:spPr>
            <a:xfrm>
              <a:off x="2416" y="3871"/>
              <a:ext cx="11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&lt;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3" name="Rectangle 78"/>
            <p:cNvSpPr/>
            <p:nvPr/>
          </p:nvSpPr>
          <p:spPr>
            <a:xfrm>
              <a:off x="1650" y="3871"/>
              <a:ext cx="11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&lt;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3824" name="Rectangle 79"/>
            <p:cNvSpPr/>
            <p:nvPr/>
          </p:nvSpPr>
          <p:spPr>
            <a:xfrm>
              <a:off x="911" y="3871"/>
              <a:ext cx="114" cy="352"/>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33794" name="Object 80"/>
            <p:cNvGraphicFramePr>
              <a:graphicFrameLocks/>
            </p:cNvGraphicFramePr>
            <p:nvPr/>
          </p:nvGraphicFramePr>
          <p:xfrm>
            <a:off x="2088" y="3880"/>
            <a:ext cx="171" cy="168"/>
          </p:xfrm>
          <a:graphic>
            <a:graphicData uri="http://schemas.openxmlformats.org/presentationml/2006/ole">
              <p:oleObj spid="_x0000_s118785" r:id="rId7" imgW="271780" imgH="2667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913">
                                            <p:txEl>
                                              <p:pRg st="0" end="0"/>
                                            </p:txEl>
                                          </p:spTgt>
                                        </p:tgtEl>
                                        <p:attrNameLst>
                                          <p:attrName>style.visibility</p:attrName>
                                        </p:attrNameLst>
                                      </p:cBhvr>
                                      <p:to>
                                        <p:strVal val="visible"/>
                                      </p:to>
                                    </p:set>
                                    <p:animEffect transition="in" filter="wipe(left)">
                                      <p:cBhvr>
                                        <p:cTn id="7" dur="500"/>
                                        <p:tgtEl>
                                          <p:spTgt spid="12391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913">
                                            <p:txEl>
                                              <p:pRg st="1" end="1"/>
                                            </p:txEl>
                                          </p:spTgt>
                                        </p:tgtEl>
                                        <p:attrNameLst>
                                          <p:attrName>style.visibility</p:attrName>
                                        </p:attrNameLst>
                                      </p:cBhvr>
                                      <p:to>
                                        <p:strVal val="visible"/>
                                      </p:to>
                                    </p:set>
                                    <p:animEffect transition="in" filter="wipe(left)">
                                      <p:cBhvr>
                                        <p:cTn id="12" dur="500"/>
                                        <p:tgtEl>
                                          <p:spTgt spid="12391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913">
                                            <p:txEl>
                                              <p:pRg st="2" end="2"/>
                                            </p:txEl>
                                          </p:spTgt>
                                        </p:tgtEl>
                                        <p:attrNameLst>
                                          <p:attrName>style.visibility</p:attrName>
                                        </p:attrNameLst>
                                      </p:cBhvr>
                                      <p:to>
                                        <p:strVal val="visible"/>
                                      </p:to>
                                    </p:set>
                                    <p:animEffect transition="in" filter="wipe(left)">
                                      <p:cBhvr>
                                        <p:cTn id="17" dur="500"/>
                                        <p:tgtEl>
                                          <p:spTgt spid="12391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3913">
                                            <p:txEl>
                                              <p:pRg st="3" end="3"/>
                                            </p:txEl>
                                          </p:spTgt>
                                        </p:tgtEl>
                                        <p:attrNameLst>
                                          <p:attrName>style.visibility</p:attrName>
                                        </p:attrNameLst>
                                      </p:cBhvr>
                                      <p:to>
                                        <p:strVal val="visible"/>
                                      </p:to>
                                    </p:set>
                                    <p:animEffect transition="in" filter="wipe(left)">
                                      <p:cBhvr>
                                        <p:cTn id="22" dur="500"/>
                                        <p:tgtEl>
                                          <p:spTgt spid="12391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23914"/>
                                        </p:tgtEl>
                                        <p:attrNameLst>
                                          <p:attrName>style.visibility</p:attrName>
                                        </p:attrNameLst>
                                      </p:cBhvr>
                                      <p:to>
                                        <p:strVal val="visible"/>
                                      </p:to>
                                    </p:set>
                                    <p:animEffect transition="in" filter="wipe(left)">
                                      <p:cBhvr>
                                        <p:cTn id="32" dur="500"/>
                                        <p:tgtEl>
                                          <p:spTgt spid="1239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wipe(left)">
                                      <p:cBhvr>
                                        <p:cTn id="42" dur="500"/>
                                        <p:tgtEl>
                                          <p:spTgt spid="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wipe(left)">
                                      <p:cBhvr>
                                        <p:cTn id="4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913" grpId="0" build="p"/>
      <p:bldP spid="123914" grpId="0"/>
    </p:bld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29" name="Text Box 2"/>
          <p:cNvSpPr txBox="1"/>
          <p:nvPr/>
        </p:nvSpPr>
        <p:spPr>
          <a:xfrm>
            <a:off x="838200" y="228600"/>
            <a:ext cx="8001000" cy="885825"/>
          </a:xfrm>
          <a:prstGeom prst="rect">
            <a:avLst/>
          </a:prstGeom>
          <a:solidFill>
            <a:schemeClr val="bg1"/>
          </a:solidFill>
          <a:ln w="12700">
            <a:noFill/>
          </a:ln>
        </p:spPr>
        <p:txBody>
          <a:bodyPr>
            <a:spAutoFit/>
          </a:bodyPr>
          <a:lstStyle/>
          <a:p>
            <a:pPr>
              <a:spcBef>
                <a:spcPct val="0"/>
              </a:spcBef>
            </a:pPr>
            <a:r>
              <a:rPr lang="zh-CN" altLang="en-US" sz="2600" i="0" dirty="0">
                <a:solidFill>
                  <a:schemeClr val="tx1"/>
                </a:solidFill>
                <a:latin typeface="Times New Roman" panose="02020603050405020304" pitchFamily="18" charset="0"/>
              </a:rPr>
              <a:t>　　判断在酸性溶液中</a:t>
            </a:r>
            <a:r>
              <a:rPr lang="en-US" altLang="zh-CN" sz="2600" i="0" dirty="0">
                <a:solidFill>
                  <a:schemeClr val="tx1"/>
                </a:solidFill>
                <a:latin typeface="Times New Roman" panose="02020603050405020304" pitchFamily="18" charset="0"/>
              </a:rPr>
              <a:t>H</a:t>
            </a:r>
            <a:r>
              <a:rPr lang="en-US" altLang="zh-CN" sz="2600" i="0" baseline="-25000" dirty="0">
                <a:solidFill>
                  <a:schemeClr val="tx1"/>
                </a:solidFill>
                <a:latin typeface="Times New Roman" panose="02020603050405020304" pitchFamily="18" charset="0"/>
              </a:rPr>
              <a:t>2</a:t>
            </a:r>
            <a:r>
              <a:rPr lang="en-US" altLang="zh-CN" sz="2600" i="0" dirty="0">
                <a:solidFill>
                  <a:schemeClr val="tx1"/>
                </a:solidFill>
                <a:latin typeface="Times New Roman" panose="02020603050405020304" pitchFamily="18" charset="0"/>
              </a:rPr>
              <a:t>O</a:t>
            </a:r>
            <a:r>
              <a:rPr lang="en-US" altLang="zh-CN" sz="2600" i="0" baseline="-25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与</a:t>
            </a:r>
            <a:r>
              <a:rPr lang="en-US" altLang="zh-CN" sz="2600" i="0" dirty="0">
                <a:solidFill>
                  <a:schemeClr val="tx1"/>
                </a:solidFill>
                <a:latin typeface="Times New Roman" panose="02020603050405020304" pitchFamily="18" charset="0"/>
              </a:rPr>
              <a:t>Fe</a:t>
            </a:r>
            <a:r>
              <a:rPr lang="en-US" altLang="zh-CN" sz="2600" i="0" baseline="30000" dirty="0">
                <a:solidFill>
                  <a:schemeClr val="tx1"/>
                </a:solidFill>
                <a:latin typeface="Times New Roman" panose="02020603050405020304" pitchFamily="18" charset="0"/>
              </a:rPr>
              <a:t>2+</a:t>
            </a:r>
            <a:r>
              <a:rPr lang="zh-CN" altLang="en-US" sz="2600" i="0" dirty="0">
                <a:solidFill>
                  <a:schemeClr val="tx1"/>
                </a:solidFill>
                <a:latin typeface="Times New Roman" panose="02020603050405020304" pitchFamily="18" charset="0"/>
              </a:rPr>
              <a:t>混合时，能否发生氧化还原反应？若能反应，写出反应方程式。</a:t>
            </a:r>
          </a:p>
        </p:txBody>
      </p:sp>
      <p:sp>
        <p:nvSpPr>
          <p:cNvPr id="34830" name="Rectangle 3"/>
          <p:cNvSpPr/>
          <p:nvPr/>
        </p:nvSpPr>
        <p:spPr>
          <a:xfrm>
            <a:off x="152400" y="457200"/>
            <a:ext cx="565150"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a:spAutoFit/>
          </a:bodyPr>
          <a:lstStyle/>
          <a:p>
            <a:pPr>
              <a:spcBef>
                <a:spcPct val="0"/>
              </a:spcBef>
            </a:pPr>
            <a:r>
              <a:rPr lang="zh-CN" altLang="en-US" sz="3000" i="0" dirty="0">
                <a:solidFill>
                  <a:srgbClr val="FF0000"/>
                </a:solidFill>
                <a:latin typeface="Times New Roman" panose="02020603050405020304" pitchFamily="18" charset="0"/>
                <a:ea typeface="幼圆" panose="02010509060101010101" pitchFamily="49" charset="-122"/>
              </a:rPr>
              <a:t>例</a:t>
            </a:r>
            <a:endParaRPr lang="zh-CN" altLang="en-US" sz="3000" i="0" dirty="0">
              <a:solidFill>
                <a:srgbClr val="336600"/>
              </a:solidFill>
              <a:latin typeface="Times New Roman" panose="02020603050405020304" pitchFamily="18" charset="0"/>
              <a:ea typeface="幼圆" panose="02010509060101010101" pitchFamily="49" charset="-122"/>
            </a:endParaRPr>
          </a:p>
        </p:txBody>
      </p:sp>
      <p:sp>
        <p:nvSpPr>
          <p:cNvPr id="161796" name="Rectangle 4"/>
          <p:cNvSpPr/>
          <p:nvPr/>
        </p:nvSpPr>
        <p:spPr>
          <a:xfrm>
            <a:off x="609600" y="1752600"/>
            <a:ext cx="663575" cy="396875"/>
          </a:xfrm>
          <a:prstGeom prst="rect">
            <a:avLst/>
          </a:prstGeom>
          <a:noFill/>
          <a:ln w="9525">
            <a:noFill/>
          </a:ln>
        </p:spPr>
        <p:txBody>
          <a:bodyPr wrap="none" lIns="0" tIns="0" rIns="0" bIns="0">
            <a:spAutoFit/>
          </a:bodyPr>
          <a:lstStyle/>
          <a:p>
            <a:pPr>
              <a:spcBef>
                <a:spcPct val="0"/>
              </a:spcBef>
            </a:pPr>
            <a:r>
              <a:rPr lang="zh-CN" altLang="en-US" sz="2600" i="0" dirty="0">
                <a:solidFill>
                  <a:srgbClr val="0000CC"/>
                </a:solidFill>
                <a:latin typeface="宋体" panose="02010600030101010101" pitchFamily="2" charset="-122"/>
                <a:ea typeface="宋体" panose="02010600030101010101" pitchFamily="2" charset="-122"/>
              </a:rPr>
              <a:t>解：</a:t>
            </a:r>
            <a:endParaRPr lang="zh-CN" altLang="en-US" sz="2600" i="0" dirty="0">
              <a:solidFill>
                <a:srgbClr val="0000CC"/>
              </a:solidFill>
              <a:latin typeface="Arial" panose="020B0604020202020204" pitchFamily="34" charset="0"/>
              <a:ea typeface="宋体" panose="02010600030101010101" pitchFamily="2" charset="-122"/>
            </a:endParaRPr>
          </a:p>
        </p:txBody>
      </p:sp>
      <p:grpSp>
        <p:nvGrpSpPr>
          <p:cNvPr id="2" name="Group 5"/>
          <p:cNvGrpSpPr/>
          <p:nvPr/>
        </p:nvGrpSpPr>
        <p:grpSpPr>
          <a:xfrm>
            <a:off x="838200" y="2743200"/>
            <a:ext cx="7591425" cy="517525"/>
            <a:chOff x="709" y="1824"/>
            <a:chExt cx="4782" cy="377"/>
          </a:xfrm>
        </p:grpSpPr>
        <p:grpSp>
          <p:nvGrpSpPr>
            <p:cNvPr id="35006" name="Group 6"/>
            <p:cNvGrpSpPr/>
            <p:nvPr/>
          </p:nvGrpSpPr>
          <p:grpSpPr>
            <a:xfrm>
              <a:off x="709" y="1824"/>
              <a:ext cx="3344" cy="377"/>
              <a:chOff x="626" y="1447"/>
              <a:chExt cx="3344" cy="377"/>
            </a:xfrm>
          </p:grpSpPr>
          <p:sp>
            <p:nvSpPr>
              <p:cNvPr id="35014" name="Rectangle 7"/>
              <p:cNvSpPr/>
              <p:nvPr/>
            </p:nvSpPr>
            <p:spPr>
              <a:xfrm>
                <a:off x="3901"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5" name="Rectangle 8"/>
              <p:cNvSpPr/>
              <p:nvPr/>
            </p:nvSpPr>
            <p:spPr>
              <a:xfrm>
                <a:off x="3682" y="1482"/>
                <a:ext cx="220" cy="289"/>
              </a:xfrm>
              <a:prstGeom prst="rect">
                <a:avLst/>
              </a:prstGeom>
              <a:noFill/>
              <a:ln w="9525">
                <a:noFill/>
              </a:ln>
            </p:spPr>
            <p:txBody>
              <a:bodyPr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6" name="Rectangle 9"/>
              <p:cNvSpPr/>
              <p:nvPr/>
            </p:nvSpPr>
            <p:spPr>
              <a:xfrm>
                <a:off x="3605"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7" name="Rectangle 10"/>
              <p:cNvSpPr/>
              <p:nvPr/>
            </p:nvSpPr>
            <p:spPr>
              <a:xfrm>
                <a:off x="3339" y="1486"/>
                <a:ext cx="162" cy="289"/>
              </a:xfrm>
              <a:prstGeom prst="rect">
                <a:avLst/>
              </a:prstGeom>
              <a:noFill/>
              <a:ln w="9525">
                <a:noFill/>
              </a:ln>
            </p:spPr>
            <p:txBody>
              <a:bodyPr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O</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8" name="Rectangle 11"/>
              <p:cNvSpPr/>
              <p:nvPr/>
            </p:nvSpPr>
            <p:spPr>
              <a:xfrm>
                <a:off x="3087" y="1486"/>
                <a:ext cx="16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H</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9" name="Rectangle 12"/>
              <p:cNvSpPr/>
              <p:nvPr/>
            </p:nvSpPr>
            <p:spPr>
              <a:xfrm>
                <a:off x="2918" y="1486"/>
                <a:ext cx="5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0" name="Rectangle 13"/>
              <p:cNvSpPr/>
              <p:nvPr/>
            </p:nvSpPr>
            <p:spPr>
              <a:xfrm>
                <a:off x="2542" y="1486"/>
                <a:ext cx="5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1" name="Rectangle 14"/>
              <p:cNvSpPr/>
              <p:nvPr/>
            </p:nvSpPr>
            <p:spPr>
              <a:xfrm>
                <a:off x="2337" y="1486"/>
                <a:ext cx="196"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2" name="Rectangle 15"/>
              <p:cNvSpPr/>
              <p:nvPr/>
            </p:nvSpPr>
            <p:spPr>
              <a:xfrm>
                <a:off x="2058"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3" name="Rectangle 16"/>
              <p:cNvSpPr/>
              <p:nvPr/>
            </p:nvSpPr>
            <p:spPr>
              <a:xfrm>
                <a:off x="1839" y="1486"/>
                <a:ext cx="220"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4" name="Rectangle 17"/>
              <p:cNvSpPr/>
              <p:nvPr/>
            </p:nvSpPr>
            <p:spPr>
              <a:xfrm>
                <a:off x="1762"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5" name="Rectangle 18"/>
              <p:cNvSpPr/>
              <p:nvPr/>
            </p:nvSpPr>
            <p:spPr>
              <a:xfrm>
                <a:off x="1369" y="1486"/>
                <a:ext cx="266"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2H</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6" name="Rectangle 19"/>
              <p:cNvSpPr/>
              <p:nvPr/>
            </p:nvSpPr>
            <p:spPr>
              <a:xfrm>
                <a:off x="1090"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7" name="Rectangle 20"/>
              <p:cNvSpPr/>
              <p:nvPr/>
            </p:nvSpPr>
            <p:spPr>
              <a:xfrm>
                <a:off x="970" y="1486"/>
                <a:ext cx="10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g</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8" name="Rectangle 21"/>
              <p:cNvSpPr/>
              <p:nvPr/>
            </p:nvSpPr>
            <p:spPr>
              <a:xfrm>
                <a:off x="892" y="1486"/>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29" name="Rectangle 22"/>
              <p:cNvSpPr/>
              <p:nvPr/>
            </p:nvSpPr>
            <p:spPr>
              <a:xfrm>
                <a:off x="626" y="1486"/>
                <a:ext cx="16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O</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30" name="Rectangle 23"/>
              <p:cNvSpPr/>
              <p:nvPr/>
            </p:nvSpPr>
            <p:spPr>
              <a:xfrm>
                <a:off x="3514" y="1636"/>
                <a:ext cx="68" cy="18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31" name="Rectangle 24"/>
              <p:cNvSpPr/>
              <p:nvPr/>
            </p:nvSpPr>
            <p:spPr>
              <a:xfrm>
                <a:off x="3265" y="1636"/>
                <a:ext cx="68" cy="188"/>
              </a:xfrm>
              <a:prstGeom prst="rect">
                <a:avLst/>
              </a:prstGeom>
              <a:noFill/>
              <a:ln w="9525">
                <a:noFill/>
              </a:ln>
            </p:spPr>
            <p:txBody>
              <a:bodyPr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32" name="Rectangle 25"/>
              <p:cNvSpPr/>
              <p:nvPr/>
            </p:nvSpPr>
            <p:spPr>
              <a:xfrm>
                <a:off x="801" y="1635"/>
                <a:ext cx="68" cy="18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33" name="Rectangle 26"/>
              <p:cNvSpPr/>
              <p:nvPr/>
            </p:nvSpPr>
            <p:spPr>
              <a:xfrm>
                <a:off x="2171" y="1456"/>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34" name="Rectangle 27"/>
              <p:cNvSpPr/>
              <p:nvPr/>
            </p:nvSpPr>
            <p:spPr>
              <a:xfrm>
                <a:off x="1203" y="1459"/>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35" name="Rectangle 28"/>
              <p:cNvSpPr/>
              <p:nvPr/>
            </p:nvSpPr>
            <p:spPr>
              <a:xfrm>
                <a:off x="2586" y="1472"/>
                <a:ext cx="75" cy="189"/>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sp>
            <p:nvSpPr>
              <p:cNvPr id="35036" name="Rectangle 29"/>
              <p:cNvSpPr/>
              <p:nvPr/>
            </p:nvSpPr>
            <p:spPr>
              <a:xfrm>
                <a:off x="1660" y="1447"/>
                <a:ext cx="75" cy="188"/>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graphicFrame>
            <p:nvGraphicFramePr>
              <p:cNvPr id="34828" name="Object 30"/>
              <p:cNvGraphicFramePr>
                <a:graphicFrameLocks/>
              </p:cNvGraphicFramePr>
              <p:nvPr/>
            </p:nvGraphicFramePr>
            <p:xfrm>
              <a:off x="2686" y="1576"/>
              <a:ext cx="410" cy="129"/>
            </p:xfrm>
            <a:graphic>
              <a:graphicData uri="http://schemas.openxmlformats.org/presentationml/2006/ole">
                <p:oleObj spid="_x0000_s129035" r:id="rId4" imgW="650240" imgH="205740" progId="">
                  <p:embed/>
                </p:oleObj>
              </a:graphicData>
            </a:graphic>
          </p:graphicFrame>
        </p:grpSp>
        <p:grpSp>
          <p:nvGrpSpPr>
            <p:cNvPr id="35007" name="Group 31"/>
            <p:cNvGrpSpPr/>
            <p:nvPr/>
          </p:nvGrpSpPr>
          <p:grpSpPr>
            <a:xfrm>
              <a:off x="4211" y="1845"/>
              <a:ext cx="1280" cy="319"/>
              <a:chOff x="4164" y="1455"/>
              <a:chExt cx="1280" cy="319"/>
            </a:xfrm>
          </p:grpSpPr>
          <p:sp>
            <p:nvSpPr>
              <p:cNvPr id="35008" name="Rectangle 32"/>
              <p:cNvSpPr/>
              <p:nvPr/>
            </p:nvSpPr>
            <p:spPr>
              <a:xfrm>
                <a:off x="5294" y="1483"/>
                <a:ext cx="150"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V</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09" name="Rectangle 33"/>
              <p:cNvSpPr/>
              <p:nvPr/>
            </p:nvSpPr>
            <p:spPr>
              <a:xfrm>
                <a:off x="4842" y="1483"/>
                <a:ext cx="416"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6945</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0" name="Rectangle 34"/>
              <p:cNvSpPr/>
              <p:nvPr/>
            </p:nvSpPr>
            <p:spPr>
              <a:xfrm>
                <a:off x="4786" y="1483"/>
                <a:ext cx="5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1" name="Rectangle 35"/>
              <p:cNvSpPr/>
              <p:nvPr/>
            </p:nvSpPr>
            <p:spPr>
              <a:xfrm>
                <a:off x="4673" y="1483"/>
                <a:ext cx="10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0</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2" name="Rectangle 36"/>
              <p:cNvSpPr/>
              <p:nvPr/>
            </p:nvSpPr>
            <p:spPr>
              <a:xfrm>
                <a:off x="4500" y="1455"/>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13" name="Rectangle 37"/>
              <p:cNvSpPr/>
              <p:nvPr/>
            </p:nvSpPr>
            <p:spPr>
              <a:xfrm>
                <a:off x="4164" y="1485"/>
                <a:ext cx="139" cy="289"/>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4827" name="Object 38"/>
              <p:cNvGraphicFramePr>
                <a:graphicFrameLocks/>
              </p:cNvGraphicFramePr>
              <p:nvPr/>
            </p:nvGraphicFramePr>
            <p:xfrm>
              <a:off x="4320" y="1464"/>
              <a:ext cx="171" cy="168"/>
            </p:xfrm>
            <a:graphic>
              <a:graphicData uri="http://schemas.openxmlformats.org/presentationml/2006/ole">
                <p:oleObj spid="_x0000_s129034" r:id="rId5" imgW="20669250" imgH="13163550" progId="">
                  <p:embed/>
                </p:oleObj>
              </a:graphicData>
            </a:graphic>
          </p:graphicFrame>
        </p:grpSp>
      </p:grpSp>
      <p:grpSp>
        <p:nvGrpSpPr>
          <p:cNvPr id="5" name="Group 39"/>
          <p:cNvGrpSpPr/>
          <p:nvPr/>
        </p:nvGrpSpPr>
        <p:grpSpPr>
          <a:xfrm>
            <a:off x="762000" y="3352800"/>
            <a:ext cx="7629525" cy="519113"/>
            <a:chOff x="569" y="2231"/>
            <a:chExt cx="4806" cy="378"/>
          </a:xfrm>
        </p:grpSpPr>
        <p:grpSp>
          <p:nvGrpSpPr>
            <p:cNvPr id="34975" name="Group 40"/>
            <p:cNvGrpSpPr/>
            <p:nvPr/>
          </p:nvGrpSpPr>
          <p:grpSpPr>
            <a:xfrm>
              <a:off x="569" y="2231"/>
              <a:ext cx="3532" cy="378"/>
              <a:chOff x="486" y="1779"/>
              <a:chExt cx="3532" cy="378"/>
            </a:xfrm>
          </p:grpSpPr>
          <p:sp>
            <p:nvSpPr>
              <p:cNvPr id="34983" name="Rectangle 41"/>
              <p:cNvSpPr/>
              <p:nvPr/>
            </p:nvSpPr>
            <p:spPr>
              <a:xfrm>
                <a:off x="3949"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4" name="Rectangle 42"/>
              <p:cNvSpPr/>
              <p:nvPr/>
            </p:nvSpPr>
            <p:spPr>
              <a:xfrm>
                <a:off x="3885" y="1811"/>
                <a:ext cx="58"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l</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5" name="Rectangle 43"/>
              <p:cNvSpPr/>
              <p:nvPr/>
            </p:nvSpPr>
            <p:spPr>
              <a:xfrm>
                <a:off x="3808"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6" name="Rectangle 44"/>
              <p:cNvSpPr/>
              <p:nvPr/>
            </p:nvSpPr>
            <p:spPr>
              <a:xfrm>
                <a:off x="3642" y="1811"/>
                <a:ext cx="16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O</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7" name="Rectangle 45"/>
              <p:cNvSpPr/>
              <p:nvPr/>
            </p:nvSpPr>
            <p:spPr>
              <a:xfrm>
                <a:off x="3277" y="1811"/>
                <a:ext cx="266"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2H</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8" name="Rectangle 46"/>
              <p:cNvSpPr/>
              <p:nvPr/>
            </p:nvSpPr>
            <p:spPr>
              <a:xfrm>
                <a:off x="2752" y="1811"/>
                <a:ext cx="5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9" name="Rectangle 47"/>
              <p:cNvSpPr/>
              <p:nvPr/>
            </p:nvSpPr>
            <p:spPr>
              <a:xfrm>
                <a:off x="2547" y="1811"/>
                <a:ext cx="196" cy="289"/>
              </a:xfrm>
              <a:prstGeom prst="rect">
                <a:avLst/>
              </a:prstGeom>
              <a:noFill/>
              <a:ln w="9525">
                <a:noFill/>
              </a:ln>
            </p:spPr>
            <p:txBody>
              <a:bodyPr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0" name="Rectangle 48"/>
              <p:cNvSpPr/>
              <p:nvPr/>
            </p:nvSpPr>
            <p:spPr>
              <a:xfrm>
                <a:off x="2268"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1" name="Rectangle 49"/>
              <p:cNvSpPr/>
              <p:nvPr/>
            </p:nvSpPr>
            <p:spPr>
              <a:xfrm>
                <a:off x="2049" y="1811"/>
                <a:ext cx="220"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2" name="Rectangle 50"/>
              <p:cNvSpPr/>
              <p:nvPr/>
            </p:nvSpPr>
            <p:spPr>
              <a:xfrm>
                <a:off x="1972"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3" name="Rectangle 51"/>
              <p:cNvSpPr/>
              <p:nvPr/>
            </p:nvSpPr>
            <p:spPr>
              <a:xfrm>
                <a:off x="1579" y="1811"/>
                <a:ext cx="266"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2H</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4" name="Rectangle 52"/>
              <p:cNvSpPr/>
              <p:nvPr/>
            </p:nvSpPr>
            <p:spPr>
              <a:xfrm>
                <a:off x="1300"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5" name="Rectangle 53"/>
              <p:cNvSpPr/>
              <p:nvPr/>
            </p:nvSpPr>
            <p:spPr>
              <a:xfrm>
                <a:off x="1081" y="1811"/>
                <a:ext cx="220"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6" name="Rectangle 54"/>
              <p:cNvSpPr/>
              <p:nvPr/>
            </p:nvSpPr>
            <p:spPr>
              <a:xfrm>
                <a:off x="1004" y="1811"/>
                <a:ext cx="69"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7" name="Rectangle 55"/>
              <p:cNvSpPr/>
              <p:nvPr/>
            </p:nvSpPr>
            <p:spPr>
              <a:xfrm>
                <a:off x="738" y="1811"/>
                <a:ext cx="16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O</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8" name="Rectangle 56"/>
              <p:cNvSpPr/>
              <p:nvPr/>
            </p:nvSpPr>
            <p:spPr>
              <a:xfrm>
                <a:off x="486" y="1811"/>
                <a:ext cx="16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H</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99" name="Rectangle 57"/>
              <p:cNvSpPr/>
              <p:nvPr/>
            </p:nvSpPr>
            <p:spPr>
              <a:xfrm>
                <a:off x="3568" y="1967"/>
                <a:ext cx="68" cy="18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00" name="Rectangle 58"/>
              <p:cNvSpPr/>
              <p:nvPr/>
            </p:nvSpPr>
            <p:spPr>
              <a:xfrm>
                <a:off x="912" y="1967"/>
                <a:ext cx="68" cy="18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01" name="Rectangle 59"/>
              <p:cNvSpPr/>
              <p:nvPr/>
            </p:nvSpPr>
            <p:spPr>
              <a:xfrm>
                <a:off x="664" y="1969"/>
                <a:ext cx="68" cy="18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ea typeface="宋体" panose="02010600030101010101" pitchFamily="2" charset="-122"/>
                  </a:rPr>
                  <a:t>2</a:t>
                </a:r>
                <a:endParaRPr lang="en-US" altLang="zh-CN" sz="2600" i="0" baseline="-25000" dirty="0">
                  <a:solidFill>
                    <a:srgbClr val="0000CC"/>
                  </a:solidFill>
                  <a:latin typeface="Arial" panose="020B0604020202020204" pitchFamily="34" charset="0"/>
                  <a:ea typeface="宋体" panose="02010600030101010101" pitchFamily="2" charset="-122"/>
                </a:endParaRPr>
              </a:p>
            </p:txBody>
          </p:sp>
          <p:sp>
            <p:nvSpPr>
              <p:cNvPr id="35002" name="Rectangle 60"/>
              <p:cNvSpPr/>
              <p:nvPr/>
            </p:nvSpPr>
            <p:spPr>
              <a:xfrm>
                <a:off x="2381" y="1787"/>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03" name="Rectangle 61"/>
              <p:cNvSpPr/>
              <p:nvPr/>
            </p:nvSpPr>
            <p:spPr>
              <a:xfrm>
                <a:off x="1413" y="1787"/>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04" name="Rectangle 62"/>
              <p:cNvSpPr/>
              <p:nvPr/>
            </p:nvSpPr>
            <p:spPr>
              <a:xfrm>
                <a:off x="2796" y="1819"/>
                <a:ext cx="114" cy="290"/>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5005" name="Rectangle 63"/>
              <p:cNvSpPr/>
              <p:nvPr/>
            </p:nvSpPr>
            <p:spPr>
              <a:xfrm>
                <a:off x="1870" y="1779"/>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4826" name="Object 64"/>
              <p:cNvGraphicFramePr>
                <a:graphicFrameLocks/>
              </p:cNvGraphicFramePr>
              <p:nvPr/>
            </p:nvGraphicFramePr>
            <p:xfrm>
              <a:off x="2880" y="1912"/>
              <a:ext cx="410" cy="129"/>
            </p:xfrm>
            <a:graphic>
              <a:graphicData uri="http://schemas.openxmlformats.org/presentationml/2006/ole">
                <p:oleObj spid="_x0000_s129033" r:id="rId6" imgW="650240" imgH="205740" progId="">
                  <p:embed/>
                </p:oleObj>
              </a:graphicData>
            </a:graphic>
          </p:graphicFrame>
        </p:grpSp>
        <p:grpSp>
          <p:nvGrpSpPr>
            <p:cNvPr id="34976" name="Group 65"/>
            <p:cNvGrpSpPr/>
            <p:nvPr/>
          </p:nvGrpSpPr>
          <p:grpSpPr>
            <a:xfrm>
              <a:off x="4232" y="2238"/>
              <a:ext cx="1143" cy="319"/>
              <a:chOff x="4149" y="1786"/>
              <a:chExt cx="1143" cy="319"/>
            </a:xfrm>
          </p:grpSpPr>
          <p:sp>
            <p:nvSpPr>
              <p:cNvPr id="34977" name="Rectangle 66"/>
              <p:cNvSpPr/>
              <p:nvPr/>
            </p:nvSpPr>
            <p:spPr>
              <a:xfrm>
                <a:off x="5142" y="1816"/>
                <a:ext cx="150"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V</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8" name="Rectangle 67"/>
              <p:cNvSpPr/>
              <p:nvPr/>
            </p:nvSpPr>
            <p:spPr>
              <a:xfrm>
                <a:off x="4807" y="1816"/>
                <a:ext cx="31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763</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9" name="Rectangle 68"/>
              <p:cNvSpPr/>
              <p:nvPr/>
            </p:nvSpPr>
            <p:spPr>
              <a:xfrm>
                <a:off x="4751" y="1816"/>
                <a:ext cx="52"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0" name="Rectangle 69"/>
              <p:cNvSpPr/>
              <p:nvPr/>
            </p:nvSpPr>
            <p:spPr>
              <a:xfrm>
                <a:off x="4638" y="1816"/>
                <a:ext cx="10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1</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1" name="Rectangle 70"/>
              <p:cNvSpPr/>
              <p:nvPr/>
            </p:nvSpPr>
            <p:spPr>
              <a:xfrm>
                <a:off x="4486" y="1786"/>
                <a:ext cx="114" cy="28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82" name="Rectangle 71"/>
              <p:cNvSpPr/>
              <p:nvPr/>
            </p:nvSpPr>
            <p:spPr>
              <a:xfrm>
                <a:off x="4149" y="1813"/>
                <a:ext cx="139" cy="289"/>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4825" name="Object 72"/>
              <p:cNvGraphicFramePr>
                <a:graphicFrameLocks/>
              </p:cNvGraphicFramePr>
              <p:nvPr/>
            </p:nvGraphicFramePr>
            <p:xfrm>
              <a:off x="4304" y="1808"/>
              <a:ext cx="171" cy="168"/>
            </p:xfrm>
            <a:graphic>
              <a:graphicData uri="http://schemas.openxmlformats.org/presentationml/2006/ole">
                <p:oleObj spid="_x0000_s129032" r:id="rId7" imgW="271780" imgH="266700" progId="">
                  <p:embed/>
                </p:oleObj>
              </a:graphicData>
            </a:graphic>
          </p:graphicFrame>
        </p:grpSp>
      </p:grpSp>
      <p:grpSp>
        <p:nvGrpSpPr>
          <p:cNvPr id="8" name="Group 73"/>
          <p:cNvGrpSpPr/>
          <p:nvPr/>
        </p:nvGrpSpPr>
        <p:grpSpPr>
          <a:xfrm>
            <a:off x="1524000" y="1524000"/>
            <a:ext cx="6969125" cy="471488"/>
            <a:chOff x="1254" y="1424"/>
            <a:chExt cx="4390" cy="325"/>
          </a:xfrm>
        </p:grpSpPr>
        <p:grpSp>
          <p:nvGrpSpPr>
            <p:cNvPr id="34952" name="Group 74"/>
            <p:cNvGrpSpPr/>
            <p:nvPr/>
          </p:nvGrpSpPr>
          <p:grpSpPr>
            <a:xfrm>
              <a:off x="1254" y="1440"/>
              <a:ext cx="2188" cy="309"/>
              <a:chOff x="486" y="2438"/>
              <a:chExt cx="2188" cy="309"/>
            </a:xfrm>
          </p:grpSpPr>
          <p:sp>
            <p:nvSpPr>
              <p:cNvPr id="34960" name="Rectangle 75"/>
              <p:cNvSpPr/>
              <p:nvPr/>
            </p:nvSpPr>
            <p:spPr>
              <a:xfrm>
                <a:off x="792" y="2438"/>
                <a:ext cx="75" cy="179"/>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grpSp>
            <p:nvGrpSpPr>
              <p:cNvPr id="34961" name="Group 76"/>
              <p:cNvGrpSpPr/>
              <p:nvPr/>
            </p:nvGrpSpPr>
            <p:grpSpPr>
              <a:xfrm>
                <a:off x="486" y="2445"/>
                <a:ext cx="2188" cy="302"/>
                <a:chOff x="486" y="2445"/>
                <a:chExt cx="2188" cy="302"/>
              </a:xfrm>
            </p:grpSpPr>
            <p:sp>
              <p:nvSpPr>
                <p:cNvPr id="34962" name="Rectangle 77"/>
                <p:cNvSpPr/>
                <p:nvPr/>
              </p:nvSpPr>
              <p:spPr>
                <a:xfrm>
                  <a:off x="2605" y="2473"/>
                  <a:ext cx="6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3" name="Rectangle 78"/>
                <p:cNvSpPr/>
                <p:nvPr/>
              </p:nvSpPr>
              <p:spPr>
                <a:xfrm>
                  <a:off x="2514" y="2473"/>
                  <a:ext cx="81"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s</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4" name="Rectangle 79"/>
                <p:cNvSpPr/>
                <p:nvPr/>
              </p:nvSpPr>
              <p:spPr>
                <a:xfrm>
                  <a:off x="2439" y="2473"/>
                  <a:ext cx="6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5" name="Rectangle 80"/>
                <p:cNvSpPr/>
                <p:nvPr/>
              </p:nvSpPr>
              <p:spPr>
                <a:xfrm>
                  <a:off x="2214" y="2473"/>
                  <a:ext cx="21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Fe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6" name="Rectangle 81"/>
                <p:cNvSpPr/>
                <p:nvPr/>
              </p:nvSpPr>
              <p:spPr>
                <a:xfrm>
                  <a:off x="1674" y="2473"/>
                  <a:ext cx="52"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7" name="Rectangle 82"/>
                <p:cNvSpPr/>
                <p:nvPr/>
              </p:nvSpPr>
              <p:spPr>
                <a:xfrm>
                  <a:off x="1469" y="2473"/>
                  <a:ext cx="196"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2e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8" name="Rectangle 83"/>
                <p:cNvSpPr/>
                <p:nvPr/>
              </p:nvSpPr>
              <p:spPr>
                <a:xfrm>
                  <a:off x="1191" y="2473"/>
                  <a:ext cx="6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69" name="Rectangle 84"/>
                <p:cNvSpPr/>
                <p:nvPr/>
              </p:nvSpPr>
              <p:spPr>
                <a:xfrm>
                  <a:off x="972" y="2473"/>
                  <a:ext cx="220"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0" name="Rectangle 85"/>
                <p:cNvSpPr/>
                <p:nvPr/>
              </p:nvSpPr>
              <p:spPr>
                <a:xfrm>
                  <a:off x="894" y="2473"/>
                  <a:ext cx="6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1" name="Rectangle 86"/>
                <p:cNvSpPr/>
                <p:nvPr/>
              </p:nvSpPr>
              <p:spPr>
                <a:xfrm>
                  <a:off x="486" y="2473"/>
                  <a:ext cx="219"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Fe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2" name="Rectangle 87"/>
                <p:cNvSpPr/>
                <p:nvPr/>
              </p:nvSpPr>
              <p:spPr>
                <a:xfrm>
                  <a:off x="721" y="2455"/>
                  <a:ext cx="68" cy="178"/>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Times New Roman" panose="02020603050405020304" pitchFamily="18" charset="0"/>
                      <a:ea typeface="宋体" panose="02010600030101010101" pitchFamily="2" charset="-122"/>
                    </a:rPr>
                    <a:t>2</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sp>
              <p:nvSpPr>
                <p:cNvPr id="34973" name="Rectangle 88"/>
                <p:cNvSpPr/>
                <p:nvPr/>
              </p:nvSpPr>
              <p:spPr>
                <a:xfrm>
                  <a:off x="1304" y="2445"/>
                  <a:ext cx="114"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74" name="Rectangle 89"/>
                <p:cNvSpPr/>
                <p:nvPr/>
              </p:nvSpPr>
              <p:spPr>
                <a:xfrm>
                  <a:off x="1726" y="2470"/>
                  <a:ext cx="75" cy="179"/>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graphicFrame>
              <p:nvGraphicFramePr>
                <p:cNvPr id="34824" name="Object 90"/>
                <p:cNvGraphicFramePr>
                  <a:graphicFrameLocks/>
                </p:cNvGraphicFramePr>
                <p:nvPr/>
              </p:nvGraphicFramePr>
              <p:xfrm>
                <a:off x="1800" y="2576"/>
                <a:ext cx="410" cy="129"/>
              </p:xfrm>
              <a:graphic>
                <a:graphicData uri="http://schemas.openxmlformats.org/presentationml/2006/ole">
                  <p:oleObj spid="_x0000_s129031" r:id="rId8" imgW="650240" imgH="205740" progId="">
                    <p:embed/>
                  </p:oleObj>
                </a:graphicData>
              </a:graphic>
            </p:graphicFrame>
          </p:grpSp>
        </p:grpSp>
        <p:grpSp>
          <p:nvGrpSpPr>
            <p:cNvPr id="34953" name="Group 91"/>
            <p:cNvGrpSpPr/>
            <p:nvPr/>
          </p:nvGrpSpPr>
          <p:grpSpPr>
            <a:xfrm>
              <a:off x="4147" y="1424"/>
              <a:ext cx="1497" cy="302"/>
              <a:chOff x="4147" y="2445"/>
              <a:chExt cx="1497" cy="302"/>
            </a:xfrm>
          </p:grpSpPr>
          <p:sp>
            <p:nvSpPr>
              <p:cNvPr id="34954" name="Rectangle 92"/>
              <p:cNvSpPr/>
              <p:nvPr/>
            </p:nvSpPr>
            <p:spPr>
              <a:xfrm>
                <a:off x="5592" y="2473"/>
                <a:ext cx="52"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5" name="Rectangle 93"/>
              <p:cNvSpPr/>
              <p:nvPr/>
            </p:nvSpPr>
            <p:spPr>
              <a:xfrm>
                <a:off x="4812" y="2473"/>
                <a:ext cx="722"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0.4089V</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6" name="Rectangle 94"/>
              <p:cNvSpPr/>
              <p:nvPr/>
            </p:nvSpPr>
            <p:spPr>
              <a:xfrm>
                <a:off x="4600" y="2473"/>
                <a:ext cx="52"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7" name="Rectangle 95"/>
              <p:cNvSpPr/>
              <p:nvPr/>
            </p:nvSpPr>
            <p:spPr>
              <a:xfrm>
                <a:off x="4653" y="2445"/>
                <a:ext cx="114"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8" name="Rectangle 96"/>
              <p:cNvSpPr/>
              <p:nvPr/>
            </p:nvSpPr>
            <p:spPr>
              <a:xfrm>
                <a:off x="4484" y="2445"/>
                <a:ext cx="114" cy="274"/>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9" name="Rectangle 97"/>
              <p:cNvSpPr/>
              <p:nvPr/>
            </p:nvSpPr>
            <p:spPr>
              <a:xfrm>
                <a:off x="4147" y="2473"/>
                <a:ext cx="139" cy="274"/>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4823" name="Object 98"/>
              <p:cNvGraphicFramePr>
                <a:graphicFrameLocks/>
              </p:cNvGraphicFramePr>
              <p:nvPr/>
            </p:nvGraphicFramePr>
            <p:xfrm>
              <a:off x="4304" y="2456"/>
              <a:ext cx="171" cy="168"/>
            </p:xfrm>
            <a:graphic>
              <a:graphicData uri="http://schemas.openxmlformats.org/presentationml/2006/ole">
                <p:oleObj spid="_x0000_s129030" r:id="rId9" imgW="271780" imgH="266700" progId="">
                  <p:embed/>
                </p:oleObj>
              </a:graphicData>
            </a:graphic>
          </p:graphicFrame>
        </p:grpSp>
      </p:grpSp>
      <p:grpSp>
        <p:nvGrpSpPr>
          <p:cNvPr id="12" name="Group 99"/>
          <p:cNvGrpSpPr/>
          <p:nvPr/>
        </p:nvGrpSpPr>
        <p:grpSpPr>
          <a:xfrm>
            <a:off x="1524000" y="2209800"/>
            <a:ext cx="6561138" cy="454025"/>
            <a:chOff x="1254" y="1058"/>
            <a:chExt cx="4133" cy="318"/>
          </a:xfrm>
        </p:grpSpPr>
        <p:grpSp>
          <p:nvGrpSpPr>
            <p:cNvPr id="34927" name="Group 100"/>
            <p:cNvGrpSpPr/>
            <p:nvPr/>
          </p:nvGrpSpPr>
          <p:grpSpPr>
            <a:xfrm>
              <a:off x="1254" y="1058"/>
              <a:ext cx="2380" cy="318"/>
              <a:chOff x="486" y="2110"/>
              <a:chExt cx="2380" cy="318"/>
            </a:xfrm>
          </p:grpSpPr>
          <p:sp>
            <p:nvSpPr>
              <p:cNvPr id="34935" name="Rectangle 101"/>
              <p:cNvSpPr/>
              <p:nvPr/>
            </p:nvSpPr>
            <p:spPr>
              <a:xfrm>
                <a:off x="2797" y="2146"/>
                <a:ext cx="6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6" name="Rectangle 102"/>
              <p:cNvSpPr/>
              <p:nvPr/>
            </p:nvSpPr>
            <p:spPr>
              <a:xfrm>
                <a:off x="2578" y="2146"/>
                <a:ext cx="220"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7" name="Rectangle 103"/>
              <p:cNvSpPr/>
              <p:nvPr/>
            </p:nvSpPr>
            <p:spPr>
              <a:xfrm>
                <a:off x="2500" y="2146"/>
                <a:ext cx="6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8" name="Rectangle 104"/>
              <p:cNvSpPr/>
              <p:nvPr/>
            </p:nvSpPr>
            <p:spPr>
              <a:xfrm>
                <a:off x="2092" y="2146"/>
                <a:ext cx="21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Fe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9" name="Rectangle 105"/>
              <p:cNvSpPr/>
              <p:nvPr/>
            </p:nvSpPr>
            <p:spPr>
              <a:xfrm>
                <a:off x="2039" y="2146"/>
                <a:ext cx="52"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0" name="Rectangle 106"/>
              <p:cNvSpPr/>
              <p:nvPr/>
            </p:nvSpPr>
            <p:spPr>
              <a:xfrm>
                <a:off x="1549" y="2146"/>
                <a:ext cx="52"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1" name="Rectangle 107"/>
              <p:cNvSpPr/>
              <p:nvPr/>
            </p:nvSpPr>
            <p:spPr>
              <a:xfrm>
                <a:off x="1458" y="2146"/>
                <a:ext cx="92"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2" name="Rectangle 108"/>
              <p:cNvSpPr/>
              <p:nvPr/>
            </p:nvSpPr>
            <p:spPr>
              <a:xfrm>
                <a:off x="1182" y="2146"/>
                <a:ext cx="6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3" name="Rectangle 109"/>
              <p:cNvSpPr/>
              <p:nvPr/>
            </p:nvSpPr>
            <p:spPr>
              <a:xfrm>
                <a:off x="964" y="2146"/>
                <a:ext cx="220"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aq</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4" name="Rectangle 110"/>
              <p:cNvSpPr/>
              <p:nvPr/>
            </p:nvSpPr>
            <p:spPr>
              <a:xfrm>
                <a:off x="886" y="2146"/>
                <a:ext cx="6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5" name="Rectangle 111"/>
              <p:cNvSpPr/>
              <p:nvPr/>
            </p:nvSpPr>
            <p:spPr>
              <a:xfrm>
                <a:off x="486" y="2146"/>
                <a:ext cx="219"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Fe</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6" name="Rectangle 112"/>
              <p:cNvSpPr/>
              <p:nvPr/>
            </p:nvSpPr>
            <p:spPr>
              <a:xfrm>
                <a:off x="2327" y="2126"/>
                <a:ext cx="68" cy="18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Times New Roman" panose="02020603050405020304" pitchFamily="18" charset="0"/>
                    <a:ea typeface="宋体" panose="02010600030101010101" pitchFamily="2" charset="-122"/>
                  </a:rPr>
                  <a:t>2</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sp>
            <p:nvSpPr>
              <p:cNvPr id="34947" name="Rectangle 113"/>
              <p:cNvSpPr/>
              <p:nvPr/>
            </p:nvSpPr>
            <p:spPr>
              <a:xfrm>
                <a:off x="716" y="2126"/>
                <a:ext cx="68" cy="18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Times New Roman" panose="02020603050405020304" pitchFamily="18" charset="0"/>
                    <a:ea typeface="宋体" panose="02010600030101010101" pitchFamily="2" charset="-122"/>
                  </a:rPr>
                  <a:t>3</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sp>
            <p:nvSpPr>
              <p:cNvPr id="34948" name="Rectangle 114"/>
              <p:cNvSpPr/>
              <p:nvPr/>
            </p:nvSpPr>
            <p:spPr>
              <a:xfrm>
                <a:off x="1295" y="2118"/>
                <a:ext cx="114"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49" name="Rectangle 115"/>
              <p:cNvSpPr/>
              <p:nvPr/>
            </p:nvSpPr>
            <p:spPr>
              <a:xfrm>
                <a:off x="2398" y="2110"/>
                <a:ext cx="75" cy="18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sp>
            <p:nvSpPr>
              <p:cNvPr id="34950" name="Rectangle 116"/>
              <p:cNvSpPr/>
              <p:nvPr/>
            </p:nvSpPr>
            <p:spPr>
              <a:xfrm>
                <a:off x="1593" y="2150"/>
                <a:ext cx="114" cy="27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51" name="Rectangle 117"/>
              <p:cNvSpPr/>
              <p:nvPr/>
            </p:nvSpPr>
            <p:spPr>
              <a:xfrm>
                <a:off x="784" y="2110"/>
                <a:ext cx="75" cy="18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0000CC"/>
                    </a:solidFill>
                    <a:latin typeface="Symbol" panose="05050102010706020507" pitchFamily="18" charset="2"/>
                    <a:ea typeface="宋体" panose="02010600030101010101" pitchFamily="2" charset="-122"/>
                  </a:rPr>
                  <a:t>+</a:t>
                </a:r>
                <a:endParaRPr lang="en-US" altLang="zh-CN" sz="2600" i="0" baseline="30000" dirty="0">
                  <a:solidFill>
                    <a:srgbClr val="0000CC"/>
                  </a:solidFill>
                  <a:latin typeface="Arial" panose="020B0604020202020204" pitchFamily="34" charset="0"/>
                  <a:ea typeface="宋体" panose="02010600030101010101" pitchFamily="2" charset="-122"/>
                </a:endParaRPr>
              </a:p>
            </p:txBody>
          </p:sp>
          <p:graphicFrame>
            <p:nvGraphicFramePr>
              <p:cNvPr id="34822" name="Object 118"/>
              <p:cNvGraphicFramePr>
                <a:graphicFrameLocks/>
              </p:cNvGraphicFramePr>
              <p:nvPr/>
            </p:nvGraphicFramePr>
            <p:xfrm>
              <a:off x="1672" y="2248"/>
              <a:ext cx="410" cy="129"/>
            </p:xfrm>
            <a:graphic>
              <a:graphicData uri="http://schemas.openxmlformats.org/presentationml/2006/ole">
                <p:oleObj spid="_x0000_s129029" r:id="rId10" imgW="650240" imgH="205740" progId="">
                  <p:embed/>
                </p:oleObj>
              </a:graphicData>
            </a:graphic>
          </p:graphicFrame>
        </p:grpSp>
        <p:grpSp>
          <p:nvGrpSpPr>
            <p:cNvPr id="34928" name="Group 119"/>
            <p:cNvGrpSpPr/>
            <p:nvPr/>
          </p:nvGrpSpPr>
          <p:grpSpPr>
            <a:xfrm>
              <a:off x="4166" y="1064"/>
              <a:ext cx="1221" cy="305"/>
              <a:chOff x="4166" y="2118"/>
              <a:chExt cx="1221" cy="305"/>
            </a:xfrm>
          </p:grpSpPr>
          <p:sp>
            <p:nvSpPr>
              <p:cNvPr id="34929" name="Rectangle 120"/>
              <p:cNvSpPr/>
              <p:nvPr/>
            </p:nvSpPr>
            <p:spPr>
              <a:xfrm>
                <a:off x="4502" y="2118"/>
                <a:ext cx="114" cy="277"/>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Symbol" panose="05050102010706020507" pitchFamily="18" charset="2"/>
                    <a:ea typeface="宋体" panose="02010600030101010101" pitchFamily="2" charset="-122"/>
                  </a:rPr>
                  <a:t>=</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0" name="Rectangle 121"/>
              <p:cNvSpPr/>
              <p:nvPr/>
            </p:nvSpPr>
            <p:spPr>
              <a:xfrm>
                <a:off x="4166" y="2146"/>
                <a:ext cx="139" cy="277"/>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ea typeface="宋体" panose="02010600030101010101" pitchFamily="2" charset="-122"/>
                  </a:rPr>
                  <a:t>E</a:t>
                </a:r>
                <a:endParaRPr lang="en-US" altLang="zh-CN" sz="2600" i="0" dirty="0">
                  <a:solidFill>
                    <a:srgbClr val="0000CC"/>
                  </a:solidFill>
                  <a:latin typeface="Arial" panose="020B0604020202020204" pitchFamily="34" charset="0"/>
                  <a:ea typeface="宋体" panose="02010600030101010101" pitchFamily="2" charset="-122"/>
                </a:endParaRPr>
              </a:p>
            </p:txBody>
          </p:sp>
          <p:grpSp>
            <p:nvGrpSpPr>
              <p:cNvPr id="34931" name="Group 122"/>
              <p:cNvGrpSpPr/>
              <p:nvPr/>
            </p:nvGrpSpPr>
            <p:grpSpPr>
              <a:xfrm>
                <a:off x="4320" y="2128"/>
                <a:ext cx="1067" cy="295"/>
                <a:chOff x="4320" y="2128"/>
                <a:chExt cx="1067" cy="295"/>
              </a:xfrm>
            </p:grpSpPr>
            <p:sp>
              <p:nvSpPr>
                <p:cNvPr id="34932" name="Rectangle 123"/>
                <p:cNvSpPr/>
                <p:nvPr/>
              </p:nvSpPr>
              <p:spPr>
                <a:xfrm>
                  <a:off x="5335" y="2146"/>
                  <a:ext cx="52" cy="277"/>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3" name="Rectangle 124"/>
                <p:cNvSpPr/>
                <p:nvPr/>
              </p:nvSpPr>
              <p:spPr>
                <a:xfrm>
                  <a:off x="4668" y="2146"/>
                  <a:ext cx="618" cy="277"/>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0.769V</a:t>
                  </a:r>
                  <a:endParaRPr lang="en-US" altLang="zh-CN" sz="2600" i="0" dirty="0">
                    <a:solidFill>
                      <a:srgbClr val="0000CC"/>
                    </a:solidFill>
                    <a:latin typeface="Arial" panose="020B0604020202020204" pitchFamily="34" charset="0"/>
                    <a:ea typeface="宋体" panose="02010600030101010101" pitchFamily="2" charset="-122"/>
                  </a:endParaRPr>
                </a:p>
              </p:txBody>
            </p:sp>
            <p:sp>
              <p:nvSpPr>
                <p:cNvPr id="34934" name="Rectangle 125"/>
                <p:cNvSpPr/>
                <p:nvPr/>
              </p:nvSpPr>
              <p:spPr>
                <a:xfrm>
                  <a:off x="4619" y="2146"/>
                  <a:ext cx="52" cy="277"/>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ea typeface="宋体" panose="02010600030101010101" pitchFamily="2" charset="-122"/>
                    </a:rPr>
                    <a:t> </a:t>
                  </a:r>
                  <a:endParaRPr lang="en-US" altLang="zh-CN" sz="2600" i="0" dirty="0">
                    <a:solidFill>
                      <a:srgbClr val="0000CC"/>
                    </a:solidFill>
                    <a:latin typeface="Arial" panose="020B0604020202020204" pitchFamily="34" charset="0"/>
                    <a:ea typeface="宋体" panose="02010600030101010101" pitchFamily="2" charset="-122"/>
                  </a:endParaRPr>
                </a:p>
              </p:txBody>
            </p:sp>
            <p:graphicFrame>
              <p:nvGraphicFramePr>
                <p:cNvPr id="34821" name="Object 126"/>
                <p:cNvGraphicFramePr>
                  <a:graphicFrameLocks/>
                </p:cNvGraphicFramePr>
                <p:nvPr/>
              </p:nvGraphicFramePr>
              <p:xfrm>
                <a:off x="4320" y="2128"/>
                <a:ext cx="171" cy="168"/>
              </p:xfrm>
              <a:graphic>
                <a:graphicData uri="http://schemas.openxmlformats.org/presentationml/2006/ole">
                  <p:oleObj spid="_x0000_s129028" r:id="rId11" imgW="271780" imgH="266700" progId="">
                    <p:embed/>
                  </p:oleObj>
                </a:graphicData>
              </a:graphic>
            </p:graphicFrame>
          </p:grpSp>
        </p:grpSp>
      </p:grpSp>
      <p:grpSp>
        <p:nvGrpSpPr>
          <p:cNvPr id="16" name="Group 127"/>
          <p:cNvGrpSpPr/>
          <p:nvPr/>
        </p:nvGrpSpPr>
        <p:grpSpPr>
          <a:xfrm>
            <a:off x="2057400" y="4648200"/>
            <a:ext cx="5295900" cy="482600"/>
            <a:chOff x="938" y="3736"/>
            <a:chExt cx="3336" cy="157"/>
          </a:xfrm>
        </p:grpSpPr>
        <p:sp>
          <p:nvSpPr>
            <p:cNvPr id="34914" name="Rectangle 128"/>
            <p:cNvSpPr/>
            <p:nvPr/>
          </p:nvSpPr>
          <p:spPr>
            <a:xfrm>
              <a:off x="3864" y="3764"/>
              <a:ext cx="410"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5" name="Rectangle 129"/>
            <p:cNvSpPr/>
            <p:nvPr/>
          </p:nvSpPr>
          <p:spPr>
            <a:xfrm>
              <a:off x="3758" y="3764"/>
              <a:ext cx="10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6" name="Rectangle 130"/>
            <p:cNvSpPr/>
            <p:nvPr/>
          </p:nvSpPr>
          <p:spPr>
            <a:xfrm>
              <a:off x="3422" y="3764"/>
              <a:ext cx="150"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7" name="Rectangle 131"/>
            <p:cNvSpPr/>
            <p:nvPr/>
          </p:nvSpPr>
          <p:spPr>
            <a:xfrm>
              <a:off x="3080" y="3764"/>
              <a:ext cx="312"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994</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8" name="Rectangle 132"/>
            <p:cNvSpPr/>
            <p:nvPr/>
          </p:nvSpPr>
          <p:spPr>
            <a:xfrm>
              <a:off x="3024" y="3764"/>
              <a:ext cx="52"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9" name="Rectangle 133"/>
            <p:cNvSpPr/>
            <p:nvPr/>
          </p:nvSpPr>
          <p:spPr>
            <a:xfrm>
              <a:off x="2911" y="3764"/>
              <a:ext cx="10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0" name="Rectangle 134"/>
            <p:cNvSpPr/>
            <p:nvPr/>
          </p:nvSpPr>
          <p:spPr>
            <a:xfrm>
              <a:off x="2628" y="3764"/>
              <a:ext cx="10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1" name="Rectangle 135"/>
            <p:cNvSpPr/>
            <p:nvPr/>
          </p:nvSpPr>
          <p:spPr>
            <a:xfrm>
              <a:off x="1961" y="3764"/>
              <a:ext cx="618"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0.769V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2" name="Rectangle 136"/>
            <p:cNvSpPr/>
            <p:nvPr/>
          </p:nvSpPr>
          <p:spPr>
            <a:xfrm>
              <a:off x="1089" y="3764"/>
              <a:ext cx="618"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1.763V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3" name="Rectangle 137"/>
            <p:cNvSpPr/>
            <p:nvPr/>
          </p:nvSpPr>
          <p:spPr>
            <a:xfrm>
              <a:off x="3641" y="3736"/>
              <a:ext cx="11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&gt;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4" name="Rectangle 138"/>
            <p:cNvSpPr/>
            <p:nvPr/>
          </p:nvSpPr>
          <p:spPr>
            <a:xfrm>
              <a:off x="2738" y="3736"/>
              <a:ext cx="11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5" name="Rectangle 139"/>
            <p:cNvSpPr/>
            <p:nvPr/>
          </p:nvSpPr>
          <p:spPr>
            <a:xfrm>
              <a:off x="1802" y="3736"/>
              <a:ext cx="11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26" name="Rectangle 140"/>
            <p:cNvSpPr/>
            <p:nvPr/>
          </p:nvSpPr>
          <p:spPr>
            <a:xfrm>
              <a:off x="938" y="3736"/>
              <a:ext cx="114" cy="12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grpSp>
      <p:grpSp>
        <p:nvGrpSpPr>
          <p:cNvPr id="17" name="Group 141"/>
          <p:cNvGrpSpPr/>
          <p:nvPr/>
        </p:nvGrpSpPr>
        <p:grpSpPr>
          <a:xfrm>
            <a:off x="1371600" y="4038600"/>
            <a:ext cx="5865813" cy="473075"/>
            <a:chOff x="493" y="3428"/>
            <a:chExt cx="3695" cy="416"/>
          </a:xfrm>
        </p:grpSpPr>
        <p:sp>
          <p:nvSpPr>
            <p:cNvPr id="34888" name="Rectangle 142"/>
            <p:cNvSpPr/>
            <p:nvPr/>
          </p:nvSpPr>
          <p:spPr>
            <a:xfrm>
              <a:off x="4119" y="3466"/>
              <a:ext cx="6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89" name="Rectangle 143"/>
            <p:cNvSpPr/>
            <p:nvPr/>
          </p:nvSpPr>
          <p:spPr>
            <a:xfrm>
              <a:off x="3711" y="3466"/>
              <a:ext cx="21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Fe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0" name="Rectangle 144"/>
            <p:cNvSpPr/>
            <p:nvPr/>
          </p:nvSpPr>
          <p:spPr>
            <a:xfrm>
              <a:off x="3609" y="3466"/>
              <a:ext cx="58"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1" name="Rectangle 145"/>
            <p:cNvSpPr/>
            <p:nvPr/>
          </p:nvSpPr>
          <p:spPr>
            <a:xfrm>
              <a:off x="3177" y="3466"/>
              <a:ext cx="21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Fe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2" name="Rectangle 146"/>
            <p:cNvSpPr/>
            <p:nvPr/>
          </p:nvSpPr>
          <p:spPr>
            <a:xfrm>
              <a:off x="3096" y="3466"/>
              <a:ext cx="6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3" name="Rectangle 147"/>
            <p:cNvSpPr/>
            <p:nvPr/>
          </p:nvSpPr>
          <p:spPr>
            <a:xfrm>
              <a:off x="2749" y="3466"/>
              <a:ext cx="52"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4" name="Rectangle 148"/>
            <p:cNvSpPr/>
            <p:nvPr/>
          </p:nvSpPr>
          <p:spPr>
            <a:xfrm>
              <a:off x="2519" y="3466"/>
              <a:ext cx="6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5" name="Rectangle 149"/>
            <p:cNvSpPr/>
            <p:nvPr/>
          </p:nvSpPr>
          <p:spPr>
            <a:xfrm>
              <a:off x="2354" y="3466"/>
              <a:ext cx="162"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6" name="Rectangle 150"/>
            <p:cNvSpPr/>
            <p:nvPr/>
          </p:nvSpPr>
          <p:spPr>
            <a:xfrm>
              <a:off x="2102" y="3466"/>
              <a:ext cx="162"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7" name="Rectangle 151"/>
            <p:cNvSpPr/>
            <p:nvPr/>
          </p:nvSpPr>
          <p:spPr>
            <a:xfrm>
              <a:off x="1999" y="3466"/>
              <a:ext cx="58"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8" name="Rectangle 152"/>
            <p:cNvSpPr/>
            <p:nvPr/>
          </p:nvSpPr>
          <p:spPr>
            <a:xfrm>
              <a:off x="1702" y="3466"/>
              <a:ext cx="162"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99" name="Rectangle 153"/>
            <p:cNvSpPr/>
            <p:nvPr/>
          </p:nvSpPr>
          <p:spPr>
            <a:xfrm>
              <a:off x="1450" y="3466"/>
              <a:ext cx="162"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00" name="Rectangle 154"/>
            <p:cNvSpPr/>
            <p:nvPr/>
          </p:nvSpPr>
          <p:spPr>
            <a:xfrm>
              <a:off x="1369" y="3466"/>
              <a:ext cx="69" cy="349"/>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01" name="Rectangle 155"/>
            <p:cNvSpPr/>
            <p:nvPr/>
          </p:nvSpPr>
          <p:spPr>
            <a:xfrm>
              <a:off x="3946" y="3443"/>
              <a:ext cx="68" cy="228"/>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Times New Roman" panose="02020603050405020304" pitchFamily="18" charset="0"/>
                  <a:ea typeface="宋体" panose="02010600030101010101" pitchFamily="2" charset="-122"/>
                </a:rPr>
                <a:t>2</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902" name="Rectangle 156"/>
            <p:cNvSpPr/>
            <p:nvPr/>
          </p:nvSpPr>
          <p:spPr>
            <a:xfrm>
              <a:off x="3408" y="3443"/>
              <a:ext cx="68" cy="228"/>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Times New Roman" panose="02020603050405020304" pitchFamily="18" charset="0"/>
                  <a:ea typeface="宋体" panose="02010600030101010101" pitchFamily="2" charset="-122"/>
                </a:rPr>
                <a:t>3</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903" name="Rectangle 157"/>
            <p:cNvSpPr/>
            <p:nvPr/>
          </p:nvSpPr>
          <p:spPr>
            <a:xfrm>
              <a:off x="2280" y="3616"/>
              <a:ext cx="68" cy="22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904" name="Rectangle 158"/>
            <p:cNvSpPr/>
            <p:nvPr/>
          </p:nvSpPr>
          <p:spPr>
            <a:xfrm>
              <a:off x="1876" y="3616"/>
              <a:ext cx="68" cy="22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905" name="Rectangle 159"/>
            <p:cNvSpPr/>
            <p:nvPr/>
          </p:nvSpPr>
          <p:spPr>
            <a:xfrm>
              <a:off x="1628" y="3616"/>
              <a:ext cx="68" cy="228"/>
            </a:xfrm>
            <a:prstGeom prst="rect">
              <a:avLst/>
            </a:prstGeom>
            <a:noFill/>
            <a:ln w="9525">
              <a:noFill/>
            </a:ln>
          </p:spPr>
          <p:txBody>
            <a:bodyPr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906" name="Rectangle 160"/>
            <p:cNvSpPr/>
            <p:nvPr/>
          </p:nvSpPr>
          <p:spPr>
            <a:xfrm>
              <a:off x="634" y="3616"/>
              <a:ext cx="211" cy="22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907" name="Rectangle 161"/>
            <p:cNvSpPr/>
            <p:nvPr/>
          </p:nvSpPr>
          <p:spPr>
            <a:xfrm>
              <a:off x="2632" y="3434"/>
              <a:ext cx="114" cy="348"/>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08" name="Rectangle 162"/>
            <p:cNvSpPr/>
            <p:nvPr/>
          </p:nvSpPr>
          <p:spPr>
            <a:xfrm>
              <a:off x="898" y="3434"/>
              <a:ext cx="114" cy="348"/>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09" name="Rectangle 163"/>
            <p:cNvSpPr/>
            <p:nvPr/>
          </p:nvSpPr>
          <p:spPr>
            <a:xfrm>
              <a:off x="4018" y="3428"/>
              <a:ext cx="75" cy="227"/>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910" name="Rectangle 164"/>
            <p:cNvSpPr/>
            <p:nvPr/>
          </p:nvSpPr>
          <p:spPr>
            <a:xfrm>
              <a:off x="3475" y="3428"/>
              <a:ext cx="75" cy="227"/>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911" name="Rectangle 165"/>
            <p:cNvSpPr/>
            <p:nvPr/>
          </p:nvSpPr>
          <p:spPr>
            <a:xfrm>
              <a:off x="2809" y="3466"/>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2" name="Rectangle 166"/>
            <p:cNvSpPr/>
            <p:nvPr/>
          </p:nvSpPr>
          <p:spPr>
            <a:xfrm>
              <a:off x="1082" y="3466"/>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913" name="Rectangle 167"/>
            <p:cNvSpPr/>
            <p:nvPr/>
          </p:nvSpPr>
          <p:spPr>
            <a:xfrm>
              <a:off x="493" y="3466"/>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34818" name="Object 168"/>
            <p:cNvGraphicFramePr>
              <a:graphicFrameLocks/>
            </p:cNvGraphicFramePr>
            <p:nvPr/>
          </p:nvGraphicFramePr>
          <p:xfrm>
            <a:off x="656" y="3448"/>
            <a:ext cx="171" cy="168"/>
          </p:xfrm>
          <a:graphic>
            <a:graphicData uri="http://schemas.openxmlformats.org/presentationml/2006/ole">
              <p:oleObj spid="_x0000_s129027" r:id="rId12" imgW="20669250" imgH="13163550" progId="">
                <p:embed/>
              </p:oleObj>
            </a:graphicData>
          </a:graphic>
        </p:graphicFrame>
        <p:graphicFrame>
          <p:nvGraphicFramePr>
            <p:cNvPr id="34819" name="Object 169"/>
            <p:cNvGraphicFramePr>
              <a:graphicFrameLocks/>
            </p:cNvGraphicFramePr>
            <p:nvPr/>
          </p:nvGraphicFramePr>
          <p:xfrm>
            <a:off x="1232" y="3448"/>
            <a:ext cx="171" cy="168"/>
          </p:xfrm>
          <a:graphic>
            <a:graphicData uri="http://schemas.openxmlformats.org/presentationml/2006/ole">
              <p:oleObj spid="_x0000_s129026" r:id="rId13" imgW="271780" imgH="266700" progId="">
                <p:embed/>
              </p:oleObj>
            </a:graphicData>
          </a:graphic>
        </p:graphicFrame>
        <p:graphicFrame>
          <p:nvGraphicFramePr>
            <p:cNvPr id="34820" name="Object 170"/>
            <p:cNvGraphicFramePr>
              <a:graphicFrameLocks/>
            </p:cNvGraphicFramePr>
            <p:nvPr/>
          </p:nvGraphicFramePr>
          <p:xfrm>
            <a:off x="2960" y="3448"/>
            <a:ext cx="171" cy="168"/>
          </p:xfrm>
          <a:graphic>
            <a:graphicData uri="http://schemas.openxmlformats.org/presentationml/2006/ole">
              <p:oleObj spid="_x0000_s129025" r:id="rId14" imgW="271780" imgH="266700" progId="">
                <p:embed/>
              </p:oleObj>
            </a:graphicData>
          </a:graphic>
        </p:graphicFrame>
      </p:grpSp>
      <p:grpSp>
        <p:nvGrpSpPr>
          <p:cNvPr id="18" name="Group 171"/>
          <p:cNvGrpSpPr/>
          <p:nvPr/>
        </p:nvGrpSpPr>
        <p:grpSpPr>
          <a:xfrm>
            <a:off x="990600" y="5181600"/>
            <a:ext cx="3946525" cy="439738"/>
            <a:chOff x="486" y="2765"/>
            <a:chExt cx="2296" cy="457"/>
          </a:xfrm>
        </p:grpSpPr>
        <p:sp>
          <p:nvSpPr>
            <p:cNvPr id="34878" name="Rectangle 172"/>
            <p:cNvSpPr/>
            <p:nvPr/>
          </p:nvSpPr>
          <p:spPr>
            <a:xfrm>
              <a:off x="1240" y="2801"/>
              <a:ext cx="202" cy="412"/>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Fe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79" name="Rectangle 173"/>
            <p:cNvSpPr/>
            <p:nvPr/>
          </p:nvSpPr>
          <p:spPr>
            <a:xfrm>
              <a:off x="1187" y="2801"/>
              <a:ext cx="48" cy="413"/>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80" name="Rectangle 174"/>
            <p:cNvSpPr/>
            <p:nvPr/>
          </p:nvSpPr>
          <p:spPr>
            <a:xfrm>
              <a:off x="738" y="2801"/>
              <a:ext cx="150" cy="413"/>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81" name="Rectangle 175"/>
            <p:cNvSpPr/>
            <p:nvPr/>
          </p:nvSpPr>
          <p:spPr>
            <a:xfrm>
              <a:off x="486" y="2801"/>
              <a:ext cx="150" cy="413"/>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82" name="Rectangle 176"/>
            <p:cNvSpPr/>
            <p:nvPr/>
          </p:nvSpPr>
          <p:spPr>
            <a:xfrm>
              <a:off x="1475" y="2781"/>
              <a:ext cx="63" cy="269"/>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Times New Roman" panose="02020603050405020304" pitchFamily="18" charset="0"/>
                  <a:ea typeface="宋体" panose="02010600030101010101" pitchFamily="2" charset="-122"/>
                </a:rPr>
                <a:t>2</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83" name="Rectangle 177"/>
            <p:cNvSpPr/>
            <p:nvPr/>
          </p:nvSpPr>
          <p:spPr>
            <a:xfrm>
              <a:off x="912" y="2953"/>
              <a:ext cx="63" cy="26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884" name="Rectangle 178"/>
            <p:cNvSpPr/>
            <p:nvPr/>
          </p:nvSpPr>
          <p:spPr>
            <a:xfrm>
              <a:off x="664" y="2953"/>
              <a:ext cx="63" cy="269"/>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885" name="Rectangle 179"/>
            <p:cNvSpPr/>
            <p:nvPr/>
          </p:nvSpPr>
          <p:spPr>
            <a:xfrm>
              <a:off x="1546" y="2765"/>
              <a:ext cx="70" cy="269"/>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86" name="Rectangle 180"/>
            <p:cNvSpPr/>
            <p:nvPr/>
          </p:nvSpPr>
          <p:spPr>
            <a:xfrm>
              <a:off x="1624" y="2808"/>
              <a:ext cx="1158" cy="412"/>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发生的反应：</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34887" name="Rectangle 181"/>
            <p:cNvSpPr/>
            <p:nvPr/>
          </p:nvSpPr>
          <p:spPr>
            <a:xfrm>
              <a:off x="979" y="2808"/>
              <a:ext cx="193" cy="412"/>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与</a:t>
              </a:r>
              <a:endParaRPr lang="zh-CN" altLang="en-US" sz="2600" i="0" dirty="0">
                <a:solidFill>
                  <a:srgbClr val="336600"/>
                </a:solidFill>
                <a:latin typeface="Arial" panose="020B0604020202020204" pitchFamily="34" charset="0"/>
                <a:ea typeface="宋体" panose="02010600030101010101" pitchFamily="2" charset="-122"/>
              </a:endParaRPr>
            </a:p>
          </p:txBody>
        </p:sp>
      </p:grpSp>
      <p:grpSp>
        <p:nvGrpSpPr>
          <p:cNvPr id="19" name="Group 182"/>
          <p:cNvGrpSpPr/>
          <p:nvPr/>
        </p:nvGrpSpPr>
        <p:grpSpPr>
          <a:xfrm>
            <a:off x="474663" y="5791200"/>
            <a:ext cx="8669337" cy="454025"/>
            <a:chOff x="653" y="3097"/>
            <a:chExt cx="5044" cy="440"/>
          </a:xfrm>
        </p:grpSpPr>
        <p:sp>
          <p:nvSpPr>
            <p:cNvPr id="34840" name="Rectangle 183"/>
            <p:cNvSpPr/>
            <p:nvPr/>
          </p:nvSpPr>
          <p:spPr>
            <a:xfrm>
              <a:off x="5601" y="3132"/>
              <a:ext cx="96"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1" name="Rectangle 184"/>
            <p:cNvSpPr/>
            <p:nvPr/>
          </p:nvSpPr>
          <p:spPr>
            <a:xfrm>
              <a:off x="5534"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2" name="Rectangle 185"/>
            <p:cNvSpPr/>
            <p:nvPr/>
          </p:nvSpPr>
          <p:spPr>
            <a:xfrm>
              <a:off x="5471" y="3132"/>
              <a:ext cx="5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l</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3" name="Rectangle 186"/>
            <p:cNvSpPr/>
            <p:nvPr/>
          </p:nvSpPr>
          <p:spPr>
            <a:xfrm>
              <a:off x="5393"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4" name="Rectangle 187"/>
            <p:cNvSpPr/>
            <p:nvPr/>
          </p:nvSpPr>
          <p:spPr>
            <a:xfrm>
              <a:off x="5227" y="3132"/>
              <a:ext cx="149"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5" name="Rectangle 188"/>
            <p:cNvSpPr/>
            <p:nvPr/>
          </p:nvSpPr>
          <p:spPr>
            <a:xfrm>
              <a:off x="4862" y="3132"/>
              <a:ext cx="246"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6" name="Rectangle 189"/>
            <p:cNvSpPr/>
            <p:nvPr/>
          </p:nvSpPr>
          <p:spPr>
            <a:xfrm>
              <a:off x="4624" y="3132"/>
              <a:ext cx="6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7" name="Rectangle 190"/>
            <p:cNvSpPr/>
            <p:nvPr/>
          </p:nvSpPr>
          <p:spPr>
            <a:xfrm>
              <a:off x="4405" y="3132"/>
              <a:ext cx="20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8" name="Rectangle 191"/>
            <p:cNvSpPr/>
            <p:nvPr/>
          </p:nvSpPr>
          <p:spPr>
            <a:xfrm>
              <a:off x="4327"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49" name="Rectangle 192"/>
            <p:cNvSpPr/>
            <p:nvPr/>
          </p:nvSpPr>
          <p:spPr>
            <a:xfrm>
              <a:off x="3975" y="3132"/>
              <a:ext cx="20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Fe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0" name="Rectangle 193"/>
            <p:cNvSpPr/>
            <p:nvPr/>
          </p:nvSpPr>
          <p:spPr>
            <a:xfrm>
              <a:off x="3859" y="3132"/>
              <a:ext cx="96"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1" name="Rectangle 194"/>
            <p:cNvSpPr/>
            <p:nvPr/>
          </p:nvSpPr>
          <p:spPr>
            <a:xfrm>
              <a:off x="3375"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2" name="Rectangle 195"/>
            <p:cNvSpPr/>
            <p:nvPr/>
          </p:nvSpPr>
          <p:spPr>
            <a:xfrm>
              <a:off x="3156" y="3132"/>
              <a:ext cx="203" cy="385"/>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3" name="Rectangle 196"/>
            <p:cNvSpPr/>
            <p:nvPr/>
          </p:nvSpPr>
          <p:spPr>
            <a:xfrm>
              <a:off x="3079"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4" name="Rectangle 197"/>
            <p:cNvSpPr/>
            <p:nvPr/>
          </p:nvSpPr>
          <p:spPr>
            <a:xfrm>
              <a:off x="2734" y="3132"/>
              <a:ext cx="246"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5" name="Rectangle 198"/>
            <p:cNvSpPr/>
            <p:nvPr/>
          </p:nvSpPr>
          <p:spPr>
            <a:xfrm>
              <a:off x="2547" y="3132"/>
              <a:ext cx="48"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6" name="Rectangle 199"/>
            <p:cNvSpPr/>
            <p:nvPr/>
          </p:nvSpPr>
          <p:spPr>
            <a:xfrm>
              <a:off x="2480"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7" name="Rectangle 200"/>
            <p:cNvSpPr/>
            <p:nvPr/>
          </p:nvSpPr>
          <p:spPr>
            <a:xfrm>
              <a:off x="2261" y="3132"/>
              <a:ext cx="20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8" name="Rectangle 201"/>
            <p:cNvSpPr/>
            <p:nvPr/>
          </p:nvSpPr>
          <p:spPr>
            <a:xfrm>
              <a:off x="2205" y="3132"/>
              <a:ext cx="6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59" name="Rectangle 202"/>
            <p:cNvSpPr/>
            <p:nvPr/>
          </p:nvSpPr>
          <p:spPr>
            <a:xfrm>
              <a:off x="1827" y="3132"/>
              <a:ext cx="202"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Fe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0" name="Rectangle 203"/>
            <p:cNvSpPr/>
            <p:nvPr/>
          </p:nvSpPr>
          <p:spPr>
            <a:xfrm>
              <a:off x="1711" y="3132"/>
              <a:ext cx="96"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1" name="Rectangle 204"/>
            <p:cNvSpPr/>
            <p:nvPr/>
          </p:nvSpPr>
          <p:spPr>
            <a:xfrm>
              <a:off x="1467" y="3132"/>
              <a:ext cx="6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2" name="Rectangle 205"/>
            <p:cNvSpPr/>
            <p:nvPr/>
          </p:nvSpPr>
          <p:spPr>
            <a:xfrm>
              <a:off x="1248" y="3132"/>
              <a:ext cx="203"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3" name="Rectangle 206"/>
            <p:cNvSpPr/>
            <p:nvPr/>
          </p:nvSpPr>
          <p:spPr>
            <a:xfrm>
              <a:off x="1171" y="3132"/>
              <a:ext cx="64"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4" name="Rectangle 207"/>
            <p:cNvSpPr/>
            <p:nvPr/>
          </p:nvSpPr>
          <p:spPr>
            <a:xfrm>
              <a:off x="905" y="3132"/>
              <a:ext cx="150"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5" name="Rectangle 208"/>
            <p:cNvSpPr/>
            <p:nvPr/>
          </p:nvSpPr>
          <p:spPr>
            <a:xfrm>
              <a:off x="653" y="3132"/>
              <a:ext cx="150" cy="38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66" name="Rectangle 209"/>
            <p:cNvSpPr/>
            <p:nvPr/>
          </p:nvSpPr>
          <p:spPr>
            <a:xfrm>
              <a:off x="5154" y="3286"/>
              <a:ext cx="63" cy="25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867" name="Rectangle 210"/>
            <p:cNvSpPr/>
            <p:nvPr/>
          </p:nvSpPr>
          <p:spPr>
            <a:xfrm>
              <a:off x="4206" y="3114"/>
              <a:ext cx="63" cy="25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Times New Roman" panose="02020603050405020304" pitchFamily="18" charset="0"/>
                  <a:ea typeface="宋体" panose="02010600030101010101" pitchFamily="2" charset="-122"/>
                </a:rPr>
                <a:t>3</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68" name="Rectangle 211"/>
            <p:cNvSpPr/>
            <p:nvPr/>
          </p:nvSpPr>
          <p:spPr>
            <a:xfrm>
              <a:off x="2062" y="3114"/>
              <a:ext cx="62" cy="25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Times New Roman" panose="02020603050405020304" pitchFamily="18" charset="0"/>
                  <a:ea typeface="宋体" panose="02010600030101010101" pitchFamily="2" charset="-122"/>
                </a:rPr>
                <a:t>2</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69" name="Rectangle 212"/>
            <p:cNvSpPr/>
            <p:nvPr/>
          </p:nvSpPr>
          <p:spPr>
            <a:xfrm>
              <a:off x="1079" y="3286"/>
              <a:ext cx="63" cy="25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870" name="Rectangle 213"/>
            <p:cNvSpPr/>
            <p:nvPr/>
          </p:nvSpPr>
          <p:spPr>
            <a:xfrm>
              <a:off x="831" y="3286"/>
              <a:ext cx="63" cy="25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34871" name="Rectangle 214"/>
            <p:cNvSpPr/>
            <p:nvPr/>
          </p:nvSpPr>
          <p:spPr>
            <a:xfrm>
              <a:off x="4736" y="3105"/>
              <a:ext cx="106" cy="38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72" name="Rectangle 215"/>
            <p:cNvSpPr/>
            <p:nvPr/>
          </p:nvSpPr>
          <p:spPr>
            <a:xfrm>
              <a:off x="2600" y="3105"/>
              <a:ext cx="105" cy="38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73" name="Rectangle 216"/>
            <p:cNvSpPr/>
            <p:nvPr/>
          </p:nvSpPr>
          <p:spPr>
            <a:xfrm>
              <a:off x="1580" y="3105"/>
              <a:ext cx="106" cy="38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34874" name="Rectangle 217"/>
            <p:cNvSpPr/>
            <p:nvPr/>
          </p:nvSpPr>
          <p:spPr>
            <a:xfrm>
              <a:off x="4273" y="3097"/>
              <a:ext cx="69" cy="25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75" name="Rectangle 218"/>
            <p:cNvSpPr/>
            <p:nvPr/>
          </p:nvSpPr>
          <p:spPr>
            <a:xfrm>
              <a:off x="3025" y="3097"/>
              <a:ext cx="69" cy="25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76" name="Rectangle 219"/>
            <p:cNvSpPr/>
            <p:nvPr/>
          </p:nvSpPr>
          <p:spPr>
            <a:xfrm>
              <a:off x="2134" y="3097"/>
              <a:ext cx="69" cy="25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34877" name="Line 220"/>
            <p:cNvSpPr/>
            <p:nvPr/>
          </p:nvSpPr>
          <p:spPr>
            <a:xfrm>
              <a:off x="3504" y="3296"/>
              <a:ext cx="336" cy="0"/>
            </a:xfrm>
            <a:prstGeom prst="line">
              <a:avLst/>
            </a:prstGeom>
            <a:ln w="9525" cap="flat" cmpd="sng">
              <a:solidFill>
                <a:schemeClr val="tx1"/>
              </a:solidFill>
              <a:prstDash val="solid"/>
              <a:headEnd type="none" w="sm" len="sm"/>
              <a:tailEnd type="stealth" w="med" len="lg"/>
            </a:ln>
          </p:spPr>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1796"/>
                                        </p:tgtEl>
                                        <p:attrNameLst>
                                          <p:attrName>style.visibility</p:attrName>
                                        </p:attrNameLst>
                                      </p:cBhvr>
                                      <p:to>
                                        <p:strVal val="visible"/>
                                      </p:to>
                                    </p:set>
                                    <p:animEffect transition="in" filter="wipe(left)">
                                      <p:cBhvr>
                                        <p:cTn id="7" dur="500"/>
                                        <p:tgtEl>
                                          <p:spTgt spid="16179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wipe(left)">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500"/>
                                        <p:tgtEl>
                                          <p:spTgt spid="1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wipe(left)">
                                      <p:cBhvr>
                                        <p:cTn id="42" dur="500"/>
                                        <p:tgtEl>
                                          <p:spTgt spid="18"/>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left)">
                                      <p:cBhvr>
                                        <p:cTn id="4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6" grpId="0"/>
    </p:bld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5850" name="Group 2"/>
          <p:cNvGrpSpPr/>
          <p:nvPr/>
        </p:nvGrpSpPr>
        <p:grpSpPr>
          <a:xfrm>
            <a:off x="285720" y="1571612"/>
            <a:ext cx="5331650" cy="438150"/>
            <a:chOff x="83" y="876"/>
            <a:chExt cx="4121" cy="276"/>
          </a:xfrm>
        </p:grpSpPr>
        <p:sp>
          <p:nvSpPr>
            <p:cNvPr id="35984" name="Rectangle 3"/>
            <p:cNvSpPr/>
            <p:nvPr/>
          </p:nvSpPr>
          <p:spPr>
            <a:xfrm>
              <a:off x="3427" y="884"/>
              <a:ext cx="777" cy="252"/>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mj-lt"/>
                </a:rPr>
                <a:t>进行？</a:t>
              </a:r>
            </a:p>
          </p:txBody>
        </p:sp>
        <p:sp>
          <p:nvSpPr>
            <p:cNvPr id="35985" name="Rectangle 4"/>
            <p:cNvSpPr/>
            <p:nvPr/>
          </p:nvSpPr>
          <p:spPr>
            <a:xfrm>
              <a:off x="3401" y="876"/>
              <a:ext cx="52" cy="250"/>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mj-lt"/>
                </a:rPr>
                <a:t> </a:t>
              </a:r>
            </a:p>
          </p:txBody>
        </p:sp>
        <p:sp>
          <p:nvSpPr>
            <p:cNvPr id="35986" name="Rectangle 5"/>
            <p:cNvSpPr/>
            <p:nvPr/>
          </p:nvSpPr>
          <p:spPr>
            <a:xfrm>
              <a:off x="2787" y="876"/>
              <a:ext cx="644"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          </a:t>
              </a:r>
            </a:p>
          </p:txBody>
        </p:sp>
        <p:sp>
          <p:nvSpPr>
            <p:cNvPr id="35987" name="Rectangle 6"/>
            <p:cNvSpPr/>
            <p:nvPr/>
          </p:nvSpPr>
          <p:spPr>
            <a:xfrm>
              <a:off x="908" y="884"/>
              <a:ext cx="2590" cy="252"/>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mj-lt"/>
                </a:rPr>
                <a:t>时的标准态下能否向右</a:t>
              </a:r>
            </a:p>
          </p:txBody>
        </p:sp>
        <p:sp>
          <p:nvSpPr>
            <p:cNvPr id="35988" name="Rectangle 7"/>
            <p:cNvSpPr/>
            <p:nvPr/>
          </p:nvSpPr>
          <p:spPr>
            <a:xfrm>
              <a:off x="385" y="900"/>
              <a:ext cx="536"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25℃</a:t>
              </a:r>
            </a:p>
          </p:txBody>
        </p:sp>
        <p:sp>
          <p:nvSpPr>
            <p:cNvPr id="35989" name="Rectangle 8"/>
            <p:cNvSpPr/>
            <p:nvPr/>
          </p:nvSpPr>
          <p:spPr>
            <a:xfrm>
              <a:off x="267" y="876"/>
              <a:ext cx="129"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  </a:t>
              </a:r>
            </a:p>
          </p:txBody>
        </p:sp>
        <p:sp>
          <p:nvSpPr>
            <p:cNvPr id="35990" name="Rectangle 9"/>
            <p:cNvSpPr/>
            <p:nvPr/>
          </p:nvSpPr>
          <p:spPr>
            <a:xfrm>
              <a:off x="109" y="884"/>
              <a:ext cx="259" cy="252"/>
            </a:xfrm>
            <a:prstGeom prst="rect">
              <a:avLst/>
            </a:prstGeom>
            <a:noFill/>
            <a:ln w="9525">
              <a:noFill/>
            </a:ln>
          </p:spPr>
          <p:txBody>
            <a:bodyPr wrap="none" lIns="0" tIns="0" rIns="0" bIns="0">
              <a:spAutoFit/>
            </a:bodyPr>
            <a:lstStyle/>
            <a:p>
              <a:pPr>
                <a:spcBef>
                  <a:spcPct val="0"/>
                </a:spcBef>
              </a:pPr>
              <a:r>
                <a:rPr lang="zh-CN" altLang="en-US" sz="2600" i="0" dirty="0">
                  <a:solidFill>
                    <a:schemeClr val="tx1"/>
                  </a:solidFill>
                  <a:latin typeface="+mj-lt"/>
                </a:rPr>
                <a:t>在</a:t>
              </a:r>
            </a:p>
          </p:txBody>
        </p:sp>
        <p:sp>
          <p:nvSpPr>
            <p:cNvPr id="35991" name="Rectangle 10"/>
            <p:cNvSpPr/>
            <p:nvPr/>
          </p:nvSpPr>
          <p:spPr>
            <a:xfrm>
              <a:off x="83" y="876"/>
              <a:ext cx="64"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 </a:t>
              </a:r>
            </a:p>
          </p:txBody>
        </p:sp>
      </p:grpSp>
      <p:grpSp>
        <p:nvGrpSpPr>
          <p:cNvPr id="35851" name="Group 38"/>
          <p:cNvGrpSpPr/>
          <p:nvPr/>
        </p:nvGrpSpPr>
        <p:grpSpPr>
          <a:xfrm>
            <a:off x="285710" y="304800"/>
            <a:ext cx="2061738" cy="452438"/>
            <a:chOff x="554" y="100"/>
            <a:chExt cx="756" cy="285"/>
          </a:xfrm>
        </p:grpSpPr>
        <p:sp>
          <p:nvSpPr>
            <p:cNvPr id="35977" name="Rectangle 40"/>
            <p:cNvSpPr/>
            <p:nvPr/>
          </p:nvSpPr>
          <p:spPr>
            <a:xfrm>
              <a:off x="1227" y="100"/>
              <a:ext cx="0" cy="252"/>
            </a:xfrm>
            <a:prstGeom prst="rect">
              <a:avLst/>
            </a:prstGeom>
            <a:noFill/>
            <a:ln w="9525">
              <a:noFill/>
            </a:ln>
          </p:spPr>
          <p:txBody>
            <a:bodyPr wrap="none" lIns="0" tIns="0" rIns="0" bIns="0">
              <a:spAutoFit/>
            </a:bodyPr>
            <a:lstStyle/>
            <a:p>
              <a:pPr>
                <a:spcBef>
                  <a:spcPct val="0"/>
                </a:spcBef>
              </a:pPr>
              <a:endParaRPr lang="zh-CN" altLang="zh-CN" sz="2600" i="0" dirty="0">
                <a:solidFill>
                  <a:schemeClr val="tx1"/>
                </a:solidFill>
                <a:latin typeface="+mj-lt"/>
              </a:endParaRPr>
            </a:p>
          </p:txBody>
        </p:sp>
        <p:sp>
          <p:nvSpPr>
            <p:cNvPr id="35978" name="Rectangle 41"/>
            <p:cNvSpPr/>
            <p:nvPr/>
          </p:nvSpPr>
          <p:spPr>
            <a:xfrm>
              <a:off x="1124" y="100"/>
              <a:ext cx="0" cy="252"/>
            </a:xfrm>
            <a:prstGeom prst="rect">
              <a:avLst/>
            </a:prstGeom>
            <a:noFill/>
            <a:ln w="9525">
              <a:noFill/>
            </a:ln>
          </p:spPr>
          <p:txBody>
            <a:bodyPr wrap="none" lIns="0" tIns="0" rIns="0" bIns="0">
              <a:spAutoFit/>
            </a:bodyPr>
            <a:lstStyle/>
            <a:p>
              <a:pPr>
                <a:spcBef>
                  <a:spcPct val="0"/>
                </a:spcBef>
              </a:pPr>
              <a:endParaRPr lang="zh-CN" altLang="zh-CN" sz="2600" i="0" dirty="0">
                <a:solidFill>
                  <a:schemeClr val="tx1"/>
                </a:solidFill>
                <a:latin typeface="+mj-lt"/>
              </a:endParaRPr>
            </a:p>
          </p:txBody>
        </p:sp>
        <p:sp>
          <p:nvSpPr>
            <p:cNvPr id="35979" name="Rectangle 42"/>
            <p:cNvSpPr/>
            <p:nvPr/>
          </p:nvSpPr>
          <p:spPr>
            <a:xfrm>
              <a:off x="1063" y="100"/>
              <a:ext cx="105" cy="250"/>
            </a:xfrm>
            <a:prstGeom prst="rect">
              <a:avLst/>
            </a:prstGeom>
            <a:noFill/>
            <a:ln w="9525">
              <a:noFill/>
            </a:ln>
          </p:spPr>
          <p:txBody>
            <a:bodyPr lIns="0" tIns="0" rIns="0" bIns="0">
              <a:spAutoFit/>
            </a:bodyPr>
            <a:lstStyle/>
            <a:p>
              <a:pPr>
                <a:spcBef>
                  <a:spcPct val="0"/>
                </a:spcBef>
              </a:pPr>
              <a:endParaRPr lang="zh-CN" altLang="zh-CN" sz="2600" i="0" dirty="0">
                <a:solidFill>
                  <a:schemeClr val="tx1"/>
                </a:solidFill>
                <a:latin typeface="+mj-lt"/>
              </a:endParaRPr>
            </a:p>
          </p:txBody>
        </p:sp>
        <p:sp>
          <p:nvSpPr>
            <p:cNvPr id="35980" name="Rectangle 43"/>
            <p:cNvSpPr/>
            <p:nvPr/>
          </p:nvSpPr>
          <p:spPr>
            <a:xfrm>
              <a:off x="948" y="100"/>
              <a:ext cx="61"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  </a:t>
              </a:r>
            </a:p>
          </p:txBody>
        </p:sp>
        <p:sp>
          <p:nvSpPr>
            <p:cNvPr id="35981" name="Rectangle 44"/>
            <p:cNvSpPr/>
            <p:nvPr/>
          </p:nvSpPr>
          <p:spPr>
            <a:xfrm>
              <a:off x="554" y="133"/>
              <a:ext cx="756" cy="252"/>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rPr>
                <a:t>(1)</a:t>
              </a:r>
              <a:r>
                <a:rPr lang="zh-CN" altLang="en-US" sz="2600" i="0" dirty="0">
                  <a:solidFill>
                    <a:schemeClr val="tx1"/>
                  </a:solidFill>
                  <a:latin typeface="+mj-lt"/>
                </a:rPr>
                <a:t>试判断反应</a:t>
              </a:r>
            </a:p>
          </p:txBody>
        </p:sp>
        <p:sp>
          <p:nvSpPr>
            <p:cNvPr id="35982" name="Rectangle 45"/>
            <p:cNvSpPr/>
            <p:nvPr/>
          </p:nvSpPr>
          <p:spPr>
            <a:xfrm>
              <a:off x="883" y="108"/>
              <a:ext cx="0" cy="252"/>
            </a:xfrm>
            <a:prstGeom prst="rect">
              <a:avLst/>
            </a:prstGeom>
            <a:noFill/>
            <a:ln w="9525">
              <a:noFill/>
            </a:ln>
          </p:spPr>
          <p:txBody>
            <a:bodyPr wrap="none" lIns="0" tIns="0" rIns="0" bIns="0">
              <a:spAutoFit/>
            </a:bodyPr>
            <a:lstStyle/>
            <a:p>
              <a:pPr>
                <a:spcBef>
                  <a:spcPct val="0"/>
                </a:spcBef>
              </a:pPr>
              <a:endParaRPr lang="zh-CN" altLang="zh-CN" sz="2600" i="0" dirty="0">
                <a:solidFill>
                  <a:schemeClr val="tx1"/>
                </a:solidFill>
                <a:latin typeface="+mj-lt"/>
              </a:endParaRPr>
            </a:p>
          </p:txBody>
        </p:sp>
        <p:sp>
          <p:nvSpPr>
            <p:cNvPr id="35983" name="Rectangle 46"/>
            <p:cNvSpPr/>
            <p:nvPr/>
          </p:nvSpPr>
          <p:spPr>
            <a:xfrm>
              <a:off x="561" y="108"/>
              <a:ext cx="0" cy="252"/>
            </a:xfrm>
            <a:prstGeom prst="rect">
              <a:avLst/>
            </a:prstGeom>
            <a:noFill/>
            <a:ln w="9525">
              <a:noFill/>
            </a:ln>
          </p:spPr>
          <p:txBody>
            <a:bodyPr wrap="none" lIns="0" tIns="0" rIns="0" bIns="0">
              <a:spAutoFit/>
            </a:bodyPr>
            <a:lstStyle/>
            <a:p>
              <a:pPr>
                <a:spcBef>
                  <a:spcPct val="0"/>
                </a:spcBef>
              </a:pPr>
              <a:endParaRPr lang="zh-CN" altLang="zh-CN" sz="2600" i="0" dirty="0">
                <a:solidFill>
                  <a:schemeClr val="tx1"/>
                </a:solidFill>
                <a:latin typeface="+mj-lt"/>
              </a:endParaRPr>
            </a:p>
          </p:txBody>
        </p:sp>
      </p:grpSp>
      <p:grpSp>
        <p:nvGrpSpPr>
          <p:cNvPr id="35852" name="Group 47"/>
          <p:cNvGrpSpPr/>
          <p:nvPr/>
        </p:nvGrpSpPr>
        <p:grpSpPr>
          <a:xfrm>
            <a:off x="357158" y="928670"/>
            <a:ext cx="8634412" cy="498283"/>
            <a:chOff x="83" y="443"/>
            <a:chExt cx="5439" cy="386"/>
          </a:xfrm>
        </p:grpSpPr>
        <p:sp>
          <p:nvSpPr>
            <p:cNvPr id="35953" name="Rectangle 48"/>
            <p:cNvSpPr/>
            <p:nvPr/>
          </p:nvSpPr>
          <p:spPr>
            <a:xfrm>
              <a:off x="5118" y="473"/>
              <a:ext cx="404"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O(1)</a:t>
              </a:r>
            </a:p>
          </p:txBody>
        </p:sp>
        <p:sp>
          <p:nvSpPr>
            <p:cNvPr id="35954" name="Rectangle 49"/>
            <p:cNvSpPr/>
            <p:nvPr/>
          </p:nvSpPr>
          <p:spPr>
            <a:xfrm>
              <a:off x="4723" y="473"/>
              <a:ext cx="266"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2H</a:t>
              </a:r>
            </a:p>
          </p:txBody>
        </p:sp>
        <p:sp>
          <p:nvSpPr>
            <p:cNvPr id="35955" name="Rectangle 50"/>
            <p:cNvSpPr/>
            <p:nvPr/>
          </p:nvSpPr>
          <p:spPr>
            <a:xfrm>
              <a:off x="4477" y="473"/>
              <a:ext cx="7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56" name="Rectangle 51"/>
            <p:cNvSpPr/>
            <p:nvPr/>
          </p:nvSpPr>
          <p:spPr>
            <a:xfrm>
              <a:off x="4347" y="473"/>
              <a:ext cx="104"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g</a:t>
              </a:r>
            </a:p>
          </p:txBody>
        </p:sp>
        <p:sp>
          <p:nvSpPr>
            <p:cNvPr id="35957" name="Rectangle 52"/>
            <p:cNvSpPr/>
            <p:nvPr/>
          </p:nvSpPr>
          <p:spPr>
            <a:xfrm>
              <a:off x="4263" y="473"/>
              <a:ext cx="7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58" name="Rectangle 53"/>
            <p:cNvSpPr/>
            <p:nvPr/>
          </p:nvSpPr>
          <p:spPr>
            <a:xfrm>
              <a:off x="3921" y="473"/>
              <a:ext cx="208"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Cl</a:t>
              </a:r>
            </a:p>
          </p:txBody>
        </p:sp>
        <p:sp>
          <p:nvSpPr>
            <p:cNvPr id="35959" name="Rectangle 54"/>
            <p:cNvSpPr/>
            <p:nvPr/>
          </p:nvSpPr>
          <p:spPr>
            <a:xfrm>
              <a:off x="3312" y="473"/>
              <a:ext cx="358"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(aq)</a:t>
              </a:r>
            </a:p>
          </p:txBody>
        </p:sp>
        <p:sp>
          <p:nvSpPr>
            <p:cNvPr id="35960" name="Rectangle 55"/>
            <p:cNvSpPr/>
            <p:nvPr/>
          </p:nvSpPr>
          <p:spPr>
            <a:xfrm>
              <a:off x="2630" y="473"/>
              <a:ext cx="520" cy="307"/>
            </a:xfrm>
            <a:prstGeom prst="rect">
              <a:avLst/>
            </a:prstGeom>
            <a:noFill/>
            <a:ln w="9525">
              <a:noFill/>
            </a:ln>
          </p:spPr>
          <p:txBody>
            <a:bodyPr lIns="0" tIns="0" rIns="0" bIns="0">
              <a:spAutoFit/>
            </a:bodyPr>
            <a:lstStyle/>
            <a:p>
              <a:pPr>
                <a:spcBef>
                  <a:spcPct val="0"/>
                </a:spcBef>
              </a:pPr>
              <a:r>
                <a:rPr lang="en-US" altLang="zh-CN" sz="2600" i="0" dirty="0">
                  <a:solidFill>
                    <a:schemeClr val="tx1"/>
                  </a:solidFill>
                  <a:latin typeface="+mj-lt"/>
                  <a:ea typeface="宋体" panose="02010600030101010101" pitchFamily="2" charset="-122"/>
                </a:rPr>
                <a:t>MnCl</a:t>
              </a:r>
            </a:p>
          </p:txBody>
        </p:sp>
        <p:sp>
          <p:nvSpPr>
            <p:cNvPr id="35961" name="Rectangle 56"/>
            <p:cNvSpPr/>
            <p:nvPr/>
          </p:nvSpPr>
          <p:spPr>
            <a:xfrm>
              <a:off x="2572" y="473"/>
              <a:ext cx="52"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 </a:t>
              </a:r>
            </a:p>
          </p:txBody>
        </p:sp>
        <p:sp>
          <p:nvSpPr>
            <p:cNvPr id="35962" name="Rectangle 57"/>
            <p:cNvSpPr/>
            <p:nvPr/>
          </p:nvSpPr>
          <p:spPr>
            <a:xfrm>
              <a:off x="2224" y="473"/>
              <a:ext cx="52"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 </a:t>
              </a:r>
            </a:p>
          </p:txBody>
        </p:sp>
        <p:sp>
          <p:nvSpPr>
            <p:cNvPr id="35963" name="Rectangle 58"/>
            <p:cNvSpPr/>
            <p:nvPr/>
          </p:nvSpPr>
          <p:spPr>
            <a:xfrm>
              <a:off x="1288" y="473"/>
              <a:ext cx="832"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4HCl(aq)</a:t>
              </a:r>
            </a:p>
          </p:txBody>
        </p:sp>
        <p:sp>
          <p:nvSpPr>
            <p:cNvPr id="35964" name="Rectangle 59"/>
            <p:cNvSpPr/>
            <p:nvPr/>
          </p:nvSpPr>
          <p:spPr>
            <a:xfrm>
              <a:off x="1011" y="473"/>
              <a:ext cx="7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65" name="Rectangle 60"/>
            <p:cNvSpPr/>
            <p:nvPr/>
          </p:nvSpPr>
          <p:spPr>
            <a:xfrm>
              <a:off x="911" y="473"/>
              <a:ext cx="82"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s</a:t>
              </a:r>
            </a:p>
          </p:txBody>
        </p:sp>
        <p:sp>
          <p:nvSpPr>
            <p:cNvPr id="35966" name="Rectangle 61"/>
            <p:cNvSpPr/>
            <p:nvPr/>
          </p:nvSpPr>
          <p:spPr>
            <a:xfrm>
              <a:off x="831" y="473"/>
              <a:ext cx="7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67" name="Rectangle 62"/>
            <p:cNvSpPr/>
            <p:nvPr/>
          </p:nvSpPr>
          <p:spPr>
            <a:xfrm>
              <a:off x="202" y="473"/>
              <a:ext cx="474"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MnO</a:t>
              </a:r>
            </a:p>
          </p:txBody>
        </p:sp>
        <p:sp>
          <p:nvSpPr>
            <p:cNvPr id="35968" name="Rectangle 63"/>
            <p:cNvSpPr/>
            <p:nvPr/>
          </p:nvSpPr>
          <p:spPr>
            <a:xfrm>
              <a:off x="83" y="473"/>
              <a:ext cx="104" cy="307"/>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  </a:t>
              </a:r>
            </a:p>
          </p:txBody>
        </p:sp>
        <p:sp>
          <p:nvSpPr>
            <p:cNvPr id="35969" name="Rectangle 64"/>
            <p:cNvSpPr/>
            <p:nvPr/>
          </p:nvSpPr>
          <p:spPr>
            <a:xfrm>
              <a:off x="5039" y="622"/>
              <a:ext cx="70" cy="207"/>
            </a:xfrm>
            <a:prstGeom prst="rect">
              <a:avLst/>
            </a:prstGeom>
            <a:noFill/>
            <a:ln w="9525">
              <a:noFill/>
            </a:ln>
          </p:spPr>
          <p:txBody>
            <a:bodyPr wrap="none" lIns="0" tIns="0" rIns="0" bIns="0">
              <a:spAutoFit/>
            </a:bodyPr>
            <a:lstStyle/>
            <a:p>
              <a:pPr>
                <a:spcBef>
                  <a:spcPct val="0"/>
                </a:spcBef>
              </a:pPr>
              <a:r>
                <a:rPr lang="en-US" altLang="zh-CN" sz="2600" i="0" baseline="-25000" dirty="0">
                  <a:solidFill>
                    <a:schemeClr val="tx1"/>
                  </a:solidFill>
                  <a:latin typeface="+mj-lt"/>
                  <a:ea typeface="宋体" panose="02010600030101010101" pitchFamily="2" charset="-122"/>
                </a:rPr>
                <a:t>2</a:t>
              </a:r>
            </a:p>
          </p:txBody>
        </p:sp>
        <p:sp>
          <p:nvSpPr>
            <p:cNvPr id="35970" name="Rectangle 65"/>
            <p:cNvSpPr/>
            <p:nvPr/>
          </p:nvSpPr>
          <p:spPr>
            <a:xfrm>
              <a:off x="4164" y="622"/>
              <a:ext cx="70" cy="207"/>
            </a:xfrm>
            <a:prstGeom prst="rect">
              <a:avLst/>
            </a:prstGeom>
            <a:noFill/>
            <a:ln w="9525">
              <a:noFill/>
            </a:ln>
          </p:spPr>
          <p:txBody>
            <a:bodyPr wrap="none" lIns="0" tIns="0" rIns="0" bIns="0">
              <a:spAutoFit/>
            </a:bodyPr>
            <a:lstStyle/>
            <a:p>
              <a:pPr>
                <a:spcBef>
                  <a:spcPct val="0"/>
                </a:spcBef>
              </a:pPr>
              <a:r>
                <a:rPr lang="en-US" altLang="zh-CN" sz="2600" i="0" baseline="-25000" dirty="0">
                  <a:solidFill>
                    <a:schemeClr val="tx1"/>
                  </a:solidFill>
                  <a:latin typeface="+mj-lt"/>
                  <a:ea typeface="宋体" panose="02010600030101010101" pitchFamily="2" charset="-122"/>
                </a:rPr>
                <a:t>2</a:t>
              </a:r>
            </a:p>
          </p:txBody>
        </p:sp>
        <p:sp>
          <p:nvSpPr>
            <p:cNvPr id="35971" name="Rectangle 66"/>
            <p:cNvSpPr/>
            <p:nvPr/>
          </p:nvSpPr>
          <p:spPr>
            <a:xfrm>
              <a:off x="3213" y="622"/>
              <a:ext cx="70" cy="207"/>
            </a:xfrm>
            <a:prstGeom prst="rect">
              <a:avLst/>
            </a:prstGeom>
            <a:noFill/>
            <a:ln w="9525">
              <a:noFill/>
            </a:ln>
          </p:spPr>
          <p:txBody>
            <a:bodyPr wrap="none" lIns="0" tIns="0" rIns="0" bIns="0">
              <a:spAutoFit/>
            </a:bodyPr>
            <a:lstStyle/>
            <a:p>
              <a:pPr>
                <a:spcBef>
                  <a:spcPct val="0"/>
                </a:spcBef>
              </a:pPr>
              <a:r>
                <a:rPr lang="en-US" altLang="zh-CN" sz="2600" i="0" baseline="-25000" dirty="0">
                  <a:solidFill>
                    <a:schemeClr val="tx1"/>
                  </a:solidFill>
                  <a:latin typeface="+mj-lt"/>
                  <a:ea typeface="宋体" panose="02010600030101010101" pitchFamily="2" charset="-122"/>
                </a:rPr>
                <a:t>2</a:t>
              </a:r>
            </a:p>
          </p:txBody>
        </p:sp>
        <p:sp>
          <p:nvSpPr>
            <p:cNvPr id="35972" name="Rectangle 67"/>
            <p:cNvSpPr/>
            <p:nvPr/>
          </p:nvSpPr>
          <p:spPr>
            <a:xfrm>
              <a:off x="732" y="622"/>
              <a:ext cx="70" cy="207"/>
            </a:xfrm>
            <a:prstGeom prst="rect">
              <a:avLst/>
            </a:prstGeom>
            <a:noFill/>
            <a:ln w="9525">
              <a:noFill/>
            </a:ln>
          </p:spPr>
          <p:txBody>
            <a:bodyPr wrap="none" lIns="0" tIns="0" rIns="0" bIns="0">
              <a:spAutoFit/>
            </a:bodyPr>
            <a:lstStyle/>
            <a:p>
              <a:pPr>
                <a:spcBef>
                  <a:spcPct val="0"/>
                </a:spcBef>
              </a:pPr>
              <a:r>
                <a:rPr lang="en-US" altLang="zh-CN" sz="2600" i="0" baseline="-25000" dirty="0">
                  <a:solidFill>
                    <a:schemeClr val="tx1"/>
                  </a:solidFill>
                  <a:latin typeface="+mj-lt"/>
                  <a:ea typeface="宋体" panose="02010600030101010101" pitchFamily="2" charset="-122"/>
                </a:rPr>
                <a:t>2</a:t>
              </a:r>
            </a:p>
          </p:txBody>
        </p:sp>
        <p:sp>
          <p:nvSpPr>
            <p:cNvPr id="35973" name="Rectangle 68"/>
            <p:cNvSpPr/>
            <p:nvPr/>
          </p:nvSpPr>
          <p:spPr>
            <a:xfrm>
              <a:off x="4583" y="443"/>
              <a:ext cx="12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74" name="Rectangle 69"/>
            <p:cNvSpPr/>
            <p:nvPr/>
          </p:nvSpPr>
          <p:spPr>
            <a:xfrm>
              <a:off x="3745" y="443"/>
              <a:ext cx="12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sp>
          <p:nvSpPr>
            <p:cNvPr id="35975" name="Rectangle 70"/>
            <p:cNvSpPr/>
            <p:nvPr/>
          </p:nvSpPr>
          <p:spPr>
            <a:xfrm>
              <a:off x="1133" y="443"/>
              <a:ext cx="120" cy="310"/>
            </a:xfrm>
            <a:prstGeom prst="rect">
              <a:avLst/>
            </a:prstGeom>
            <a:noFill/>
            <a:ln w="9525">
              <a:noFill/>
            </a:ln>
          </p:spPr>
          <p:txBody>
            <a:bodyPr wrap="none" lIns="0" tIns="0" rIns="0" bIns="0">
              <a:spAutoFit/>
            </a:bodyPr>
            <a:lstStyle/>
            <a:p>
              <a:pPr>
                <a:spcBef>
                  <a:spcPct val="0"/>
                </a:spcBef>
              </a:pPr>
              <a:r>
                <a:rPr lang="en-US" altLang="zh-CN" sz="2600" i="0" dirty="0">
                  <a:solidFill>
                    <a:schemeClr val="tx1"/>
                  </a:solidFill>
                  <a:latin typeface="+mj-lt"/>
                  <a:ea typeface="宋体" panose="02010600030101010101" pitchFamily="2" charset="-122"/>
                </a:rPr>
                <a:t>+</a:t>
              </a:r>
            </a:p>
          </p:txBody>
        </p:sp>
        <p:graphicFrame>
          <p:nvGraphicFramePr>
            <p:cNvPr id="35849" name="Object 71"/>
            <p:cNvGraphicFramePr>
              <a:graphicFrameLocks/>
            </p:cNvGraphicFramePr>
            <p:nvPr/>
          </p:nvGraphicFramePr>
          <p:xfrm>
            <a:off x="2224" y="576"/>
            <a:ext cx="410" cy="129"/>
          </p:xfrm>
          <a:graphic>
            <a:graphicData uri="http://schemas.openxmlformats.org/presentationml/2006/ole">
              <p:oleObj spid="_x0000_s131080" r:id="rId4" imgW="650240" imgH="205740" progId="">
                <p:embed/>
              </p:oleObj>
            </a:graphicData>
          </a:graphic>
        </p:graphicFrame>
      </p:grpSp>
      <p:sp>
        <p:nvSpPr>
          <p:cNvPr id="35853" name="Rectangle 129"/>
          <p:cNvSpPr/>
          <p:nvPr/>
        </p:nvSpPr>
        <p:spPr>
          <a:xfrm>
            <a:off x="214282" y="2071678"/>
            <a:ext cx="7086600" cy="488950"/>
          </a:xfrm>
          <a:prstGeom prst="rect">
            <a:avLst/>
          </a:prstGeom>
          <a:noFill/>
          <a:ln w="9525">
            <a:noFill/>
          </a:ln>
        </p:spPr>
        <p:txBody>
          <a:bodyPr>
            <a:spAutoFit/>
          </a:bodyPr>
          <a:lstStyle/>
          <a:p>
            <a:pPr>
              <a:spcBef>
                <a:spcPct val="0"/>
              </a:spcBef>
            </a:pPr>
            <a:r>
              <a:rPr lang="en-US" altLang="zh-CN" sz="2600" i="0" dirty="0">
                <a:solidFill>
                  <a:schemeClr val="tx1"/>
                </a:solidFill>
                <a:latin typeface="+mj-lt"/>
              </a:rPr>
              <a:t>(2)</a:t>
            </a:r>
            <a:r>
              <a:rPr lang="zh-CN" altLang="en-US" sz="2600" i="0" dirty="0">
                <a:solidFill>
                  <a:schemeClr val="tx1"/>
                </a:solidFill>
                <a:latin typeface="+mj-lt"/>
              </a:rPr>
              <a:t>实验室中为什么能用浓</a:t>
            </a:r>
            <a:r>
              <a:rPr lang="en-US" altLang="zh-CN" sz="2600" i="0" dirty="0">
                <a:solidFill>
                  <a:schemeClr val="tx1"/>
                </a:solidFill>
                <a:latin typeface="+mj-lt"/>
              </a:rPr>
              <a:t>HCl</a:t>
            </a:r>
            <a:r>
              <a:rPr lang="zh-CN" altLang="en-US" sz="2600" i="0" dirty="0">
                <a:solidFill>
                  <a:schemeClr val="tx1"/>
                </a:solidFill>
                <a:latin typeface="+mj-lt"/>
              </a:rPr>
              <a:t>制取</a:t>
            </a:r>
            <a:r>
              <a:rPr lang="en-US" altLang="zh-CN" sz="2600" i="0" dirty="0">
                <a:solidFill>
                  <a:schemeClr val="tx1"/>
                </a:solidFill>
                <a:latin typeface="+mj-lt"/>
              </a:rPr>
              <a:t>Cl</a:t>
            </a:r>
            <a:r>
              <a:rPr lang="en-US" altLang="zh-CN" sz="2600" i="0" baseline="-25000" dirty="0">
                <a:solidFill>
                  <a:schemeClr val="tx1"/>
                </a:solidFill>
                <a:latin typeface="+mj-lt"/>
              </a:rPr>
              <a:t>2</a:t>
            </a:r>
            <a:r>
              <a:rPr lang="en-US" altLang="zh-CN" sz="2600" i="0" dirty="0">
                <a:solidFill>
                  <a:schemeClr val="tx1"/>
                </a:solidFill>
                <a:latin typeface="+mj-lt"/>
              </a:rPr>
              <a:t>(g) </a:t>
            </a:r>
            <a:r>
              <a:rPr lang="zh-CN" altLang="en-US" sz="2600" i="0" dirty="0">
                <a:solidFill>
                  <a:schemeClr val="tx1"/>
                </a:solidFill>
                <a:latin typeface="+mj-lt"/>
              </a:rPr>
              <a:t>？</a:t>
            </a:r>
          </a:p>
        </p:txBody>
      </p:sp>
      <p:grpSp>
        <p:nvGrpSpPr>
          <p:cNvPr id="5" name="Group 132"/>
          <p:cNvGrpSpPr/>
          <p:nvPr/>
        </p:nvGrpSpPr>
        <p:grpSpPr>
          <a:xfrm>
            <a:off x="1895444" y="5005382"/>
            <a:ext cx="5438775" cy="517525"/>
            <a:chOff x="1233" y="3308"/>
            <a:chExt cx="3426" cy="326"/>
          </a:xfrm>
        </p:grpSpPr>
        <p:sp>
          <p:nvSpPr>
            <p:cNvPr id="35943" name="Rectangle 133"/>
            <p:cNvSpPr/>
            <p:nvPr/>
          </p:nvSpPr>
          <p:spPr>
            <a:xfrm>
              <a:off x="4535" y="333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4" name="Rectangle 134"/>
            <p:cNvSpPr/>
            <p:nvPr/>
          </p:nvSpPr>
          <p:spPr>
            <a:xfrm>
              <a:off x="4421" y="333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5" name="Rectangle 135"/>
            <p:cNvSpPr/>
            <p:nvPr/>
          </p:nvSpPr>
          <p:spPr>
            <a:xfrm>
              <a:off x="3523" y="3336"/>
              <a:ext cx="73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0.131V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6" name="Rectangle 136"/>
            <p:cNvSpPr/>
            <p:nvPr/>
          </p:nvSpPr>
          <p:spPr>
            <a:xfrm>
              <a:off x="2425" y="3336"/>
              <a:ext cx="73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1.360V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7" name="Rectangle 137"/>
            <p:cNvSpPr/>
            <p:nvPr/>
          </p:nvSpPr>
          <p:spPr>
            <a:xfrm>
              <a:off x="1395" y="3336"/>
              <a:ext cx="8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1.2293V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8" name="Rectangle 138"/>
            <p:cNvSpPr/>
            <p:nvPr/>
          </p:nvSpPr>
          <p:spPr>
            <a:xfrm>
              <a:off x="4297" y="33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&lt;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9" name="Rectangle 139"/>
            <p:cNvSpPr/>
            <p:nvPr/>
          </p:nvSpPr>
          <p:spPr>
            <a:xfrm>
              <a:off x="3391" y="33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50" name="Rectangle 140"/>
            <p:cNvSpPr/>
            <p:nvPr/>
          </p:nvSpPr>
          <p:spPr>
            <a:xfrm>
              <a:off x="3203" y="33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51" name="Rectangle 141"/>
            <p:cNvSpPr/>
            <p:nvPr/>
          </p:nvSpPr>
          <p:spPr>
            <a:xfrm>
              <a:off x="2278" y="33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52" name="Rectangle 142"/>
            <p:cNvSpPr/>
            <p:nvPr/>
          </p:nvSpPr>
          <p:spPr>
            <a:xfrm>
              <a:off x="1233" y="330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sp>
        <p:nvSpPr>
          <p:cNvPr id="160911" name="Text Box 143"/>
          <p:cNvSpPr txBox="1"/>
          <p:nvPr/>
        </p:nvSpPr>
        <p:spPr>
          <a:xfrm>
            <a:off x="600044" y="5614982"/>
            <a:ext cx="7543800" cy="579438"/>
          </a:xfrm>
          <a:prstGeom prst="rect">
            <a:avLst/>
          </a:prstGeom>
          <a:noFill/>
          <a:ln w="12700">
            <a:noFill/>
          </a:ln>
        </p:spPr>
        <p:txBody>
          <a:bodyPr>
            <a:spAutoFit/>
          </a:bodyPr>
          <a:lstStyle/>
          <a:p>
            <a:r>
              <a:rPr lang="zh-CN" altLang="en-US" sz="3200" i="0" dirty="0">
                <a:solidFill>
                  <a:srgbClr val="336600"/>
                </a:solidFill>
                <a:latin typeface="Times New Roman" panose="02020603050405020304" pitchFamily="18" charset="0"/>
                <a:ea typeface="宋体" panose="02010600030101010101" pitchFamily="2" charset="-122"/>
              </a:rPr>
              <a:t>所以，该反应在标准态下不能向右进行。</a:t>
            </a:r>
          </a:p>
        </p:txBody>
      </p:sp>
      <p:grpSp>
        <p:nvGrpSpPr>
          <p:cNvPr id="6" name="Group 144"/>
          <p:cNvGrpSpPr/>
          <p:nvPr/>
        </p:nvGrpSpPr>
        <p:grpSpPr>
          <a:xfrm>
            <a:off x="142844" y="2643182"/>
            <a:ext cx="8707438" cy="577850"/>
            <a:chOff x="139" y="1687"/>
            <a:chExt cx="5485" cy="364"/>
          </a:xfrm>
        </p:grpSpPr>
        <p:sp>
          <p:nvSpPr>
            <p:cNvPr id="35908" name="Rectangle 145"/>
            <p:cNvSpPr/>
            <p:nvPr/>
          </p:nvSpPr>
          <p:spPr>
            <a:xfrm>
              <a:off x="5562" y="1723"/>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9" name="Rectangle 146"/>
            <p:cNvSpPr/>
            <p:nvPr/>
          </p:nvSpPr>
          <p:spPr>
            <a:xfrm>
              <a:off x="5490"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0" name="Rectangle 147"/>
            <p:cNvSpPr/>
            <p:nvPr/>
          </p:nvSpPr>
          <p:spPr>
            <a:xfrm>
              <a:off x="5423" y="1723"/>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1" name="Rectangle 148"/>
            <p:cNvSpPr/>
            <p:nvPr/>
          </p:nvSpPr>
          <p:spPr>
            <a:xfrm>
              <a:off x="5340"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2" name="Rectangle 149"/>
            <p:cNvSpPr/>
            <p:nvPr/>
          </p:nvSpPr>
          <p:spPr>
            <a:xfrm>
              <a:off x="5162" y="1723"/>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3" name="Rectangle 150"/>
            <p:cNvSpPr/>
            <p:nvPr/>
          </p:nvSpPr>
          <p:spPr>
            <a:xfrm>
              <a:off x="4772" y="1723"/>
              <a:ext cx="31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4" name="Rectangle 151"/>
            <p:cNvSpPr/>
            <p:nvPr/>
          </p:nvSpPr>
          <p:spPr>
            <a:xfrm>
              <a:off x="4474"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5" name="Rectangle 152"/>
            <p:cNvSpPr/>
            <p:nvPr/>
          </p:nvSpPr>
          <p:spPr>
            <a:xfrm>
              <a:off x="4240" y="1723"/>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6" name="Rectangle 153"/>
            <p:cNvSpPr/>
            <p:nvPr/>
          </p:nvSpPr>
          <p:spPr>
            <a:xfrm>
              <a:off x="4157"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7" name="Rectangle 154"/>
            <p:cNvSpPr/>
            <p:nvPr/>
          </p:nvSpPr>
          <p:spPr>
            <a:xfrm>
              <a:off x="3615" y="1723"/>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8" name="Rectangle 155"/>
            <p:cNvSpPr/>
            <p:nvPr/>
          </p:nvSpPr>
          <p:spPr>
            <a:xfrm>
              <a:off x="3559" y="1723"/>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19" name="Rectangle 156"/>
            <p:cNvSpPr/>
            <p:nvPr/>
          </p:nvSpPr>
          <p:spPr>
            <a:xfrm>
              <a:off x="3272" y="1723"/>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0" name="Rectangle 157"/>
            <p:cNvSpPr/>
            <p:nvPr/>
          </p:nvSpPr>
          <p:spPr>
            <a:xfrm>
              <a:off x="2937" y="1723"/>
              <a:ext cx="23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1" name="Rectangle 158"/>
            <p:cNvSpPr/>
            <p:nvPr/>
          </p:nvSpPr>
          <p:spPr>
            <a:xfrm>
              <a:off x="2639"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2" name="Rectangle 159"/>
            <p:cNvSpPr/>
            <p:nvPr/>
          </p:nvSpPr>
          <p:spPr>
            <a:xfrm>
              <a:off x="2405" y="1723"/>
              <a:ext cx="2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3" name="Rectangle 160"/>
            <p:cNvSpPr/>
            <p:nvPr/>
          </p:nvSpPr>
          <p:spPr>
            <a:xfrm>
              <a:off x="2322"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4" name="Rectangle 161"/>
            <p:cNvSpPr/>
            <p:nvPr/>
          </p:nvSpPr>
          <p:spPr>
            <a:xfrm>
              <a:off x="1902" y="1723"/>
              <a:ext cx="31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4H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5" name="Rectangle 162"/>
            <p:cNvSpPr/>
            <p:nvPr/>
          </p:nvSpPr>
          <p:spPr>
            <a:xfrm>
              <a:off x="1604"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6" name="Rectangle 163"/>
            <p:cNvSpPr/>
            <p:nvPr/>
          </p:nvSpPr>
          <p:spPr>
            <a:xfrm>
              <a:off x="1506" y="1723"/>
              <a:ext cx="9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7" name="Rectangle 164"/>
            <p:cNvSpPr/>
            <p:nvPr/>
          </p:nvSpPr>
          <p:spPr>
            <a:xfrm>
              <a:off x="1427"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8" name="Rectangle 165"/>
            <p:cNvSpPr/>
            <p:nvPr/>
          </p:nvSpPr>
          <p:spPr>
            <a:xfrm>
              <a:off x="807" y="1723"/>
              <a:ext cx="56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29" name="Rectangle 166"/>
            <p:cNvSpPr/>
            <p:nvPr/>
          </p:nvSpPr>
          <p:spPr>
            <a:xfrm>
              <a:off x="720"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0" name="Rectangle 167"/>
            <p:cNvSpPr/>
            <p:nvPr/>
          </p:nvSpPr>
          <p:spPr>
            <a:xfrm>
              <a:off x="618" y="1723"/>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1" name="Rectangle 168"/>
            <p:cNvSpPr/>
            <p:nvPr/>
          </p:nvSpPr>
          <p:spPr>
            <a:xfrm>
              <a:off x="558" y="1723"/>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2" name="Rectangle 169"/>
            <p:cNvSpPr/>
            <p:nvPr/>
          </p:nvSpPr>
          <p:spPr>
            <a:xfrm>
              <a:off x="444" y="1723"/>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3" name="Rectangle 170"/>
            <p:cNvSpPr/>
            <p:nvPr/>
          </p:nvSpPr>
          <p:spPr>
            <a:xfrm>
              <a:off x="5084" y="1878"/>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4" name="Rectangle 171"/>
            <p:cNvSpPr/>
            <p:nvPr/>
          </p:nvSpPr>
          <p:spPr>
            <a:xfrm>
              <a:off x="3972" y="170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5" name="Rectangle 172"/>
            <p:cNvSpPr/>
            <p:nvPr/>
          </p:nvSpPr>
          <p:spPr>
            <a:xfrm>
              <a:off x="1329" y="1878"/>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6" name="Rectangle 173"/>
            <p:cNvSpPr/>
            <p:nvPr/>
          </p:nvSpPr>
          <p:spPr>
            <a:xfrm>
              <a:off x="4595" y="169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7" name="Rectangle 174"/>
            <p:cNvSpPr/>
            <p:nvPr/>
          </p:nvSpPr>
          <p:spPr>
            <a:xfrm>
              <a:off x="2760" y="169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8" name="Rectangle 175"/>
            <p:cNvSpPr/>
            <p:nvPr/>
          </p:nvSpPr>
          <p:spPr>
            <a:xfrm>
              <a:off x="1725" y="169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39" name="Rectangle 176"/>
            <p:cNvSpPr/>
            <p:nvPr/>
          </p:nvSpPr>
          <p:spPr>
            <a:xfrm>
              <a:off x="4048" y="168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0" name="Rectangle 177"/>
            <p:cNvSpPr/>
            <p:nvPr/>
          </p:nvSpPr>
          <p:spPr>
            <a:xfrm>
              <a:off x="3177" y="168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1" name="Rectangle 178"/>
            <p:cNvSpPr/>
            <p:nvPr/>
          </p:nvSpPr>
          <p:spPr>
            <a:xfrm>
              <a:off x="2213" y="1687"/>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42" name="Rectangle 179"/>
            <p:cNvSpPr/>
            <p:nvPr/>
          </p:nvSpPr>
          <p:spPr>
            <a:xfrm>
              <a:off x="139" y="1731"/>
              <a:ext cx="498" cy="298"/>
            </a:xfrm>
            <a:prstGeom prst="rect">
              <a:avLst/>
            </a:prstGeom>
            <a:noFill/>
            <a:ln w="9525">
              <a:noFill/>
            </a:ln>
          </p:spPr>
          <p:txBody>
            <a:bodyPr wrap="none" lIns="0" tIns="0" rIns="0" bIns="0">
              <a:spAutoFit/>
            </a:bodyPr>
            <a:lstStyle/>
            <a:p>
              <a:pPr>
                <a:spcBef>
                  <a:spcPct val="0"/>
                </a:spcBef>
              </a:pPr>
              <a:r>
                <a:rPr lang="zh-CN" altLang="en-US" sz="3100" i="0" dirty="0">
                  <a:solidFill>
                    <a:srgbClr val="FF0000"/>
                  </a:solidFill>
                  <a:latin typeface="宋体" panose="02010600030101010101" pitchFamily="2" charset="-122"/>
                  <a:ea typeface="宋体" panose="02010600030101010101" pitchFamily="2" charset="-122"/>
                </a:rPr>
                <a:t>解：</a:t>
              </a:r>
              <a:endParaRPr lang="zh-CN" altLang="en-US" sz="1800" i="0" dirty="0">
                <a:solidFill>
                  <a:srgbClr val="FF0000"/>
                </a:solidFill>
                <a:latin typeface="Arial" panose="020B0604020202020204" pitchFamily="34" charset="0"/>
                <a:ea typeface="宋体" panose="02010600030101010101" pitchFamily="2" charset="-122"/>
              </a:endParaRPr>
            </a:p>
          </p:txBody>
        </p:sp>
        <p:graphicFrame>
          <p:nvGraphicFramePr>
            <p:cNvPr id="35848" name="Object 180"/>
            <p:cNvGraphicFramePr>
              <a:graphicFrameLocks/>
            </p:cNvGraphicFramePr>
            <p:nvPr/>
          </p:nvGraphicFramePr>
          <p:xfrm>
            <a:off x="3232" y="1824"/>
            <a:ext cx="410" cy="129"/>
          </p:xfrm>
          <a:graphic>
            <a:graphicData uri="http://schemas.openxmlformats.org/presentationml/2006/ole">
              <p:oleObj spid="_x0000_s131079" r:id="rId5" imgW="650240" imgH="205740" progId="">
                <p:embed/>
              </p:oleObj>
            </a:graphicData>
          </a:graphic>
        </p:graphicFrame>
      </p:grpSp>
      <p:grpSp>
        <p:nvGrpSpPr>
          <p:cNvPr id="7" name="Group 181"/>
          <p:cNvGrpSpPr/>
          <p:nvPr/>
        </p:nvGrpSpPr>
        <p:grpSpPr>
          <a:xfrm>
            <a:off x="3648044" y="3252782"/>
            <a:ext cx="2160588" cy="517525"/>
            <a:chOff x="818" y="2107"/>
            <a:chExt cx="1361" cy="326"/>
          </a:xfrm>
        </p:grpSpPr>
        <p:sp>
          <p:nvSpPr>
            <p:cNvPr id="35902" name="Rectangle 182"/>
            <p:cNvSpPr/>
            <p:nvPr/>
          </p:nvSpPr>
          <p:spPr>
            <a:xfrm>
              <a:off x="2000" y="2135"/>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3" name="Rectangle 183"/>
            <p:cNvSpPr/>
            <p:nvPr/>
          </p:nvSpPr>
          <p:spPr>
            <a:xfrm>
              <a:off x="1521" y="2135"/>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2293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4" name="Rectangle 184"/>
            <p:cNvSpPr/>
            <p:nvPr/>
          </p:nvSpPr>
          <p:spPr>
            <a:xfrm>
              <a:off x="1461" y="2135"/>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5" name="Rectangle 185"/>
            <p:cNvSpPr/>
            <p:nvPr/>
          </p:nvSpPr>
          <p:spPr>
            <a:xfrm>
              <a:off x="1340" y="2135"/>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6" name="Rectangle 186"/>
            <p:cNvSpPr/>
            <p:nvPr/>
          </p:nvSpPr>
          <p:spPr>
            <a:xfrm>
              <a:off x="1178" y="210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7" name="Rectangle 187"/>
            <p:cNvSpPr/>
            <p:nvPr/>
          </p:nvSpPr>
          <p:spPr>
            <a:xfrm>
              <a:off x="818" y="2135"/>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5847" name="Object 188"/>
            <p:cNvGraphicFramePr>
              <a:graphicFrameLocks/>
            </p:cNvGraphicFramePr>
            <p:nvPr/>
          </p:nvGraphicFramePr>
          <p:xfrm>
            <a:off x="992" y="2112"/>
            <a:ext cx="171" cy="168"/>
          </p:xfrm>
          <a:graphic>
            <a:graphicData uri="http://schemas.openxmlformats.org/presentationml/2006/ole">
              <p:oleObj spid="_x0000_s131078" r:id="rId6" imgW="20669250" imgH="13163550" progId="">
                <p:embed/>
              </p:oleObj>
            </a:graphicData>
          </a:graphic>
        </p:graphicFrame>
      </p:grpSp>
      <p:grpSp>
        <p:nvGrpSpPr>
          <p:cNvPr id="8" name="Group 189"/>
          <p:cNvGrpSpPr/>
          <p:nvPr/>
        </p:nvGrpSpPr>
        <p:grpSpPr>
          <a:xfrm>
            <a:off x="1209644" y="3786182"/>
            <a:ext cx="6861175" cy="577850"/>
            <a:chOff x="807" y="2508"/>
            <a:chExt cx="4322" cy="364"/>
          </a:xfrm>
        </p:grpSpPr>
        <p:sp>
          <p:nvSpPr>
            <p:cNvPr id="35882" name="Rectangle 190"/>
            <p:cNvSpPr/>
            <p:nvPr/>
          </p:nvSpPr>
          <p:spPr>
            <a:xfrm>
              <a:off x="4950" y="2544"/>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3" name="Rectangle 191"/>
            <p:cNvSpPr/>
            <p:nvPr/>
          </p:nvSpPr>
          <p:spPr>
            <a:xfrm>
              <a:off x="4584" y="2544"/>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360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4" name="Rectangle 192"/>
            <p:cNvSpPr/>
            <p:nvPr/>
          </p:nvSpPr>
          <p:spPr>
            <a:xfrm>
              <a:off x="4523" y="254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5" name="Rectangle 193"/>
            <p:cNvSpPr/>
            <p:nvPr/>
          </p:nvSpPr>
          <p:spPr>
            <a:xfrm>
              <a:off x="4402" y="254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6" name="Rectangle 194"/>
            <p:cNvSpPr/>
            <p:nvPr/>
          </p:nvSpPr>
          <p:spPr>
            <a:xfrm>
              <a:off x="2896" y="2544"/>
              <a:ext cx="42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7" name="Rectangle 195"/>
            <p:cNvSpPr/>
            <p:nvPr/>
          </p:nvSpPr>
          <p:spPr>
            <a:xfrm>
              <a:off x="2550" y="2544"/>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8" name="Rectangle 196"/>
            <p:cNvSpPr/>
            <p:nvPr/>
          </p:nvSpPr>
          <p:spPr>
            <a:xfrm>
              <a:off x="2497" y="254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9" name="Rectangle 197"/>
            <p:cNvSpPr/>
            <p:nvPr/>
          </p:nvSpPr>
          <p:spPr>
            <a:xfrm>
              <a:off x="2388" y="254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0" name="Rectangle 198"/>
            <p:cNvSpPr/>
            <p:nvPr/>
          </p:nvSpPr>
          <p:spPr>
            <a:xfrm>
              <a:off x="2331" y="254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1" name="Rectangle 199"/>
            <p:cNvSpPr/>
            <p:nvPr/>
          </p:nvSpPr>
          <p:spPr>
            <a:xfrm>
              <a:off x="2044" y="254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2" name="Rectangle 200"/>
            <p:cNvSpPr/>
            <p:nvPr/>
          </p:nvSpPr>
          <p:spPr>
            <a:xfrm>
              <a:off x="1710" y="2544"/>
              <a:ext cx="23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3" name="Rectangle 201"/>
            <p:cNvSpPr/>
            <p:nvPr/>
          </p:nvSpPr>
          <p:spPr>
            <a:xfrm>
              <a:off x="1415" y="254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4" name="Rectangle 202"/>
            <p:cNvSpPr/>
            <p:nvPr/>
          </p:nvSpPr>
          <p:spPr>
            <a:xfrm>
              <a:off x="1144" y="2544"/>
              <a:ext cx="29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5" name="Rectangle 203"/>
            <p:cNvSpPr/>
            <p:nvPr/>
          </p:nvSpPr>
          <p:spPr>
            <a:xfrm>
              <a:off x="807" y="2544"/>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6" name="Rectangle 204"/>
            <p:cNvSpPr/>
            <p:nvPr/>
          </p:nvSpPr>
          <p:spPr>
            <a:xfrm>
              <a:off x="1046" y="269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7" name="Rectangle 205"/>
            <p:cNvSpPr/>
            <p:nvPr/>
          </p:nvSpPr>
          <p:spPr>
            <a:xfrm>
              <a:off x="4240" y="251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8" name="Rectangle 206"/>
            <p:cNvSpPr/>
            <p:nvPr/>
          </p:nvSpPr>
          <p:spPr>
            <a:xfrm>
              <a:off x="1532" y="251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99" name="Rectangle 207"/>
            <p:cNvSpPr/>
            <p:nvPr/>
          </p:nvSpPr>
          <p:spPr>
            <a:xfrm>
              <a:off x="2789" y="250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0" name="Rectangle 208"/>
            <p:cNvSpPr/>
            <p:nvPr/>
          </p:nvSpPr>
          <p:spPr>
            <a:xfrm>
              <a:off x="1949" y="250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901" name="Rectangle 209"/>
            <p:cNvSpPr/>
            <p:nvPr/>
          </p:nvSpPr>
          <p:spPr>
            <a:xfrm>
              <a:off x="3881" y="2544"/>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5845" name="Object 210"/>
            <p:cNvGraphicFramePr>
              <a:graphicFrameLocks/>
            </p:cNvGraphicFramePr>
            <p:nvPr/>
          </p:nvGraphicFramePr>
          <p:xfrm>
            <a:off x="2008" y="2640"/>
            <a:ext cx="410" cy="129"/>
          </p:xfrm>
          <a:graphic>
            <a:graphicData uri="http://schemas.openxmlformats.org/presentationml/2006/ole">
              <p:oleObj spid="_x0000_s131077" r:id="rId7" imgW="650240" imgH="205740" progId="">
                <p:embed/>
              </p:oleObj>
            </a:graphicData>
          </a:graphic>
        </p:graphicFrame>
        <p:graphicFrame>
          <p:nvGraphicFramePr>
            <p:cNvPr id="35846" name="Object 211"/>
            <p:cNvGraphicFramePr>
              <a:graphicFrameLocks/>
            </p:cNvGraphicFramePr>
            <p:nvPr/>
          </p:nvGraphicFramePr>
          <p:xfrm>
            <a:off x="4048" y="2528"/>
            <a:ext cx="171" cy="168"/>
          </p:xfrm>
          <a:graphic>
            <a:graphicData uri="http://schemas.openxmlformats.org/presentationml/2006/ole">
              <p:oleObj spid="_x0000_s131076" r:id="rId8" imgW="271780" imgH="266700" progId="">
                <p:embed/>
              </p:oleObj>
            </a:graphicData>
          </a:graphic>
        </p:graphicFrame>
      </p:grpSp>
      <p:grpSp>
        <p:nvGrpSpPr>
          <p:cNvPr id="9" name="Group 212"/>
          <p:cNvGrpSpPr/>
          <p:nvPr/>
        </p:nvGrpSpPr>
        <p:grpSpPr>
          <a:xfrm>
            <a:off x="1209644" y="4395782"/>
            <a:ext cx="6418263" cy="577850"/>
            <a:chOff x="818" y="2921"/>
            <a:chExt cx="4043" cy="364"/>
          </a:xfrm>
        </p:grpSpPr>
        <p:sp>
          <p:nvSpPr>
            <p:cNvPr id="35860" name="Rectangle 213"/>
            <p:cNvSpPr/>
            <p:nvPr/>
          </p:nvSpPr>
          <p:spPr>
            <a:xfrm>
              <a:off x="4778" y="2956"/>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1" name="Rectangle 214"/>
            <p:cNvSpPr/>
            <p:nvPr/>
          </p:nvSpPr>
          <p:spPr>
            <a:xfrm>
              <a:off x="4432" y="2956"/>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2" name="Rectangle 215"/>
            <p:cNvSpPr/>
            <p:nvPr/>
          </p:nvSpPr>
          <p:spPr>
            <a:xfrm>
              <a:off x="4326" y="2956"/>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3" name="Rectangle 216"/>
            <p:cNvSpPr/>
            <p:nvPr/>
          </p:nvSpPr>
          <p:spPr>
            <a:xfrm>
              <a:off x="3876" y="2956"/>
              <a:ext cx="33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4" name="Rectangle 217"/>
            <p:cNvSpPr/>
            <p:nvPr/>
          </p:nvSpPr>
          <p:spPr>
            <a:xfrm>
              <a:off x="3445" y="295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5" name="Rectangle 218"/>
            <p:cNvSpPr/>
            <p:nvPr/>
          </p:nvSpPr>
          <p:spPr>
            <a:xfrm>
              <a:off x="3264" y="2956"/>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6" name="Rectangle 219"/>
            <p:cNvSpPr/>
            <p:nvPr/>
          </p:nvSpPr>
          <p:spPr>
            <a:xfrm>
              <a:off x="3192" y="2956"/>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7" name="Rectangle 220"/>
            <p:cNvSpPr/>
            <p:nvPr/>
          </p:nvSpPr>
          <p:spPr>
            <a:xfrm>
              <a:off x="2650" y="2956"/>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8" name="Rectangle 221"/>
            <p:cNvSpPr/>
            <p:nvPr/>
          </p:nvSpPr>
          <p:spPr>
            <a:xfrm>
              <a:off x="2540" y="2956"/>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69" name="Rectangle 222"/>
            <p:cNvSpPr/>
            <p:nvPr/>
          </p:nvSpPr>
          <p:spPr>
            <a:xfrm>
              <a:off x="1807" y="2956"/>
              <a:ext cx="6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0" name="Rectangle 223"/>
            <p:cNvSpPr/>
            <p:nvPr/>
          </p:nvSpPr>
          <p:spPr>
            <a:xfrm>
              <a:off x="1376" y="295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1" name="Rectangle 224"/>
            <p:cNvSpPr/>
            <p:nvPr/>
          </p:nvSpPr>
          <p:spPr>
            <a:xfrm>
              <a:off x="4195" y="311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2" name="Rectangle 225"/>
            <p:cNvSpPr/>
            <p:nvPr/>
          </p:nvSpPr>
          <p:spPr>
            <a:xfrm>
              <a:off x="3006" y="293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3" name="Rectangle 226"/>
            <p:cNvSpPr/>
            <p:nvPr/>
          </p:nvSpPr>
          <p:spPr>
            <a:xfrm>
              <a:off x="2409" y="311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4" name="Rectangle 227"/>
            <p:cNvSpPr/>
            <p:nvPr/>
          </p:nvSpPr>
          <p:spPr>
            <a:xfrm>
              <a:off x="969" y="3112"/>
              <a:ext cx="224"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MF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5" name="Rectangle 228"/>
            <p:cNvSpPr/>
            <p:nvPr/>
          </p:nvSpPr>
          <p:spPr>
            <a:xfrm>
              <a:off x="3320" y="292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6" name="Rectangle 229"/>
            <p:cNvSpPr/>
            <p:nvPr/>
          </p:nvSpPr>
          <p:spPr>
            <a:xfrm>
              <a:off x="1251" y="2928"/>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7" name="Rectangle 230"/>
            <p:cNvSpPr/>
            <p:nvPr/>
          </p:nvSpPr>
          <p:spPr>
            <a:xfrm>
              <a:off x="4672" y="292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8" name="Rectangle 231"/>
            <p:cNvSpPr/>
            <p:nvPr/>
          </p:nvSpPr>
          <p:spPr>
            <a:xfrm>
              <a:off x="3083" y="292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79" name="Rectangle 232"/>
            <p:cNvSpPr/>
            <p:nvPr/>
          </p:nvSpPr>
          <p:spPr>
            <a:xfrm>
              <a:off x="3569" y="2956"/>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0" name="Rectangle 233"/>
            <p:cNvSpPr/>
            <p:nvPr/>
          </p:nvSpPr>
          <p:spPr>
            <a:xfrm>
              <a:off x="1500" y="2956"/>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5881" name="Rectangle 234"/>
            <p:cNvSpPr/>
            <p:nvPr/>
          </p:nvSpPr>
          <p:spPr>
            <a:xfrm>
              <a:off x="818" y="2956"/>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5842" name="Object 235"/>
            <p:cNvGraphicFramePr>
              <a:graphicFrameLocks/>
            </p:cNvGraphicFramePr>
            <p:nvPr/>
          </p:nvGraphicFramePr>
          <p:xfrm>
            <a:off x="992" y="2928"/>
            <a:ext cx="171" cy="168"/>
          </p:xfrm>
          <a:graphic>
            <a:graphicData uri="http://schemas.openxmlformats.org/presentationml/2006/ole">
              <p:oleObj spid="_x0000_s131075" r:id="rId9" imgW="271780" imgH="266700" progId="">
                <p:embed/>
              </p:oleObj>
            </a:graphicData>
          </a:graphic>
        </p:graphicFrame>
        <p:graphicFrame>
          <p:nvGraphicFramePr>
            <p:cNvPr id="35843" name="Object 236"/>
            <p:cNvGraphicFramePr>
              <a:graphicFrameLocks/>
            </p:cNvGraphicFramePr>
            <p:nvPr/>
          </p:nvGraphicFramePr>
          <p:xfrm>
            <a:off x="1664" y="2928"/>
            <a:ext cx="171" cy="168"/>
          </p:xfrm>
          <a:graphic>
            <a:graphicData uri="http://schemas.openxmlformats.org/presentationml/2006/ole">
              <p:oleObj spid="_x0000_s131074" r:id="rId10" imgW="271780" imgH="266700" progId="">
                <p:embed/>
              </p:oleObj>
            </a:graphicData>
          </a:graphic>
        </p:graphicFrame>
        <p:graphicFrame>
          <p:nvGraphicFramePr>
            <p:cNvPr id="35844" name="Object 237"/>
            <p:cNvGraphicFramePr>
              <a:graphicFrameLocks/>
            </p:cNvGraphicFramePr>
            <p:nvPr/>
          </p:nvGraphicFramePr>
          <p:xfrm>
            <a:off x="3736" y="2928"/>
            <a:ext cx="171" cy="168"/>
          </p:xfrm>
          <a:graphic>
            <a:graphicData uri="http://schemas.openxmlformats.org/presentationml/2006/ole">
              <p:oleObj spid="_x0000_s131073" r:id="rId11" imgW="271780" imgH="2667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60911"/>
                                        </p:tgtEl>
                                        <p:attrNameLst>
                                          <p:attrName>style.visibility</p:attrName>
                                        </p:attrNameLst>
                                      </p:cBhvr>
                                      <p:to>
                                        <p:strVal val="visible"/>
                                      </p:to>
                                    </p:set>
                                    <p:animEffect transition="in" filter="wipe(left)">
                                      <p:cBhvr>
                                        <p:cTn id="32" dur="500"/>
                                        <p:tgtEl>
                                          <p:spTgt spid="1609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911" grpId="0"/>
    </p:bld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752600" y="5638800"/>
            <a:ext cx="5457825" cy="1027113"/>
            <a:chOff x="1110" y="3178"/>
            <a:chExt cx="3438" cy="647"/>
          </a:xfrm>
        </p:grpSpPr>
        <p:sp>
          <p:nvSpPr>
            <p:cNvPr id="37045" name="Line 3"/>
            <p:cNvSpPr/>
            <p:nvPr/>
          </p:nvSpPr>
          <p:spPr>
            <a:xfrm>
              <a:off x="2282" y="3492"/>
              <a:ext cx="884" cy="1"/>
            </a:xfrm>
            <a:prstGeom prst="line">
              <a:avLst/>
            </a:prstGeom>
            <a:ln w="14288" cap="flat" cmpd="sng">
              <a:solidFill>
                <a:srgbClr val="000000"/>
              </a:solidFill>
              <a:prstDash val="solid"/>
              <a:headEnd type="none" w="med" len="med"/>
              <a:tailEnd type="none" w="med" len="med"/>
            </a:ln>
          </p:spPr>
        </p:sp>
        <p:sp>
          <p:nvSpPr>
            <p:cNvPr id="37046" name="Line 4"/>
            <p:cNvSpPr/>
            <p:nvPr/>
          </p:nvSpPr>
          <p:spPr>
            <a:xfrm>
              <a:off x="3406" y="3492"/>
              <a:ext cx="370" cy="1"/>
            </a:xfrm>
            <a:prstGeom prst="line">
              <a:avLst/>
            </a:prstGeom>
            <a:ln w="14288" cap="flat" cmpd="sng">
              <a:solidFill>
                <a:srgbClr val="000000"/>
              </a:solidFill>
              <a:prstDash val="solid"/>
              <a:headEnd type="none" w="med" len="med"/>
              <a:tailEnd type="none" w="med" len="med"/>
            </a:ln>
          </p:spPr>
        </p:sp>
        <p:sp>
          <p:nvSpPr>
            <p:cNvPr id="37047" name="Rectangle 5"/>
            <p:cNvSpPr/>
            <p:nvPr/>
          </p:nvSpPr>
          <p:spPr>
            <a:xfrm>
              <a:off x="4369" y="3334"/>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8" name="Rectangle 6"/>
            <p:cNvSpPr/>
            <p:nvPr/>
          </p:nvSpPr>
          <p:spPr>
            <a:xfrm>
              <a:off x="4146" y="3334"/>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30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9" name="Rectangle 7"/>
            <p:cNvSpPr/>
            <p:nvPr/>
          </p:nvSpPr>
          <p:spPr>
            <a:xfrm>
              <a:off x="4091" y="333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0" name="Rectangle 8"/>
            <p:cNvSpPr/>
            <p:nvPr/>
          </p:nvSpPr>
          <p:spPr>
            <a:xfrm>
              <a:off x="3981" y="33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1" name="Rectangle 9"/>
            <p:cNvSpPr/>
            <p:nvPr/>
          </p:nvSpPr>
          <p:spPr>
            <a:xfrm>
              <a:off x="3605" y="3527"/>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2" name="Rectangle 10"/>
            <p:cNvSpPr/>
            <p:nvPr/>
          </p:nvSpPr>
          <p:spPr>
            <a:xfrm>
              <a:off x="3396" y="3527"/>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3" name="Rectangle 11"/>
            <p:cNvSpPr/>
            <p:nvPr/>
          </p:nvSpPr>
          <p:spPr>
            <a:xfrm>
              <a:off x="3536" y="3178"/>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4" name="Rectangle 12"/>
            <p:cNvSpPr/>
            <p:nvPr/>
          </p:nvSpPr>
          <p:spPr>
            <a:xfrm>
              <a:off x="3200" y="3334"/>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5" name="Rectangle 13"/>
            <p:cNvSpPr/>
            <p:nvPr/>
          </p:nvSpPr>
          <p:spPr>
            <a:xfrm>
              <a:off x="2673" y="3527"/>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6" name="Rectangle 14"/>
            <p:cNvSpPr/>
            <p:nvPr/>
          </p:nvSpPr>
          <p:spPr>
            <a:xfrm>
              <a:off x="2993" y="3178"/>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7" name="Rectangle 15"/>
            <p:cNvSpPr/>
            <p:nvPr/>
          </p:nvSpPr>
          <p:spPr>
            <a:xfrm>
              <a:off x="2887" y="3178"/>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8" name="Rectangle 16"/>
            <p:cNvSpPr/>
            <p:nvPr/>
          </p:nvSpPr>
          <p:spPr>
            <a:xfrm>
              <a:off x="2458" y="3178"/>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59" name="Rectangle 17"/>
            <p:cNvSpPr/>
            <p:nvPr/>
          </p:nvSpPr>
          <p:spPr>
            <a:xfrm>
              <a:off x="2404" y="3178"/>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0" name="Rectangle 18"/>
            <p:cNvSpPr/>
            <p:nvPr/>
          </p:nvSpPr>
          <p:spPr>
            <a:xfrm>
              <a:off x="2294" y="3178"/>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1" name="Rectangle 19"/>
            <p:cNvSpPr/>
            <p:nvPr/>
          </p:nvSpPr>
          <p:spPr>
            <a:xfrm>
              <a:off x="2012" y="33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2" name="Rectangle 20"/>
            <p:cNvSpPr/>
            <p:nvPr/>
          </p:nvSpPr>
          <p:spPr>
            <a:xfrm>
              <a:off x="1474" y="3334"/>
              <a:ext cx="6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1.36V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3" name="Rectangle 21"/>
            <p:cNvSpPr/>
            <p:nvPr/>
          </p:nvSpPr>
          <p:spPr>
            <a:xfrm>
              <a:off x="1110" y="3334"/>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4" name="Rectangle 22"/>
            <p:cNvSpPr/>
            <p:nvPr/>
          </p:nvSpPr>
          <p:spPr>
            <a:xfrm>
              <a:off x="3679" y="350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5" name="Rectangle 23"/>
            <p:cNvSpPr/>
            <p:nvPr/>
          </p:nvSpPr>
          <p:spPr>
            <a:xfrm>
              <a:off x="3834" y="330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6" name="Rectangle 24"/>
            <p:cNvSpPr/>
            <p:nvPr/>
          </p:nvSpPr>
          <p:spPr>
            <a:xfrm>
              <a:off x="2118" y="330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67" name="Rectangle 25"/>
            <p:cNvSpPr/>
            <p:nvPr/>
          </p:nvSpPr>
          <p:spPr>
            <a:xfrm>
              <a:off x="1326" y="3305"/>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3" name="Group 26"/>
          <p:cNvGrpSpPr/>
          <p:nvPr/>
        </p:nvGrpSpPr>
        <p:grpSpPr>
          <a:xfrm>
            <a:off x="1676400" y="3505200"/>
            <a:ext cx="5635625" cy="1028700"/>
            <a:chOff x="1659" y="1755"/>
            <a:chExt cx="3550" cy="648"/>
          </a:xfrm>
        </p:grpSpPr>
        <p:sp>
          <p:nvSpPr>
            <p:cNvPr id="37026" name="Line 27"/>
            <p:cNvSpPr/>
            <p:nvPr/>
          </p:nvSpPr>
          <p:spPr>
            <a:xfrm>
              <a:off x="2941" y="2069"/>
              <a:ext cx="883" cy="1"/>
            </a:xfrm>
            <a:prstGeom prst="line">
              <a:avLst/>
            </a:prstGeom>
            <a:ln w="14288" cap="flat" cmpd="sng">
              <a:solidFill>
                <a:srgbClr val="000000"/>
              </a:solidFill>
              <a:prstDash val="solid"/>
              <a:headEnd type="none" w="med" len="med"/>
              <a:tailEnd type="none" w="med" len="med"/>
            </a:ln>
          </p:spPr>
        </p:sp>
        <p:sp>
          <p:nvSpPr>
            <p:cNvPr id="37027" name="Rectangle 28"/>
            <p:cNvSpPr/>
            <p:nvPr/>
          </p:nvSpPr>
          <p:spPr>
            <a:xfrm>
              <a:off x="4596" y="1911"/>
              <a:ext cx="6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1.36V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8" name="Rectangle 29"/>
            <p:cNvSpPr/>
            <p:nvPr/>
          </p:nvSpPr>
          <p:spPr>
            <a:xfrm>
              <a:off x="4397" y="1911"/>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9" name="Rectangle 30"/>
            <p:cNvSpPr/>
            <p:nvPr/>
          </p:nvSpPr>
          <p:spPr>
            <a:xfrm>
              <a:off x="4245" y="1911"/>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0" name="Rectangle 31"/>
            <p:cNvSpPr/>
            <p:nvPr/>
          </p:nvSpPr>
          <p:spPr>
            <a:xfrm>
              <a:off x="4036" y="1911"/>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1" name="Rectangle 32"/>
            <p:cNvSpPr/>
            <p:nvPr/>
          </p:nvSpPr>
          <p:spPr>
            <a:xfrm>
              <a:off x="3858" y="1911"/>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2" name="Rectangle 33"/>
            <p:cNvSpPr/>
            <p:nvPr/>
          </p:nvSpPr>
          <p:spPr>
            <a:xfrm>
              <a:off x="3331" y="2105"/>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3" name="Rectangle 34"/>
            <p:cNvSpPr/>
            <p:nvPr/>
          </p:nvSpPr>
          <p:spPr>
            <a:xfrm>
              <a:off x="3651" y="1755"/>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4" name="Rectangle 35"/>
            <p:cNvSpPr/>
            <p:nvPr/>
          </p:nvSpPr>
          <p:spPr>
            <a:xfrm>
              <a:off x="3545" y="1755"/>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5" name="Rectangle 36"/>
            <p:cNvSpPr/>
            <p:nvPr/>
          </p:nvSpPr>
          <p:spPr>
            <a:xfrm>
              <a:off x="3116" y="1755"/>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6" name="Rectangle 37"/>
            <p:cNvSpPr/>
            <p:nvPr/>
          </p:nvSpPr>
          <p:spPr>
            <a:xfrm>
              <a:off x="3062" y="1755"/>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7" name="Rectangle 38"/>
            <p:cNvSpPr/>
            <p:nvPr/>
          </p:nvSpPr>
          <p:spPr>
            <a:xfrm>
              <a:off x="2952" y="1755"/>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8" name="Rectangle 39"/>
            <p:cNvSpPr/>
            <p:nvPr/>
          </p:nvSpPr>
          <p:spPr>
            <a:xfrm>
              <a:off x="2615" y="1911"/>
              <a:ext cx="18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39" name="Rectangle 40"/>
            <p:cNvSpPr/>
            <p:nvPr/>
          </p:nvSpPr>
          <p:spPr>
            <a:xfrm>
              <a:off x="1857" y="1911"/>
              <a:ext cx="86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1.2293V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0" name="Rectangle 41"/>
            <p:cNvSpPr/>
            <p:nvPr/>
          </p:nvSpPr>
          <p:spPr>
            <a:xfrm>
              <a:off x="1659" y="1911"/>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1" name="Rectangle 42"/>
            <p:cNvSpPr/>
            <p:nvPr/>
          </p:nvSpPr>
          <p:spPr>
            <a:xfrm>
              <a:off x="4319" y="189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2" name="Rectangle 43"/>
            <p:cNvSpPr/>
            <p:nvPr/>
          </p:nvSpPr>
          <p:spPr>
            <a:xfrm>
              <a:off x="4449" y="188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3" name="Rectangle 44"/>
            <p:cNvSpPr/>
            <p:nvPr/>
          </p:nvSpPr>
          <p:spPr>
            <a:xfrm>
              <a:off x="2776" y="188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44" name="Rectangle 45"/>
            <p:cNvSpPr/>
            <p:nvPr/>
          </p:nvSpPr>
          <p:spPr>
            <a:xfrm>
              <a:off x="1710" y="188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4" name="Group 46"/>
          <p:cNvGrpSpPr/>
          <p:nvPr/>
        </p:nvGrpSpPr>
        <p:grpSpPr>
          <a:xfrm>
            <a:off x="304800" y="1905000"/>
            <a:ext cx="2498725" cy="571500"/>
            <a:chOff x="1008" y="1368"/>
            <a:chExt cx="1574" cy="360"/>
          </a:xfrm>
        </p:grpSpPr>
        <p:sp>
          <p:nvSpPr>
            <p:cNvPr id="37018" name="Rectangle 47"/>
            <p:cNvSpPr/>
            <p:nvPr/>
          </p:nvSpPr>
          <p:spPr>
            <a:xfrm>
              <a:off x="2499" y="1392"/>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9" name="Rectangle 48"/>
            <p:cNvSpPr/>
            <p:nvPr/>
          </p:nvSpPr>
          <p:spPr>
            <a:xfrm>
              <a:off x="1879" y="1404"/>
              <a:ext cx="44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0" name="Rectangle 49"/>
            <p:cNvSpPr/>
            <p:nvPr/>
          </p:nvSpPr>
          <p:spPr>
            <a:xfrm>
              <a:off x="1261" y="1404"/>
              <a:ext cx="56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1" name="Rectangle 50"/>
            <p:cNvSpPr/>
            <p:nvPr/>
          </p:nvSpPr>
          <p:spPr>
            <a:xfrm>
              <a:off x="1174" y="140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2" name="Rectangle 51"/>
            <p:cNvSpPr/>
            <p:nvPr/>
          </p:nvSpPr>
          <p:spPr>
            <a:xfrm>
              <a:off x="2311" y="138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3" name="Rectangle 52"/>
            <p:cNvSpPr/>
            <p:nvPr/>
          </p:nvSpPr>
          <p:spPr>
            <a:xfrm>
              <a:off x="1792" y="1555"/>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4" name="Rectangle 53"/>
            <p:cNvSpPr/>
            <p:nvPr/>
          </p:nvSpPr>
          <p:spPr>
            <a:xfrm>
              <a:off x="2390" y="1368"/>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25" name="Rectangle 54"/>
            <p:cNvSpPr/>
            <p:nvPr/>
          </p:nvSpPr>
          <p:spPr>
            <a:xfrm>
              <a:off x="1008" y="1404"/>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pSp>
      <p:sp>
        <p:nvSpPr>
          <p:cNvPr id="159799" name="Rectangle 55"/>
          <p:cNvSpPr/>
          <p:nvPr/>
        </p:nvSpPr>
        <p:spPr>
          <a:xfrm>
            <a:off x="533400" y="381000"/>
            <a:ext cx="1581150" cy="473075"/>
          </a:xfrm>
          <a:prstGeom prst="rect">
            <a:avLst/>
          </a:prstGeom>
          <a:gradFill rotWithShape="1">
            <a:gsLst>
              <a:gs pos="0">
                <a:srgbClr val="007600"/>
              </a:gs>
              <a:gs pos="50000">
                <a:srgbClr val="00FF00"/>
              </a:gs>
              <a:gs pos="100000">
                <a:srgbClr val="007600"/>
              </a:gs>
            </a:gsLst>
            <a:lin ang="5400000" scaled="1"/>
            <a:tileRect/>
          </a:gradFill>
          <a:ln w="9525">
            <a:noFill/>
          </a:ln>
        </p:spPr>
        <p:txBody>
          <a:bodyPr wrap="none" lIns="0" tIns="0" rIns="0" bIns="0">
            <a:spAutoFit/>
          </a:bodyPr>
          <a:lstStyle/>
          <a:p>
            <a:pPr>
              <a:spcBef>
                <a:spcPct val="0"/>
              </a:spcBef>
            </a:pPr>
            <a:r>
              <a:rPr lang="zh-CN" altLang="en-US" sz="3100" i="0" dirty="0">
                <a:latin typeface="宋体" panose="02010600030101010101" pitchFamily="2" charset="-122"/>
                <a:ea typeface="宋体" panose="02010600030101010101" pitchFamily="2" charset="-122"/>
              </a:rPr>
              <a:t>方法一：</a:t>
            </a:r>
            <a:endParaRPr lang="zh-CN" altLang="en-US" sz="1800" i="0" dirty="0">
              <a:latin typeface="Arial" panose="020B0604020202020204" pitchFamily="34" charset="0"/>
              <a:ea typeface="宋体" panose="02010600030101010101" pitchFamily="2" charset="-122"/>
            </a:endParaRPr>
          </a:p>
        </p:txBody>
      </p:sp>
      <p:grpSp>
        <p:nvGrpSpPr>
          <p:cNvPr id="5" name="Group 56"/>
          <p:cNvGrpSpPr/>
          <p:nvPr/>
        </p:nvGrpSpPr>
        <p:grpSpPr>
          <a:xfrm>
            <a:off x="2209800" y="381000"/>
            <a:ext cx="6588125" cy="539750"/>
            <a:chOff x="7" y="206"/>
            <a:chExt cx="3767" cy="340"/>
          </a:xfrm>
        </p:grpSpPr>
        <p:sp>
          <p:nvSpPr>
            <p:cNvPr id="36993" name="Rectangle 57"/>
            <p:cNvSpPr/>
            <p:nvPr/>
          </p:nvSpPr>
          <p:spPr>
            <a:xfrm>
              <a:off x="3520" y="241"/>
              <a:ext cx="15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4" name="Rectangle 58"/>
            <p:cNvSpPr/>
            <p:nvPr/>
          </p:nvSpPr>
          <p:spPr>
            <a:xfrm>
              <a:off x="2855" y="241"/>
              <a:ext cx="58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12mol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5" name="Rectangle 59"/>
            <p:cNvSpPr/>
            <p:nvPr/>
          </p:nvSpPr>
          <p:spPr>
            <a:xfrm>
              <a:off x="2584" y="241"/>
              <a:ext cx="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6" name="Rectangle 60"/>
            <p:cNvSpPr/>
            <p:nvPr/>
          </p:nvSpPr>
          <p:spPr>
            <a:xfrm>
              <a:off x="2270" y="241"/>
              <a:ext cx="22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7" name="Rectangle 61"/>
            <p:cNvSpPr/>
            <p:nvPr/>
          </p:nvSpPr>
          <p:spPr>
            <a:xfrm>
              <a:off x="2195" y="241"/>
              <a:ext cx="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8" name="Rectangle 62"/>
            <p:cNvSpPr/>
            <p:nvPr/>
          </p:nvSpPr>
          <p:spPr>
            <a:xfrm>
              <a:off x="1800" y="241"/>
              <a:ext cx="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9" name="Rectangle 63"/>
            <p:cNvSpPr/>
            <p:nvPr/>
          </p:nvSpPr>
          <p:spPr>
            <a:xfrm>
              <a:off x="1528" y="241"/>
              <a:ext cx="1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0" name="Rectangle 64"/>
            <p:cNvSpPr/>
            <p:nvPr/>
          </p:nvSpPr>
          <p:spPr>
            <a:xfrm>
              <a:off x="1450" y="241"/>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1" name="Rectangle 65"/>
            <p:cNvSpPr/>
            <p:nvPr/>
          </p:nvSpPr>
          <p:spPr>
            <a:xfrm>
              <a:off x="881" y="241"/>
              <a:ext cx="5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2" name="Rectangle 66"/>
            <p:cNvSpPr/>
            <p:nvPr/>
          </p:nvSpPr>
          <p:spPr>
            <a:xfrm>
              <a:off x="524" y="241"/>
              <a:ext cx="40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HCl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3" name="Rectangle 67"/>
            <p:cNvSpPr/>
            <p:nvPr/>
          </p:nvSpPr>
          <p:spPr>
            <a:xfrm>
              <a:off x="260" y="241"/>
              <a:ext cx="5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4" name="Rectangle 68"/>
            <p:cNvSpPr/>
            <p:nvPr/>
          </p:nvSpPr>
          <p:spPr>
            <a:xfrm>
              <a:off x="195" y="241"/>
              <a:ext cx="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5" name="Rectangle 69"/>
            <p:cNvSpPr/>
            <p:nvPr/>
          </p:nvSpPr>
          <p:spPr>
            <a:xfrm>
              <a:off x="86" y="241"/>
              <a:ext cx="1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6" name="Rectangle 70"/>
            <p:cNvSpPr/>
            <p:nvPr/>
          </p:nvSpPr>
          <p:spPr>
            <a:xfrm>
              <a:off x="7" y="241"/>
              <a:ext cx="7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7" name="Rectangle 71"/>
            <p:cNvSpPr/>
            <p:nvPr/>
          </p:nvSpPr>
          <p:spPr>
            <a:xfrm>
              <a:off x="3708" y="221"/>
              <a:ext cx="6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8" name="Rectangle 72"/>
            <p:cNvSpPr/>
            <p:nvPr/>
          </p:nvSpPr>
          <p:spPr>
            <a:xfrm>
              <a:off x="3470" y="212"/>
              <a:ext cx="5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sym typeface="Symbol" panose="05050102010706020507" pitchFamily="18" charset="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09" name="Rectangle 73"/>
            <p:cNvSpPr/>
            <p:nvPr/>
          </p:nvSpPr>
          <p:spPr>
            <a:xfrm>
              <a:off x="2707" y="212"/>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0" name="Rectangle 74"/>
            <p:cNvSpPr/>
            <p:nvPr/>
          </p:nvSpPr>
          <p:spPr>
            <a:xfrm>
              <a:off x="1924" y="212"/>
              <a:ext cx="12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1" name="Rectangle 75"/>
            <p:cNvSpPr/>
            <p:nvPr/>
          </p:nvSpPr>
          <p:spPr>
            <a:xfrm>
              <a:off x="3638" y="20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2" name="Rectangle 76"/>
            <p:cNvSpPr/>
            <p:nvPr/>
          </p:nvSpPr>
          <p:spPr>
            <a:xfrm>
              <a:off x="2488" y="20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3" name="Rectangle 77"/>
            <p:cNvSpPr/>
            <p:nvPr/>
          </p:nvSpPr>
          <p:spPr>
            <a:xfrm>
              <a:off x="1702" y="20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4" name="Rectangle 78"/>
            <p:cNvSpPr/>
            <p:nvPr/>
          </p:nvSpPr>
          <p:spPr>
            <a:xfrm>
              <a:off x="2092" y="241"/>
              <a:ext cx="10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5" name="Rectangle 79"/>
            <p:cNvSpPr/>
            <p:nvPr/>
          </p:nvSpPr>
          <p:spPr>
            <a:xfrm>
              <a:off x="1347" y="241"/>
              <a:ext cx="99"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016" name="Rectangle 80"/>
            <p:cNvSpPr/>
            <p:nvPr/>
          </p:nvSpPr>
          <p:spPr>
            <a:xfrm>
              <a:off x="908" y="248"/>
              <a:ext cx="452"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中，</a:t>
              </a:r>
              <a:endParaRPr lang="zh-CN" altLang="en-US" sz="1800" i="0" dirty="0">
                <a:solidFill>
                  <a:srgbClr val="336600"/>
                </a:solidFill>
                <a:latin typeface="Arial" panose="020B0604020202020204" pitchFamily="34" charset="0"/>
                <a:ea typeface="宋体" panose="02010600030101010101" pitchFamily="2" charset="-122"/>
              </a:endParaRPr>
            </a:p>
          </p:txBody>
        </p:sp>
        <p:sp>
          <p:nvSpPr>
            <p:cNvPr id="37017" name="Rectangle 81"/>
            <p:cNvSpPr/>
            <p:nvPr/>
          </p:nvSpPr>
          <p:spPr>
            <a:xfrm>
              <a:off x="305" y="248"/>
              <a:ext cx="226" cy="298"/>
            </a:xfrm>
            <a:prstGeom prst="rect">
              <a:avLst/>
            </a:prstGeom>
            <a:noFill/>
            <a:ln w="9525">
              <a:noFill/>
            </a:ln>
          </p:spPr>
          <p:txBody>
            <a:bodyPr wrap="none" lIns="0" tIns="0" rIns="0" bIns="0">
              <a:spAutoFit/>
            </a:bodyPr>
            <a:lstStyle/>
            <a:p>
              <a:pPr>
                <a:spcBef>
                  <a:spcPct val="0"/>
                </a:spcBef>
              </a:pPr>
              <a:r>
                <a:rPr lang="zh-CN" altLang="en-US" sz="3100" i="0" dirty="0">
                  <a:solidFill>
                    <a:srgbClr val="336600"/>
                  </a:solidFill>
                  <a:latin typeface="宋体" panose="02010600030101010101" pitchFamily="2" charset="-122"/>
                  <a:ea typeface="宋体" panose="02010600030101010101" pitchFamily="2" charset="-122"/>
                </a:rPr>
                <a:t>浓</a:t>
              </a:r>
              <a:endParaRPr lang="zh-CN" altLang="en-US" sz="1800" i="0" dirty="0">
                <a:solidFill>
                  <a:srgbClr val="336600"/>
                </a:solidFill>
                <a:latin typeface="Arial" panose="020B0604020202020204" pitchFamily="34" charset="0"/>
                <a:ea typeface="宋体" panose="02010600030101010101" pitchFamily="2" charset="-122"/>
              </a:endParaRPr>
            </a:p>
          </p:txBody>
        </p:sp>
      </p:grpSp>
      <p:grpSp>
        <p:nvGrpSpPr>
          <p:cNvPr id="6" name="Group 82"/>
          <p:cNvGrpSpPr/>
          <p:nvPr/>
        </p:nvGrpSpPr>
        <p:grpSpPr>
          <a:xfrm>
            <a:off x="457200" y="4648200"/>
            <a:ext cx="8305800" cy="1033463"/>
            <a:chOff x="291" y="2457"/>
            <a:chExt cx="4851" cy="651"/>
          </a:xfrm>
        </p:grpSpPr>
        <p:sp>
          <p:nvSpPr>
            <p:cNvPr id="36951" name="Line 83"/>
            <p:cNvSpPr/>
            <p:nvPr/>
          </p:nvSpPr>
          <p:spPr>
            <a:xfrm>
              <a:off x="2817" y="2771"/>
              <a:ext cx="883" cy="1"/>
            </a:xfrm>
            <a:prstGeom prst="line">
              <a:avLst/>
            </a:prstGeom>
            <a:ln w="14288" cap="flat" cmpd="sng">
              <a:solidFill>
                <a:srgbClr val="000000"/>
              </a:solidFill>
              <a:prstDash val="solid"/>
              <a:headEnd type="none" w="med" len="med"/>
              <a:tailEnd type="none" w="med" len="med"/>
            </a:ln>
          </p:spPr>
        </p:sp>
        <p:sp>
          <p:nvSpPr>
            <p:cNvPr id="36952" name="Line 84"/>
            <p:cNvSpPr/>
            <p:nvPr/>
          </p:nvSpPr>
          <p:spPr>
            <a:xfrm>
              <a:off x="3940" y="2771"/>
              <a:ext cx="1202" cy="1"/>
            </a:xfrm>
            <a:prstGeom prst="line">
              <a:avLst/>
            </a:prstGeom>
            <a:ln w="14288" cap="flat" cmpd="sng">
              <a:solidFill>
                <a:srgbClr val="000000"/>
              </a:solidFill>
              <a:prstDash val="solid"/>
              <a:headEnd type="none" w="med" len="med"/>
              <a:tailEnd type="none" w="med" len="med"/>
            </a:ln>
          </p:spPr>
        </p:sp>
        <p:sp>
          <p:nvSpPr>
            <p:cNvPr id="36953" name="Rectangle 85"/>
            <p:cNvSpPr/>
            <p:nvPr/>
          </p:nvSpPr>
          <p:spPr>
            <a:xfrm>
              <a:off x="4972" y="2810"/>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4" name="Rectangle 86"/>
            <p:cNvSpPr/>
            <p:nvPr/>
          </p:nvSpPr>
          <p:spPr>
            <a:xfrm>
              <a:off x="4612" y="2810"/>
              <a:ext cx="6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5" name="Rectangle 87"/>
            <p:cNvSpPr/>
            <p:nvPr/>
          </p:nvSpPr>
          <p:spPr>
            <a:xfrm>
              <a:off x="4506" y="2810"/>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6" name="Rectangle 88"/>
            <p:cNvSpPr/>
            <p:nvPr/>
          </p:nvSpPr>
          <p:spPr>
            <a:xfrm>
              <a:off x="4192" y="2810"/>
              <a:ext cx="2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7" name="Rectangle 89"/>
            <p:cNvSpPr/>
            <p:nvPr/>
          </p:nvSpPr>
          <p:spPr>
            <a:xfrm>
              <a:off x="4116" y="2810"/>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8" name="Rectangle 90"/>
            <p:cNvSpPr/>
            <p:nvPr/>
          </p:nvSpPr>
          <p:spPr>
            <a:xfrm>
              <a:off x="3938" y="2810"/>
              <a:ext cx="7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9" name="Rectangle 91"/>
            <p:cNvSpPr/>
            <p:nvPr/>
          </p:nvSpPr>
          <p:spPr>
            <a:xfrm>
              <a:off x="4658" y="2457"/>
              <a:ext cx="6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0" name="Rectangle 92"/>
            <p:cNvSpPr/>
            <p:nvPr/>
          </p:nvSpPr>
          <p:spPr>
            <a:xfrm>
              <a:off x="4552" y="2457"/>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1" name="Rectangle 93"/>
            <p:cNvSpPr/>
            <p:nvPr/>
          </p:nvSpPr>
          <p:spPr>
            <a:xfrm>
              <a:off x="4246" y="2457"/>
              <a:ext cx="2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2" name="Rectangle 94"/>
            <p:cNvSpPr/>
            <p:nvPr/>
          </p:nvSpPr>
          <p:spPr>
            <a:xfrm>
              <a:off x="4170" y="2457"/>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3" name="Rectangle 95"/>
            <p:cNvSpPr/>
            <p:nvPr/>
          </p:nvSpPr>
          <p:spPr>
            <a:xfrm>
              <a:off x="3735" y="2613"/>
              <a:ext cx="17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4" name="Rectangle 96"/>
            <p:cNvSpPr/>
            <p:nvPr/>
          </p:nvSpPr>
          <p:spPr>
            <a:xfrm>
              <a:off x="3207" y="2806"/>
              <a:ext cx="11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5" name="Rectangle 97"/>
            <p:cNvSpPr/>
            <p:nvPr/>
          </p:nvSpPr>
          <p:spPr>
            <a:xfrm>
              <a:off x="3528" y="2457"/>
              <a:ext cx="16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6" name="Rectangle 98"/>
            <p:cNvSpPr/>
            <p:nvPr/>
          </p:nvSpPr>
          <p:spPr>
            <a:xfrm>
              <a:off x="3422" y="2457"/>
              <a:ext cx="11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7" name="Rectangle 99"/>
            <p:cNvSpPr/>
            <p:nvPr/>
          </p:nvSpPr>
          <p:spPr>
            <a:xfrm>
              <a:off x="2993" y="2457"/>
              <a:ext cx="46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8" name="Rectangle 100"/>
            <p:cNvSpPr/>
            <p:nvPr/>
          </p:nvSpPr>
          <p:spPr>
            <a:xfrm>
              <a:off x="2938" y="2457"/>
              <a:ext cx="5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69" name="Rectangle 101"/>
            <p:cNvSpPr/>
            <p:nvPr/>
          </p:nvSpPr>
          <p:spPr>
            <a:xfrm>
              <a:off x="2829" y="2457"/>
              <a:ext cx="11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0" name="Rectangle 102"/>
            <p:cNvSpPr/>
            <p:nvPr/>
          </p:nvSpPr>
          <p:spPr>
            <a:xfrm>
              <a:off x="2543" y="2613"/>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1" name="Rectangle 103"/>
            <p:cNvSpPr/>
            <p:nvPr/>
          </p:nvSpPr>
          <p:spPr>
            <a:xfrm>
              <a:off x="2167" y="2613"/>
              <a:ext cx="29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2" name="Rectangle 104"/>
            <p:cNvSpPr/>
            <p:nvPr/>
          </p:nvSpPr>
          <p:spPr>
            <a:xfrm>
              <a:off x="1871" y="2613"/>
              <a:ext cx="2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3" name="Rectangle 105"/>
            <p:cNvSpPr/>
            <p:nvPr/>
          </p:nvSpPr>
          <p:spPr>
            <a:xfrm>
              <a:off x="1796" y="2613"/>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4" name="Rectangle 106"/>
            <p:cNvSpPr/>
            <p:nvPr/>
          </p:nvSpPr>
          <p:spPr>
            <a:xfrm>
              <a:off x="1186" y="2613"/>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5" name="Rectangle 107"/>
            <p:cNvSpPr/>
            <p:nvPr/>
          </p:nvSpPr>
          <p:spPr>
            <a:xfrm>
              <a:off x="810" y="2613"/>
              <a:ext cx="29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6" name="Rectangle 108"/>
            <p:cNvSpPr/>
            <p:nvPr/>
          </p:nvSpPr>
          <p:spPr>
            <a:xfrm>
              <a:off x="514" y="2613"/>
              <a:ext cx="230"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7" name="Rectangle 109"/>
            <p:cNvSpPr/>
            <p:nvPr/>
          </p:nvSpPr>
          <p:spPr>
            <a:xfrm>
              <a:off x="439" y="2613"/>
              <a:ext cx="7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8" name="Rectangle 110"/>
            <p:cNvSpPr/>
            <p:nvPr/>
          </p:nvSpPr>
          <p:spPr>
            <a:xfrm>
              <a:off x="5046" y="2789"/>
              <a:ext cx="67"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79" name="Rectangle 111"/>
            <p:cNvSpPr/>
            <p:nvPr/>
          </p:nvSpPr>
          <p:spPr>
            <a:xfrm>
              <a:off x="4463" y="2609"/>
              <a:ext cx="6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0" name="Rectangle 112"/>
            <p:cNvSpPr/>
            <p:nvPr/>
          </p:nvSpPr>
          <p:spPr>
            <a:xfrm>
              <a:off x="2089" y="2765"/>
              <a:ext cx="6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1" name="Rectangle 113"/>
            <p:cNvSpPr/>
            <p:nvPr/>
          </p:nvSpPr>
          <p:spPr>
            <a:xfrm>
              <a:off x="732" y="2765"/>
              <a:ext cx="66"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2" name="Rectangle 114"/>
            <p:cNvSpPr/>
            <p:nvPr/>
          </p:nvSpPr>
          <p:spPr>
            <a:xfrm>
              <a:off x="2653" y="2584"/>
              <a:ext cx="12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3" name="Rectangle 115"/>
            <p:cNvSpPr/>
            <p:nvPr/>
          </p:nvSpPr>
          <p:spPr>
            <a:xfrm>
              <a:off x="1309" y="2584"/>
              <a:ext cx="12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4" name="Rectangle 116"/>
            <p:cNvSpPr/>
            <p:nvPr/>
          </p:nvSpPr>
          <p:spPr>
            <a:xfrm>
              <a:off x="4409" y="277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5" name="Rectangle 117"/>
            <p:cNvSpPr/>
            <p:nvPr/>
          </p:nvSpPr>
          <p:spPr>
            <a:xfrm>
              <a:off x="2446" y="2577"/>
              <a:ext cx="73"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6" name="Rectangle 118"/>
            <p:cNvSpPr/>
            <p:nvPr/>
          </p:nvSpPr>
          <p:spPr>
            <a:xfrm>
              <a:off x="1089" y="2577"/>
              <a:ext cx="73"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7" name="Rectangle 119"/>
            <p:cNvSpPr/>
            <p:nvPr/>
          </p:nvSpPr>
          <p:spPr>
            <a:xfrm>
              <a:off x="4708" y="2810"/>
              <a:ext cx="10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8" name="Rectangle 120"/>
            <p:cNvSpPr/>
            <p:nvPr/>
          </p:nvSpPr>
          <p:spPr>
            <a:xfrm>
              <a:off x="4013" y="2810"/>
              <a:ext cx="101"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89" name="Rectangle 121"/>
            <p:cNvSpPr/>
            <p:nvPr/>
          </p:nvSpPr>
          <p:spPr>
            <a:xfrm>
              <a:off x="4785" y="2457"/>
              <a:ext cx="114"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0" name="Rectangle 122"/>
            <p:cNvSpPr/>
            <p:nvPr/>
          </p:nvSpPr>
          <p:spPr>
            <a:xfrm>
              <a:off x="4054" y="2457"/>
              <a:ext cx="114"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p</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1" name="Rectangle 123"/>
            <p:cNvSpPr/>
            <p:nvPr/>
          </p:nvSpPr>
          <p:spPr>
            <a:xfrm>
              <a:off x="1487" y="2613"/>
              <a:ext cx="152"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92" name="Rectangle 124"/>
            <p:cNvSpPr/>
            <p:nvPr/>
          </p:nvSpPr>
          <p:spPr>
            <a:xfrm>
              <a:off x="291" y="2613"/>
              <a:ext cx="152"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6870" name="Object 125"/>
            <p:cNvGraphicFramePr>
              <a:graphicFrameLocks/>
            </p:cNvGraphicFramePr>
            <p:nvPr/>
          </p:nvGraphicFramePr>
          <p:xfrm>
            <a:off x="1656" y="2592"/>
            <a:ext cx="171" cy="168"/>
          </p:xfrm>
          <a:graphic>
            <a:graphicData uri="http://schemas.openxmlformats.org/presentationml/2006/ole">
              <p:oleObj spid="_x0000_s133127" r:id="rId4" imgW="20669250" imgH="13163550" progId="">
                <p:embed/>
              </p:oleObj>
            </a:graphicData>
          </a:graphic>
        </p:graphicFrame>
        <p:graphicFrame>
          <p:nvGraphicFramePr>
            <p:cNvPr id="36871" name="Object 126"/>
            <p:cNvGraphicFramePr>
              <a:graphicFrameLocks/>
            </p:cNvGraphicFramePr>
            <p:nvPr/>
          </p:nvGraphicFramePr>
          <p:xfrm>
            <a:off x="4896" y="2496"/>
            <a:ext cx="171" cy="168"/>
          </p:xfrm>
          <a:graphic>
            <a:graphicData uri="http://schemas.openxmlformats.org/presentationml/2006/ole">
              <p:oleObj spid="_x0000_s133126" r:id="rId5" imgW="271780" imgH="266700" progId="">
                <p:embed/>
              </p:oleObj>
            </a:graphicData>
          </a:graphic>
        </p:graphicFrame>
        <p:graphicFrame>
          <p:nvGraphicFramePr>
            <p:cNvPr id="36872" name="Object 127"/>
            <p:cNvGraphicFramePr>
              <a:graphicFrameLocks/>
            </p:cNvGraphicFramePr>
            <p:nvPr/>
          </p:nvGraphicFramePr>
          <p:xfrm>
            <a:off x="4800" y="2816"/>
            <a:ext cx="171" cy="168"/>
          </p:xfrm>
          <a:graphic>
            <a:graphicData uri="http://schemas.openxmlformats.org/presentationml/2006/ole">
              <p:oleObj spid="_x0000_s133125" r:id="rId6" imgW="271780" imgH="266700" progId="">
                <p:embed/>
              </p:oleObj>
            </a:graphicData>
          </a:graphic>
        </p:graphicFrame>
      </p:grpSp>
      <p:grpSp>
        <p:nvGrpSpPr>
          <p:cNvPr id="7" name="Group 128"/>
          <p:cNvGrpSpPr/>
          <p:nvPr/>
        </p:nvGrpSpPr>
        <p:grpSpPr>
          <a:xfrm>
            <a:off x="1676400" y="2362200"/>
            <a:ext cx="7007225" cy="1090613"/>
            <a:chOff x="1748" y="999"/>
            <a:chExt cx="4414" cy="687"/>
          </a:xfrm>
        </p:grpSpPr>
        <p:sp>
          <p:nvSpPr>
            <p:cNvPr id="36911" name="Line 129"/>
            <p:cNvSpPr/>
            <p:nvPr/>
          </p:nvSpPr>
          <p:spPr>
            <a:xfrm>
              <a:off x="3743" y="1349"/>
              <a:ext cx="883" cy="1"/>
            </a:xfrm>
            <a:prstGeom prst="line">
              <a:avLst/>
            </a:prstGeom>
            <a:ln w="14288" cap="flat" cmpd="sng">
              <a:solidFill>
                <a:srgbClr val="000000"/>
              </a:solidFill>
              <a:prstDash val="solid"/>
              <a:headEnd type="none" w="med" len="med"/>
              <a:tailEnd type="none" w="med" len="med"/>
            </a:ln>
          </p:spPr>
        </p:sp>
        <p:sp>
          <p:nvSpPr>
            <p:cNvPr id="36912" name="Line 130"/>
            <p:cNvSpPr/>
            <p:nvPr/>
          </p:nvSpPr>
          <p:spPr>
            <a:xfrm>
              <a:off x="4866" y="1349"/>
              <a:ext cx="1286" cy="1"/>
            </a:xfrm>
            <a:prstGeom prst="line">
              <a:avLst/>
            </a:prstGeom>
            <a:ln w="14288" cap="flat" cmpd="sng">
              <a:solidFill>
                <a:srgbClr val="000000"/>
              </a:solidFill>
              <a:prstDash val="solid"/>
              <a:headEnd type="none" w="med" len="med"/>
              <a:tailEnd type="none" w="med" len="med"/>
            </a:ln>
          </p:spPr>
        </p:sp>
        <p:sp>
          <p:nvSpPr>
            <p:cNvPr id="36913" name="Rectangle 131"/>
            <p:cNvSpPr/>
            <p:nvPr/>
          </p:nvSpPr>
          <p:spPr>
            <a:xfrm>
              <a:off x="6079" y="138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4" name="Rectangle 132"/>
            <p:cNvSpPr/>
            <p:nvPr/>
          </p:nvSpPr>
          <p:spPr>
            <a:xfrm>
              <a:off x="5719" y="1388"/>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5" name="Rectangle 133"/>
            <p:cNvSpPr/>
            <p:nvPr/>
          </p:nvSpPr>
          <p:spPr>
            <a:xfrm>
              <a:off x="5613" y="138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6" name="Rectangle 134"/>
            <p:cNvSpPr/>
            <p:nvPr/>
          </p:nvSpPr>
          <p:spPr>
            <a:xfrm>
              <a:off x="5120" y="1388"/>
              <a:ext cx="37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7" name="Rectangle 135"/>
            <p:cNvSpPr/>
            <p:nvPr/>
          </p:nvSpPr>
          <p:spPr>
            <a:xfrm>
              <a:off x="5042" y="138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8" name="Rectangle 136"/>
            <p:cNvSpPr/>
            <p:nvPr/>
          </p:nvSpPr>
          <p:spPr>
            <a:xfrm>
              <a:off x="4863" y="1388"/>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9" name="Rectangle 137"/>
            <p:cNvSpPr/>
            <p:nvPr/>
          </p:nvSpPr>
          <p:spPr>
            <a:xfrm>
              <a:off x="5920" y="103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0" name="Rectangle 138"/>
            <p:cNvSpPr/>
            <p:nvPr/>
          </p:nvSpPr>
          <p:spPr>
            <a:xfrm>
              <a:off x="5560" y="1034"/>
              <a:ext cx="6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1" name="Rectangle 139"/>
            <p:cNvSpPr/>
            <p:nvPr/>
          </p:nvSpPr>
          <p:spPr>
            <a:xfrm>
              <a:off x="5454" y="103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2" name="Rectangle 140"/>
            <p:cNvSpPr/>
            <p:nvPr/>
          </p:nvSpPr>
          <p:spPr>
            <a:xfrm>
              <a:off x="5182" y="1034"/>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3" name="Rectangle 141"/>
            <p:cNvSpPr/>
            <p:nvPr/>
          </p:nvSpPr>
          <p:spPr>
            <a:xfrm>
              <a:off x="5103" y="103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4" name="Rectangle 142"/>
            <p:cNvSpPr/>
            <p:nvPr/>
          </p:nvSpPr>
          <p:spPr>
            <a:xfrm>
              <a:off x="4925" y="1034"/>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5" name="Rectangle 143"/>
            <p:cNvSpPr/>
            <p:nvPr/>
          </p:nvSpPr>
          <p:spPr>
            <a:xfrm>
              <a:off x="4660" y="1191"/>
              <a:ext cx="19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lg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6" name="Rectangle 144"/>
            <p:cNvSpPr/>
            <p:nvPr/>
          </p:nvSpPr>
          <p:spPr>
            <a:xfrm>
              <a:off x="4133" y="138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7" name="Rectangle 145"/>
            <p:cNvSpPr/>
            <p:nvPr/>
          </p:nvSpPr>
          <p:spPr>
            <a:xfrm>
              <a:off x="4453" y="1034"/>
              <a:ext cx="179"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8" name="Rectangle 146"/>
            <p:cNvSpPr/>
            <p:nvPr/>
          </p:nvSpPr>
          <p:spPr>
            <a:xfrm>
              <a:off x="4347" y="10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29" name="Rectangle 147"/>
            <p:cNvSpPr/>
            <p:nvPr/>
          </p:nvSpPr>
          <p:spPr>
            <a:xfrm>
              <a:off x="3918" y="1034"/>
              <a:ext cx="49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0592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0" name="Rectangle 148"/>
            <p:cNvSpPr/>
            <p:nvPr/>
          </p:nvSpPr>
          <p:spPr>
            <a:xfrm>
              <a:off x="3864" y="1034"/>
              <a:ext cx="62"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1" name="Rectangle 149"/>
            <p:cNvSpPr/>
            <p:nvPr/>
          </p:nvSpPr>
          <p:spPr>
            <a:xfrm>
              <a:off x="3754" y="1034"/>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2" name="Rectangle 150"/>
            <p:cNvSpPr/>
            <p:nvPr/>
          </p:nvSpPr>
          <p:spPr>
            <a:xfrm>
              <a:off x="3468" y="119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3" name="Rectangle 151"/>
            <p:cNvSpPr/>
            <p:nvPr/>
          </p:nvSpPr>
          <p:spPr>
            <a:xfrm>
              <a:off x="2914" y="1191"/>
              <a:ext cx="44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4" name="Rectangle 152"/>
            <p:cNvSpPr/>
            <p:nvPr/>
          </p:nvSpPr>
          <p:spPr>
            <a:xfrm>
              <a:off x="2361" y="1191"/>
              <a:ext cx="56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5" name="Rectangle 153"/>
            <p:cNvSpPr/>
            <p:nvPr/>
          </p:nvSpPr>
          <p:spPr>
            <a:xfrm>
              <a:off x="2282" y="1191"/>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6" name="Rectangle 154"/>
            <p:cNvSpPr/>
            <p:nvPr/>
          </p:nvSpPr>
          <p:spPr>
            <a:xfrm>
              <a:off x="1861" y="1191"/>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7" name="Rectangle 155"/>
            <p:cNvSpPr/>
            <p:nvPr/>
          </p:nvSpPr>
          <p:spPr>
            <a:xfrm>
              <a:off x="5444" y="136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8" name="Rectangle 156"/>
            <p:cNvSpPr/>
            <p:nvPr/>
          </p:nvSpPr>
          <p:spPr>
            <a:xfrm>
              <a:off x="5994" y="101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4</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39" name="Rectangle 157"/>
            <p:cNvSpPr/>
            <p:nvPr/>
          </p:nvSpPr>
          <p:spPr>
            <a:xfrm>
              <a:off x="3300" y="117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0" name="Rectangle 158"/>
            <p:cNvSpPr/>
            <p:nvPr/>
          </p:nvSpPr>
          <p:spPr>
            <a:xfrm>
              <a:off x="2836" y="1342"/>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1" name="Rectangle 159"/>
            <p:cNvSpPr/>
            <p:nvPr/>
          </p:nvSpPr>
          <p:spPr>
            <a:xfrm>
              <a:off x="3578" y="116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2" name="Rectangle 160"/>
            <p:cNvSpPr/>
            <p:nvPr/>
          </p:nvSpPr>
          <p:spPr>
            <a:xfrm>
              <a:off x="1748" y="1162"/>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3" name="Rectangle 161"/>
            <p:cNvSpPr/>
            <p:nvPr/>
          </p:nvSpPr>
          <p:spPr>
            <a:xfrm>
              <a:off x="5514" y="1352"/>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4" name="Rectangle 162"/>
            <p:cNvSpPr/>
            <p:nvPr/>
          </p:nvSpPr>
          <p:spPr>
            <a:xfrm>
              <a:off x="5355" y="999"/>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5" name="Rectangle 163"/>
            <p:cNvSpPr/>
            <p:nvPr/>
          </p:nvSpPr>
          <p:spPr>
            <a:xfrm>
              <a:off x="3370" y="115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6" name="Rectangle 164"/>
            <p:cNvSpPr/>
            <p:nvPr/>
          </p:nvSpPr>
          <p:spPr>
            <a:xfrm>
              <a:off x="5815" y="1388"/>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7" name="Rectangle 165"/>
            <p:cNvSpPr/>
            <p:nvPr/>
          </p:nvSpPr>
          <p:spPr>
            <a:xfrm>
              <a:off x="4939" y="1388"/>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8" name="Rectangle 166"/>
            <p:cNvSpPr/>
            <p:nvPr/>
          </p:nvSpPr>
          <p:spPr>
            <a:xfrm>
              <a:off x="5656" y="1034"/>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49" name="Rectangle 167"/>
            <p:cNvSpPr/>
            <p:nvPr/>
          </p:nvSpPr>
          <p:spPr>
            <a:xfrm>
              <a:off x="5000" y="1034"/>
              <a:ext cx="110"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50" name="Rectangle 168"/>
            <p:cNvSpPr/>
            <p:nvPr/>
          </p:nvSpPr>
          <p:spPr>
            <a:xfrm>
              <a:off x="1974" y="1191"/>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6867" name="Object 169"/>
            <p:cNvGraphicFramePr>
              <a:graphicFrameLocks/>
            </p:cNvGraphicFramePr>
            <p:nvPr/>
          </p:nvGraphicFramePr>
          <p:xfrm>
            <a:off x="2120" y="1160"/>
            <a:ext cx="171" cy="168"/>
          </p:xfrm>
          <a:graphic>
            <a:graphicData uri="http://schemas.openxmlformats.org/presentationml/2006/ole">
              <p:oleObj spid="_x0000_s133124" r:id="rId7" imgW="271780" imgH="266700" progId="">
                <p:embed/>
              </p:oleObj>
            </a:graphicData>
          </a:graphic>
        </p:graphicFrame>
        <p:graphicFrame>
          <p:nvGraphicFramePr>
            <p:cNvPr id="36868" name="Object 170"/>
            <p:cNvGraphicFramePr>
              <a:graphicFrameLocks/>
            </p:cNvGraphicFramePr>
            <p:nvPr/>
          </p:nvGraphicFramePr>
          <p:xfrm>
            <a:off x="5760" y="1056"/>
            <a:ext cx="171" cy="168"/>
          </p:xfrm>
          <a:graphic>
            <a:graphicData uri="http://schemas.openxmlformats.org/presentationml/2006/ole">
              <p:oleObj spid="_x0000_s133123" r:id="rId8" imgW="271780" imgH="266700" progId="">
                <p:embed/>
              </p:oleObj>
            </a:graphicData>
          </a:graphic>
        </p:graphicFrame>
        <p:graphicFrame>
          <p:nvGraphicFramePr>
            <p:cNvPr id="36869" name="Object 171"/>
            <p:cNvGraphicFramePr>
              <a:graphicFrameLocks/>
            </p:cNvGraphicFramePr>
            <p:nvPr/>
          </p:nvGraphicFramePr>
          <p:xfrm>
            <a:off x="5928" y="1408"/>
            <a:ext cx="171" cy="168"/>
          </p:xfrm>
          <a:graphic>
            <a:graphicData uri="http://schemas.openxmlformats.org/presentationml/2006/ole">
              <p:oleObj spid="_x0000_s133122" r:id="rId9" imgW="271780" imgH="266700" progId="">
                <p:embed/>
              </p:oleObj>
            </a:graphicData>
          </a:graphic>
        </p:graphicFrame>
      </p:grpSp>
      <p:grpSp>
        <p:nvGrpSpPr>
          <p:cNvPr id="8" name="Group 172"/>
          <p:cNvGrpSpPr/>
          <p:nvPr/>
        </p:nvGrpSpPr>
        <p:grpSpPr>
          <a:xfrm>
            <a:off x="914400" y="1143000"/>
            <a:ext cx="7848600" cy="601663"/>
            <a:chOff x="576" y="952"/>
            <a:chExt cx="4944" cy="379"/>
          </a:xfrm>
        </p:grpSpPr>
        <p:sp>
          <p:nvSpPr>
            <p:cNvPr id="36881" name="Rectangle 173"/>
            <p:cNvSpPr/>
            <p:nvPr/>
          </p:nvSpPr>
          <p:spPr>
            <a:xfrm>
              <a:off x="576" y="952"/>
              <a:ext cx="4944" cy="379"/>
            </a:xfrm>
            <a:prstGeom prst="rect">
              <a:avLst/>
            </a:prstGeom>
            <a:solidFill>
              <a:srgbClr val="FFCC99"/>
            </a:solidFill>
            <a:ln w="9525">
              <a:noFill/>
            </a:ln>
          </p:spPr>
          <p:txBody>
            <a:bodyPr/>
            <a:lstStyle/>
            <a:p>
              <a:endParaRPr lang="zh-CN" altLang="en-US" dirty="0">
                <a:latin typeface="Times New Roman" panose="02020603050405020304" pitchFamily="18" charset="0"/>
              </a:endParaRPr>
            </a:p>
          </p:txBody>
        </p:sp>
        <p:sp>
          <p:nvSpPr>
            <p:cNvPr id="36882" name="Rectangle 174"/>
            <p:cNvSpPr/>
            <p:nvPr/>
          </p:nvSpPr>
          <p:spPr>
            <a:xfrm>
              <a:off x="5419" y="1001"/>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3" name="Rectangle 175"/>
            <p:cNvSpPr/>
            <p:nvPr/>
          </p:nvSpPr>
          <p:spPr>
            <a:xfrm>
              <a:off x="5346"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4" name="Rectangle 176"/>
            <p:cNvSpPr/>
            <p:nvPr/>
          </p:nvSpPr>
          <p:spPr>
            <a:xfrm>
              <a:off x="5272" y="1001"/>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5" name="Rectangle 177"/>
            <p:cNvSpPr/>
            <p:nvPr/>
          </p:nvSpPr>
          <p:spPr>
            <a:xfrm>
              <a:off x="5186"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6" name="Rectangle 178"/>
            <p:cNvSpPr/>
            <p:nvPr/>
          </p:nvSpPr>
          <p:spPr>
            <a:xfrm>
              <a:off x="5009" y="1001"/>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7" name="Rectangle 179"/>
            <p:cNvSpPr/>
            <p:nvPr/>
          </p:nvSpPr>
          <p:spPr>
            <a:xfrm>
              <a:off x="4620" y="1001"/>
              <a:ext cx="32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2H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8" name="Rectangle 180"/>
            <p:cNvSpPr/>
            <p:nvPr/>
          </p:nvSpPr>
          <p:spPr>
            <a:xfrm>
              <a:off x="4312"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89" name="Rectangle 181"/>
            <p:cNvSpPr/>
            <p:nvPr/>
          </p:nvSpPr>
          <p:spPr>
            <a:xfrm>
              <a:off x="4072" y="1001"/>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0" name="Rectangle 182"/>
            <p:cNvSpPr/>
            <p:nvPr/>
          </p:nvSpPr>
          <p:spPr>
            <a:xfrm>
              <a:off x="3986"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1" name="Rectangle 183"/>
            <p:cNvSpPr/>
            <p:nvPr/>
          </p:nvSpPr>
          <p:spPr>
            <a:xfrm>
              <a:off x="3393" y="1001"/>
              <a:ext cx="448"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2" name="Rectangle 184"/>
            <p:cNvSpPr/>
            <p:nvPr/>
          </p:nvSpPr>
          <p:spPr>
            <a:xfrm>
              <a:off x="3107" y="1001"/>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3" name="Rectangle 185"/>
            <p:cNvSpPr/>
            <p:nvPr/>
          </p:nvSpPr>
          <p:spPr>
            <a:xfrm>
              <a:off x="2774" y="1001"/>
              <a:ext cx="242"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2e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4" name="Rectangle 186"/>
            <p:cNvSpPr/>
            <p:nvPr/>
          </p:nvSpPr>
          <p:spPr>
            <a:xfrm>
              <a:off x="2467"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5" name="Rectangle 187"/>
            <p:cNvSpPr/>
            <p:nvPr/>
          </p:nvSpPr>
          <p:spPr>
            <a:xfrm>
              <a:off x="2226" y="1001"/>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aq</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6" name="Rectangle 188"/>
            <p:cNvSpPr/>
            <p:nvPr/>
          </p:nvSpPr>
          <p:spPr>
            <a:xfrm>
              <a:off x="2140"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7" name="Rectangle 189"/>
            <p:cNvSpPr/>
            <p:nvPr/>
          </p:nvSpPr>
          <p:spPr>
            <a:xfrm>
              <a:off x="1720" y="1001"/>
              <a:ext cx="327"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4H</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8" name="Rectangle 190"/>
            <p:cNvSpPr/>
            <p:nvPr/>
          </p:nvSpPr>
          <p:spPr>
            <a:xfrm>
              <a:off x="1412"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899" name="Rectangle 191"/>
            <p:cNvSpPr/>
            <p:nvPr/>
          </p:nvSpPr>
          <p:spPr>
            <a:xfrm>
              <a:off x="1314" y="1001"/>
              <a:ext cx="100"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s</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0" name="Rectangle 192"/>
            <p:cNvSpPr/>
            <p:nvPr/>
          </p:nvSpPr>
          <p:spPr>
            <a:xfrm>
              <a:off x="1231" y="1001"/>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1" name="Rectangle 193"/>
            <p:cNvSpPr/>
            <p:nvPr/>
          </p:nvSpPr>
          <p:spPr>
            <a:xfrm>
              <a:off x="617" y="1001"/>
              <a:ext cx="583"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2" name="Rectangle 194"/>
            <p:cNvSpPr/>
            <p:nvPr/>
          </p:nvSpPr>
          <p:spPr>
            <a:xfrm>
              <a:off x="4934" y="115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3" name="Rectangle 195"/>
            <p:cNvSpPr/>
            <p:nvPr/>
          </p:nvSpPr>
          <p:spPr>
            <a:xfrm>
              <a:off x="3804" y="981"/>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4" name="Rectangle 196"/>
            <p:cNvSpPr/>
            <p:nvPr/>
          </p:nvSpPr>
          <p:spPr>
            <a:xfrm>
              <a:off x="1137" y="115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5" name="Rectangle 197"/>
            <p:cNvSpPr/>
            <p:nvPr/>
          </p:nvSpPr>
          <p:spPr>
            <a:xfrm>
              <a:off x="4439" y="972"/>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6" name="Rectangle 198"/>
            <p:cNvSpPr/>
            <p:nvPr/>
          </p:nvSpPr>
          <p:spPr>
            <a:xfrm>
              <a:off x="2593" y="972"/>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7" name="Rectangle 199"/>
            <p:cNvSpPr/>
            <p:nvPr/>
          </p:nvSpPr>
          <p:spPr>
            <a:xfrm>
              <a:off x="1538" y="972"/>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8" name="Rectangle 200"/>
            <p:cNvSpPr/>
            <p:nvPr/>
          </p:nvSpPr>
          <p:spPr>
            <a:xfrm>
              <a:off x="3881" y="96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09" name="Rectangle 201"/>
            <p:cNvSpPr/>
            <p:nvPr/>
          </p:nvSpPr>
          <p:spPr>
            <a:xfrm>
              <a:off x="3006" y="981"/>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6910" name="Rectangle 202"/>
            <p:cNvSpPr/>
            <p:nvPr/>
          </p:nvSpPr>
          <p:spPr>
            <a:xfrm>
              <a:off x="2035" y="965"/>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36866" name="Object 203"/>
            <p:cNvGraphicFramePr>
              <a:graphicFrameLocks/>
            </p:cNvGraphicFramePr>
            <p:nvPr/>
          </p:nvGraphicFramePr>
          <p:xfrm>
            <a:off x="3064" y="1104"/>
            <a:ext cx="410" cy="129"/>
          </p:xfrm>
          <a:graphic>
            <a:graphicData uri="http://schemas.openxmlformats.org/presentationml/2006/ole">
              <p:oleObj spid="_x0000_s133121" r:id="rId10" imgW="650240" imgH="20574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9799"/>
                                        </p:tgtEl>
                                        <p:attrNameLst>
                                          <p:attrName>style.visibility</p:attrName>
                                        </p:attrNameLst>
                                      </p:cBhvr>
                                      <p:to>
                                        <p:strVal val="visible"/>
                                      </p:to>
                                    </p:set>
                                    <p:animEffect transition="in" filter="wipe(left)">
                                      <p:cBhvr>
                                        <p:cTn id="7" dur="500"/>
                                        <p:tgtEl>
                                          <p:spTgt spid="15979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linds(horizont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Effect transition="in" filter="wipe(left)">
                                      <p:cBhvr>
                                        <p:cTn id="37" dur="500"/>
                                        <p:tgtEl>
                                          <p:spTgt spid="6"/>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99" grpId="0" animBg="1"/>
    </p:bld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1295400" y="5791200"/>
            <a:ext cx="2033588" cy="533400"/>
            <a:chOff x="846" y="3910"/>
            <a:chExt cx="1281" cy="336"/>
          </a:xfrm>
        </p:grpSpPr>
        <p:sp>
          <p:nvSpPr>
            <p:cNvPr id="38042" name="Rectangle 3"/>
            <p:cNvSpPr/>
            <p:nvPr/>
          </p:nvSpPr>
          <p:spPr>
            <a:xfrm>
              <a:off x="1999" y="3939"/>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3" name="Rectangle 4"/>
            <p:cNvSpPr/>
            <p:nvPr/>
          </p:nvSpPr>
          <p:spPr>
            <a:xfrm>
              <a:off x="1884" y="3939"/>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4" name="Rectangle 5"/>
            <p:cNvSpPr/>
            <p:nvPr/>
          </p:nvSpPr>
          <p:spPr>
            <a:xfrm>
              <a:off x="1091" y="3939"/>
              <a:ext cx="633"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0.06V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5" name="Rectangle 6"/>
            <p:cNvSpPr/>
            <p:nvPr/>
          </p:nvSpPr>
          <p:spPr>
            <a:xfrm>
              <a:off x="846" y="3939"/>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6" name="Rectangle 7"/>
            <p:cNvSpPr/>
            <p:nvPr/>
          </p:nvSpPr>
          <p:spPr>
            <a:xfrm>
              <a:off x="1757" y="3910"/>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&gt;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7" name="Rectangle 8"/>
            <p:cNvSpPr/>
            <p:nvPr/>
          </p:nvSpPr>
          <p:spPr>
            <a:xfrm>
              <a:off x="903" y="3910"/>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pSp>
      <p:grpSp>
        <p:nvGrpSpPr>
          <p:cNvPr id="3" name="Group 9"/>
          <p:cNvGrpSpPr/>
          <p:nvPr/>
        </p:nvGrpSpPr>
        <p:grpSpPr>
          <a:xfrm>
            <a:off x="1295400" y="4495800"/>
            <a:ext cx="5332413" cy="1054100"/>
            <a:chOff x="846" y="3263"/>
            <a:chExt cx="3359" cy="664"/>
          </a:xfrm>
        </p:grpSpPr>
        <p:sp>
          <p:nvSpPr>
            <p:cNvPr id="38023" name="Line 10"/>
            <p:cNvSpPr/>
            <p:nvPr/>
          </p:nvSpPr>
          <p:spPr>
            <a:xfrm>
              <a:off x="2182" y="3584"/>
              <a:ext cx="884" cy="1"/>
            </a:xfrm>
            <a:prstGeom prst="line">
              <a:avLst/>
            </a:prstGeom>
            <a:ln w="15875" cap="flat" cmpd="sng">
              <a:solidFill>
                <a:srgbClr val="000000"/>
              </a:solidFill>
              <a:prstDash val="solid"/>
              <a:headEnd type="none" w="med" len="med"/>
              <a:tailEnd type="none" w="med" len="med"/>
            </a:ln>
          </p:spPr>
        </p:sp>
        <p:sp>
          <p:nvSpPr>
            <p:cNvPr id="38024" name="Line 11"/>
            <p:cNvSpPr/>
            <p:nvPr/>
          </p:nvSpPr>
          <p:spPr>
            <a:xfrm>
              <a:off x="3334" y="3584"/>
              <a:ext cx="871" cy="1"/>
            </a:xfrm>
            <a:prstGeom prst="line">
              <a:avLst/>
            </a:prstGeom>
            <a:ln w="15875" cap="flat" cmpd="sng">
              <a:solidFill>
                <a:srgbClr val="000000"/>
              </a:solidFill>
              <a:prstDash val="solid"/>
              <a:headEnd type="none" w="med" len="med"/>
              <a:tailEnd type="none" w="med" len="med"/>
            </a:ln>
          </p:spPr>
        </p:sp>
        <p:sp>
          <p:nvSpPr>
            <p:cNvPr id="38025" name="Rectangle 12"/>
            <p:cNvSpPr/>
            <p:nvPr/>
          </p:nvSpPr>
          <p:spPr>
            <a:xfrm>
              <a:off x="3842" y="3620"/>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6" name="Rectangle 13"/>
            <p:cNvSpPr/>
            <p:nvPr/>
          </p:nvSpPr>
          <p:spPr>
            <a:xfrm>
              <a:off x="3324" y="3620"/>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7" name="Rectangle 14"/>
            <p:cNvSpPr/>
            <p:nvPr/>
          </p:nvSpPr>
          <p:spPr>
            <a:xfrm>
              <a:off x="3708" y="3263"/>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1</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8" name="Rectangle 15"/>
            <p:cNvSpPr/>
            <p:nvPr/>
          </p:nvSpPr>
          <p:spPr>
            <a:xfrm>
              <a:off x="3104" y="3423"/>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9" name="Rectangle 16"/>
            <p:cNvSpPr/>
            <p:nvPr/>
          </p:nvSpPr>
          <p:spPr>
            <a:xfrm>
              <a:off x="2567" y="3620"/>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0" name="Rectangle 17"/>
            <p:cNvSpPr/>
            <p:nvPr/>
          </p:nvSpPr>
          <p:spPr>
            <a:xfrm>
              <a:off x="2873" y="3263"/>
              <a:ext cx="1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1" name="Rectangle 18"/>
            <p:cNvSpPr/>
            <p:nvPr/>
          </p:nvSpPr>
          <p:spPr>
            <a:xfrm>
              <a:off x="2379" y="3263"/>
              <a:ext cx="512"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0592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2" name="Rectangle 19"/>
            <p:cNvSpPr/>
            <p:nvPr/>
          </p:nvSpPr>
          <p:spPr>
            <a:xfrm>
              <a:off x="2318" y="3263"/>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3" name="Rectangle 20"/>
            <p:cNvSpPr/>
            <p:nvPr/>
          </p:nvSpPr>
          <p:spPr>
            <a:xfrm>
              <a:off x="2195" y="3263"/>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4" name="Rectangle 21"/>
            <p:cNvSpPr/>
            <p:nvPr/>
          </p:nvSpPr>
          <p:spPr>
            <a:xfrm>
              <a:off x="1229" y="3423"/>
              <a:ext cx="76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0.131V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5" name="Rectangle 22"/>
            <p:cNvSpPr/>
            <p:nvPr/>
          </p:nvSpPr>
          <p:spPr>
            <a:xfrm>
              <a:off x="846" y="3423"/>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6" name="Rectangle 23"/>
            <p:cNvSpPr/>
            <p:nvPr/>
          </p:nvSpPr>
          <p:spPr>
            <a:xfrm>
              <a:off x="4097" y="360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7" name="Rectangle 24"/>
            <p:cNvSpPr/>
            <p:nvPr/>
          </p:nvSpPr>
          <p:spPr>
            <a:xfrm>
              <a:off x="3579" y="3600"/>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4</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8" name="Rectangle 25"/>
            <p:cNvSpPr/>
            <p:nvPr/>
          </p:nvSpPr>
          <p:spPr>
            <a:xfrm>
              <a:off x="3640" y="3607"/>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39" name="Rectangle 26"/>
            <p:cNvSpPr/>
            <p:nvPr/>
          </p:nvSpPr>
          <p:spPr>
            <a:xfrm>
              <a:off x="2002" y="3394"/>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0" name="Rectangle 27"/>
            <p:cNvSpPr/>
            <p:nvPr/>
          </p:nvSpPr>
          <p:spPr>
            <a:xfrm>
              <a:off x="1095" y="3394"/>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41" name="Rectangle 28"/>
            <p:cNvSpPr/>
            <p:nvPr/>
          </p:nvSpPr>
          <p:spPr>
            <a:xfrm>
              <a:off x="903" y="3394"/>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pSp>
      <p:grpSp>
        <p:nvGrpSpPr>
          <p:cNvPr id="4" name="Group 29"/>
          <p:cNvGrpSpPr/>
          <p:nvPr/>
        </p:nvGrpSpPr>
        <p:grpSpPr>
          <a:xfrm>
            <a:off x="2514600" y="1676400"/>
            <a:ext cx="5553075" cy="579438"/>
            <a:chOff x="474" y="1656"/>
            <a:chExt cx="3032" cy="365"/>
          </a:xfrm>
        </p:grpSpPr>
        <p:sp>
          <p:nvSpPr>
            <p:cNvPr id="38006" name="Rectangle 30"/>
            <p:cNvSpPr/>
            <p:nvPr/>
          </p:nvSpPr>
          <p:spPr>
            <a:xfrm>
              <a:off x="3432" y="1692"/>
              <a:ext cx="7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7" name="Rectangle 31"/>
            <p:cNvSpPr/>
            <p:nvPr/>
          </p:nvSpPr>
          <p:spPr>
            <a:xfrm>
              <a:off x="3195" y="1692"/>
              <a:ext cx="23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aq</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8" name="Rectangle 32"/>
            <p:cNvSpPr/>
            <p:nvPr/>
          </p:nvSpPr>
          <p:spPr>
            <a:xfrm>
              <a:off x="3111" y="1692"/>
              <a:ext cx="73"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9" name="Rectangle 33"/>
            <p:cNvSpPr/>
            <p:nvPr/>
          </p:nvSpPr>
          <p:spPr>
            <a:xfrm>
              <a:off x="2637" y="1692"/>
              <a:ext cx="333"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0" name="Rectangle 34"/>
            <p:cNvSpPr/>
            <p:nvPr/>
          </p:nvSpPr>
          <p:spPr>
            <a:xfrm>
              <a:off x="2334" y="1692"/>
              <a:ext cx="7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1" name="Rectangle 35"/>
            <p:cNvSpPr/>
            <p:nvPr/>
          </p:nvSpPr>
          <p:spPr>
            <a:xfrm>
              <a:off x="2097" y="1692"/>
              <a:ext cx="23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aq</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2" name="Rectangle 36"/>
            <p:cNvSpPr/>
            <p:nvPr/>
          </p:nvSpPr>
          <p:spPr>
            <a:xfrm>
              <a:off x="2013" y="1692"/>
              <a:ext cx="7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3" name="Rectangle 37"/>
            <p:cNvSpPr/>
            <p:nvPr/>
          </p:nvSpPr>
          <p:spPr>
            <a:xfrm>
              <a:off x="1586" y="1692"/>
              <a:ext cx="283"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4H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4" name="Rectangle 38"/>
            <p:cNvSpPr/>
            <p:nvPr/>
          </p:nvSpPr>
          <p:spPr>
            <a:xfrm>
              <a:off x="1284" y="1692"/>
              <a:ext cx="7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5" name="Rectangle 39"/>
            <p:cNvSpPr/>
            <p:nvPr/>
          </p:nvSpPr>
          <p:spPr>
            <a:xfrm>
              <a:off x="1184" y="1692"/>
              <a:ext cx="87"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s</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6" name="Rectangle 40"/>
            <p:cNvSpPr/>
            <p:nvPr/>
          </p:nvSpPr>
          <p:spPr>
            <a:xfrm>
              <a:off x="1104" y="1692"/>
              <a:ext cx="7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7" name="Rectangle 41"/>
            <p:cNvSpPr/>
            <p:nvPr/>
          </p:nvSpPr>
          <p:spPr>
            <a:xfrm>
              <a:off x="474" y="1692"/>
              <a:ext cx="50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MnO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8" name="Rectangle 42"/>
            <p:cNvSpPr/>
            <p:nvPr/>
          </p:nvSpPr>
          <p:spPr>
            <a:xfrm>
              <a:off x="1005" y="1848"/>
              <a:ext cx="63"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19" name="Rectangle 43"/>
            <p:cNvSpPr/>
            <p:nvPr/>
          </p:nvSpPr>
          <p:spPr>
            <a:xfrm>
              <a:off x="2457" y="1663"/>
              <a:ext cx="122"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0" name="Rectangle 44"/>
            <p:cNvSpPr/>
            <p:nvPr/>
          </p:nvSpPr>
          <p:spPr>
            <a:xfrm>
              <a:off x="1406" y="1663"/>
              <a:ext cx="122"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1" name="Rectangle 45"/>
            <p:cNvSpPr/>
            <p:nvPr/>
          </p:nvSpPr>
          <p:spPr>
            <a:xfrm>
              <a:off x="3003" y="1656"/>
              <a:ext cx="6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22" name="Rectangle 46"/>
            <p:cNvSpPr/>
            <p:nvPr/>
          </p:nvSpPr>
          <p:spPr>
            <a:xfrm>
              <a:off x="1902" y="1656"/>
              <a:ext cx="79" cy="173"/>
            </a:xfrm>
            <a:prstGeom prst="rect">
              <a:avLst/>
            </a:prstGeom>
            <a:noFill/>
            <a:ln w="9525">
              <a:noFill/>
            </a:ln>
          </p:spPr>
          <p:txBody>
            <a:bodyPr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pSp>
      <p:sp>
        <p:nvSpPr>
          <p:cNvPr id="158767" name="Rectangle 47"/>
          <p:cNvSpPr/>
          <p:nvPr/>
        </p:nvSpPr>
        <p:spPr>
          <a:xfrm>
            <a:off x="304800" y="1524000"/>
            <a:ext cx="1828800" cy="487363"/>
          </a:xfrm>
          <a:prstGeom prst="rect">
            <a:avLst/>
          </a:prstGeom>
          <a:gradFill rotWithShape="1">
            <a:gsLst>
              <a:gs pos="0">
                <a:srgbClr val="007600"/>
              </a:gs>
              <a:gs pos="50000">
                <a:srgbClr val="00FF00"/>
              </a:gs>
              <a:gs pos="100000">
                <a:srgbClr val="007600"/>
              </a:gs>
            </a:gsLst>
            <a:lin ang="5400000" scaled="1"/>
            <a:tileRect/>
          </a:gradFill>
          <a:ln w="9525">
            <a:noFill/>
          </a:ln>
        </p:spPr>
        <p:txBody>
          <a:bodyPr lIns="0" tIns="0" rIns="0" bIns="0">
            <a:spAutoFit/>
          </a:bodyPr>
          <a:lstStyle/>
          <a:p>
            <a:pPr>
              <a:spcBef>
                <a:spcPct val="0"/>
              </a:spcBef>
            </a:pPr>
            <a:r>
              <a:rPr lang="zh-CN" altLang="en-US" sz="3200" i="0" dirty="0">
                <a:latin typeface="宋体" panose="02010600030101010101" pitchFamily="2" charset="-122"/>
                <a:ea typeface="宋体" panose="02010600030101010101" pitchFamily="2" charset="-122"/>
              </a:rPr>
              <a:t>方法二：</a:t>
            </a:r>
            <a:endParaRPr lang="zh-CN" altLang="en-US" sz="1800" i="0" dirty="0">
              <a:latin typeface="Arial" panose="020B0604020202020204" pitchFamily="34" charset="0"/>
              <a:ea typeface="宋体" panose="02010600030101010101" pitchFamily="2" charset="-122"/>
            </a:endParaRPr>
          </a:p>
        </p:txBody>
      </p:sp>
      <p:grpSp>
        <p:nvGrpSpPr>
          <p:cNvPr id="5" name="Group 48"/>
          <p:cNvGrpSpPr/>
          <p:nvPr/>
        </p:nvGrpSpPr>
        <p:grpSpPr>
          <a:xfrm>
            <a:off x="2819400" y="2438400"/>
            <a:ext cx="5291138" cy="581025"/>
            <a:chOff x="1728" y="2070"/>
            <a:chExt cx="3333" cy="366"/>
          </a:xfrm>
        </p:grpSpPr>
        <p:sp>
          <p:nvSpPr>
            <p:cNvPr id="37986" name="Rectangle 49"/>
            <p:cNvSpPr/>
            <p:nvPr/>
          </p:nvSpPr>
          <p:spPr>
            <a:xfrm>
              <a:off x="4976"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7" name="Rectangle 50"/>
            <p:cNvSpPr/>
            <p:nvPr/>
          </p:nvSpPr>
          <p:spPr>
            <a:xfrm>
              <a:off x="4907" y="2107"/>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8" name="Rectangle 51"/>
            <p:cNvSpPr/>
            <p:nvPr/>
          </p:nvSpPr>
          <p:spPr>
            <a:xfrm>
              <a:off x="4823"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9" name="Rectangle 52"/>
            <p:cNvSpPr/>
            <p:nvPr/>
          </p:nvSpPr>
          <p:spPr>
            <a:xfrm>
              <a:off x="4643" y="2107"/>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O</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0" name="Rectangle 53"/>
            <p:cNvSpPr/>
            <p:nvPr/>
          </p:nvSpPr>
          <p:spPr>
            <a:xfrm>
              <a:off x="4247" y="2107"/>
              <a:ext cx="327"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1" name="Rectangle 54"/>
            <p:cNvSpPr/>
            <p:nvPr/>
          </p:nvSpPr>
          <p:spPr>
            <a:xfrm>
              <a:off x="3944"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2" name="Rectangle 55"/>
            <p:cNvSpPr/>
            <p:nvPr/>
          </p:nvSpPr>
          <p:spPr>
            <a:xfrm>
              <a:off x="3814" y="2107"/>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3" name="Rectangle 56"/>
            <p:cNvSpPr/>
            <p:nvPr/>
          </p:nvSpPr>
          <p:spPr>
            <a:xfrm>
              <a:off x="3730"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4" name="Rectangle 57"/>
            <p:cNvSpPr/>
            <p:nvPr/>
          </p:nvSpPr>
          <p:spPr>
            <a:xfrm>
              <a:off x="3388" y="2107"/>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5" name="Rectangle 58"/>
            <p:cNvSpPr/>
            <p:nvPr/>
          </p:nvSpPr>
          <p:spPr>
            <a:xfrm>
              <a:off x="3089"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6" name="Rectangle 59"/>
            <p:cNvSpPr/>
            <p:nvPr/>
          </p:nvSpPr>
          <p:spPr>
            <a:xfrm>
              <a:off x="2851" y="2107"/>
              <a:ext cx="2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aq</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7" name="Rectangle 60"/>
            <p:cNvSpPr/>
            <p:nvPr/>
          </p:nvSpPr>
          <p:spPr>
            <a:xfrm>
              <a:off x="2767" y="2107"/>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8" name="Rectangle 61"/>
            <p:cNvSpPr/>
            <p:nvPr/>
          </p:nvSpPr>
          <p:spPr>
            <a:xfrm>
              <a:off x="2175" y="2107"/>
              <a:ext cx="44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Mn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99" name="Rectangle 62"/>
            <p:cNvSpPr/>
            <p:nvPr/>
          </p:nvSpPr>
          <p:spPr>
            <a:xfrm>
              <a:off x="2117" y="2107"/>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0" name="Rectangle 63"/>
            <p:cNvSpPr/>
            <p:nvPr/>
          </p:nvSpPr>
          <p:spPr>
            <a:xfrm>
              <a:off x="4563" y="226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1" name="Rectangle 64"/>
            <p:cNvSpPr/>
            <p:nvPr/>
          </p:nvSpPr>
          <p:spPr>
            <a:xfrm>
              <a:off x="3631" y="2263"/>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2" name="Rectangle 65"/>
            <p:cNvSpPr/>
            <p:nvPr/>
          </p:nvSpPr>
          <p:spPr>
            <a:xfrm>
              <a:off x="2598" y="2086"/>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3" name="Rectangle 66"/>
            <p:cNvSpPr/>
            <p:nvPr/>
          </p:nvSpPr>
          <p:spPr>
            <a:xfrm>
              <a:off x="4067" y="2078"/>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4" name="Rectangle 67"/>
            <p:cNvSpPr/>
            <p:nvPr/>
          </p:nvSpPr>
          <p:spPr>
            <a:xfrm>
              <a:off x="3212" y="2078"/>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005" name="Rectangle 68"/>
            <p:cNvSpPr/>
            <p:nvPr/>
          </p:nvSpPr>
          <p:spPr>
            <a:xfrm>
              <a:off x="2676" y="2070"/>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37895" name="Object 69"/>
            <p:cNvGraphicFramePr>
              <a:graphicFrameLocks/>
            </p:cNvGraphicFramePr>
            <p:nvPr/>
          </p:nvGraphicFramePr>
          <p:xfrm>
            <a:off x="1728" y="2200"/>
            <a:ext cx="410" cy="129"/>
          </p:xfrm>
          <a:graphic>
            <a:graphicData uri="http://schemas.openxmlformats.org/presentationml/2006/ole">
              <p:oleObj spid="_x0000_s135174" r:id="rId4" imgW="650240" imgH="205740" progId="">
                <p:embed/>
              </p:oleObj>
            </a:graphicData>
          </a:graphic>
        </p:graphicFrame>
      </p:grpSp>
      <p:grpSp>
        <p:nvGrpSpPr>
          <p:cNvPr id="6" name="Group 70"/>
          <p:cNvGrpSpPr/>
          <p:nvPr/>
        </p:nvGrpSpPr>
        <p:grpSpPr>
          <a:xfrm>
            <a:off x="381000" y="3200400"/>
            <a:ext cx="8366125" cy="1117600"/>
            <a:chOff x="417" y="2492"/>
            <a:chExt cx="5270" cy="704"/>
          </a:xfrm>
        </p:grpSpPr>
        <p:sp>
          <p:nvSpPr>
            <p:cNvPr id="37933" name="Line 71"/>
            <p:cNvSpPr/>
            <p:nvPr/>
          </p:nvSpPr>
          <p:spPr>
            <a:xfrm>
              <a:off x="1725" y="2850"/>
              <a:ext cx="884" cy="1"/>
            </a:xfrm>
            <a:prstGeom prst="line">
              <a:avLst/>
            </a:prstGeom>
            <a:ln w="15875" cap="flat" cmpd="sng">
              <a:solidFill>
                <a:srgbClr val="000000"/>
              </a:solidFill>
              <a:prstDash val="solid"/>
              <a:headEnd type="none" w="med" len="med"/>
              <a:tailEnd type="none" w="med" len="med"/>
            </a:ln>
          </p:spPr>
        </p:sp>
        <p:sp>
          <p:nvSpPr>
            <p:cNvPr id="37934" name="Line 72"/>
            <p:cNvSpPr/>
            <p:nvPr/>
          </p:nvSpPr>
          <p:spPr>
            <a:xfrm>
              <a:off x="2877" y="2850"/>
              <a:ext cx="2806" cy="1"/>
            </a:xfrm>
            <a:prstGeom prst="line">
              <a:avLst/>
            </a:prstGeom>
            <a:ln w="15875" cap="flat" cmpd="sng">
              <a:solidFill>
                <a:srgbClr val="000000"/>
              </a:solidFill>
              <a:prstDash val="solid"/>
              <a:headEnd type="none" w="med" len="med"/>
              <a:tailEnd type="none" w="med" len="med"/>
            </a:ln>
          </p:spPr>
        </p:sp>
        <p:sp>
          <p:nvSpPr>
            <p:cNvPr id="37935" name="Rectangle 73"/>
            <p:cNvSpPr/>
            <p:nvPr/>
          </p:nvSpPr>
          <p:spPr>
            <a:xfrm>
              <a:off x="5401"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36" name="Rectangle 74"/>
            <p:cNvSpPr/>
            <p:nvPr/>
          </p:nvSpPr>
          <p:spPr>
            <a:xfrm>
              <a:off x="4998" y="2889"/>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37" name="Rectangle 75"/>
            <p:cNvSpPr/>
            <p:nvPr/>
          </p:nvSpPr>
          <p:spPr>
            <a:xfrm>
              <a:off x="4880"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38" name="Rectangle 76"/>
            <p:cNvSpPr/>
            <p:nvPr/>
          </p:nvSpPr>
          <p:spPr>
            <a:xfrm>
              <a:off x="4528" y="2889"/>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39" name="Rectangle 77"/>
            <p:cNvSpPr/>
            <p:nvPr/>
          </p:nvSpPr>
          <p:spPr>
            <a:xfrm>
              <a:off x="4444"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0" name="Rectangle 78"/>
            <p:cNvSpPr/>
            <p:nvPr/>
          </p:nvSpPr>
          <p:spPr>
            <a:xfrm>
              <a:off x="4245"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1" name="Rectangle 79"/>
            <p:cNvSpPr/>
            <p:nvPr/>
          </p:nvSpPr>
          <p:spPr>
            <a:xfrm>
              <a:off x="4079"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2" name="Rectangle 80"/>
            <p:cNvSpPr/>
            <p:nvPr/>
          </p:nvSpPr>
          <p:spPr>
            <a:xfrm>
              <a:off x="3677" y="2889"/>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3" name="Rectangle 81"/>
            <p:cNvSpPr/>
            <p:nvPr/>
          </p:nvSpPr>
          <p:spPr>
            <a:xfrm>
              <a:off x="3558"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4" name="Rectangle 82"/>
            <p:cNvSpPr/>
            <p:nvPr/>
          </p:nvSpPr>
          <p:spPr>
            <a:xfrm>
              <a:off x="3254" y="2889"/>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H</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5" name="Rectangle 83"/>
            <p:cNvSpPr/>
            <p:nvPr/>
          </p:nvSpPr>
          <p:spPr>
            <a:xfrm>
              <a:off x="3166"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6" name="Rectangle 84"/>
            <p:cNvSpPr/>
            <p:nvPr/>
          </p:nvSpPr>
          <p:spPr>
            <a:xfrm>
              <a:off x="2967" y="288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7" name="Rectangle 85"/>
            <p:cNvSpPr/>
            <p:nvPr/>
          </p:nvSpPr>
          <p:spPr>
            <a:xfrm>
              <a:off x="5602"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8" name="Rectangle 86"/>
            <p:cNvSpPr/>
            <p:nvPr/>
          </p:nvSpPr>
          <p:spPr>
            <a:xfrm>
              <a:off x="5199" y="2529"/>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49" name="Rectangle 87"/>
            <p:cNvSpPr/>
            <p:nvPr/>
          </p:nvSpPr>
          <p:spPr>
            <a:xfrm>
              <a:off x="5081"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0" name="Rectangle 88"/>
            <p:cNvSpPr/>
            <p:nvPr/>
          </p:nvSpPr>
          <p:spPr>
            <a:xfrm>
              <a:off x="4488" y="2529"/>
              <a:ext cx="44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Mn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1" name="Rectangle 89"/>
            <p:cNvSpPr/>
            <p:nvPr/>
          </p:nvSpPr>
          <p:spPr>
            <a:xfrm>
              <a:off x="4400"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2" name="Rectangle 90"/>
            <p:cNvSpPr/>
            <p:nvPr/>
          </p:nvSpPr>
          <p:spPr>
            <a:xfrm>
              <a:off x="4121" y="2529"/>
              <a:ext cx="170"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3" name="Rectangle 91"/>
            <p:cNvSpPr/>
            <p:nvPr/>
          </p:nvSpPr>
          <p:spPr>
            <a:xfrm>
              <a:off x="3669" y="2529"/>
              <a:ext cx="7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4" name="Rectangle 92"/>
            <p:cNvSpPr/>
            <p:nvPr/>
          </p:nvSpPr>
          <p:spPr>
            <a:xfrm>
              <a:off x="3550"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5" name="Rectangle 93"/>
            <p:cNvSpPr/>
            <p:nvPr/>
          </p:nvSpPr>
          <p:spPr>
            <a:xfrm>
              <a:off x="3208" y="2529"/>
              <a:ext cx="256"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6" name="Rectangle 94"/>
            <p:cNvSpPr/>
            <p:nvPr/>
          </p:nvSpPr>
          <p:spPr>
            <a:xfrm>
              <a:off x="3123"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7" name="Rectangle 95"/>
            <p:cNvSpPr/>
            <p:nvPr/>
          </p:nvSpPr>
          <p:spPr>
            <a:xfrm>
              <a:off x="2874" y="2529"/>
              <a:ext cx="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8" name="Rectangle 96"/>
            <p:cNvSpPr/>
            <p:nvPr/>
          </p:nvSpPr>
          <p:spPr>
            <a:xfrm>
              <a:off x="2647" y="2688"/>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59" name="Rectangle 97"/>
            <p:cNvSpPr/>
            <p:nvPr/>
          </p:nvSpPr>
          <p:spPr>
            <a:xfrm>
              <a:off x="2110" y="2885"/>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0" name="Rectangle 98"/>
            <p:cNvSpPr/>
            <p:nvPr/>
          </p:nvSpPr>
          <p:spPr>
            <a:xfrm>
              <a:off x="2416" y="2529"/>
              <a:ext cx="185"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1" name="Rectangle 99"/>
            <p:cNvSpPr/>
            <p:nvPr/>
          </p:nvSpPr>
          <p:spPr>
            <a:xfrm>
              <a:off x="1922" y="2529"/>
              <a:ext cx="512"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0592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2" name="Rectangle 100"/>
            <p:cNvSpPr/>
            <p:nvPr/>
          </p:nvSpPr>
          <p:spPr>
            <a:xfrm>
              <a:off x="1861" y="2529"/>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3" name="Rectangle 101"/>
            <p:cNvSpPr/>
            <p:nvPr/>
          </p:nvSpPr>
          <p:spPr>
            <a:xfrm>
              <a:off x="1738" y="2529"/>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4" name="Rectangle 102"/>
            <p:cNvSpPr/>
            <p:nvPr/>
          </p:nvSpPr>
          <p:spPr>
            <a:xfrm>
              <a:off x="417" y="2688"/>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5" name="Rectangle 103"/>
            <p:cNvSpPr/>
            <p:nvPr/>
          </p:nvSpPr>
          <p:spPr>
            <a:xfrm>
              <a:off x="5483" y="286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6" name="Rectangle 104"/>
            <p:cNvSpPr/>
            <p:nvPr/>
          </p:nvSpPr>
          <p:spPr>
            <a:xfrm>
              <a:off x="4161" y="2869"/>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4</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7" name="Rectangle 105"/>
            <p:cNvSpPr/>
            <p:nvPr/>
          </p:nvSpPr>
          <p:spPr>
            <a:xfrm>
              <a:off x="4912" y="2508"/>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8" name="Rectangle 106"/>
            <p:cNvSpPr/>
            <p:nvPr/>
          </p:nvSpPr>
          <p:spPr>
            <a:xfrm>
              <a:off x="3451" y="2685"/>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2</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69" name="Rectangle 107"/>
            <p:cNvSpPr/>
            <p:nvPr/>
          </p:nvSpPr>
          <p:spPr>
            <a:xfrm>
              <a:off x="1274" y="2844"/>
              <a:ext cx="224"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MF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0" name="Rectangle 108"/>
            <p:cNvSpPr/>
            <p:nvPr/>
          </p:nvSpPr>
          <p:spPr>
            <a:xfrm>
              <a:off x="635" y="2844"/>
              <a:ext cx="224"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Times New Roman" panose="02020603050405020304" pitchFamily="18" charset="0"/>
                  <a:ea typeface="宋体" panose="02010600030101010101" pitchFamily="2" charset="-122"/>
                </a:rPr>
                <a:t>MF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1" name="Rectangle 109"/>
            <p:cNvSpPr/>
            <p:nvPr/>
          </p:nvSpPr>
          <p:spPr>
            <a:xfrm>
              <a:off x="1545" y="2659"/>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2" name="Rectangle 110"/>
            <p:cNvSpPr/>
            <p:nvPr/>
          </p:nvSpPr>
          <p:spPr>
            <a:xfrm>
              <a:off x="922" y="2659"/>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3" name="Rectangle 111"/>
            <p:cNvSpPr/>
            <p:nvPr/>
          </p:nvSpPr>
          <p:spPr>
            <a:xfrm>
              <a:off x="4772" y="285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4" name="Rectangle 112"/>
            <p:cNvSpPr/>
            <p:nvPr/>
          </p:nvSpPr>
          <p:spPr>
            <a:xfrm>
              <a:off x="3448" y="2853"/>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5" name="Rectangle 113"/>
            <p:cNvSpPr/>
            <p:nvPr/>
          </p:nvSpPr>
          <p:spPr>
            <a:xfrm>
              <a:off x="4989" y="2492"/>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6" name="Rectangle 114"/>
            <p:cNvSpPr/>
            <p:nvPr/>
          </p:nvSpPr>
          <p:spPr>
            <a:xfrm>
              <a:off x="5106" y="288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7" name="Rectangle 115"/>
            <p:cNvSpPr/>
            <p:nvPr/>
          </p:nvSpPr>
          <p:spPr>
            <a:xfrm>
              <a:off x="4329" y="288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8" name="Rectangle 116"/>
            <p:cNvSpPr/>
            <p:nvPr/>
          </p:nvSpPr>
          <p:spPr>
            <a:xfrm>
              <a:off x="3784" y="288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79" name="Rectangle 117"/>
            <p:cNvSpPr/>
            <p:nvPr/>
          </p:nvSpPr>
          <p:spPr>
            <a:xfrm>
              <a:off x="3051" y="288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0" name="Rectangle 118"/>
            <p:cNvSpPr/>
            <p:nvPr/>
          </p:nvSpPr>
          <p:spPr>
            <a:xfrm>
              <a:off x="5307" y="252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1" name="Rectangle 119"/>
            <p:cNvSpPr/>
            <p:nvPr/>
          </p:nvSpPr>
          <p:spPr>
            <a:xfrm>
              <a:off x="4285" y="2529"/>
              <a:ext cx="114"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c</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2" name="Rectangle 120"/>
            <p:cNvSpPr/>
            <p:nvPr/>
          </p:nvSpPr>
          <p:spPr>
            <a:xfrm>
              <a:off x="3810" y="2529"/>
              <a:ext cx="128"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3" name="Rectangle 121"/>
            <p:cNvSpPr/>
            <p:nvPr/>
          </p:nvSpPr>
          <p:spPr>
            <a:xfrm>
              <a:off x="2993" y="2529"/>
              <a:ext cx="128"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4" name="Rectangle 122"/>
            <p:cNvSpPr/>
            <p:nvPr/>
          </p:nvSpPr>
          <p:spPr>
            <a:xfrm>
              <a:off x="1121" y="2688"/>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7985" name="Rectangle 123"/>
            <p:cNvSpPr/>
            <p:nvPr/>
          </p:nvSpPr>
          <p:spPr>
            <a:xfrm>
              <a:off x="482" y="2688"/>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37890" name="Object 124"/>
            <p:cNvGraphicFramePr>
              <a:graphicFrameLocks/>
            </p:cNvGraphicFramePr>
            <p:nvPr/>
          </p:nvGraphicFramePr>
          <p:xfrm>
            <a:off x="1288" y="2664"/>
            <a:ext cx="171" cy="168"/>
          </p:xfrm>
          <a:graphic>
            <a:graphicData uri="http://schemas.openxmlformats.org/presentationml/2006/ole">
              <p:oleObj spid="_x0000_s135173" r:id="rId5" imgW="20669250" imgH="13163550" progId="">
                <p:embed/>
              </p:oleObj>
            </a:graphicData>
          </a:graphic>
        </p:graphicFrame>
        <p:graphicFrame>
          <p:nvGraphicFramePr>
            <p:cNvPr id="37891" name="Object 125"/>
            <p:cNvGraphicFramePr>
              <a:graphicFrameLocks/>
            </p:cNvGraphicFramePr>
            <p:nvPr/>
          </p:nvGraphicFramePr>
          <p:xfrm>
            <a:off x="3936" y="2544"/>
            <a:ext cx="171" cy="168"/>
          </p:xfrm>
          <a:graphic>
            <a:graphicData uri="http://schemas.openxmlformats.org/presentationml/2006/ole">
              <p:oleObj spid="_x0000_s135172" r:id="rId6" imgW="271780" imgH="266700" progId="">
                <p:embed/>
              </p:oleObj>
            </a:graphicData>
          </a:graphic>
        </p:graphicFrame>
        <p:graphicFrame>
          <p:nvGraphicFramePr>
            <p:cNvPr id="37892" name="Object 126"/>
            <p:cNvGraphicFramePr>
              <a:graphicFrameLocks/>
            </p:cNvGraphicFramePr>
            <p:nvPr/>
          </p:nvGraphicFramePr>
          <p:xfrm>
            <a:off x="3896" y="2912"/>
            <a:ext cx="171" cy="168"/>
          </p:xfrm>
          <a:graphic>
            <a:graphicData uri="http://schemas.openxmlformats.org/presentationml/2006/ole">
              <p:oleObj spid="_x0000_s135171" r:id="rId7" imgW="271780" imgH="266700" progId="">
                <p:embed/>
              </p:oleObj>
            </a:graphicData>
          </a:graphic>
        </p:graphicFrame>
        <p:graphicFrame>
          <p:nvGraphicFramePr>
            <p:cNvPr id="37893" name="Object 127"/>
            <p:cNvGraphicFramePr>
              <a:graphicFrameLocks/>
            </p:cNvGraphicFramePr>
            <p:nvPr/>
          </p:nvGraphicFramePr>
          <p:xfrm>
            <a:off x="5424" y="2544"/>
            <a:ext cx="171" cy="168"/>
          </p:xfrm>
          <a:graphic>
            <a:graphicData uri="http://schemas.openxmlformats.org/presentationml/2006/ole">
              <p:oleObj spid="_x0000_s135170" r:id="rId8" imgW="271780" imgH="266700" progId="">
                <p:embed/>
              </p:oleObj>
            </a:graphicData>
          </a:graphic>
        </p:graphicFrame>
        <p:graphicFrame>
          <p:nvGraphicFramePr>
            <p:cNvPr id="37894" name="Object 128"/>
            <p:cNvGraphicFramePr>
              <a:graphicFrameLocks/>
            </p:cNvGraphicFramePr>
            <p:nvPr/>
          </p:nvGraphicFramePr>
          <p:xfrm>
            <a:off x="5224" y="2896"/>
            <a:ext cx="171" cy="168"/>
          </p:xfrm>
          <a:graphic>
            <a:graphicData uri="http://schemas.openxmlformats.org/presentationml/2006/ole">
              <p:oleObj spid="_x0000_s135169" r:id="rId9" imgW="271780" imgH="266700" progId="">
                <p:embed/>
              </p:oleObj>
            </a:graphicData>
          </a:graphic>
        </p:graphicFrame>
      </p:grpSp>
      <p:grpSp>
        <p:nvGrpSpPr>
          <p:cNvPr id="7" name="Group 129"/>
          <p:cNvGrpSpPr/>
          <p:nvPr/>
        </p:nvGrpSpPr>
        <p:grpSpPr>
          <a:xfrm>
            <a:off x="2209800" y="914400"/>
            <a:ext cx="4148138" cy="519113"/>
            <a:chOff x="3197" y="727"/>
            <a:chExt cx="2613" cy="327"/>
          </a:xfrm>
        </p:grpSpPr>
        <p:sp>
          <p:nvSpPr>
            <p:cNvPr id="37923" name="Rectangle 130"/>
            <p:cNvSpPr/>
            <p:nvPr/>
          </p:nvSpPr>
          <p:spPr>
            <a:xfrm>
              <a:off x="5686" y="75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4" name="Rectangle 131"/>
            <p:cNvSpPr/>
            <p:nvPr/>
          </p:nvSpPr>
          <p:spPr>
            <a:xfrm>
              <a:off x="5411" y="75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5" name="Rectangle 132"/>
            <p:cNvSpPr/>
            <p:nvPr/>
          </p:nvSpPr>
          <p:spPr>
            <a:xfrm>
              <a:off x="4873" y="756"/>
              <a:ext cx="6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0.06V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6" name="Rectangle 133"/>
            <p:cNvSpPr/>
            <p:nvPr/>
          </p:nvSpPr>
          <p:spPr>
            <a:xfrm>
              <a:off x="4599" y="756"/>
              <a:ext cx="124"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7" name="Rectangle 134"/>
            <p:cNvSpPr/>
            <p:nvPr/>
          </p:nvSpPr>
          <p:spPr>
            <a:xfrm>
              <a:off x="4061" y="756"/>
              <a:ext cx="6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1.30V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8" name="Rectangle 135"/>
            <p:cNvSpPr/>
            <p:nvPr/>
          </p:nvSpPr>
          <p:spPr>
            <a:xfrm>
              <a:off x="3345" y="756"/>
              <a:ext cx="61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1.36V</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9" name="Rectangle 136"/>
            <p:cNvSpPr/>
            <p:nvPr/>
          </p:nvSpPr>
          <p:spPr>
            <a:xfrm>
              <a:off x="5518" y="72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&gt;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30" name="Rectangle 137"/>
            <p:cNvSpPr/>
            <p:nvPr/>
          </p:nvSpPr>
          <p:spPr>
            <a:xfrm>
              <a:off x="4705" y="72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31" name="Rectangle 138"/>
            <p:cNvSpPr/>
            <p:nvPr/>
          </p:nvSpPr>
          <p:spPr>
            <a:xfrm>
              <a:off x="3927" y="72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32" name="Rectangle 139"/>
            <p:cNvSpPr/>
            <p:nvPr/>
          </p:nvSpPr>
          <p:spPr>
            <a:xfrm>
              <a:off x="3197" y="727"/>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8" name="Group 140"/>
          <p:cNvGrpSpPr/>
          <p:nvPr/>
        </p:nvGrpSpPr>
        <p:grpSpPr>
          <a:xfrm>
            <a:off x="1524000" y="228600"/>
            <a:ext cx="5164138" cy="573088"/>
            <a:chOff x="731" y="249"/>
            <a:chExt cx="3253" cy="361"/>
          </a:xfrm>
        </p:grpSpPr>
        <p:sp>
          <p:nvSpPr>
            <p:cNvPr id="37904" name="Rectangle 141"/>
            <p:cNvSpPr/>
            <p:nvPr/>
          </p:nvSpPr>
          <p:spPr>
            <a:xfrm>
              <a:off x="3901" y="28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05" name="Rectangle 142"/>
            <p:cNvSpPr/>
            <p:nvPr/>
          </p:nvSpPr>
          <p:spPr>
            <a:xfrm>
              <a:off x="3525" y="285"/>
              <a:ext cx="317"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06" name="Rectangle 143"/>
            <p:cNvSpPr/>
            <p:nvPr/>
          </p:nvSpPr>
          <p:spPr>
            <a:xfrm>
              <a:off x="3181" y="285"/>
              <a:ext cx="248"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Cl</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07" name="Rectangle 144"/>
            <p:cNvSpPr/>
            <p:nvPr/>
          </p:nvSpPr>
          <p:spPr>
            <a:xfrm>
              <a:off x="3106" y="28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08" name="Rectangle 145"/>
            <p:cNvSpPr/>
            <p:nvPr/>
          </p:nvSpPr>
          <p:spPr>
            <a:xfrm>
              <a:off x="2684" y="28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09" name="Rectangle 146"/>
            <p:cNvSpPr/>
            <p:nvPr/>
          </p:nvSpPr>
          <p:spPr>
            <a:xfrm>
              <a:off x="2130" y="285"/>
              <a:ext cx="441"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0" name="Rectangle 147"/>
            <p:cNvSpPr/>
            <p:nvPr/>
          </p:nvSpPr>
          <p:spPr>
            <a:xfrm>
              <a:off x="1529" y="285"/>
              <a:ext cx="565"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MnO</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1" name="Rectangle 148"/>
            <p:cNvSpPr/>
            <p:nvPr/>
          </p:nvSpPr>
          <p:spPr>
            <a:xfrm>
              <a:off x="1450" y="285"/>
              <a:ext cx="83"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2" name="Rectangle 149"/>
            <p:cNvSpPr/>
            <p:nvPr/>
          </p:nvSpPr>
          <p:spPr>
            <a:xfrm>
              <a:off x="3431" y="43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3" name="Rectangle 150"/>
            <p:cNvSpPr/>
            <p:nvPr/>
          </p:nvSpPr>
          <p:spPr>
            <a:xfrm>
              <a:off x="2516" y="264"/>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4" name="Rectangle 151"/>
            <p:cNvSpPr/>
            <p:nvPr/>
          </p:nvSpPr>
          <p:spPr>
            <a:xfrm>
              <a:off x="2052" y="437"/>
              <a:ext cx="72"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5" name="Rectangle 152"/>
            <p:cNvSpPr/>
            <p:nvPr/>
          </p:nvSpPr>
          <p:spPr>
            <a:xfrm>
              <a:off x="868" y="437"/>
              <a:ext cx="224"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Times New Roman" panose="02020603050405020304" pitchFamily="18" charset="0"/>
                  <a:ea typeface="宋体" panose="02010600030101010101" pitchFamily="2" charset="-122"/>
                </a:rPr>
                <a:t>MF</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6" name="Rectangle 153"/>
            <p:cNvSpPr/>
            <p:nvPr/>
          </p:nvSpPr>
          <p:spPr>
            <a:xfrm>
              <a:off x="2794" y="25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7" name="Rectangle 154"/>
            <p:cNvSpPr/>
            <p:nvPr/>
          </p:nvSpPr>
          <p:spPr>
            <a:xfrm>
              <a:off x="1125" y="256"/>
              <a:ext cx="136" cy="298"/>
            </a:xfrm>
            <a:prstGeom prst="rect">
              <a:avLst/>
            </a:prstGeom>
            <a:noFill/>
            <a:ln w="9525">
              <a:noFill/>
            </a:ln>
          </p:spPr>
          <p:txBody>
            <a:bodyPr wrap="none" lIns="0" tIns="0" rIns="0" bIns="0">
              <a:spAutoFit/>
            </a:bodyPr>
            <a:lstStyle/>
            <a:p>
              <a:pPr>
                <a:spcBef>
                  <a:spcPct val="0"/>
                </a:spcBef>
              </a:pPr>
              <a:r>
                <a:rPr lang="en-US" altLang="zh-CN" sz="31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8" name="Rectangle 155"/>
            <p:cNvSpPr/>
            <p:nvPr/>
          </p:nvSpPr>
          <p:spPr>
            <a:xfrm>
              <a:off x="3804" y="249"/>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19" name="Rectangle 156"/>
            <p:cNvSpPr/>
            <p:nvPr/>
          </p:nvSpPr>
          <p:spPr>
            <a:xfrm>
              <a:off x="2585" y="249"/>
              <a:ext cx="79" cy="173"/>
            </a:xfrm>
            <a:prstGeom prst="rect">
              <a:avLst/>
            </a:prstGeom>
            <a:noFill/>
            <a:ln w="9525">
              <a:noFill/>
            </a:ln>
          </p:spPr>
          <p:txBody>
            <a:bodyPr wrap="none" lIns="0" tIns="0" rIns="0" bIns="0">
              <a:spAutoFit/>
            </a:bodyPr>
            <a:lstStyle/>
            <a:p>
              <a:pPr>
                <a:spcBef>
                  <a:spcPct val="0"/>
                </a:spcBef>
              </a:pPr>
              <a:r>
                <a:rPr lang="en-US" altLang="zh-CN" sz="18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0" name="Rectangle 157"/>
            <p:cNvSpPr/>
            <p:nvPr/>
          </p:nvSpPr>
          <p:spPr>
            <a:xfrm>
              <a:off x="2958" y="285"/>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1" name="Rectangle 158"/>
            <p:cNvSpPr/>
            <p:nvPr/>
          </p:nvSpPr>
          <p:spPr>
            <a:xfrm>
              <a:off x="1303" y="285"/>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37922" name="Rectangle 159"/>
            <p:cNvSpPr/>
            <p:nvPr/>
          </p:nvSpPr>
          <p:spPr>
            <a:xfrm>
              <a:off x="731" y="285"/>
              <a:ext cx="165" cy="298"/>
            </a:xfrm>
            <a:prstGeom prst="rect">
              <a:avLst/>
            </a:prstGeom>
            <a:noFill/>
            <a:ln w="9525">
              <a:noFill/>
            </a:ln>
          </p:spPr>
          <p:txBody>
            <a:bodyPr wrap="none" lIns="0" tIns="0" rIns="0" bIns="0">
              <a:spAutoFit/>
            </a:bodyPr>
            <a:lstStyle/>
            <a:p>
              <a:pPr>
                <a:spcBef>
                  <a:spcPct val="0"/>
                </a:spcBef>
              </a:pPr>
              <a:r>
                <a:rPr lang="en-US" altLang="zh-CN" sz="31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8767"/>
                                        </p:tgtEl>
                                        <p:attrNameLst>
                                          <p:attrName>style.visibility</p:attrName>
                                        </p:attrNameLst>
                                      </p:cBhvr>
                                      <p:to>
                                        <p:strVal val="visible"/>
                                      </p:to>
                                    </p:set>
                                    <p:animEffect transition="in" filter="wipe(left)">
                                      <p:cBhvr>
                                        <p:cTn id="17" dur="500"/>
                                        <p:tgtEl>
                                          <p:spTgt spid="1587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wipe(left)">
                                      <p:cBhvr>
                                        <p:cTn id="37" dur="500"/>
                                        <p:tgtEl>
                                          <p:spTgt spid="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8767" grpId="0" animBg="1"/>
    </p:bld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8926" name="Rectangle 2"/>
          <p:cNvSpPr>
            <a:spLocks noGrp="1"/>
          </p:cNvSpPr>
          <p:nvPr>
            <p:ph type="title"/>
          </p:nvPr>
        </p:nvSpPr>
        <p:spPr>
          <a:xfrm>
            <a:off x="0" y="228600"/>
            <a:ext cx="5943600" cy="457200"/>
          </a:xfrm>
          <a:solidFill>
            <a:schemeClr val="bg1">
              <a:alpha val="100000"/>
            </a:schemeClr>
          </a:solidFill>
        </p:spPr>
        <p:txBody>
          <a:bodyPr vert="horz" wrap="square" lIns="91440" tIns="45720" rIns="91440" bIns="45720" anchor="ctr" anchorCtr="0"/>
          <a:lstStyle/>
          <a:p>
            <a:pPr eaLnBrk="1" hangingPunct="1"/>
            <a:r>
              <a:rPr lang="en-US" altLang="zh-CN" sz="2600" dirty="0">
                <a:solidFill>
                  <a:srgbClr val="990000"/>
                </a:solidFill>
                <a:effectLst/>
                <a:ea typeface="楷体_GB2312" pitchFamily="49" charset="-122"/>
              </a:rPr>
              <a:t>7.4.4  </a:t>
            </a:r>
            <a:r>
              <a:rPr lang="zh-CN" altLang="en-US" sz="2600" dirty="0">
                <a:solidFill>
                  <a:srgbClr val="990000"/>
                </a:solidFill>
                <a:effectLst/>
                <a:ea typeface="楷体_GB2312" pitchFamily="49" charset="-122"/>
              </a:rPr>
              <a:t>确定氧化还原反应进行的限度</a:t>
            </a:r>
          </a:p>
        </p:txBody>
      </p:sp>
      <p:grpSp>
        <p:nvGrpSpPr>
          <p:cNvPr id="2" name="Group 3"/>
          <p:cNvGrpSpPr/>
          <p:nvPr/>
        </p:nvGrpSpPr>
        <p:grpSpPr>
          <a:xfrm>
            <a:off x="3224209" y="4054460"/>
            <a:ext cx="2670176" cy="550863"/>
            <a:chOff x="881" y="2808"/>
            <a:chExt cx="1682" cy="347"/>
          </a:xfrm>
        </p:grpSpPr>
        <p:sp>
          <p:nvSpPr>
            <p:cNvPr id="38997" name="Rectangle 4"/>
            <p:cNvSpPr/>
            <p:nvPr/>
          </p:nvSpPr>
          <p:spPr>
            <a:xfrm>
              <a:off x="2498" y="283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8" name="Rectangle 5"/>
            <p:cNvSpPr/>
            <p:nvPr/>
          </p:nvSpPr>
          <p:spPr>
            <a:xfrm>
              <a:off x="2381" y="283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  </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9" name="Rectangle 6"/>
            <p:cNvSpPr/>
            <p:nvPr/>
          </p:nvSpPr>
          <p:spPr>
            <a:xfrm>
              <a:off x="2215" y="2845"/>
              <a:ext cx="260"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Times New Roman" panose="02020603050405020304" pitchFamily="18" charset="0"/>
                  <a:ea typeface="宋体" panose="02010600030101010101" pitchFamily="2" charset="-122"/>
                </a:rPr>
                <a:t>时</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39000" name="Rectangle 7"/>
            <p:cNvSpPr/>
            <p:nvPr/>
          </p:nvSpPr>
          <p:spPr>
            <a:xfrm>
              <a:off x="2029" y="2837"/>
              <a:ext cx="20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9001" name="Rectangle 8"/>
            <p:cNvSpPr/>
            <p:nvPr/>
          </p:nvSpPr>
          <p:spPr>
            <a:xfrm>
              <a:off x="1771" y="2837"/>
              <a:ext cx="25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15</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9002" name="Rectangle 9"/>
            <p:cNvSpPr/>
            <p:nvPr/>
          </p:nvSpPr>
          <p:spPr>
            <a:xfrm>
              <a:off x="1706" y="283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9003" name="Rectangle 10"/>
            <p:cNvSpPr/>
            <p:nvPr/>
          </p:nvSpPr>
          <p:spPr>
            <a:xfrm>
              <a:off x="1318" y="2837"/>
              <a:ext cx="388"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298</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9004" name="Rectangle 11"/>
            <p:cNvSpPr/>
            <p:nvPr/>
          </p:nvSpPr>
          <p:spPr>
            <a:xfrm>
              <a:off x="881" y="2837"/>
              <a:ext cx="158"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9005" name="Rectangle 12"/>
            <p:cNvSpPr/>
            <p:nvPr/>
          </p:nvSpPr>
          <p:spPr>
            <a:xfrm>
              <a:off x="1115" y="2808"/>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pSp>
      <p:sp>
        <p:nvSpPr>
          <p:cNvPr id="157709" name="Text Box 13"/>
          <p:cNvSpPr txBox="1"/>
          <p:nvPr/>
        </p:nvSpPr>
        <p:spPr>
          <a:xfrm>
            <a:off x="3357554" y="5072074"/>
            <a:ext cx="838200" cy="579438"/>
          </a:xfrm>
          <a:prstGeom prst="rect">
            <a:avLst/>
          </a:prstGeom>
          <a:noFill/>
          <a:ln w="9525">
            <a:noFill/>
          </a:ln>
        </p:spPr>
        <p:txBody>
          <a:bodyPr>
            <a:spAutoFit/>
          </a:bodyPr>
          <a:lstStyle/>
          <a:p>
            <a:r>
              <a:rPr lang="zh-CN" altLang="en-US" sz="3200" i="0" dirty="0">
                <a:solidFill>
                  <a:srgbClr val="0000CC"/>
                </a:solidFill>
                <a:latin typeface="Times New Roman" panose="02020603050405020304" pitchFamily="18" charset="0"/>
                <a:ea typeface="宋体" panose="02010600030101010101" pitchFamily="2" charset="-122"/>
              </a:rPr>
              <a:t>或</a:t>
            </a:r>
          </a:p>
        </p:txBody>
      </p:sp>
      <p:grpSp>
        <p:nvGrpSpPr>
          <p:cNvPr id="3" name="Group 14"/>
          <p:cNvGrpSpPr/>
          <p:nvPr/>
        </p:nvGrpSpPr>
        <p:grpSpPr>
          <a:xfrm>
            <a:off x="4071934" y="714356"/>
            <a:ext cx="3841750" cy="588963"/>
            <a:chOff x="1415" y="704"/>
            <a:chExt cx="2420" cy="371"/>
          </a:xfrm>
        </p:grpSpPr>
        <p:sp>
          <p:nvSpPr>
            <p:cNvPr id="38987" name="Rectangle 15"/>
            <p:cNvSpPr/>
            <p:nvPr/>
          </p:nvSpPr>
          <p:spPr>
            <a:xfrm>
              <a:off x="3295" y="733"/>
              <a:ext cx="20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8" name="Rectangle 16"/>
            <p:cNvSpPr/>
            <p:nvPr/>
          </p:nvSpPr>
          <p:spPr>
            <a:xfrm>
              <a:off x="2405" y="733"/>
              <a:ext cx="58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2.303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9" name="Rectangle 17"/>
            <p:cNvSpPr/>
            <p:nvPr/>
          </p:nvSpPr>
          <p:spPr>
            <a:xfrm>
              <a:off x="1838" y="891"/>
              <a:ext cx="12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0" name="Rectangle 18"/>
            <p:cNvSpPr/>
            <p:nvPr/>
          </p:nvSpPr>
          <p:spPr>
            <a:xfrm>
              <a:off x="1591" y="891"/>
              <a:ext cx="6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r</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1" name="Rectangle 19"/>
            <p:cNvSpPr/>
            <p:nvPr/>
          </p:nvSpPr>
          <p:spPr>
            <a:xfrm>
              <a:off x="3493" y="733"/>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2" name="Rectangle 20"/>
            <p:cNvSpPr/>
            <p:nvPr/>
          </p:nvSpPr>
          <p:spPr>
            <a:xfrm>
              <a:off x="2992" y="733"/>
              <a:ext cx="330"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RT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3" name="Rectangle 21"/>
            <p:cNvSpPr/>
            <p:nvPr/>
          </p:nvSpPr>
          <p:spPr>
            <a:xfrm>
              <a:off x="1652" y="733"/>
              <a:ext cx="187"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4" name="Rectangle 22"/>
            <p:cNvSpPr/>
            <p:nvPr/>
          </p:nvSpPr>
          <p:spPr>
            <a:xfrm>
              <a:off x="2264" y="704"/>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5" name="Rectangle 23"/>
            <p:cNvSpPr/>
            <p:nvPr/>
          </p:nvSpPr>
          <p:spPr>
            <a:xfrm>
              <a:off x="2062" y="704"/>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96" name="Rectangle 24"/>
            <p:cNvSpPr/>
            <p:nvPr/>
          </p:nvSpPr>
          <p:spPr>
            <a:xfrm>
              <a:off x="1415" y="704"/>
              <a:ext cx="15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D</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38924" name="Object 25"/>
            <p:cNvGraphicFramePr>
              <a:graphicFrameLocks/>
            </p:cNvGraphicFramePr>
            <p:nvPr/>
          </p:nvGraphicFramePr>
          <p:xfrm>
            <a:off x="1824" y="720"/>
            <a:ext cx="171" cy="168"/>
          </p:xfrm>
          <a:graphic>
            <a:graphicData uri="http://schemas.openxmlformats.org/presentationml/2006/ole">
              <p:oleObj spid="_x0000_s137228" r:id="rId4" imgW="20669250" imgH="13163550" progId="">
                <p:embed/>
              </p:oleObj>
            </a:graphicData>
          </a:graphic>
        </p:graphicFrame>
        <p:graphicFrame>
          <p:nvGraphicFramePr>
            <p:cNvPr id="38925" name="Object 26"/>
            <p:cNvGraphicFramePr>
              <a:graphicFrameLocks/>
            </p:cNvGraphicFramePr>
            <p:nvPr/>
          </p:nvGraphicFramePr>
          <p:xfrm>
            <a:off x="3664" y="704"/>
            <a:ext cx="171" cy="168"/>
          </p:xfrm>
          <a:graphic>
            <a:graphicData uri="http://schemas.openxmlformats.org/presentationml/2006/ole">
              <p:oleObj spid="_x0000_s137227" r:id="rId5" imgW="271780" imgH="266700" progId="">
                <p:embed/>
              </p:oleObj>
            </a:graphicData>
          </a:graphic>
        </p:graphicFrame>
      </p:grpSp>
      <p:grpSp>
        <p:nvGrpSpPr>
          <p:cNvPr id="4" name="Group 27"/>
          <p:cNvGrpSpPr/>
          <p:nvPr/>
        </p:nvGrpSpPr>
        <p:grpSpPr>
          <a:xfrm>
            <a:off x="4071934" y="1381106"/>
            <a:ext cx="2708275" cy="587375"/>
            <a:chOff x="1415" y="1124"/>
            <a:chExt cx="1706" cy="370"/>
          </a:xfrm>
        </p:grpSpPr>
        <p:sp>
          <p:nvSpPr>
            <p:cNvPr id="38979" name="Rectangle 28"/>
            <p:cNvSpPr/>
            <p:nvPr/>
          </p:nvSpPr>
          <p:spPr>
            <a:xfrm>
              <a:off x="2883" y="1310"/>
              <a:ext cx="23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0" name="Rectangle 29"/>
            <p:cNvSpPr/>
            <p:nvPr/>
          </p:nvSpPr>
          <p:spPr>
            <a:xfrm>
              <a:off x="1838" y="1310"/>
              <a:ext cx="12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1" name="Rectangle 30"/>
            <p:cNvSpPr/>
            <p:nvPr/>
          </p:nvSpPr>
          <p:spPr>
            <a:xfrm>
              <a:off x="1591" y="1310"/>
              <a:ext cx="6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r</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2" name="Rectangle 31"/>
            <p:cNvSpPr/>
            <p:nvPr/>
          </p:nvSpPr>
          <p:spPr>
            <a:xfrm>
              <a:off x="2418" y="1153"/>
              <a:ext cx="50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ZFE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3" name="Rectangle 32"/>
            <p:cNvSpPr/>
            <p:nvPr/>
          </p:nvSpPr>
          <p:spPr>
            <a:xfrm>
              <a:off x="1652" y="1153"/>
              <a:ext cx="187"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4" name="Rectangle 33"/>
            <p:cNvSpPr/>
            <p:nvPr/>
          </p:nvSpPr>
          <p:spPr>
            <a:xfrm>
              <a:off x="2264" y="1124"/>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5" name="Rectangle 34"/>
            <p:cNvSpPr/>
            <p:nvPr/>
          </p:nvSpPr>
          <p:spPr>
            <a:xfrm>
              <a:off x="2062" y="1124"/>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86" name="Rectangle 35"/>
            <p:cNvSpPr/>
            <p:nvPr/>
          </p:nvSpPr>
          <p:spPr>
            <a:xfrm>
              <a:off x="1415" y="1124"/>
              <a:ext cx="15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D</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38922" name="Object 36"/>
            <p:cNvGraphicFramePr>
              <a:graphicFrameLocks/>
            </p:cNvGraphicFramePr>
            <p:nvPr/>
          </p:nvGraphicFramePr>
          <p:xfrm>
            <a:off x="1824" y="1152"/>
            <a:ext cx="171" cy="168"/>
          </p:xfrm>
          <a:graphic>
            <a:graphicData uri="http://schemas.openxmlformats.org/presentationml/2006/ole">
              <p:oleObj spid="_x0000_s137226" r:id="rId6" imgW="271780" imgH="266700" progId="">
                <p:embed/>
              </p:oleObj>
            </a:graphicData>
          </a:graphic>
        </p:graphicFrame>
        <p:graphicFrame>
          <p:nvGraphicFramePr>
            <p:cNvPr id="38923" name="Object 37"/>
            <p:cNvGraphicFramePr>
              <a:graphicFrameLocks/>
            </p:cNvGraphicFramePr>
            <p:nvPr/>
          </p:nvGraphicFramePr>
          <p:xfrm>
            <a:off x="2880" y="1136"/>
            <a:ext cx="171" cy="168"/>
          </p:xfrm>
          <a:graphic>
            <a:graphicData uri="http://schemas.openxmlformats.org/presentationml/2006/ole">
              <p:oleObj spid="_x0000_s137225" r:id="rId7" imgW="271780" imgH="266700" progId="">
                <p:embed/>
              </p:oleObj>
            </a:graphicData>
          </a:graphic>
        </p:graphicFrame>
      </p:grpSp>
      <p:grpSp>
        <p:nvGrpSpPr>
          <p:cNvPr id="5" name="Group 38"/>
          <p:cNvGrpSpPr/>
          <p:nvPr/>
        </p:nvGrpSpPr>
        <p:grpSpPr>
          <a:xfrm>
            <a:off x="3205159" y="2046269"/>
            <a:ext cx="5229225" cy="588962"/>
            <a:chOff x="869" y="1543"/>
            <a:chExt cx="3294" cy="371"/>
          </a:xfrm>
        </p:grpSpPr>
        <p:sp>
          <p:nvSpPr>
            <p:cNvPr id="38969" name="Rectangle 39"/>
            <p:cNvSpPr/>
            <p:nvPr/>
          </p:nvSpPr>
          <p:spPr>
            <a:xfrm>
              <a:off x="3602" y="1572"/>
              <a:ext cx="201"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lg</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0" name="Rectangle 40"/>
            <p:cNvSpPr/>
            <p:nvPr/>
          </p:nvSpPr>
          <p:spPr>
            <a:xfrm>
              <a:off x="2712" y="1572"/>
              <a:ext cx="58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2.303</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1" name="Rectangle 41"/>
            <p:cNvSpPr/>
            <p:nvPr/>
          </p:nvSpPr>
          <p:spPr>
            <a:xfrm>
              <a:off x="2066" y="1730"/>
              <a:ext cx="23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2" name="Rectangle 42"/>
            <p:cNvSpPr/>
            <p:nvPr/>
          </p:nvSpPr>
          <p:spPr>
            <a:xfrm>
              <a:off x="869" y="1580"/>
              <a:ext cx="519" cy="310"/>
            </a:xfrm>
            <a:prstGeom prst="rect">
              <a:avLst/>
            </a:prstGeom>
            <a:noFill/>
            <a:ln w="9525">
              <a:noFill/>
            </a:ln>
          </p:spPr>
          <p:txBody>
            <a:bodyPr wrap="none" lIns="0" tIns="0" rIns="0" bIns="0">
              <a:spAutoFit/>
            </a:bodyPr>
            <a:lstStyle/>
            <a:p>
              <a:pPr>
                <a:spcBef>
                  <a:spcPct val="0"/>
                </a:spcBef>
              </a:pPr>
              <a:r>
                <a:rPr lang="zh-CN" altLang="en-US" sz="3200" i="0" dirty="0">
                  <a:solidFill>
                    <a:schemeClr val="tx1"/>
                  </a:solidFill>
                  <a:latin typeface="宋体" panose="02010600030101010101" pitchFamily="2" charset="-122"/>
                  <a:ea typeface="宋体" panose="02010600030101010101" pitchFamily="2" charset="-122"/>
                </a:rPr>
                <a:t>因为</a:t>
              </a:r>
              <a:endParaRPr lang="zh-CN" altLang="en-US" sz="1800" i="0" dirty="0">
                <a:solidFill>
                  <a:schemeClr val="tx1"/>
                </a:solidFill>
                <a:latin typeface="Arial" panose="020B0604020202020204" pitchFamily="34" charset="0"/>
                <a:ea typeface="宋体" panose="02010600030101010101" pitchFamily="2" charset="-122"/>
              </a:endParaRPr>
            </a:p>
          </p:txBody>
        </p:sp>
        <p:sp>
          <p:nvSpPr>
            <p:cNvPr id="38973" name="Rectangle 43"/>
            <p:cNvSpPr/>
            <p:nvPr/>
          </p:nvSpPr>
          <p:spPr>
            <a:xfrm>
              <a:off x="3800" y="1572"/>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4" name="Rectangle 44"/>
            <p:cNvSpPr/>
            <p:nvPr/>
          </p:nvSpPr>
          <p:spPr>
            <a:xfrm>
              <a:off x="3299" y="1572"/>
              <a:ext cx="330"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RT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5" name="Rectangle 45"/>
            <p:cNvSpPr/>
            <p:nvPr/>
          </p:nvSpPr>
          <p:spPr>
            <a:xfrm>
              <a:off x="1601" y="1572"/>
              <a:ext cx="50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ZFE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6" name="Rectangle 46"/>
            <p:cNvSpPr/>
            <p:nvPr/>
          </p:nvSpPr>
          <p:spPr>
            <a:xfrm>
              <a:off x="2571" y="1543"/>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7" name="Rectangle 47"/>
            <p:cNvSpPr/>
            <p:nvPr/>
          </p:nvSpPr>
          <p:spPr>
            <a:xfrm>
              <a:off x="2368" y="1543"/>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78" name="Rectangle 48"/>
            <p:cNvSpPr/>
            <p:nvPr/>
          </p:nvSpPr>
          <p:spPr>
            <a:xfrm>
              <a:off x="1411" y="1543"/>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38920" name="Object 49"/>
            <p:cNvGraphicFramePr>
              <a:graphicFrameLocks/>
            </p:cNvGraphicFramePr>
            <p:nvPr/>
          </p:nvGraphicFramePr>
          <p:xfrm>
            <a:off x="2072" y="1544"/>
            <a:ext cx="171" cy="168"/>
          </p:xfrm>
          <a:graphic>
            <a:graphicData uri="http://schemas.openxmlformats.org/presentationml/2006/ole">
              <p:oleObj spid="_x0000_s137224" r:id="rId8" imgW="271780" imgH="266700" progId="">
                <p:embed/>
              </p:oleObj>
            </a:graphicData>
          </a:graphic>
        </p:graphicFrame>
        <p:graphicFrame>
          <p:nvGraphicFramePr>
            <p:cNvPr id="38921" name="Object 50"/>
            <p:cNvGraphicFramePr>
              <a:graphicFrameLocks/>
            </p:cNvGraphicFramePr>
            <p:nvPr/>
          </p:nvGraphicFramePr>
          <p:xfrm>
            <a:off x="3992" y="1552"/>
            <a:ext cx="171" cy="168"/>
          </p:xfrm>
          <a:graphic>
            <a:graphicData uri="http://schemas.openxmlformats.org/presentationml/2006/ole">
              <p:oleObj spid="_x0000_s137223" r:id="rId9" imgW="271780" imgH="266700" progId="">
                <p:embed/>
              </p:oleObj>
            </a:graphicData>
          </a:graphic>
        </p:graphicFrame>
      </p:grpSp>
      <p:grpSp>
        <p:nvGrpSpPr>
          <p:cNvPr id="6" name="Group 51"/>
          <p:cNvGrpSpPr/>
          <p:nvPr/>
        </p:nvGrpSpPr>
        <p:grpSpPr>
          <a:xfrm>
            <a:off x="4237024" y="2857498"/>
            <a:ext cx="3473450" cy="1058863"/>
            <a:chOff x="1423" y="1960"/>
            <a:chExt cx="2188" cy="667"/>
          </a:xfrm>
        </p:grpSpPr>
        <p:sp>
          <p:nvSpPr>
            <p:cNvPr id="38958" name="Line 52"/>
            <p:cNvSpPr/>
            <p:nvPr/>
          </p:nvSpPr>
          <p:spPr>
            <a:xfrm>
              <a:off x="2093" y="2285"/>
              <a:ext cx="925" cy="1"/>
            </a:xfrm>
            <a:prstGeom prst="line">
              <a:avLst/>
            </a:prstGeom>
            <a:ln w="17463" cap="flat" cmpd="sng">
              <a:solidFill>
                <a:srgbClr val="000000"/>
              </a:solidFill>
              <a:prstDash val="solid"/>
              <a:headEnd type="none" w="med" len="med"/>
              <a:tailEnd type="none" w="med" len="med"/>
            </a:ln>
          </p:spPr>
        </p:sp>
        <p:sp>
          <p:nvSpPr>
            <p:cNvPr id="38959" name="Rectangle 53"/>
            <p:cNvSpPr/>
            <p:nvPr/>
          </p:nvSpPr>
          <p:spPr>
            <a:xfrm>
              <a:off x="3059" y="2121"/>
              <a:ext cx="199" cy="307"/>
            </a:xfrm>
            <a:prstGeom prst="rect">
              <a:avLst/>
            </a:prstGeom>
            <a:noFill/>
            <a:ln w="9525">
              <a:noFill/>
            </a:ln>
          </p:spPr>
          <p:txBody>
            <a:bodyPr wrap="none" lIns="0" tIns="0" rIns="0" bIns="0">
              <a:spAutoFit/>
            </a:bodyPr>
            <a:lstStyle/>
            <a:p>
              <a:pPr>
                <a:spcBef>
                  <a:spcPct val="0"/>
                </a:spcBef>
              </a:pPr>
              <a:r>
                <a:rPr lang="en-US" altLang="zh-CN" sz="3200" i="0" dirty="0">
                  <a:solidFill>
                    <a:srgbClr val="990000"/>
                  </a:solidFill>
                  <a:latin typeface="Times New Roman" panose="02020603050405020304" pitchFamily="18" charset="0"/>
                  <a:ea typeface="宋体" panose="02010600030101010101" pitchFamily="2" charset="-122"/>
                </a:rPr>
                <a:t>lg</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0" name="Rectangle 54"/>
            <p:cNvSpPr/>
            <p:nvPr/>
          </p:nvSpPr>
          <p:spPr>
            <a:xfrm>
              <a:off x="2281" y="1960"/>
              <a:ext cx="384" cy="307"/>
            </a:xfrm>
            <a:prstGeom prst="rect">
              <a:avLst/>
            </a:prstGeom>
            <a:noFill/>
            <a:ln w="9525">
              <a:noFill/>
            </a:ln>
          </p:spPr>
          <p:txBody>
            <a:bodyPr wrap="none" lIns="0" tIns="0" rIns="0" bIns="0">
              <a:spAutoFit/>
            </a:bodyPr>
            <a:lstStyle/>
            <a:p>
              <a:pPr>
                <a:spcBef>
                  <a:spcPct val="0"/>
                </a:spcBef>
              </a:pPr>
              <a:r>
                <a:rPr lang="en-US" altLang="zh-CN" sz="3200" i="0" dirty="0">
                  <a:solidFill>
                    <a:srgbClr val="990000"/>
                  </a:solidFill>
                  <a:latin typeface="Times New Roman" panose="02020603050405020304" pitchFamily="18" charset="0"/>
                  <a:ea typeface="宋体" panose="02010600030101010101" pitchFamily="2" charset="-122"/>
                </a:rPr>
                <a:t>303</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1" name="Rectangle 55"/>
            <p:cNvSpPr/>
            <p:nvPr/>
          </p:nvSpPr>
          <p:spPr>
            <a:xfrm>
              <a:off x="2111" y="1960"/>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990000"/>
                  </a:solidFill>
                  <a:latin typeface="Times New Roman" panose="02020603050405020304" pitchFamily="18" charset="0"/>
                  <a:ea typeface="宋体" panose="02010600030101010101" pitchFamily="2" charset="-122"/>
                </a:rPr>
                <a:t>2</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2" name="Rectangle 56"/>
            <p:cNvSpPr/>
            <p:nvPr/>
          </p:nvSpPr>
          <p:spPr>
            <a:xfrm>
              <a:off x="1585" y="2278"/>
              <a:ext cx="236" cy="182"/>
            </a:xfrm>
            <a:prstGeom prst="rect">
              <a:avLst/>
            </a:prstGeom>
            <a:noFill/>
            <a:ln w="9525">
              <a:noFill/>
            </a:ln>
          </p:spPr>
          <p:txBody>
            <a:bodyPr wrap="none" lIns="0" tIns="0" rIns="0" bIns="0">
              <a:spAutoFit/>
            </a:bodyPr>
            <a:lstStyle/>
            <a:p>
              <a:pPr>
                <a:spcBef>
                  <a:spcPct val="0"/>
                </a:spcBef>
              </a:pPr>
              <a:r>
                <a:rPr lang="en-US" altLang="zh-CN" sz="1900" i="0" dirty="0">
                  <a:solidFill>
                    <a:srgbClr val="990000"/>
                  </a:solidFill>
                  <a:latin typeface="Times New Roman" panose="02020603050405020304" pitchFamily="18" charset="0"/>
                  <a:ea typeface="宋体" panose="02010600030101010101" pitchFamily="2" charset="-122"/>
                </a:rPr>
                <a:t>MF</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3" name="Rectangle 57"/>
            <p:cNvSpPr/>
            <p:nvPr/>
          </p:nvSpPr>
          <p:spPr>
            <a:xfrm>
              <a:off x="3257" y="2121"/>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990000"/>
                  </a:solidFill>
                  <a:latin typeface="Times New Roman" panose="02020603050405020304" pitchFamily="18" charset="0"/>
                  <a:ea typeface="宋体" panose="02010600030101010101" pitchFamily="2" charset="-122"/>
                </a:rPr>
                <a:t>K</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4" name="Rectangle 58"/>
            <p:cNvSpPr/>
            <p:nvPr/>
          </p:nvSpPr>
          <p:spPr>
            <a:xfrm>
              <a:off x="2396" y="2320"/>
              <a:ext cx="327" cy="307"/>
            </a:xfrm>
            <a:prstGeom prst="rect">
              <a:avLst/>
            </a:prstGeom>
            <a:noFill/>
            <a:ln w="9525">
              <a:noFill/>
            </a:ln>
          </p:spPr>
          <p:txBody>
            <a:bodyPr wrap="none" lIns="0" tIns="0" rIns="0" bIns="0">
              <a:spAutoFit/>
            </a:bodyPr>
            <a:lstStyle/>
            <a:p>
              <a:pPr>
                <a:spcBef>
                  <a:spcPct val="0"/>
                </a:spcBef>
              </a:pPr>
              <a:r>
                <a:rPr lang="en-US" altLang="zh-CN" sz="3200" dirty="0">
                  <a:solidFill>
                    <a:srgbClr val="990000"/>
                  </a:solidFill>
                  <a:latin typeface="Times New Roman" panose="02020603050405020304" pitchFamily="18" charset="0"/>
                  <a:ea typeface="宋体" panose="02010600030101010101" pitchFamily="2" charset="-122"/>
                </a:rPr>
                <a:t>ZF</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5" name="Rectangle 59"/>
            <p:cNvSpPr/>
            <p:nvPr/>
          </p:nvSpPr>
          <p:spPr>
            <a:xfrm>
              <a:off x="2673" y="1960"/>
              <a:ext cx="327" cy="307"/>
            </a:xfrm>
            <a:prstGeom prst="rect">
              <a:avLst/>
            </a:prstGeom>
            <a:noFill/>
            <a:ln w="9525">
              <a:noFill/>
            </a:ln>
          </p:spPr>
          <p:txBody>
            <a:bodyPr wrap="none" lIns="0" tIns="0" rIns="0" bIns="0">
              <a:spAutoFit/>
            </a:bodyPr>
            <a:lstStyle/>
            <a:p>
              <a:pPr>
                <a:spcBef>
                  <a:spcPct val="0"/>
                </a:spcBef>
              </a:pPr>
              <a:r>
                <a:rPr lang="en-US" altLang="zh-CN" sz="3200" dirty="0">
                  <a:solidFill>
                    <a:srgbClr val="990000"/>
                  </a:solidFill>
                  <a:latin typeface="Times New Roman" panose="02020603050405020304" pitchFamily="18" charset="0"/>
                  <a:ea typeface="宋体" panose="02010600030101010101" pitchFamily="2" charset="-122"/>
                </a:rPr>
                <a:t>RT</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6" name="Rectangle 60"/>
            <p:cNvSpPr/>
            <p:nvPr/>
          </p:nvSpPr>
          <p:spPr>
            <a:xfrm>
              <a:off x="2240" y="1960"/>
              <a:ext cx="64" cy="307"/>
            </a:xfrm>
            <a:prstGeom prst="rect">
              <a:avLst/>
            </a:prstGeom>
            <a:noFill/>
            <a:ln w="9525">
              <a:noFill/>
            </a:ln>
          </p:spPr>
          <p:txBody>
            <a:bodyPr wrap="none" lIns="0" tIns="0" rIns="0" bIns="0">
              <a:spAutoFit/>
            </a:bodyPr>
            <a:lstStyle/>
            <a:p>
              <a:pPr>
                <a:spcBef>
                  <a:spcPct val="0"/>
                </a:spcBef>
              </a:pPr>
              <a:r>
                <a:rPr lang="en-US" altLang="zh-CN" sz="3200" dirty="0">
                  <a:solidFill>
                    <a:srgbClr val="990000"/>
                  </a:solidFill>
                  <a:latin typeface="Times New Roman" panose="02020603050405020304" pitchFamily="18" charset="0"/>
                  <a:ea typeface="宋体" panose="02010600030101010101" pitchFamily="2" charset="-122"/>
                </a:rPr>
                <a:t>.</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7" name="Rectangle 61"/>
            <p:cNvSpPr/>
            <p:nvPr/>
          </p:nvSpPr>
          <p:spPr>
            <a:xfrm>
              <a:off x="1423" y="2121"/>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990000"/>
                  </a:solidFill>
                  <a:latin typeface="Times New Roman" panose="02020603050405020304" pitchFamily="18" charset="0"/>
                  <a:ea typeface="宋体" panose="02010600030101010101" pitchFamily="2" charset="-122"/>
                </a:rPr>
                <a:t>E</a:t>
              </a:r>
              <a:endParaRPr lang="en-US" altLang="zh-CN" sz="1800" i="0" dirty="0">
                <a:solidFill>
                  <a:srgbClr val="990000"/>
                </a:solidFill>
                <a:latin typeface="Times New Roman" panose="02020603050405020304" pitchFamily="18" charset="0"/>
                <a:ea typeface="宋体" panose="02010600030101010101" pitchFamily="2" charset="-122"/>
              </a:endParaRPr>
            </a:p>
          </p:txBody>
        </p:sp>
        <p:sp>
          <p:nvSpPr>
            <p:cNvPr id="38968" name="Rectangle 62"/>
            <p:cNvSpPr/>
            <p:nvPr/>
          </p:nvSpPr>
          <p:spPr>
            <a:xfrm>
              <a:off x="1887" y="2092"/>
              <a:ext cx="146" cy="307"/>
            </a:xfrm>
            <a:prstGeom prst="rect">
              <a:avLst/>
            </a:prstGeom>
            <a:noFill/>
            <a:ln w="9525">
              <a:noFill/>
            </a:ln>
          </p:spPr>
          <p:txBody>
            <a:bodyPr wrap="none" lIns="0" tIns="0" rIns="0" bIns="0">
              <a:spAutoFit/>
            </a:bodyPr>
            <a:lstStyle/>
            <a:p>
              <a:pPr>
                <a:spcBef>
                  <a:spcPct val="0"/>
                </a:spcBef>
              </a:pPr>
              <a:r>
                <a:rPr lang="en-US" altLang="zh-CN" sz="3200" i="0" dirty="0">
                  <a:solidFill>
                    <a:srgbClr val="990000"/>
                  </a:solidFill>
                  <a:latin typeface="Times New Roman" panose="02020603050405020304" pitchFamily="18" charset="0"/>
                  <a:ea typeface="宋体" panose="02010600030101010101" pitchFamily="2" charset="-122"/>
                </a:rPr>
                <a:t>=</a:t>
              </a:r>
              <a:endParaRPr lang="en-US" altLang="zh-CN" sz="1800" i="0" dirty="0">
                <a:solidFill>
                  <a:srgbClr val="990000"/>
                </a:solidFill>
                <a:latin typeface="Times New Roman" panose="02020603050405020304" pitchFamily="18" charset="0"/>
                <a:ea typeface="宋体" panose="02010600030101010101" pitchFamily="2" charset="-122"/>
              </a:endParaRPr>
            </a:p>
          </p:txBody>
        </p:sp>
        <p:graphicFrame>
          <p:nvGraphicFramePr>
            <p:cNvPr id="38918" name="Object 63"/>
            <p:cNvGraphicFramePr>
              <a:graphicFrameLocks/>
            </p:cNvGraphicFramePr>
            <p:nvPr/>
          </p:nvGraphicFramePr>
          <p:xfrm>
            <a:off x="1608" y="2112"/>
            <a:ext cx="171" cy="168"/>
          </p:xfrm>
          <a:graphic>
            <a:graphicData uri="http://schemas.openxmlformats.org/presentationml/2006/ole">
              <p:oleObj spid="_x0000_s137222" r:id="rId10" imgW="271780" imgH="266700" progId="">
                <p:embed/>
              </p:oleObj>
            </a:graphicData>
          </a:graphic>
        </p:graphicFrame>
        <p:graphicFrame>
          <p:nvGraphicFramePr>
            <p:cNvPr id="38919" name="Object 64"/>
            <p:cNvGraphicFramePr>
              <a:graphicFrameLocks/>
            </p:cNvGraphicFramePr>
            <p:nvPr/>
          </p:nvGraphicFramePr>
          <p:xfrm>
            <a:off x="3440" y="2096"/>
            <a:ext cx="171" cy="168"/>
          </p:xfrm>
          <a:graphic>
            <a:graphicData uri="http://schemas.openxmlformats.org/presentationml/2006/ole">
              <p:oleObj spid="_x0000_s137221" r:id="rId11" imgW="271780" imgH="266700" progId="">
                <p:embed/>
              </p:oleObj>
            </a:graphicData>
          </a:graphic>
        </p:graphicFrame>
      </p:grpSp>
      <p:grpSp>
        <p:nvGrpSpPr>
          <p:cNvPr id="7" name="Group 65"/>
          <p:cNvGrpSpPr/>
          <p:nvPr/>
        </p:nvGrpSpPr>
        <p:grpSpPr>
          <a:xfrm>
            <a:off x="6248397" y="3825858"/>
            <a:ext cx="2786062" cy="1084263"/>
            <a:chOff x="2786" y="2664"/>
            <a:chExt cx="1755" cy="683"/>
          </a:xfrm>
        </p:grpSpPr>
        <p:sp>
          <p:nvSpPr>
            <p:cNvPr id="38948" name="Line 66"/>
            <p:cNvSpPr/>
            <p:nvPr/>
          </p:nvSpPr>
          <p:spPr>
            <a:xfrm>
              <a:off x="3604" y="3001"/>
              <a:ext cx="937" cy="1"/>
            </a:xfrm>
            <a:prstGeom prst="line">
              <a:avLst/>
            </a:prstGeom>
            <a:ln w="17463" cap="flat" cmpd="sng">
              <a:solidFill>
                <a:srgbClr val="000000"/>
              </a:solidFill>
              <a:prstDash val="solid"/>
              <a:headEnd type="none" w="med" len="med"/>
              <a:tailEnd type="none" w="med" len="med"/>
            </a:ln>
          </p:spPr>
        </p:sp>
        <p:sp>
          <p:nvSpPr>
            <p:cNvPr id="38949" name="Rectangle 67"/>
            <p:cNvSpPr/>
            <p:nvPr/>
          </p:nvSpPr>
          <p:spPr>
            <a:xfrm>
              <a:off x="4337" y="3037"/>
              <a:ext cx="187"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V</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0" name="Rectangle 68"/>
            <p:cNvSpPr/>
            <p:nvPr/>
          </p:nvSpPr>
          <p:spPr>
            <a:xfrm>
              <a:off x="3811" y="3037"/>
              <a:ext cx="517"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0257</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1" name="Rectangle 69"/>
            <p:cNvSpPr/>
            <p:nvPr/>
          </p:nvSpPr>
          <p:spPr>
            <a:xfrm>
              <a:off x="3747" y="3037"/>
              <a:ext cx="6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2" name="Rectangle 70"/>
            <p:cNvSpPr/>
            <p:nvPr/>
          </p:nvSpPr>
          <p:spPr>
            <a:xfrm>
              <a:off x="3617" y="3037"/>
              <a:ext cx="129"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0</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3" name="Rectangle 71"/>
            <p:cNvSpPr/>
            <p:nvPr/>
          </p:nvSpPr>
          <p:spPr>
            <a:xfrm>
              <a:off x="2786" y="2837"/>
              <a:ext cx="215"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Times New Roman" panose="02020603050405020304" pitchFamily="18" charset="0"/>
                  <a:ea typeface="宋体" panose="02010600030101010101" pitchFamily="2" charset="-122"/>
                </a:rPr>
                <a:t>ln</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4" name="Rectangle 72"/>
            <p:cNvSpPr/>
            <p:nvPr/>
          </p:nvSpPr>
          <p:spPr>
            <a:xfrm>
              <a:off x="4109" y="2834"/>
              <a:ext cx="238" cy="184"/>
            </a:xfrm>
            <a:prstGeom prst="rect">
              <a:avLst/>
            </a:prstGeom>
            <a:noFill/>
            <a:ln w="9525">
              <a:noFill/>
            </a:ln>
          </p:spPr>
          <p:txBody>
            <a:bodyPr wrap="none" lIns="0" tIns="0" rIns="0" bIns="0">
              <a:spAutoFit/>
            </a:bodyPr>
            <a:lstStyle/>
            <a:p>
              <a:pPr>
                <a:spcBef>
                  <a:spcPct val="0"/>
                </a:spcBef>
              </a:pPr>
              <a:r>
                <a:rPr lang="en-US" altLang="zh-CN" sz="1900" i="0" dirty="0">
                  <a:solidFill>
                    <a:schemeClr val="tx1"/>
                  </a:solidFill>
                  <a:latin typeface="Times New Roman" panose="02020603050405020304" pitchFamily="18" charset="0"/>
                  <a:ea typeface="宋体" panose="02010600030101010101" pitchFamily="2" charset="-122"/>
                </a:rPr>
                <a:t>MF</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5" name="Rectangle 73"/>
            <p:cNvSpPr/>
            <p:nvPr/>
          </p:nvSpPr>
          <p:spPr>
            <a:xfrm>
              <a:off x="3802" y="2676"/>
              <a:ext cx="330"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ZE</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6" name="Rectangle 74"/>
            <p:cNvSpPr/>
            <p:nvPr/>
          </p:nvSpPr>
          <p:spPr>
            <a:xfrm>
              <a:off x="2984" y="2837"/>
              <a:ext cx="173" cy="310"/>
            </a:xfrm>
            <a:prstGeom prst="rect">
              <a:avLst/>
            </a:prstGeom>
            <a:noFill/>
            <a:ln w="9525">
              <a:noFill/>
            </a:ln>
          </p:spPr>
          <p:txBody>
            <a:bodyPr wrap="none" lIns="0" tIns="0" rIns="0" bIns="0">
              <a:spAutoFit/>
            </a:bodyPr>
            <a:lstStyle/>
            <a:p>
              <a:pPr>
                <a:spcBef>
                  <a:spcPct val="0"/>
                </a:spcBef>
              </a:pPr>
              <a:r>
                <a:rPr lang="en-US" altLang="zh-CN" sz="3200" dirty="0">
                  <a:solidFill>
                    <a:schemeClr val="tx1"/>
                  </a:solidFill>
                  <a:latin typeface="Times New Roman" panose="02020603050405020304" pitchFamily="18" charset="0"/>
                  <a:ea typeface="宋体" panose="02010600030101010101" pitchFamily="2" charset="-122"/>
                </a:rPr>
                <a:t>K</a:t>
              </a:r>
              <a:endParaRPr lang="en-US" altLang="zh-CN" sz="1800" i="0" dirty="0">
                <a:solidFill>
                  <a:schemeClr val="tx1"/>
                </a:solidFill>
                <a:latin typeface="Arial" panose="020B0604020202020204" pitchFamily="34" charset="0"/>
                <a:ea typeface="宋体" panose="02010600030101010101" pitchFamily="2" charset="-122"/>
              </a:endParaRPr>
            </a:p>
          </p:txBody>
        </p:sp>
        <p:sp>
          <p:nvSpPr>
            <p:cNvPr id="38957" name="Rectangle 75"/>
            <p:cNvSpPr/>
            <p:nvPr/>
          </p:nvSpPr>
          <p:spPr>
            <a:xfrm>
              <a:off x="3398" y="2808"/>
              <a:ext cx="142" cy="310"/>
            </a:xfrm>
            <a:prstGeom prst="rect">
              <a:avLst/>
            </a:prstGeom>
            <a:noFill/>
            <a:ln w="9525">
              <a:noFill/>
            </a:ln>
          </p:spPr>
          <p:txBody>
            <a:bodyPr wrap="none" lIns="0" tIns="0" rIns="0" bIns="0">
              <a:spAutoFit/>
            </a:bodyPr>
            <a:lstStyle/>
            <a:p>
              <a:pPr>
                <a:spcBef>
                  <a:spcPct val="0"/>
                </a:spcBef>
              </a:pPr>
              <a:r>
                <a:rPr lang="en-US" altLang="zh-CN" sz="3200" i="0" dirty="0">
                  <a:solidFill>
                    <a:schemeClr val="tx1"/>
                  </a:solidFill>
                  <a:latin typeface="Symbol" panose="05050102010706020507" pitchFamily="18" charset="2"/>
                  <a:ea typeface="宋体" panose="02010600030101010101" pitchFamily="2" charset="-122"/>
                </a:rPr>
                <a:t>=</a:t>
              </a:r>
              <a:endParaRPr lang="en-US" altLang="zh-CN" sz="1800" i="0" dirty="0">
                <a:solidFill>
                  <a:schemeClr val="tx1"/>
                </a:solidFill>
                <a:latin typeface="Arial" panose="020B0604020202020204" pitchFamily="34" charset="0"/>
                <a:ea typeface="宋体" panose="02010600030101010101" pitchFamily="2" charset="-122"/>
              </a:endParaRPr>
            </a:p>
          </p:txBody>
        </p:sp>
        <p:graphicFrame>
          <p:nvGraphicFramePr>
            <p:cNvPr id="38916" name="Object 76"/>
            <p:cNvGraphicFramePr>
              <a:graphicFrameLocks/>
            </p:cNvGraphicFramePr>
            <p:nvPr/>
          </p:nvGraphicFramePr>
          <p:xfrm>
            <a:off x="3168" y="2816"/>
            <a:ext cx="171" cy="168"/>
          </p:xfrm>
          <a:graphic>
            <a:graphicData uri="http://schemas.openxmlformats.org/presentationml/2006/ole">
              <p:oleObj spid="_x0000_s137220" r:id="rId12" imgW="271780" imgH="266700" progId="">
                <p:embed/>
              </p:oleObj>
            </a:graphicData>
          </a:graphic>
        </p:graphicFrame>
        <p:graphicFrame>
          <p:nvGraphicFramePr>
            <p:cNvPr id="38917" name="Object 77"/>
            <p:cNvGraphicFramePr>
              <a:graphicFrameLocks/>
            </p:cNvGraphicFramePr>
            <p:nvPr/>
          </p:nvGraphicFramePr>
          <p:xfrm>
            <a:off x="4120" y="2664"/>
            <a:ext cx="171" cy="168"/>
          </p:xfrm>
          <a:graphic>
            <a:graphicData uri="http://schemas.openxmlformats.org/presentationml/2006/ole">
              <p:oleObj spid="_x0000_s137219" r:id="rId13" imgW="271780" imgH="266700" progId="">
                <p:embed/>
              </p:oleObj>
            </a:graphicData>
          </a:graphic>
        </p:graphicFrame>
      </p:grpSp>
      <p:grpSp>
        <p:nvGrpSpPr>
          <p:cNvPr id="8" name="Group 78"/>
          <p:cNvGrpSpPr/>
          <p:nvPr/>
        </p:nvGrpSpPr>
        <p:grpSpPr>
          <a:xfrm>
            <a:off x="4429124" y="4786322"/>
            <a:ext cx="3276600" cy="1295400"/>
            <a:chOff x="1536" y="3360"/>
            <a:chExt cx="2064" cy="816"/>
          </a:xfrm>
        </p:grpSpPr>
        <p:sp>
          <p:nvSpPr>
            <p:cNvPr id="38936" name="Rectangle 79"/>
            <p:cNvSpPr/>
            <p:nvPr/>
          </p:nvSpPr>
          <p:spPr>
            <a:xfrm>
              <a:off x="1536" y="3360"/>
              <a:ext cx="2064" cy="816"/>
            </a:xfrm>
            <a:prstGeom prst="rect">
              <a:avLst/>
            </a:prstGeom>
            <a:solidFill>
              <a:srgbClr val="FFCC99"/>
            </a:solidFill>
            <a:ln w="9525">
              <a:noFill/>
            </a:ln>
          </p:spPr>
          <p:txBody>
            <a:bodyPr wrap="none" anchor="ctr" anchorCtr="0"/>
            <a:lstStyle/>
            <a:p>
              <a:endParaRPr lang="zh-CN" altLang="en-US" dirty="0">
                <a:latin typeface="Times New Roman" panose="02020603050405020304" pitchFamily="18" charset="0"/>
              </a:endParaRPr>
            </a:p>
          </p:txBody>
        </p:sp>
        <p:grpSp>
          <p:nvGrpSpPr>
            <p:cNvPr id="38937" name="Group 80"/>
            <p:cNvGrpSpPr/>
            <p:nvPr/>
          </p:nvGrpSpPr>
          <p:grpSpPr>
            <a:xfrm>
              <a:off x="1680" y="3400"/>
              <a:ext cx="1755" cy="680"/>
              <a:chOff x="2786" y="2664"/>
              <a:chExt cx="1755" cy="680"/>
            </a:xfrm>
          </p:grpSpPr>
          <p:sp>
            <p:nvSpPr>
              <p:cNvPr id="38938" name="Line 81"/>
              <p:cNvSpPr/>
              <p:nvPr/>
            </p:nvSpPr>
            <p:spPr>
              <a:xfrm>
                <a:off x="3604" y="3001"/>
                <a:ext cx="937" cy="1"/>
              </a:xfrm>
              <a:prstGeom prst="line">
                <a:avLst/>
              </a:prstGeom>
              <a:ln w="17463" cap="flat" cmpd="sng">
                <a:solidFill>
                  <a:srgbClr val="000000"/>
                </a:solidFill>
                <a:prstDash val="solid"/>
                <a:headEnd type="none" w="med" len="med"/>
                <a:tailEnd type="none" w="med" len="med"/>
              </a:ln>
            </p:spPr>
          </p:sp>
          <p:sp>
            <p:nvSpPr>
              <p:cNvPr id="38939" name="Rectangle 82"/>
              <p:cNvSpPr/>
              <p:nvPr/>
            </p:nvSpPr>
            <p:spPr>
              <a:xfrm>
                <a:off x="4337" y="3037"/>
                <a:ext cx="185" cy="307"/>
              </a:xfrm>
              <a:prstGeom prst="rect">
                <a:avLst/>
              </a:prstGeom>
              <a:noFill/>
              <a:ln w="9525">
                <a:noFill/>
              </a:ln>
            </p:spPr>
            <p:txBody>
              <a:bodyPr wrap="none" lIns="0" tIns="0" rIns="0" bIns="0">
                <a:spAutoFit/>
              </a:bodyPr>
              <a:lstStyle/>
              <a:p>
                <a:pPr>
                  <a:spcBef>
                    <a:spcPct val="0"/>
                  </a:spcBef>
                </a:pPr>
                <a:r>
                  <a:rPr lang="en-US" altLang="zh-CN" sz="3200" i="0" dirty="0">
                    <a:solidFill>
                      <a:srgbClr val="FF0000"/>
                    </a:solidFill>
                    <a:latin typeface="Times New Roman" panose="02020603050405020304" pitchFamily="18" charset="0"/>
                    <a:ea typeface="宋体" panose="02010600030101010101" pitchFamily="2" charset="-122"/>
                  </a:rPr>
                  <a:t>V</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0" name="Rectangle 83"/>
              <p:cNvSpPr/>
              <p:nvPr/>
            </p:nvSpPr>
            <p:spPr>
              <a:xfrm>
                <a:off x="3811" y="3037"/>
                <a:ext cx="512" cy="307"/>
              </a:xfrm>
              <a:prstGeom prst="rect">
                <a:avLst/>
              </a:prstGeom>
              <a:noFill/>
              <a:ln w="9525">
                <a:noFill/>
              </a:ln>
            </p:spPr>
            <p:txBody>
              <a:bodyPr wrap="none" lIns="0" tIns="0" rIns="0" bIns="0">
                <a:spAutoFit/>
              </a:bodyPr>
              <a:lstStyle/>
              <a:p>
                <a:pPr>
                  <a:spcBef>
                    <a:spcPct val="0"/>
                  </a:spcBef>
                </a:pPr>
                <a:r>
                  <a:rPr lang="en-US" altLang="zh-CN" sz="3200" i="0" dirty="0">
                    <a:solidFill>
                      <a:srgbClr val="FF0000"/>
                    </a:solidFill>
                    <a:latin typeface="Times New Roman" panose="02020603050405020304" pitchFamily="18" charset="0"/>
                    <a:ea typeface="宋体" panose="02010600030101010101" pitchFamily="2" charset="-122"/>
                  </a:rPr>
                  <a:t>0592</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1" name="Rectangle 84"/>
              <p:cNvSpPr/>
              <p:nvPr/>
            </p:nvSpPr>
            <p:spPr>
              <a:xfrm>
                <a:off x="3747" y="3037"/>
                <a:ext cx="64" cy="307"/>
              </a:xfrm>
              <a:prstGeom prst="rect">
                <a:avLst/>
              </a:prstGeom>
              <a:noFill/>
              <a:ln w="9525">
                <a:noFill/>
              </a:ln>
            </p:spPr>
            <p:txBody>
              <a:bodyPr wrap="none" lIns="0" tIns="0" rIns="0" bIns="0">
                <a:spAutoFit/>
              </a:bodyPr>
              <a:lstStyle/>
              <a:p>
                <a:pPr>
                  <a:spcBef>
                    <a:spcPct val="0"/>
                  </a:spcBef>
                </a:pPr>
                <a:r>
                  <a:rPr lang="en-US" altLang="zh-CN" sz="3200" i="0" dirty="0">
                    <a:solidFill>
                      <a:srgbClr val="FF0000"/>
                    </a:solidFill>
                    <a:latin typeface="Times New Roman" panose="02020603050405020304" pitchFamily="18" charset="0"/>
                    <a:ea typeface="宋体" panose="02010600030101010101" pitchFamily="2" charset="-122"/>
                  </a:rPr>
                  <a:t>.</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2" name="Rectangle 85"/>
              <p:cNvSpPr/>
              <p:nvPr/>
            </p:nvSpPr>
            <p:spPr>
              <a:xfrm>
                <a:off x="3617" y="3037"/>
                <a:ext cx="128" cy="307"/>
              </a:xfrm>
              <a:prstGeom prst="rect">
                <a:avLst/>
              </a:prstGeom>
              <a:noFill/>
              <a:ln w="9525">
                <a:noFill/>
              </a:ln>
            </p:spPr>
            <p:txBody>
              <a:bodyPr wrap="none" lIns="0" tIns="0" rIns="0" bIns="0">
                <a:spAutoFit/>
              </a:bodyPr>
              <a:lstStyle/>
              <a:p>
                <a:pPr>
                  <a:spcBef>
                    <a:spcPct val="0"/>
                  </a:spcBef>
                </a:pPr>
                <a:r>
                  <a:rPr lang="en-US" altLang="zh-CN" sz="3200" i="0" dirty="0">
                    <a:solidFill>
                      <a:srgbClr val="FF0000"/>
                    </a:solidFill>
                    <a:latin typeface="Times New Roman" panose="02020603050405020304" pitchFamily="18" charset="0"/>
                    <a:ea typeface="宋体" panose="02010600030101010101" pitchFamily="2" charset="-122"/>
                  </a:rPr>
                  <a:t>0</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3" name="Rectangle 86"/>
              <p:cNvSpPr/>
              <p:nvPr/>
            </p:nvSpPr>
            <p:spPr>
              <a:xfrm>
                <a:off x="2786" y="2837"/>
                <a:ext cx="201" cy="310"/>
              </a:xfrm>
              <a:prstGeom prst="rect">
                <a:avLst/>
              </a:prstGeom>
              <a:noFill/>
              <a:ln w="9525">
                <a:noFill/>
              </a:ln>
            </p:spPr>
            <p:txBody>
              <a:bodyPr wrap="none" lIns="0" tIns="0" rIns="0" bIns="0">
                <a:spAutoFit/>
              </a:bodyPr>
              <a:lstStyle/>
              <a:p>
                <a:pPr>
                  <a:spcBef>
                    <a:spcPct val="0"/>
                  </a:spcBef>
                </a:pPr>
                <a:r>
                  <a:rPr lang="en-US" altLang="zh-CN" sz="32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38944" name="Rectangle 87"/>
              <p:cNvSpPr/>
              <p:nvPr/>
            </p:nvSpPr>
            <p:spPr>
              <a:xfrm>
                <a:off x="4109" y="2834"/>
                <a:ext cx="236" cy="182"/>
              </a:xfrm>
              <a:prstGeom prst="rect">
                <a:avLst/>
              </a:prstGeom>
              <a:noFill/>
              <a:ln w="9525">
                <a:noFill/>
              </a:ln>
            </p:spPr>
            <p:txBody>
              <a:bodyPr wrap="none" lIns="0" tIns="0" rIns="0" bIns="0">
                <a:spAutoFit/>
              </a:bodyPr>
              <a:lstStyle/>
              <a:p>
                <a:pPr>
                  <a:spcBef>
                    <a:spcPct val="0"/>
                  </a:spcBef>
                </a:pPr>
                <a:r>
                  <a:rPr lang="en-US" altLang="zh-CN" sz="1900" i="0" dirty="0">
                    <a:solidFill>
                      <a:srgbClr val="FF0000"/>
                    </a:solidFill>
                    <a:latin typeface="Times New Roman" panose="02020603050405020304" pitchFamily="18" charset="0"/>
                    <a:ea typeface="宋体" panose="02010600030101010101" pitchFamily="2" charset="-122"/>
                  </a:rPr>
                  <a:t>MF</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5" name="Rectangle 88"/>
              <p:cNvSpPr/>
              <p:nvPr/>
            </p:nvSpPr>
            <p:spPr>
              <a:xfrm>
                <a:off x="3802" y="2676"/>
                <a:ext cx="327" cy="307"/>
              </a:xfrm>
              <a:prstGeom prst="rect">
                <a:avLst/>
              </a:prstGeom>
              <a:noFill/>
              <a:ln w="9525">
                <a:noFill/>
              </a:ln>
            </p:spPr>
            <p:txBody>
              <a:bodyPr wrap="none" lIns="0" tIns="0" rIns="0" bIns="0">
                <a:spAutoFit/>
              </a:bodyPr>
              <a:lstStyle/>
              <a:p>
                <a:pPr>
                  <a:spcBef>
                    <a:spcPct val="0"/>
                  </a:spcBef>
                </a:pPr>
                <a:r>
                  <a:rPr lang="en-US" altLang="zh-CN" sz="3200" dirty="0">
                    <a:solidFill>
                      <a:srgbClr val="FF0000"/>
                    </a:solidFill>
                    <a:latin typeface="Times New Roman" panose="02020603050405020304" pitchFamily="18" charset="0"/>
                    <a:ea typeface="宋体" panose="02010600030101010101" pitchFamily="2" charset="-122"/>
                  </a:rPr>
                  <a:t>ZE</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6" name="Rectangle 89"/>
              <p:cNvSpPr/>
              <p:nvPr/>
            </p:nvSpPr>
            <p:spPr>
              <a:xfrm>
                <a:off x="2984" y="2837"/>
                <a:ext cx="171" cy="307"/>
              </a:xfrm>
              <a:prstGeom prst="rect">
                <a:avLst/>
              </a:prstGeom>
              <a:noFill/>
              <a:ln w="9525">
                <a:noFill/>
              </a:ln>
            </p:spPr>
            <p:txBody>
              <a:bodyPr wrap="none" lIns="0" tIns="0" rIns="0" bIns="0">
                <a:spAutoFit/>
              </a:bodyPr>
              <a:lstStyle/>
              <a:p>
                <a:pPr>
                  <a:spcBef>
                    <a:spcPct val="0"/>
                  </a:spcBef>
                </a:pPr>
                <a:r>
                  <a:rPr lang="en-US" altLang="zh-CN" sz="3200" dirty="0">
                    <a:solidFill>
                      <a:srgbClr val="FF0000"/>
                    </a:solidFill>
                    <a:latin typeface="Times New Roman" panose="02020603050405020304" pitchFamily="18" charset="0"/>
                    <a:ea typeface="宋体" panose="02010600030101010101" pitchFamily="2" charset="-122"/>
                  </a:rPr>
                  <a:t>K</a:t>
                </a:r>
                <a:endParaRPr lang="en-US" altLang="zh-CN" sz="1800" i="0" dirty="0">
                  <a:solidFill>
                    <a:srgbClr val="FF0000"/>
                  </a:solidFill>
                  <a:latin typeface="Arial" panose="020B0604020202020204" pitchFamily="34" charset="0"/>
                  <a:ea typeface="宋体" panose="02010600030101010101" pitchFamily="2" charset="-122"/>
                </a:endParaRPr>
              </a:p>
            </p:txBody>
          </p:sp>
          <p:sp>
            <p:nvSpPr>
              <p:cNvPr id="38947" name="Rectangle 90"/>
              <p:cNvSpPr/>
              <p:nvPr/>
            </p:nvSpPr>
            <p:spPr>
              <a:xfrm>
                <a:off x="3398" y="2808"/>
                <a:ext cx="141" cy="307"/>
              </a:xfrm>
              <a:prstGeom prst="rect">
                <a:avLst/>
              </a:prstGeom>
              <a:noFill/>
              <a:ln w="9525">
                <a:noFill/>
              </a:ln>
            </p:spPr>
            <p:txBody>
              <a:bodyPr wrap="none" lIns="0" tIns="0" rIns="0" bIns="0">
                <a:spAutoFit/>
              </a:bodyPr>
              <a:lstStyle/>
              <a:p>
                <a:pPr>
                  <a:spcBef>
                    <a:spcPct val="0"/>
                  </a:spcBef>
                </a:pPr>
                <a:r>
                  <a:rPr lang="en-US" altLang="zh-CN" sz="3200" i="0" dirty="0">
                    <a:solidFill>
                      <a:srgbClr val="FF0000"/>
                    </a:solidFill>
                    <a:latin typeface="Symbol" panose="05050102010706020507" pitchFamily="18" charset="2"/>
                    <a:ea typeface="宋体" panose="02010600030101010101" pitchFamily="2" charset="-122"/>
                  </a:rPr>
                  <a:t>=</a:t>
                </a:r>
                <a:endParaRPr lang="en-US" altLang="zh-CN" sz="1800" i="0" dirty="0">
                  <a:solidFill>
                    <a:srgbClr val="FF0000"/>
                  </a:solidFill>
                  <a:latin typeface="Arial" panose="020B0604020202020204" pitchFamily="34" charset="0"/>
                  <a:ea typeface="宋体" panose="02010600030101010101" pitchFamily="2" charset="-122"/>
                </a:endParaRPr>
              </a:p>
            </p:txBody>
          </p:sp>
          <p:graphicFrame>
            <p:nvGraphicFramePr>
              <p:cNvPr id="38914" name="Object 91"/>
              <p:cNvGraphicFramePr>
                <a:graphicFrameLocks/>
              </p:cNvGraphicFramePr>
              <p:nvPr/>
            </p:nvGraphicFramePr>
            <p:xfrm>
              <a:off x="3168" y="2816"/>
              <a:ext cx="171" cy="168"/>
            </p:xfrm>
            <a:graphic>
              <a:graphicData uri="http://schemas.openxmlformats.org/presentationml/2006/ole">
                <p:oleObj spid="_x0000_s137218" r:id="rId14" imgW="271780" imgH="266700" progId="">
                  <p:embed/>
                </p:oleObj>
              </a:graphicData>
            </a:graphic>
          </p:graphicFrame>
          <p:graphicFrame>
            <p:nvGraphicFramePr>
              <p:cNvPr id="38915" name="Object 92"/>
              <p:cNvGraphicFramePr>
                <a:graphicFrameLocks/>
              </p:cNvGraphicFramePr>
              <p:nvPr/>
            </p:nvGraphicFramePr>
            <p:xfrm>
              <a:off x="4120" y="2664"/>
              <a:ext cx="171" cy="168"/>
            </p:xfrm>
            <a:graphic>
              <a:graphicData uri="http://schemas.openxmlformats.org/presentationml/2006/ole">
                <p:oleObj spid="_x0000_s137217" r:id="rId15" imgW="271780" imgH="266700" progId="">
                  <p:embed/>
                </p:oleObj>
              </a:graphicData>
            </a:graphic>
          </p:graphicFrame>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57709"/>
                                        </p:tgtEl>
                                        <p:attrNameLst>
                                          <p:attrName>style.visibility</p:attrName>
                                        </p:attrNameLst>
                                      </p:cBhvr>
                                      <p:to>
                                        <p:strVal val="visible"/>
                                      </p:to>
                                    </p:set>
                                    <p:animEffect transition="in" filter="wipe(left)">
                                      <p:cBhvr>
                                        <p:cTn id="37" dur="500"/>
                                        <p:tgtEl>
                                          <p:spTgt spid="15770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dissolve">
                                      <p:cBhvr>
                                        <p:cTn id="4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7709"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3"/>
          <p:cNvSpPr/>
          <p:nvPr/>
        </p:nvSpPr>
        <p:spPr>
          <a:xfrm>
            <a:off x="214282" y="71414"/>
            <a:ext cx="8643998" cy="1292662"/>
          </a:xfrm>
          <a:prstGeom prst="rect">
            <a:avLst/>
          </a:prstGeom>
          <a:noFill/>
          <a:ln w="9525">
            <a:noFill/>
          </a:ln>
        </p:spPr>
        <p:txBody>
          <a:bodyPr wrap="square">
            <a:spAutoFit/>
          </a:bodyPr>
          <a:lstStyle/>
          <a:p>
            <a:pPr>
              <a:spcBef>
                <a:spcPct val="0"/>
              </a:spcBef>
            </a:pPr>
            <a:r>
              <a:rPr lang="en-US" altLang="zh-CN" sz="2600" i="0" dirty="0">
                <a:solidFill>
                  <a:srgbClr val="0000CC"/>
                </a:solidFill>
                <a:latin typeface="楷体_GB2312" pitchFamily="49" charset="-122"/>
              </a:rPr>
              <a:t>   </a:t>
            </a:r>
            <a:r>
              <a:rPr lang="zh-CN" altLang="en-US" sz="2600" i="0" dirty="0">
                <a:solidFill>
                  <a:srgbClr val="FF00FF"/>
                </a:solidFill>
                <a:latin typeface="楷体_GB2312" pitchFamily="49" charset="-122"/>
              </a:rPr>
              <a:t>注意</a:t>
            </a:r>
            <a:r>
              <a:rPr lang="zh-CN" altLang="en-US" sz="2600" i="0" dirty="0" smtClean="0">
                <a:solidFill>
                  <a:srgbClr val="FF00FF"/>
                </a:solidFill>
                <a:latin typeface="楷体_GB2312" pitchFamily="49" charset="-122"/>
              </a:rPr>
              <a:t>： ① </a:t>
            </a:r>
            <a:r>
              <a:rPr lang="en-US" altLang="zh-CN" sz="2600" dirty="0" smtClean="0">
                <a:solidFill>
                  <a:schemeClr val="tx1"/>
                </a:solidFill>
                <a:latin typeface="Times New Roman" panose="02020603050405020304" pitchFamily="18" charset="0"/>
              </a:rPr>
              <a:t>K</a:t>
            </a:r>
            <a:r>
              <a:rPr lang="el-GR" altLang="zh-CN" sz="2600" baseline="30000" dirty="0">
                <a:solidFill>
                  <a:schemeClr val="tx1"/>
                </a:solidFill>
                <a:latin typeface="Times New Roman" panose="02020603050405020304" pitchFamily="18" charset="0"/>
              </a:rPr>
              <a:t>Θ</a:t>
            </a:r>
            <a:r>
              <a:rPr lang="zh-CN" altLang="el-GR" sz="2600" dirty="0">
                <a:solidFill>
                  <a:schemeClr val="tx1"/>
                </a:solidFill>
                <a:latin typeface="Times New Roman" panose="02020603050405020304" pitchFamily="18" charset="0"/>
              </a:rPr>
              <a:t>是温度的函数，与浓度、压力无关。也就是说，不论系统是否出于标准状态，只要温度一定， </a:t>
            </a:r>
            <a:r>
              <a:rPr lang="en-US" altLang="zh-CN" sz="2600" dirty="0">
                <a:solidFill>
                  <a:schemeClr val="tx1"/>
                </a:solidFill>
                <a:latin typeface="Times New Roman" panose="02020603050405020304" pitchFamily="18" charset="0"/>
              </a:rPr>
              <a:t>K</a:t>
            </a:r>
            <a:r>
              <a:rPr lang="el-GR" altLang="zh-CN" sz="2600" baseline="30000" dirty="0">
                <a:solidFill>
                  <a:schemeClr val="tx1"/>
                </a:solidFill>
                <a:latin typeface="Times New Roman" panose="02020603050405020304" pitchFamily="18" charset="0"/>
              </a:rPr>
              <a:t>Θ</a:t>
            </a:r>
            <a:r>
              <a:rPr lang="zh-CN" altLang="el-GR" sz="2600" dirty="0">
                <a:solidFill>
                  <a:schemeClr val="tx1"/>
                </a:solidFill>
                <a:latin typeface="Times New Roman" panose="02020603050405020304" pitchFamily="18" charset="0"/>
              </a:rPr>
              <a:t>为恒定值</a:t>
            </a:r>
            <a:r>
              <a:rPr lang="zh-CN" altLang="el-GR" sz="2600" dirty="0" smtClean="0">
                <a:solidFill>
                  <a:schemeClr val="tx1"/>
                </a:solidFill>
                <a:latin typeface="Times New Roman" panose="02020603050405020304" pitchFamily="18" charset="0"/>
              </a:rPr>
              <a:t>。</a:t>
            </a:r>
            <a:r>
              <a:rPr lang="zh-CN" altLang="en-US" sz="2600" dirty="0" smtClean="0">
                <a:solidFill>
                  <a:srgbClr val="336600"/>
                </a:solidFill>
              </a:rPr>
              <a:t> </a:t>
            </a:r>
            <a:r>
              <a:rPr lang="zh-CN" altLang="en-US" sz="2600" dirty="0" smtClean="0">
                <a:solidFill>
                  <a:srgbClr val="FF00FF"/>
                </a:solidFill>
              </a:rPr>
              <a:t>②</a:t>
            </a:r>
            <a:r>
              <a:rPr lang="zh-CN" altLang="en-US" sz="2600" dirty="0" smtClean="0">
                <a:solidFill>
                  <a:srgbClr val="336600"/>
                </a:solidFill>
              </a:rPr>
              <a:t>公式里的是</a:t>
            </a:r>
            <a:r>
              <a:rPr lang="zh-CN" altLang="en-US" sz="2600" dirty="0" smtClean="0">
                <a:solidFill>
                  <a:srgbClr val="C00000"/>
                </a:solidFill>
              </a:rPr>
              <a:t>标准电动势</a:t>
            </a:r>
            <a:r>
              <a:rPr lang="en-US" altLang="zh-CN" sz="2600" dirty="0" smtClean="0">
                <a:solidFill>
                  <a:srgbClr val="C00000"/>
                </a:solidFill>
              </a:rPr>
              <a:t>E</a:t>
            </a:r>
            <a:r>
              <a:rPr lang="en-US" altLang="zh-CN" sz="2600" baseline="-25000" dirty="0" smtClean="0">
                <a:solidFill>
                  <a:srgbClr val="C00000"/>
                </a:solidFill>
              </a:rPr>
              <a:t>MF</a:t>
            </a:r>
            <a:r>
              <a:rPr lang="el-GR" altLang="zh-CN" sz="2600" baseline="30000" dirty="0" smtClean="0">
                <a:solidFill>
                  <a:srgbClr val="C00000"/>
                </a:solidFill>
                <a:latin typeface="Times New Roman"/>
                <a:cs typeface="Times New Roman"/>
              </a:rPr>
              <a:t>ϴ</a:t>
            </a:r>
            <a:endParaRPr lang="el-GR" altLang="zh-CN" sz="2600" baseline="30000" dirty="0">
              <a:solidFill>
                <a:srgbClr val="C00000"/>
              </a:solidFill>
              <a:latin typeface="Times New Roman" panose="02020603050405020304" pitchFamily="18" charset="0"/>
            </a:endParaRPr>
          </a:p>
        </p:txBody>
      </p:sp>
      <p:grpSp>
        <p:nvGrpSpPr>
          <p:cNvPr id="8" name="Group 4"/>
          <p:cNvGrpSpPr/>
          <p:nvPr/>
        </p:nvGrpSpPr>
        <p:grpSpPr>
          <a:xfrm>
            <a:off x="1714480" y="4572008"/>
            <a:ext cx="1204913" cy="415925"/>
            <a:chOff x="1082" y="2548"/>
            <a:chExt cx="759" cy="262"/>
          </a:xfrm>
        </p:grpSpPr>
        <p:sp>
          <p:nvSpPr>
            <p:cNvPr id="9" name="Rectangle 5"/>
            <p:cNvSpPr/>
            <p:nvPr/>
          </p:nvSpPr>
          <p:spPr>
            <a:xfrm>
              <a:off x="1264" y="2577"/>
              <a:ext cx="57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2.107V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0" name="Rectangle 6"/>
            <p:cNvSpPr/>
            <p:nvPr/>
          </p:nvSpPr>
          <p:spPr>
            <a:xfrm>
              <a:off x="1082" y="2548"/>
              <a:ext cx="10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grpSp>
      <p:grpSp>
        <p:nvGrpSpPr>
          <p:cNvPr id="11" name="Group 7"/>
          <p:cNvGrpSpPr/>
          <p:nvPr/>
        </p:nvGrpSpPr>
        <p:grpSpPr>
          <a:xfrm>
            <a:off x="1709718" y="4105285"/>
            <a:ext cx="3214688" cy="415925"/>
            <a:chOff x="1082" y="2173"/>
            <a:chExt cx="2025" cy="262"/>
          </a:xfrm>
        </p:grpSpPr>
        <p:sp>
          <p:nvSpPr>
            <p:cNvPr id="12" name="Rectangle 8"/>
            <p:cNvSpPr/>
            <p:nvPr/>
          </p:nvSpPr>
          <p:spPr>
            <a:xfrm>
              <a:off x="3042" y="2202"/>
              <a:ext cx="6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3" name="Rectangle 9"/>
            <p:cNvSpPr/>
            <p:nvPr/>
          </p:nvSpPr>
          <p:spPr>
            <a:xfrm>
              <a:off x="2868" y="2202"/>
              <a:ext cx="140"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4" name="Rectangle 10"/>
            <p:cNvSpPr/>
            <p:nvPr/>
          </p:nvSpPr>
          <p:spPr>
            <a:xfrm>
              <a:off x="2636" y="2202"/>
              <a:ext cx="19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95</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5" name="Rectangle 11"/>
            <p:cNvSpPr/>
            <p:nvPr/>
          </p:nvSpPr>
          <p:spPr>
            <a:xfrm>
              <a:off x="2520" y="2202"/>
              <a:ext cx="9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5</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6" name="Rectangle 12"/>
            <p:cNvSpPr/>
            <p:nvPr/>
          </p:nvSpPr>
          <p:spPr>
            <a:xfrm>
              <a:off x="2462" y="2202"/>
              <a:ext cx="4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7" name="Rectangle 13"/>
            <p:cNvSpPr/>
            <p:nvPr/>
          </p:nvSpPr>
          <p:spPr>
            <a:xfrm>
              <a:off x="2346" y="2202"/>
              <a:ext cx="9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0</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8" name="Rectangle 14"/>
            <p:cNvSpPr/>
            <p:nvPr/>
          </p:nvSpPr>
          <p:spPr>
            <a:xfrm>
              <a:off x="2135" y="2202"/>
              <a:ext cx="6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9" name="Rectangle 15"/>
            <p:cNvSpPr/>
            <p:nvPr/>
          </p:nvSpPr>
          <p:spPr>
            <a:xfrm>
              <a:off x="1413" y="2202"/>
              <a:ext cx="431"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512V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0" name="Rectangle 16"/>
            <p:cNvSpPr/>
            <p:nvPr/>
          </p:nvSpPr>
          <p:spPr>
            <a:xfrm>
              <a:off x="1355" y="2202"/>
              <a:ext cx="4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1" name="Rectangle 17"/>
            <p:cNvSpPr/>
            <p:nvPr/>
          </p:nvSpPr>
          <p:spPr>
            <a:xfrm>
              <a:off x="1238" y="2202"/>
              <a:ext cx="9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1</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2" name="Rectangle 18"/>
            <p:cNvSpPr/>
            <p:nvPr/>
          </p:nvSpPr>
          <p:spPr>
            <a:xfrm>
              <a:off x="2218" y="2173"/>
              <a:ext cx="10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3" name="Rectangle 19"/>
            <p:cNvSpPr/>
            <p:nvPr/>
          </p:nvSpPr>
          <p:spPr>
            <a:xfrm>
              <a:off x="1972" y="2173"/>
              <a:ext cx="10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4" name="Rectangle 20"/>
            <p:cNvSpPr/>
            <p:nvPr/>
          </p:nvSpPr>
          <p:spPr>
            <a:xfrm>
              <a:off x="1082" y="2173"/>
              <a:ext cx="10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grpSp>
      <p:sp>
        <p:nvSpPr>
          <p:cNvPr id="48" name="Rectangle 44"/>
          <p:cNvSpPr/>
          <p:nvPr/>
        </p:nvSpPr>
        <p:spPr>
          <a:xfrm>
            <a:off x="414318" y="3495688"/>
            <a:ext cx="618759" cy="369332"/>
          </a:xfrm>
          <a:prstGeom prst="rect">
            <a:avLst/>
          </a:prstGeom>
          <a:noFill/>
          <a:ln w="9525">
            <a:noFill/>
          </a:ln>
        </p:spPr>
        <p:txBody>
          <a:bodyPr wrap="none" lIns="0" tIns="0" rIns="0" bIns="0">
            <a:spAutoFit/>
          </a:bodyPr>
          <a:lstStyle/>
          <a:p>
            <a:pPr>
              <a:spcBef>
                <a:spcPct val="0"/>
              </a:spcBef>
            </a:pPr>
            <a:r>
              <a:rPr lang="zh-CN" altLang="en-US" sz="2400" i="0" dirty="0">
                <a:solidFill>
                  <a:schemeClr val="tx1"/>
                </a:solidFill>
                <a:latin typeface="宋体" panose="02010600030101010101" pitchFamily="2" charset="-122"/>
                <a:ea typeface="宋体" panose="02010600030101010101" pitchFamily="2" charset="-122"/>
              </a:rPr>
              <a:t>解：</a:t>
            </a:r>
            <a:endParaRPr lang="zh-CN" altLang="en-US" sz="2400" i="0" dirty="0">
              <a:solidFill>
                <a:schemeClr val="tx1"/>
              </a:solidFill>
              <a:latin typeface="Arial" panose="020B0604020202020204" pitchFamily="34" charset="0"/>
              <a:ea typeface="宋体" panose="02010600030101010101" pitchFamily="2" charset="-122"/>
            </a:endParaRPr>
          </a:p>
        </p:txBody>
      </p:sp>
      <p:grpSp>
        <p:nvGrpSpPr>
          <p:cNvPr id="134" name="组合 133"/>
          <p:cNvGrpSpPr/>
          <p:nvPr/>
        </p:nvGrpSpPr>
        <p:grpSpPr>
          <a:xfrm>
            <a:off x="142844" y="1357298"/>
            <a:ext cx="8490039" cy="1765310"/>
            <a:chOff x="142844" y="1357298"/>
            <a:chExt cx="8490039" cy="1765310"/>
          </a:xfrm>
        </p:grpSpPr>
        <p:sp>
          <p:nvSpPr>
            <p:cNvPr id="6" name="Rectangle 2"/>
            <p:cNvSpPr/>
            <p:nvPr/>
          </p:nvSpPr>
          <p:spPr>
            <a:xfrm>
              <a:off x="3005107" y="2706673"/>
              <a:ext cx="307777" cy="369332"/>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7" name="Rectangle 3"/>
            <p:cNvSpPr/>
            <p:nvPr/>
          </p:nvSpPr>
          <p:spPr>
            <a:xfrm>
              <a:off x="2082769" y="2706673"/>
              <a:ext cx="769441" cy="369332"/>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grpSp>
          <p:nvGrpSpPr>
            <p:cNvPr id="25" name="Group 21"/>
            <p:cNvGrpSpPr/>
            <p:nvPr/>
          </p:nvGrpSpPr>
          <p:grpSpPr>
            <a:xfrm>
              <a:off x="2352644" y="1585899"/>
              <a:ext cx="6280239" cy="569913"/>
              <a:chOff x="676" y="548"/>
              <a:chExt cx="3550" cy="359"/>
            </a:xfrm>
          </p:grpSpPr>
          <p:sp>
            <p:nvSpPr>
              <p:cNvPr id="26" name="Rectangle 22"/>
              <p:cNvSpPr/>
              <p:nvPr/>
            </p:nvSpPr>
            <p:spPr>
              <a:xfrm>
                <a:off x="2738" y="674"/>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4</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7" name="Rectangle 23"/>
              <p:cNvSpPr/>
              <p:nvPr/>
            </p:nvSpPr>
            <p:spPr>
              <a:xfrm>
                <a:off x="2455" y="629"/>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8" name="Rectangle 24"/>
              <p:cNvSpPr/>
              <p:nvPr/>
            </p:nvSpPr>
            <p:spPr>
              <a:xfrm>
                <a:off x="2213" y="629"/>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29" name="Rectangle 25"/>
              <p:cNvSpPr/>
              <p:nvPr/>
            </p:nvSpPr>
            <p:spPr>
              <a:xfrm>
                <a:off x="1163" y="629"/>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4</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0" name="Rectangle 26"/>
              <p:cNvSpPr/>
              <p:nvPr/>
            </p:nvSpPr>
            <p:spPr>
              <a:xfrm>
                <a:off x="4168"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1" name="Rectangle 27"/>
              <p:cNvSpPr/>
              <p:nvPr/>
            </p:nvSpPr>
            <p:spPr>
              <a:xfrm>
                <a:off x="3943" y="584"/>
                <a:ext cx="18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aq</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2" name="Rectangle 28"/>
              <p:cNvSpPr/>
              <p:nvPr/>
            </p:nvSpPr>
            <p:spPr>
              <a:xfrm>
                <a:off x="3863"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3" name="Rectangle 29"/>
              <p:cNvSpPr/>
              <p:nvPr/>
            </p:nvSpPr>
            <p:spPr>
              <a:xfrm>
                <a:off x="3459" y="584"/>
                <a:ext cx="222"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6H</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4" name="Rectangle 30"/>
              <p:cNvSpPr/>
              <p:nvPr/>
            </p:nvSpPr>
            <p:spPr>
              <a:xfrm>
                <a:off x="3176"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5" name="Rectangle 31"/>
              <p:cNvSpPr/>
              <p:nvPr/>
            </p:nvSpPr>
            <p:spPr>
              <a:xfrm>
                <a:off x="2950" y="584"/>
                <a:ext cx="18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aq</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6" name="Rectangle 32"/>
              <p:cNvSpPr/>
              <p:nvPr/>
            </p:nvSpPr>
            <p:spPr>
              <a:xfrm>
                <a:off x="2871"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7" name="Rectangle 33"/>
              <p:cNvSpPr/>
              <p:nvPr/>
            </p:nvSpPr>
            <p:spPr>
              <a:xfrm>
                <a:off x="2597" y="584"/>
                <a:ext cx="13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8" name="Rectangle 34"/>
              <p:cNvSpPr/>
              <p:nvPr/>
            </p:nvSpPr>
            <p:spPr>
              <a:xfrm>
                <a:off x="2356" y="584"/>
                <a:ext cx="12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C</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39" name="Rectangle 35"/>
              <p:cNvSpPr/>
              <p:nvPr/>
            </p:nvSpPr>
            <p:spPr>
              <a:xfrm>
                <a:off x="1981" y="584"/>
                <a:ext cx="222"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5H</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0" name="Rectangle 36"/>
              <p:cNvSpPr/>
              <p:nvPr/>
            </p:nvSpPr>
            <p:spPr>
              <a:xfrm>
                <a:off x="1702"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1" name="Rectangle 37"/>
              <p:cNvSpPr/>
              <p:nvPr/>
            </p:nvSpPr>
            <p:spPr>
              <a:xfrm>
                <a:off x="1477" y="584"/>
                <a:ext cx="18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aq</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2" name="Rectangle 38"/>
              <p:cNvSpPr/>
              <p:nvPr/>
            </p:nvSpPr>
            <p:spPr>
              <a:xfrm>
                <a:off x="1397" y="58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3" name="Rectangle 39"/>
              <p:cNvSpPr/>
              <p:nvPr/>
            </p:nvSpPr>
            <p:spPr>
              <a:xfrm>
                <a:off x="676" y="584"/>
                <a:ext cx="48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2MnO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4" name="Rectangle 40"/>
              <p:cNvSpPr/>
              <p:nvPr/>
            </p:nvSpPr>
            <p:spPr>
              <a:xfrm>
                <a:off x="3292" y="555"/>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5" name="Rectangle 41"/>
              <p:cNvSpPr/>
              <p:nvPr/>
            </p:nvSpPr>
            <p:spPr>
              <a:xfrm>
                <a:off x="1818" y="555"/>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6" name="Rectangle 42"/>
              <p:cNvSpPr/>
              <p:nvPr/>
            </p:nvSpPr>
            <p:spPr>
              <a:xfrm>
                <a:off x="3758" y="548"/>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47" name="Rectangle 43"/>
              <p:cNvSpPr/>
              <p:nvPr/>
            </p:nvSpPr>
            <p:spPr>
              <a:xfrm>
                <a:off x="1295" y="548"/>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grpSp>
        <p:sp>
          <p:nvSpPr>
            <p:cNvPr id="49" name="Rectangle 45"/>
            <p:cNvSpPr/>
            <p:nvPr/>
          </p:nvSpPr>
          <p:spPr>
            <a:xfrm>
              <a:off x="142844" y="1357298"/>
              <a:ext cx="1702389" cy="369332"/>
            </a:xfrm>
            <a:prstGeom prst="rect">
              <a:avLst/>
            </a:prstGeom>
            <a:gradFill rotWithShape="1">
              <a:gsLst>
                <a:gs pos="0">
                  <a:srgbClr val="005E76"/>
                </a:gs>
                <a:gs pos="50000">
                  <a:srgbClr val="00CCFF"/>
                </a:gs>
                <a:gs pos="100000">
                  <a:srgbClr val="005E76"/>
                </a:gs>
              </a:gsLst>
              <a:lin ang="5400000" scaled="1"/>
              <a:tileRect/>
            </a:gradFill>
            <a:ln w="9525">
              <a:noFill/>
            </a:ln>
          </p:spPr>
          <p:txBody>
            <a:bodyPr wrap="none" lIns="0" tIns="0" rIns="0" bIns="0">
              <a:spAutoFit/>
            </a:bodyPr>
            <a:lstStyle/>
            <a:p>
              <a:pPr>
                <a:spcBef>
                  <a:spcPct val="0"/>
                </a:spcBef>
              </a:pPr>
              <a:r>
                <a:rPr lang="zh-CN" altLang="en-US" sz="2400" i="0" dirty="0" smtClean="0">
                  <a:solidFill>
                    <a:srgbClr val="FF0000"/>
                  </a:solidFill>
                  <a:latin typeface="宋体" panose="02010600030101010101" pitchFamily="2" charset="-122"/>
                  <a:ea typeface="宋体" panose="02010600030101010101" pitchFamily="2" charset="-122"/>
                </a:rPr>
                <a:t>例</a:t>
              </a:r>
              <a:r>
                <a:rPr lang="en-US" altLang="zh-CN" sz="2400" i="0" dirty="0" smtClean="0">
                  <a:solidFill>
                    <a:srgbClr val="FF0000"/>
                  </a:solidFill>
                  <a:latin typeface="宋体" panose="02010600030101010101" pitchFamily="2" charset="-122"/>
                  <a:ea typeface="宋体" panose="02010600030101010101" pitchFamily="2" charset="-122"/>
                </a:rPr>
                <a:t>1</a:t>
              </a:r>
              <a:r>
                <a:rPr lang="zh-CN" altLang="en-US" sz="2400" i="0" dirty="0" smtClean="0">
                  <a:solidFill>
                    <a:srgbClr val="FF0000"/>
                  </a:solidFill>
                  <a:latin typeface="宋体" panose="02010600030101010101" pitchFamily="2" charset="-122"/>
                  <a:ea typeface="宋体" panose="02010600030101010101" pitchFamily="2" charset="-122"/>
                </a:rPr>
                <a:t>：</a:t>
              </a:r>
              <a:r>
                <a:rPr lang="zh-CN" altLang="en-US" sz="2400" i="0" dirty="0">
                  <a:solidFill>
                    <a:srgbClr val="FF0000"/>
                  </a:solidFill>
                  <a:latin typeface="宋体" panose="02010600030101010101" pitchFamily="2" charset="-122"/>
                  <a:ea typeface="宋体" panose="02010600030101010101" pitchFamily="2" charset="-122"/>
                </a:rPr>
                <a:t>求反应</a:t>
              </a:r>
              <a:endParaRPr lang="zh-CN" altLang="en-US" sz="2400" i="0" dirty="0">
                <a:solidFill>
                  <a:srgbClr val="FF0000"/>
                </a:solidFill>
                <a:latin typeface="Arial" panose="020B0604020202020204" pitchFamily="34" charset="0"/>
                <a:ea typeface="宋体" panose="02010600030101010101" pitchFamily="2" charset="-122"/>
              </a:endParaRPr>
            </a:p>
          </p:txBody>
        </p:sp>
        <p:grpSp>
          <p:nvGrpSpPr>
            <p:cNvPr id="50" name="Group 46"/>
            <p:cNvGrpSpPr/>
            <p:nvPr/>
          </p:nvGrpSpPr>
          <p:grpSpPr>
            <a:xfrm>
              <a:off x="1214414" y="2071678"/>
              <a:ext cx="6299360" cy="655638"/>
              <a:chOff x="2008" y="874"/>
              <a:chExt cx="3547" cy="413"/>
            </a:xfrm>
          </p:grpSpPr>
          <p:sp>
            <p:nvSpPr>
              <p:cNvPr id="51" name="Rectangle 47"/>
              <p:cNvSpPr/>
              <p:nvPr/>
            </p:nvSpPr>
            <p:spPr>
              <a:xfrm>
                <a:off x="5028" y="1054"/>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2" name="Rectangle 48"/>
              <p:cNvSpPr/>
              <p:nvPr/>
            </p:nvSpPr>
            <p:spPr>
              <a:xfrm>
                <a:off x="3941" y="919"/>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3" name="Rectangle 49"/>
              <p:cNvSpPr/>
              <p:nvPr/>
            </p:nvSpPr>
            <p:spPr>
              <a:xfrm>
                <a:off x="2855" y="1054"/>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4" name="Rectangle 50"/>
              <p:cNvSpPr/>
              <p:nvPr/>
            </p:nvSpPr>
            <p:spPr>
              <a:xfrm>
                <a:off x="5497"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5" name="Rectangle 51"/>
              <p:cNvSpPr/>
              <p:nvPr/>
            </p:nvSpPr>
            <p:spPr>
              <a:xfrm>
                <a:off x="5432" y="994"/>
                <a:ext cx="4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l</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6" name="Rectangle 52"/>
              <p:cNvSpPr/>
              <p:nvPr/>
            </p:nvSpPr>
            <p:spPr>
              <a:xfrm>
                <a:off x="5352"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7" name="Rectangle 53"/>
              <p:cNvSpPr/>
              <p:nvPr/>
            </p:nvSpPr>
            <p:spPr>
              <a:xfrm>
                <a:off x="5182" y="994"/>
                <a:ext cx="13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8" name="Rectangle 54"/>
              <p:cNvSpPr/>
              <p:nvPr/>
            </p:nvSpPr>
            <p:spPr>
              <a:xfrm>
                <a:off x="4807" y="994"/>
                <a:ext cx="221"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8H</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59" name="Rectangle 55"/>
              <p:cNvSpPr/>
              <p:nvPr/>
            </p:nvSpPr>
            <p:spPr>
              <a:xfrm>
                <a:off x="4531"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0" name="Rectangle 56"/>
              <p:cNvSpPr/>
              <p:nvPr/>
            </p:nvSpPr>
            <p:spPr>
              <a:xfrm>
                <a:off x="4306" y="994"/>
                <a:ext cx="18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aq</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1" name="Rectangle 57"/>
              <p:cNvSpPr/>
              <p:nvPr/>
            </p:nvSpPr>
            <p:spPr>
              <a:xfrm>
                <a:off x="4226"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2" name="Rectangle 58"/>
              <p:cNvSpPr/>
              <p:nvPr/>
            </p:nvSpPr>
            <p:spPr>
              <a:xfrm>
                <a:off x="3588" y="994"/>
                <a:ext cx="34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2Mn</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3" name="Rectangle 59"/>
              <p:cNvSpPr/>
              <p:nvPr/>
            </p:nvSpPr>
            <p:spPr>
              <a:xfrm>
                <a:off x="3301"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4" name="Rectangle 60"/>
              <p:cNvSpPr/>
              <p:nvPr/>
            </p:nvSpPr>
            <p:spPr>
              <a:xfrm>
                <a:off x="3178" y="994"/>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g</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5" name="Rectangle 61"/>
              <p:cNvSpPr/>
              <p:nvPr/>
            </p:nvSpPr>
            <p:spPr>
              <a:xfrm>
                <a:off x="3098" y="994"/>
                <a:ext cx="5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6" name="Rectangle 62"/>
              <p:cNvSpPr/>
              <p:nvPr/>
            </p:nvSpPr>
            <p:spPr>
              <a:xfrm>
                <a:off x="2436" y="994"/>
                <a:ext cx="43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10CO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7" name="Rectangle 63"/>
              <p:cNvSpPr/>
              <p:nvPr/>
            </p:nvSpPr>
            <p:spPr>
              <a:xfrm>
                <a:off x="2349" y="994"/>
                <a:ext cx="8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8" name="Rectangle 64"/>
              <p:cNvSpPr/>
              <p:nvPr/>
            </p:nvSpPr>
            <p:spPr>
              <a:xfrm>
                <a:off x="4647" y="965"/>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69" name="Rectangle 65"/>
              <p:cNvSpPr/>
              <p:nvPr/>
            </p:nvSpPr>
            <p:spPr>
              <a:xfrm>
                <a:off x="3418" y="965"/>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70" name="Rectangle 66"/>
              <p:cNvSpPr/>
              <p:nvPr/>
            </p:nvSpPr>
            <p:spPr>
              <a:xfrm>
                <a:off x="4022" y="874"/>
                <a:ext cx="9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graphicFrame>
            <p:nvGraphicFramePr>
              <p:cNvPr id="71" name="Object 67"/>
              <p:cNvGraphicFramePr>
                <a:graphicFrameLocks/>
              </p:cNvGraphicFramePr>
              <p:nvPr/>
            </p:nvGraphicFramePr>
            <p:xfrm>
              <a:off x="2008" y="1088"/>
              <a:ext cx="410" cy="129"/>
            </p:xfrm>
            <a:graphic>
              <a:graphicData uri="http://schemas.openxmlformats.org/presentationml/2006/ole">
                <p:oleObj spid="_x0000_s161794" r:id="rId3" imgW="650240" imgH="205740" progId="">
                  <p:embed/>
                </p:oleObj>
              </a:graphicData>
            </a:graphic>
          </p:graphicFrame>
        </p:grpSp>
        <p:grpSp>
          <p:nvGrpSpPr>
            <p:cNvPr id="72" name="Group 68"/>
            <p:cNvGrpSpPr/>
            <p:nvPr/>
          </p:nvGrpSpPr>
          <p:grpSpPr>
            <a:xfrm>
              <a:off x="1285852" y="2714620"/>
              <a:ext cx="2168525" cy="407988"/>
              <a:chOff x="128" y="1395"/>
              <a:chExt cx="1366" cy="257"/>
            </a:xfrm>
          </p:grpSpPr>
          <p:sp>
            <p:nvSpPr>
              <p:cNvPr id="73" name="Rectangle 69"/>
              <p:cNvSpPr/>
              <p:nvPr/>
            </p:nvSpPr>
            <p:spPr>
              <a:xfrm>
                <a:off x="128" y="1419"/>
                <a:ext cx="974" cy="233"/>
              </a:xfrm>
              <a:prstGeom prst="rect">
                <a:avLst/>
              </a:prstGeom>
              <a:noFill/>
              <a:ln w="9525">
                <a:noFill/>
              </a:ln>
            </p:spPr>
            <p:txBody>
              <a:bodyPr wrap="none" lIns="0" tIns="0" rIns="0" bIns="0">
                <a:spAutoFit/>
              </a:bodyPr>
              <a:lstStyle/>
              <a:p>
                <a:pPr>
                  <a:spcBef>
                    <a:spcPct val="0"/>
                  </a:spcBef>
                </a:pPr>
                <a:r>
                  <a:rPr lang="zh-CN" altLang="en-US" sz="2400" i="0" dirty="0">
                    <a:solidFill>
                      <a:schemeClr val="tx1"/>
                    </a:solidFill>
                    <a:latin typeface="宋体" panose="02010600030101010101" pitchFamily="2" charset="-122"/>
                    <a:ea typeface="宋体" panose="02010600030101010101" pitchFamily="2" charset="-122"/>
                  </a:rPr>
                  <a:t>的</a:t>
                </a:r>
                <a:r>
                  <a:rPr lang="zh-CN" altLang="en-US" sz="2400" i="0" dirty="0" smtClean="0">
                    <a:solidFill>
                      <a:schemeClr val="tx1"/>
                    </a:solidFill>
                    <a:latin typeface="宋体" panose="02010600030101010101" pitchFamily="2" charset="-122"/>
                    <a:ea typeface="宋体" panose="02010600030101010101" pitchFamily="2" charset="-122"/>
                  </a:rPr>
                  <a:t>平衡常数</a:t>
                </a:r>
                <a:endParaRPr lang="zh-CN" altLang="en-US" sz="2400" i="0" dirty="0">
                  <a:solidFill>
                    <a:schemeClr val="tx1"/>
                  </a:solidFill>
                  <a:latin typeface="Arial" panose="020B0604020202020204" pitchFamily="34" charset="0"/>
                  <a:ea typeface="宋体" panose="02010600030101010101" pitchFamily="2" charset="-122"/>
                </a:endParaRPr>
              </a:p>
            </p:txBody>
          </p:sp>
          <p:graphicFrame>
            <p:nvGraphicFramePr>
              <p:cNvPr id="74" name="Object 70"/>
              <p:cNvGraphicFramePr>
                <a:graphicFrameLocks/>
              </p:cNvGraphicFramePr>
              <p:nvPr/>
            </p:nvGraphicFramePr>
            <p:xfrm>
              <a:off x="1118" y="1395"/>
              <a:ext cx="376" cy="256"/>
            </p:xfrm>
            <a:graphic>
              <a:graphicData uri="http://schemas.openxmlformats.org/presentationml/2006/ole">
                <p:oleObj spid="_x0000_s161795" r:id="rId4" imgW="596900" imgH="406400" progId="">
                  <p:embed/>
                </p:oleObj>
              </a:graphicData>
            </a:graphic>
          </p:graphicFrame>
        </p:grpSp>
      </p:grpSp>
      <p:grpSp>
        <p:nvGrpSpPr>
          <p:cNvPr id="75" name="Group 71"/>
          <p:cNvGrpSpPr/>
          <p:nvPr/>
        </p:nvGrpSpPr>
        <p:grpSpPr>
          <a:xfrm>
            <a:off x="1023918" y="3571886"/>
            <a:ext cx="7655464" cy="593725"/>
            <a:chOff x="676" y="1788"/>
            <a:chExt cx="4369" cy="374"/>
          </a:xfrm>
        </p:grpSpPr>
        <p:sp>
          <p:nvSpPr>
            <p:cNvPr id="76" name="Rectangle 72"/>
            <p:cNvSpPr/>
            <p:nvPr/>
          </p:nvSpPr>
          <p:spPr>
            <a:xfrm>
              <a:off x="4862" y="1878"/>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4</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77" name="Rectangle 73"/>
            <p:cNvSpPr/>
            <p:nvPr/>
          </p:nvSpPr>
          <p:spPr>
            <a:xfrm>
              <a:off x="4617" y="1878"/>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78" name="Rectangle 74"/>
            <p:cNvSpPr/>
            <p:nvPr/>
          </p:nvSpPr>
          <p:spPr>
            <a:xfrm>
              <a:off x="4332" y="1878"/>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79" name="Rectangle 75"/>
            <p:cNvSpPr/>
            <p:nvPr/>
          </p:nvSpPr>
          <p:spPr>
            <a:xfrm>
              <a:off x="3924" y="1923"/>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0" name="Rectangle 76"/>
            <p:cNvSpPr/>
            <p:nvPr/>
          </p:nvSpPr>
          <p:spPr>
            <a:xfrm>
              <a:off x="2770" y="1803"/>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1" name="Rectangle 77"/>
            <p:cNvSpPr/>
            <p:nvPr/>
          </p:nvSpPr>
          <p:spPr>
            <a:xfrm>
              <a:off x="2089" y="1923"/>
              <a:ext cx="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4</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2" name="Rectangle 78"/>
            <p:cNvSpPr/>
            <p:nvPr/>
          </p:nvSpPr>
          <p:spPr>
            <a:xfrm>
              <a:off x="785" y="1968"/>
              <a:ext cx="228" cy="194"/>
            </a:xfrm>
            <a:prstGeom prst="rect">
              <a:avLst/>
            </a:prstGeom>
            <a:noFill/>
            <a:ln w="9525">
              <a:noFill/>
            </a:ln>
          </p:spPr>
          <p:txBody>
            <a:bodyPr wrap="none" lIns="0" tIns="0" rIns="0" bIns="0">
              <a:spAutoFit/>
            </a:bodyPr>
            <a:lstStyle/>
            <a:p>
              <a:pPr>
                <a:spcBef>
                  <a:spcPct val="0"/>
                </a:spcBef>
              </a:pPr>
              <a:r>
                <a:rPr lang="en-US" altLang="zh-CN" sz="2000" i="0" dirty="0">
                  <a:solidFill>
                    <a:schemeClr val="tx1"/>
                  </a:solidFill>
                  <a:latin typeface="Times New Roman" panose="02020603050405020304" pitchFamily="18" charset="0"/>
                  <a:ea typeface="宋体" panose="02010600030101010101" pitchFamily="2" charset="-122"/>
                </a:rPr>
                <a:t>MF</a:t>
              </a:r>
              <a:endParaRPr lang="en-US" altLang="zh-CN" sz="2000" i="0" dirty="0">
                <a:solidFill>
                  <a:schemeClr val="tx1"/>
                </a:solidFill>
                <a:latin typeface="Arial" panose="020B0604020202020204" pitchFamily="34" charset="0"/>
                <a:ea typeface="宋体" panose="02010600030101010101" pitchFamily="2" charset="-122"/>
              </a:endParaRPr>
            </a:p>
          </p:txBody>
        </p:sp>
        <p:sp>
          <p:nvSpPr>
            <p:cNvPr id="83" name="Rectangle 79"/>
            <p:cNvSpPr/>
            <p:nvPr/>
          </p:nvSpPr>
          <p:spPr>
            <a:xfrm>
              <a:off x="4986" y="1824"/>
              <a:ext cx="5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4" name="Rectangle 80"/>
            <p:cNvSpPr/>
            <p:nvPr/>
          </p:nvSpPr>
          <p:spPr>
            <a:xfrm>
              <a:off x="4713" y="1824"/>
              <a:ext cx="13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5" name="Rectangle 81"/>
            <p:cNvSpPr/>
            <p:nvPr/>
          </p:nvSpPr>
          <p:spPr>
            <a:xfrm>
              <a:off x="4472" y="1824"/>
              <a:ext cx="127"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C</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6" name="Rectangle 82"/>
            <p:cNvSpPr/>
            <p:nvPr/>
          </p:nvSpPr>
          <p:spPr>
            <a:xfrm>
              <a:off x="4213" y="1824"/>
              <a:ext cx="13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H</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7" name="Rectangle 83"/>
            <p:cNvSpPr/>
            <p:nvPr/>
          </p:nvSpPr>
          <p:spPr>
            <a:xfrm>
              <a:off x="4108" y="1824"/>
              <a:ext cx="4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8" name="Rectangle 84"/>
            <p:cNvSpPr/>
            <p:nvPr/>
          </p:nvSpPr>
          <p:spPr>
            <a:xfrm>
              <a:off x="3646" y="1824"/>
              <a:ext cx="26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CO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89" name="Rectangle 85"/>
            <p:cNvSpPr/>
            <p:nvPr/>
          </p:nvSpPr>
          <p:spPr>
            <a:xfrm>
              <a:off x="3566" y="1824"/>
              <a:ext cx="5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0" name="Rectangle 86"/>
            <p:cNvSpPr/>
            <p:nvPr/>
          </p:nvSpPr>
          <p:spPr>
            <a:xfrm>
              <a:off x="2949" y="1824"/>
              <a:ext cx="5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1" name="Rectangle 87"/>
            <p:cNvSpPr/>
            <p:nvPr/>
          </p:nvSpPr>
          <p:spPr>
            <a:xfrm>
              <a:off x="2427" y="1824"/>
              <a:ext cx="26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Mn</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2" name="Rectangle 88"/>
            <p:cNvSpPr/>
            <p:nvPr/>
          </p:nvSpPr>
          <p:spPr>
            <a:xfrm>
              <a:off x="2322" y="1824"/>
              <a:ext cx="4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3" name="Rectangle 89"/>
            <p:cNvSpPr/>
            <p:nvPr/>
          </p:nvSpPr>
          <p:spPr>
            <a:xfrm>
              <a:off x="1684" y="1824"/>
              <a:ext cx="400"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MnO</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4" name="Rectangle 90"/>
            <p:cNvSpPr/>
            <p:nvPr/>
          </p:nvSpPr>
          <p:spPr>
            <a:xfrm>
              <a:off x="1601" y="1824"/>
              <a:ext cx="5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5" name="Rectangle 91"/>
            <p:cNvSpPr/>
            <p:nvPr/>
          </p:nvSpPr>
          <p:spPr>
            <a:xfrm>
              <a:off x="1031" y="1824"/>
              <a:ext cx="4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6" name="Rectangle 92"/>
            <p:cNvSpPr/>
            <p:nvPr/>
          </p:nvSpPr>
          <p:spPr>
            <a:xfrm>
              <a:off x="3065" y="1795"/>
              <a:ext cx="136" cy="233"/>
            </a:xfrm>
            <a:prstGeom prst="rect">
              <a:avLst/>
            </a:prstGeom>
            <a:noFill/>
            <a:ln w="9525">
              <a:noFill/>
            </a:ln>
          </p:spPr>
          <p:txBody>
            <a:bodyPr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7" name="Rectangle 93"/>
            <p:cNvSpPr/>
            <p:nvPr/>
          </p:nvSpPr>
          <p:spPr>
            <a:xfrm>
              <a:off x="1085" y="1795"/>
              <a:ext cx="9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8" name="Rectangle 94"/>
            <p:cNvSpPr/>
            <p:nvPr/>
          </p:nvSpPr>
          <p:spPr>
            <a:xfrm>
              <a:off x="2844" y="1788"/>
              <a:ext cx="9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99" name="Rectangle 95"/>
            <p:cNvSpPr/>
            <p:nvPr/>
          </p:nvSpPr>
          <p:spPr>
            <a:xfrm>
              <a:off x="2187" y="1788"/>
              <a:ext cx="9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00" name="Rectangle 96"/>
            <p:cNvSpPr/>
            <p:nvPr/>
          </p:nvSpPr>
          <p:spPr>
            <a:xfrm>
              <a:off x="3239" y="1824"/>
              <a:ext cx="117"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E</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01" name="Rectangle 97"/>
            <p:cNvSpPr/>
            <p:nvPr/>
          </p:nvSpPr>
          <p:spPr>
            <a:xfrm>
              <a:off x="1274" y="1824"/>
              <a:ext cx="117"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E</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02" name="Rectangle 98"/>
            <p:cNvSpPr/>
            <p:nvPr/>
          </p:nvSpPr>
          <p:spPr>
            <a:xfrm>
              <a:off x="676" y="1824"/>
              <a:ext cx="117"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E</a:t>
              </a:r>
              <a:endParaRPr lang="en-US" altLang="zh-CN" sz="2400" i="0" dirty="0">
                <a:solidFill>
                  <a:schemeClr val="tx1"/>
                </a:solidFill>
                <a:latin typeface="Arial" panose="020B0604020202020204" pitchFamily="34" charset="0"/>
                <a:ea typeface="宋体" panose="02010600030101010101" pitchFamily="2" charset="-122"/>
              </a:endParaRPr>
            </a:p>
          </p:txBody>
        </p:sp>
        <p:graphicFrame>
          <p:nvGraphicFramePr>
            <p:cNvPr id="103" name="Object 99"/>
            <p:cNvGraphicFramePr>
              <a:graphicFrameLocks/>
            </p:cNvGraphicFramePr>
            <p:nvPr/>
          </p:nvGraphicFramePr>
          <p:xfrm>
            <a:off x="840" y="1792"/>
            <a:ext cx="171" cy="168"/>
          </p:xfrm>
          <a:graphic>
            <a:graphicData uri="http://schemas.openxmlformats.org/presentationml/2006/ole">
              <p:oleObj spid="_x0000_s161796" r:id="rId5" imgW="20669250" imgH="13163550" progId="">
                <p:embed/>
              </p:oleObj>
            </a:graphicData>
          </a:graphic>
        </p:graphicFrame>
        <p:graphicFrame>
          <p:nvGraphicFramePr>
            <p:cNvPr id="104" name="Object 100"/>
            <p:cNvGraphicFramePr>
              <a:graphicFrameLocks/>
            </p:cNvGraphicFramePr>
            <p:nvPr/>
          </p:nvGraphicFramePr>
          <p:xfrm>
            <a:off x="1440" y="1808"/>
            <a:ext cx="171" cy="168"/>
          </p:xfrm>
          <a:graphic>
            <a:graphicData uri="http://schemas.openxmlformats.org/presentationml/2006/ole">
              <p:oleObj spid="_x0000_s161797" r:id="rId6" imgW="271780" imgH="266700" progId="">
                <p:embed/>
              </p:oleObj>
            </a:graphicData>
          </a:graphic>
        </p:graphicFrame>
        <p:graphicFrame>
          <p:nvGraphicFramePr>
            <p:cNvPr id="105" name="Object 101"/>
            <p:cNvGraphicFramePr>
              <a:graphicFrameLocks/>
            </p:cNvGraphicFramePr>
            <p:nvPr/>
          </p:nvGraphicFramePr>
          <p:xfrm>
            <a:off x="3408" y="1800"/>
            <a:ext cx="171" cy="168"/>
          </p:xfrm>
          <a:graphic>
            <a:graphicData uri="http://schemas.openxmlformats.org/presentationml/2006/ole">
              <p:oleObj spid="_x0000_s161798" r:id="rId7" imgW="271780" imgH="266700" progId="">
                <p:embed/>
              </p:oleObj>
            </a:graphicData>
          </a:graphic>
        </p:graphicFrame>
      </p:grpSp>
      <p:grpSp>
        <p:nvGrpSpPr>
          <p:cNvPr id="106" name="Group 102"/>
          <p:cNvGrpSpPr/>
          <p:nvPr/>
        </p:nvGrpSpPr>
        <p:grpSpPr>
          <a:xfrm>
            <a:off x="1214414" y="5000636"/>
            <a:ext cx="6484911" cy="950913"/>
            <a:chOff x="672" y="2976"/>
            <a:chExt cx="3564" cy="599"/>
          </a:xfrm>
        </p:grpSpPr>
        <p:sp>
          <p:nvSpPr>
            <p:cNvPr id="107" name="Line 103"/>
            <p:cNvSpPr/>
            <p:nvPr/>
          </p:nvSpPr>
          <p:spPr>
            <a:xfrm>
              <a:off x="1482" y="3307"/>
              <a:ext cx="833" cy="1"/>
            </a:xfrm>
            <a:prstGeom prst="line">
              <a:avLst/>
            </a:prstGeom>
            <a:ln w="15875" cap="flat" cmpd="sng">
              <a:solidFill>
                <a:srgbClr val="000000"/>
              </a:solidFill>
              <a:prstDash val="solid"/>
              <a:headEnd type="none" w="med" len="med"/>
              <a:tailEnd type="none" w="med" len="med"/>
            </a:ln>
          </p:spPr>
        </p:sp>
        <p:sp>
          <p:nvSpPr>
            <p:cNvPr id="108" name="Line 104"/>
            <p:cNvSpPr/>
            <p:nvPr/>
          </p:nvSpPr>
          <p:spPr>
            <a:xfrm>
              <a:off x="2555" y="3307"/>
              <a:ext cx="1109" cy="1"/>
            </a:xfrm>
            <a:prstGeom prst="line">
              <a:avLst/>
            </a:prstGeom>
            <a:ln w="15875" cap="flat" cmpd="sng">
              <a:solidFill>
                <a:srgbClr val="000000"/>
              </a:solidFill>
              <a:prstDash val="solid"/>
              <a:headEnd type="none" w="med" len="med"/>
              <a:tailEnd type="none" w="med" len="med"/>
            </a:ln>
          </p:spPr>
        </p:sp>
        <p:sp>
          <p:nvSpPr>
            <p:cNvPr id="109" name="Rectangle 105"/>
            <p:cNvSpPr/>
            <p:nvPr/>
          </p:nvSpPr>
          <p:spPr>
            <a:xfrm>
              <a:off x="1903" y="3143"/>
              <a:ext cx="26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MF</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0" name="Rectangle 106"/>
            <p:cNvSpPr/>
            <p:nvPr/>
          </p:nvSpPr>
          <p:spPr>
            <a:xfrm>
              <a:off x="4067" y="3147"/>
              <a:ext cx="16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56</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1" name="Rectangle 107"/>
            <p:cNvSpPr/>
            <p:nvPr/>
          </p:nvSpPr>
          <p:spPr>
            <a:xfrm>
              <a:off x="3951" y="3147"/>
              <a:ext cx="8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3</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2" name="Rectangle 108"/>
            <p:cNvSpPr/>
            <p:nvPr/>
          </p:nvSpPr>
          <p:spPr>
            <a:xfrm>
              <a:off x="3664" y="3147"/>
              <a:ext cx="85"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3" name="Rectangle 109"/>
            <p:cNvSpPr/>
            <p:nvPr/>
          </p:nvSpPr>
          <p:spPr>
            <a:xfrm>
              <a:off x="2705" y="3342"/>
              <a:ext cx="5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0.0592V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4" name="Rectangle 110"/>
            <p:cNvSpPr/>
            <p:nvPr/>
          </p:nvSpPr>
          <p:spPr>
            <a:xfrm>
              <a:off x="2959" y="2990"/>
              <a:ext cx="50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2.107V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5" name="Rectangle 111"/>
            <p:cNvSpPr/>
            <p:nvPr/>
          </p:nvSpPr>
          <p:spPr>
            <a:xfrm>
              <a:off x="2545" y="2990"/>
              <a:ext cx="169"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10</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6" name="Rectangle 112"/>
            <p:cNvSpPr/>
            <p:nvPr/>
          </p:nvSpPr>
          <p:spPr>
            <a:xfrm>
              <a:off x="2315" y="3147"/>
              <a:ext cx="42"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7" name="Rectangle 113"/>
            <p:cNvSpPr/>
            <p:nvPr/>
          </p:nvSpPr>
          <p:spPr>
            <a:xfrm>
              <a:off x="1494" y="3342"/>
              <a:ext cx="588"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0.0592V</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8" name="Rectangle 114"/>
            <p:cNvSpPr/>
            <p:nvPr/>
          </p:nvSpPr>
          <p:spPr>
            <a:xfrm>
              <a:off x="2113" y="2990"/>
              <a:ext cx="42"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 </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19" name="Rectangle 115"/>
            <p:cNvSpPr/>
            <p:nvPr/>
          </p:nvSpPr>
          <p:spPr>
            <a:xfrm>
              <a:off x="672" y="3147"/>
              <a:ext cx="131"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lg</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0" name="Rectangle 116"/>
            <p:cNvSpPr/>
            <p:nvPr/>
          </p:nvSpPr>
          <p:spPr>
            <a:xfrm>
              <a:off x="3777" y="3118"/>
              <a:ext cx="9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1" name="Rectangle 117"/>
            <p:cNvSpPr/>
            <p:nvPr/>
          </p:nvSpPr>
          <p:spPr>
            <a:xfrm>
              <a:off x="2759" y="2993"/>
              <a:ext cx="170"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2" name="Rectangle 118"/>
            <p:cNvSpPr/>
            <p:nvPr/>
          </p:nvSpPr>
          <p:spPr>
            <a:xfrm>
              <a:off x="2370" y="3118"/>
              <a:ext cx="9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3" name="Rectangle 119"/>
            <p:cNvSpPr/>
            <p:nvPr/>
          </p:nvSpPr>
          <p:spPr>
            <a:xfrm>
              <a:off x="1296" y="3118"/>
              <a:ext cx="93"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4" name="Rectangle 120"/>
            <p:cNvSpPr/>
            <p:nvPr/>
          </p:nvSpPr>
          <p:spPr>
            <a:xfrm>
              <a:off x="1627" y="2990"/>
              <a:ext cx="216"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ZE</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25" name="Rectangle 121"/>
            <p:cNvSpPr/>
            <p:nvPr/>
          </p:nvSpPr>
          <p:spPr>
            <a:xfrm>
              <a:off x="894" y="3147"/>
              <a:ext cx="113"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K</a:t>
              </a:r>
              <a:endParaRPr lang="en-US" altLang="zh-CN" sz="2400" i="0" dirty="0">
                <a:solidFill>
                  <a:schemeClr val="tx1"/>
                </a:solidFill>
                <a:latin typeface="Arial" panose="020B0604020202020204" pitchFamily="34" charset="0"/>
                <a:ea typeface="宋体" panose="02010600030101010101" pitchFamily="2" charset="-122"/>
              </a:endParaRPr>
            </a:p>
          </p:txBody>
        </p:sp>
        <p:graphicFrame>
          <p:nvGraphicFramePr>
            <p:cNvPr id="126" name="Object 122"/>
            <p:cNvGraphicFramePr>
              <a:graphicFrameLocks/>
            </p:cNvGraphicFramePr>
            <p:nvPr/>
          </p:nvGraphicFramePr>
          <p:xfrm>
            <a:off x="1920" y="2976"/>
            <a:ext cx="171" cy="168"/>
          </p:xfrm>
          <a:graphic>
            <a:graphicData uri="http://schemas.openxmlformats.org/presentationml/2006/ole">
              <p:oleObj spid="_x0000_s161799" r:id="rId8" imgW="271780" imgH="266700" progId="">
                <p:embed/>
              </p:oleObj>
            </a:graphicData>
          </a:graphic>
        </p:graphicFrame>
        <p:graphicFrame>
          <p:nvGraphicFramePr>
            <p:cNvPr id="127" name="Object 123"/>
            <p:cNvGraphicFramePr>
              <a:graphicFrameLocks/>
            </p:cNvGraphicFramePr>
            <p:nvPr/>
          </p:nvGraphicFramePr>
          <p:xfrm>
            <a:off x="1080" y="3120"/>
            <a:ext cx="171" cy="168"/>
          </p:xfrm>
          <a:graphic>
            <a:graphicData uri="http://schemas.openxmlformats.org/presentationml/2006/ole">
              <p:oleObj spid="_x0000_s161800" r:id="rId9" imgW="271780" imgH="266700" progId="">
                <p:embed/>
              </p:oleObj>
            </a:graphicData>
          </a:graphic>
        </p:graphicFrame>
      </p:grpSp>
      <p:grpSp>
        <p:nvGrpSpPr>
          <p:cNvPr id="128" name="Group 124"/>
          <p:cNvGrpSpPr/>
          <p:nvPr/>
        </p:nvGrpSpPr>
        <p:grpSpPr>
          <a:xfrm>
            <a:off x="3724244" y="6767492"/>
            <a:ext cx="1725613" cy="415925"/>
            <a:chOff x="683" y="3672"/>
            <a:chExt cx="1087" cy="262"/>
          </a:xfrm>
        </p:grpSpPr>
        <p:sp>
          <p:nvSpPr>
            <p:cNvPr id="129" name="Rectangle 125"/>
            <p:cNvSpPr/>
            <p:nvPr/>
          </p:nvSpPr>
          <p:spPr>
            <a:xfrm>
              <a:off x="1479" y="3680"/>
              <a:ext cx="291"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356</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30" name="Rectangle 126"/>
            <p:cNvSpPr/>
            <p:nvPr/>
          </p:nvSpPr>
          <p:spPr>
            <a:xfrm>
              <a:off x="1242" y="3701"/>
              <a:ext cx="194"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Times New Roman" panose="02020603050405020304" pitchFamily="18" charset="0"/>
                  <a:ea typeface="宋体" panose="02010600030101010101" pitchFamily="2" charset="-122"/>
                </a:rPr>
                <a:t>10</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31" name="Rectangle 127"/>
            <p:cNvSpPr/>
            <p:nvPr/>
          </p:nvSpPr>
          <p:spPr>
            <a:xfrm>
              <a:off x="1086" y="3672"/>
              <a:ext cx="106" cy="233"/>
            </a:xfrm>
            <a:prstGeom prst="rect">
              <a:avLst/>
            </a:prstGeom>
            <a:noFill/>
            <a:ln w="9525">
              <a:noFill/>
            </a:ln>
          </p:spPr>
          <p:txBody>
            <a:bodyPr wrap="none" lIns="0" tIns="0" rIns="0" bIns="0">
              <a:spAutoFit/>
            </a:bodyPr>
            <a:lstStyle/>
            <a:p>
              <a:pPr>
                <a:spcBef>
                  <a:spcPct val="0"/>
                </a:spcBef>
              </a:pPr>
              <a:r>
                <a:rPr lang="en-US" altLang="zh-CN" sz="2400" i="0" dirty="0">
                  <a:solidFill>
                    <a:schemeClr val="tx1"/>
                  </a:solidFill>
                  <a:latin typeface="Symbol" panose="05050102010706020507" pitchFamily="18" charset="2"/>
                  <a:ea typeface="宋体" panose="02010600030101010101" pitchFamily="2" charset="-122"/>
                </a:rPr>
                <a:t>=</a:t>
              </a:r>
              <a:endParaRPr lang="en-US" altLang="zh-CN" sz="2400" i="0" dirty="0">
                <a:solidFill>
                  <a:schemeClr val="tx1"/>
                </a:solidFill>
                <a:latin typeface="Arial" panose="020B0604020202020204" pitchFamily="34" charset="0"/>
                <a:ea typeface="宋体" panose="02010600030101010101" pitchFamily="2" charset="-122"/>
              </a:endParaRPr>
            </a:p>
          </p:txBody>
        </p:sp>
        <p:sp>
          <p:nvSpPr>
            <p:cNvPr id="132" name="Rectangle 128"/>
            <p:cNvSpPr/>
            <p:nvPr/>
          </p:nvSpPr>
          <p:spPr>
            <a:xfrm>
              <a:off x="683" y="3701"/>
              <a:ext cx="129" cy="233"/>
            </a:xfrm>
            <a:prstGeom prst="rect">
              <a:avLst/>
            </a:prstGeom>
            <a:noFill/>
            <a:ln w="9525">
              <a:noFill/>
            </a:ln>
          </p:spPr>
          <p:txBody>
            <a:bodyPr wrap="none" lIns="0" tIns="0" rIns="0" bIns="0">
              <a:spAutoFit/>
            </a:bodyPr>
            <a:lstStyle/>
            <a:p>
              <a:pPr>
                <a:spcBef>
                  <a:spcPct val="0"/>
                </a:spcBef>
              </a:pPr>
              <a:r>
                <a:rPr lang="en-US" altLang="zh-CN" sz="2400" dirty="0">
                  <a:solidFill>
                    <a:schemeClr val="tx1"/>
                  </a:solidFill>
                  <a:latin typeface="Times New Roman" panose="02020603050405020304" pitchFamily="18" charset="0"/>
                  <a:ea typeface="宋体" panose="02010600030101010101" pitchFamily="2" charset="-122"/>
                </a:rPr>
                <a:t>K</a:t>
              </a:r>
              <a:endParaRPr lang="en-US" altLang="zh-CN" sz="2400" i="0" dirty="0">
                <a:solidFill>
                  <a:schemeClr val="tx1"/>
                </a:solidFill>
                <a:latin typeface="Arial" panose="020B0604020202020204" pitchFamily="34" charset="0"/>
                <a:ea typeface="宋体" panose="02010600030101010101" pitchFamily="2" charset="-122"/>
              </a:endParaRPr>
            </a:p>
          </p:txBody>
        </p:sp>
        <p:graphicFrame>
          <p:nvGraphicFramePr>
            <p:cNvPr id="133" name="Object 129"/>
            <p:cNvGraphicFramePr>
              <a:graphicFrameLocks/>
            </p:cNvGraphicFramePr>
            <p:nvPr/>
          </p:nvGraphicFramePr>
          <p:xfrm>
            <a:off x="864" y="3672"/>
            <a:ext cx="171" cy="168"/>
          </p:xfrm>
          <a:graphic>
            <a:graphicData uri="http://schemas.openxmlformats.org/presentationml/2006/ole">
              <p:oleObj spid="_x0000_s161801" r:id="rId10" imgW="271780" imgH="266700" progId="">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4"/>
                                        </p:tgtEl>
                                        <p:attrNameLst>
                                          <p:attrName>style.visibility</p:attrName>
                                        </p:attrNameLst>
                                      </p:cBhvr>
                                      <p:to>
                                        <p:strVal val="visible"/>
                                      </p:to>
                                    </p:set>
                                    <p:anim calcmode="lin" valueType="num">
                                      <p:cBhvr additive="base">
                                        <p:cTn id="7" dur="500" fill="hold"/>
                                        <p:tgtEl>
                                          <p:spTgt spid="134"/>
                                        </p:tgtEl>
                                        <p:attrNameLst>
                                          <p:attrName>ppt_x</p:attrName>
                                        </p:attrNameLst>
                                      </p:cBhvr>
                                      <p:tavLst>
                                        <p:tav tm="0">
                                          <p:val>
                                            <p:strVal val="#ppt_x"/>
                                          </p:val>
                                        </p:tav>
                                        <p:tav tm="100000">
                                          <p:val>
                                            <p:strVal val="#ppt_x"/>
                                          </p:val>
                                        </p:tav>
                                      </p:tavLst>
                                    </p:anim>
                                    <p:anim calcmode="lin" valueType="num">
                                      <p:cBhvr additive="base">
                                        <p:cTn id="8" dur="500" fill="hold"/>
                                        <p:tgtEl>
                                          <p:spTgt spid="13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48"/>
                                        </p:tgtEl>
                                        <p:attrNameLst>
                                          <p:attrName>style.visibility</p:attrName>
                                        </p:attrNameLst>
                                      </p:cBhvr>
                                      <p:to>
                                        <p:strVal val="visible"/>
                                      </p:to>
                                    </p:set>
                                    <p:animEffect transition="in" filter="wipe(left)">
                                      <p:cBhvr>
                                        <p:cTn id="13" dur="500"/>
                                        <p:tgtEl>
                                          <p:spTgt spid="4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nodeType="clickEffect">
                                  <p:stCondLst>
                                    <p:cond delay="0"/>
                                  </p:stCondLst>
                                  <p:childTnLst>
                                    <p:set>
                                      <p:cBhvr>
                                        <p:cTn id="17" dur="1" fill="hold">
                                          <p:stCondLst>
                                            <p:cond delay="0"/>
                                          </p:stCondLst>
                                        </p:cTn>
                                        <p:tgtEl>
                                          <p:spTgt spid="75"/>
                                        </p:tgtEl>
                                        <p:attrNameLst>
                                          <p:attrName>style.visibility</p:attrName>
                                        </p:attrNameLst>
                                      </p:cBhvr>
                                      <p:to>
                                        <p:strVal val="visible"/>
                                      </p:to>
                                    </p:set>
                                    <p:animEffect transition="in" filter="wipe(left)">
                                      <p:cBhvr>
                                        <p:cTn id="18" dur="500"/>
                                        <p:tgtEl>
                                          <p:spTgt spid="75"/>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left)">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06"/>
                                        </p:tgtEl>
                                        <p:attrNameLst>
                                          <p:attrName>style.visibility</p:attrName>
                                        </p:attrNameLst>
                                      </p:cBhvr>
                                      <p:to>
                                        <p:strVal val="visible"/>
                                      </p:to>
                                    </p:set>
                                    <p:animEffect transition="in" filter="wipe(left)">
                                      <p:cBhvr>
                                        <p:cTn id="33" dur="500"/>
                                        <p:tgtEl>
                                          <p:spTgt spid="10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28"/>
                                        </p:tgtEl>
                                        <p:attrNameLst>
                                          <p:attrName>style.visibility</p:attrName>
                                        </p:attrNameLst>
                                      </p:cBhvr>
                                      <p:to>
                                        <p:strVal val="visible"/>
                                      </p:to>
                                    </p:set>
                                    <p:animEffect transition="in" filter="wipe(left)">
                                      <p:cBhvr>
                                        <p:cTn id="38" dur="500"/>
                                        <p:tgtEl>
                                          <p:spTgt spid="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8" name="Rectangle 10"/>
          <p:cNvSpPr>
            <a:spLocks noChangeArrowheads="1"/>
          </p:cNvSpPr>
          <p:nvPr/>
        </p:nvSpPr>
        <p:spPr bwMode="auto">
          <a:xfrm>
            <a:off x="285720" y="0"/>
            <a:ext cx="8786874" cy="6093976"/>
          </a:xfrm>
          <a:prstGeom prst="rect">
            <a:avLst/>
          </a:prstGeom>
          <a:noFill/>
          <a:ln w="9525">
            <a:noFill/>
            <a:miter lim="800000"/>
            <a:headEnd/>
            <a:tailEnd/>
          </a:ln>
          <a:effectLst/>
        </p:spPr>
        <p:txBody>
          <a:bodyPr wrap="square" anchor="ctr">
            <a:spAutoFit/>
          </a:bodyPr>
          <a:lstStyle/>
          <a:p>
            <a:pPr indent="509588" eaLnBrk="0" hangingPunct="0">
              <a:defRPr/>
            </a:pPr>
            <a:r>
              <a:rPr lang="zh-CN" altLang="pt-BR" sz="2600" dirty="0">
                <a:solidFill>
                  <a:schemeClr val="tx1"/>
                </a:solidFill>
                <a:latin typeface="+mj-lt"/>
                <a:ea typeface="宋体" pitchFamily="2" charset="-122"/>
                <a:cs typeface="楷体_GB2312" charset="-122"/>
              </a:rPr>
              <a:t>已知</a:t>
            </a:r>
            <a:r>
              <a:rPr lang="pt-BR" altLang="zh-CN" sz="2600" dirty="0">
                <a:solidFill>
                  <a:schemeClr val="tx1"/>
                </a:solidFill>
                <a:latin typeface="+mj-lt"/>
                <a:cs typeface="楷体_GB2312" charset="-122"/>
              </a:rPr>
              <a:t>:</a:t>
            </a:r>
          </a:p>
          <a:p>
            <a:pPr indent="509588" eaLnBrk="0" hangingPunct="0">
              <a:lnSpc>
                <a:spcPct val="100000"/>
              </a:lnSpc>
              <a:spcBef>
                <a:spcPct val="0"/>
              </a:spcBef>
              <a:defRPr/>
            </a:pPr>
            <a:r>
              <a:rPr lang="pt-BR" altLang="zh-CN" sz="2600" dirty="0">
                <a:solidFill>
                  <a:schemeClr val="tx1"/>
                </a:solidFill>
                <a:latin typeface="+mj-lt"/>
                <a:cs typeface="楷体_GB2312" charset="-122"/>
              </a:rPr>
              <a:t>H</a:t>
            </a:r>
            <a:r>
              <a:rPr lang="pt-BR" altLang="zh-CN" sz="2600" baseline="-25000" dirty="0">
                <a:solidFill>
                  <a:schemeClr val="tx1"/>
                </a:solidFill>
                <a:latin typeface="+mj-lt"/>
                <a:cs typeface="楷体_GB2312" charset="-122"/>
              </a:rPr>
              <a:t>3</a:t>
            </a:r>
            <a:r>
              <a:rPr lang="pt-BR" altLang="zh-CN" sz="2600" dirty="0">
                <a:solidFill>
                  <a:schemeClr val="tx1"/>
                </a:solidFill>
                <a:latin typeface="+mj-lt"/>
                <a:cs typeface="楷体_GB2312" charset="-122"/>
              </a:rPr>
              <a:t>AsO</a:t>
            </a:r>
            <a:r>
              <a:rPr lang="pt-BR" altLang="zh-CN" sz="2600" baseline="-25000" dirty="0">
                <a:solidFill>
                  <a:schemeClr val="tx1"/>
                </a:solidFill>
                <a:latin typeface="+mj-lt"/>
                <a:cs typeface="楷体_GB2312" charset="-122"/>
              </a:rPr>
              <a:t>4</a:t>
            </a:r>
            <a:r>
              <a:rPr lang="pt-BR" altLang="zh-CN" sz="2600" dirty="0">
                <a:solidFill>
                  <a:schemeClr val="tx1"/>
                </a:solidFill>
                <a:latin typeface="+mj-lt"/>
                <a:cs typeface="楷体_GB2312" charset="-122"/>
              </a:rPr>
              <a:t> + 2H</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+2e</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 H</a:t>
            </a:r>
            <a:r>
              <a:rPr lang="pt-BR" altLang="zh-CN" sz="2600" baseline="-25000" dirty="0">
                <a:solidFill>
                  <a:schemeClr val="tx1"/>
                </a:solidFill>
                <a:latin typeface="+mj-lt"/>
                <a:cs typeface="楷体_GB2312" charset="-122"/>
              </a:rPr>
              <a:t>3</a:t>
            </a:r>
            <a:r>
              <a:rPr lang="pt-BR" altLang="zh-CN" sz="2600" dirty="0">
                <a:solidFill>
                  <a:schemeClr val="tx1"/>
                </a:solidFill>
                <a:latin typeface="+mj-lt"/>
                <a:cs typeface="楷体_GB2312" charset="-122"/>
              </a:rPr>
              <a:t>AsO</a:t>
            </a:r>
            <a:r>
              <a:rPr lang="pt-BR" altLang="zh-CN" sz="2600" baseline="-25000" dirty="0">
                <a:solidFill>
                  <a:schemeClr val="tx1"/>
                </a:solidFill>
                <a:latin typeface="+mj-lt"/>
                <a:cs typeface="楷体_GB2312" charset="-122"/>
              </a:rPr>
              <a:t>3</a:t>
            </a:r>
            <a:r>
              <a:rPr lang="pt-BR" altLang="zh-CN" sz="2600" dirty="0">
                <a:solidFill>
                  <a:schemeClr val="tx1"/>
                </a:solidFill>
                <a:latin typeface="+mj-lt"/>
                <a:cs typeface="楷体_GB2312" charset="-122"/>
              </a:rPr>
              <a:t> + H</a:t>
            </a:r>
            <a:r>
              <a:rPr lang="pt-BR" altLang="zh-CN" sz="2600" baseline="-25000" dirty="0">
                <a:solidFill>
                  <a:schemeClr val="tx1"/>
                </a:solidFill>
                <a:latin typeface="+mj-lt"/>
                <a:cs typeface="楷体_GB2312" charset="-122"/>
              </a:rPr>
              <a:t>2</a:t>
            </a:r>
            <a:r>
              <a:rPr lang="pt-BR" altLang="zh-CN" sz="2600" dirty="0">
                <a:solidFill>
                  <a:schemeClr val="tx1"/>
                </a:solidFill>
                <a:latin typeface="+mj-lt"/>
                <a:cs typeface="楷体_GB2312" charset="-122"/>
              </a:rPr>
              <a:t>O</a:t>
            </a:r>
            <a:r>
              <a:rPr lang="zh-CN" altLang="en-US" sz="2600" dirty="0">
                <a:solidFill>
                  <a:schemeClr val="tx1"/>
                </a:solidFill>
                <a:latin typeface="+mj-lt"/>
                <a:cs typeface="楷体_GB2312" charset="-122"/>
              </a:rPr>
              <a:t>，</a:t>
            </a:r>
            <a:r>
              <a:rPr lang="pt-BR" altLang="zh-CN" sz="2600" dirty="0">
                <a:solidFill>
                  <a:schemeClr val="tx1"/>
                </a:solidFill>
                <a:latin typeface="+mj-lt"/>
                <a:cs typeface="楷体_GB2312" charset="-122"/>
              </a:rPr>
              <a:t>   </a:t>
            </a:r>
            <a:r>
              <a:rPr lang="en-US" altLang="zh-CN" sz="2600" dirty="0">
                <a:solidFill>
                  <a:schemeClr val="tx1"/>
                </a:solidFill>
                <a:latin typeface="+mj-lt"/>
                <a:cs typeface="楷体_GB2312" charset="-122"/>
              </a:rPr>
              <a:t>φ</a:t>
            </a:r>
            <a:r>
              <a:rPr lang="en-US" altLang="zh-CN" sz="2600" baseline="30000" dirty="0">
                <a:solidFill>
                  <a:schemeClr val="tx1"/>
                </a:solidFill>
                <a:ea typeface="楷体_GB2312"/>
                <a:cs typeface="楷体_GB2312"/>
                <a:sym typeface="Symbol" pitchFamily="18" charset="2"/>
              </a:rPr>
              <a:t>  </a:t>
            </a:r>
            <a:r>
              <a:rPr lang="pt-BR" altLang="zh-CN" sz="2600" dirty="0">
                <a:solidFill>
                  <a:schemeClr val="tx1"/>
                </a:solidFill>
                <a:latin typeface="+mj-lt"/>
                <a:cs typeface="楷体_GB2312" charset="-122"/>
              </a:rPr>
              <a:t>= 0.580V,</a:t>
            </a:r>
          </a:p>
          <a:p>
            <a:pPr indent="509588" eaLnBrk="0" hangingPunct="0">
              <a:lnSpc>
                <a:spcPct val="100000"/>
              </a:lnSpc>
              <a:spcBef>
                <a:spcPct val="0"/>
              </a:spcBef>
              <a:defRPr/>
            </a:pPr>
            <a:r>
              <a:rPr lang="pt-BR" altLang="zh-CN" sz="2600" dirty="0">
                <a:solidFill>
                  <a:schemeClr val="tx1"/>
                </a:solidFill>
                <a:latin typeface="+mj-lt"/>
                <a:cs typeface="楷体_GB2312" charset="-122"/>
              </a:rPr>
              <a:t>I</a:t>
            </a:r>
            <a:r>
              <a:rPr lang="pt-BR" altLang="zh-CN" sz="2600" baseline="-25000" dirty="0">
                <a:solidFill>
                  <a:schemeClr val="tx1"/>
                </a:solidFill>
                <a:latin typeface="+mj-lt"/>
                <a:cs typeface="楷体_GB2312" charset="-122"/>
              </a:rPr>
              <a:t>3</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+ 2e</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 3I</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a:t>
            </a:r>
            <a:r>
              <a:rPr lang="en-US" altLang="zh-CN" sz="2600" dirty="0">
                <a:solidFill>
                  <a:schemeClr val="tx1"/>
                </a:solidFill>
                <a:latin typeface="+mj-lt"/>
                <a:cs typeface="楷体_GB2312" charset="-122"/>
              </a:rPr>
              <a:t>φ</a:t>
            </a:r>
            <a:r>
              <a:rPr lang="en-US" altLang="zh-CN" sz="2600" baseline="30000" dirty="0">
                <a:solidFill>
                  <a:schemeClr val="tx1"/>
                </a:solidFill>
                <a:ea typeface="楷体_GB2312"/>
                <a:cs typeface="楷体_GB2312"/>
                <a:sym typeface="Symbol" pitchFamily="18" charset="2"/>
              </a:rPr>
              <a:t>  </a:t>
            </a:r>
            <a:r>
              <a:rPr lang="pt-BR" altLang="zh-CN" sz="2600" dirty="0">
                <a:solidFill>
                  <a:schemeClr val="tx1"/>
                </a:solidFill>
                <a:latin typeface="+mj-lt"/>
                <a:cs typeface="楷体_GB2312" charset="-122"/>
              </a:rPr>
              <a:t>= 0.520V</a:t>
            </a:r>
          </a:p>
          <a:p>
            <a:pPr indent="509588" eaLnBrk="0" hangingPunct="0">
              <a:lnSpc>
                <a:spcPct val="100000"/>
              </a:lnSpc>
              <a:spcBef>
                <a:spcPct val="0"/>
              </a:spcBef>
              <a:defRPr/>
            </a:pPr>
            <a:r>
              <a:rPr lang="zh-CN" altLang="pt-BR" sz="2600" dirty="0">
                <a:solidFill>
                  <a:schemeClr val="tx1"/>
                </a:solidFill>
                <a:latin typeface="+mj-lt"/>
                <a:ea typeface="宋体" pitchFamily="2" charset="-122"/>
                <a:cs typeface="楷体_GB2312" charset="-122"/>
              </a:rPr>
              <a:t>（</a:t>
            </a:r>
            <a:r>
              <a:rPr lang="pt-BR" altLang="zh-CN" sz="2600" dirty="0">
                <a:solidFill>
                  <a:schemeClr val="tx1"/>
                </a:solidFill>
                <a:latin typeface="+mj-lt"/>
                <a:cs typeface="楷体_GB2312" charset="-122"/>
              </a:rPr>
              <a:t>1</a:t>
            </a:r>
            <a:r>
              <a:rPr lang="zh-CN" altLang="pt-BR" sz="2600" dirty="0">
                <a:solidFill>
                  <a:schemeClr val="tx1"/>
                </a:solidFill>
                <a:latin typeface="+mj-lt"/>
                <a:ea typeface="宋体" pitchFamily="2" charset="-122"/>
                <a:cs typeface="楷体_GB2312" charset="-122"/>
              </a:rPr>
              <a:t>）计算反应</a:t>
            </a:r>
            <a:r>
              <a:rPr lang="pt-BR" altLang="zh-CN" sz="2600" dirty="0">
                <a:solidFill>
                  <a:schemeClr val="tx1"/>
                </a:solidFill>
                <a:latin typeface="+mj-lt"/>
                <a:cs typeface="楷体_GB2312" charset="-122"/>
              </a:rPr>
              <a:t>: </a:t>
            </a:r>
            <a:r>
              <a:rPr lang="pt-BR" altLang="zh-CN" sz="2600" dirty="0" smtClean="0">
                <a:solidFill>
                  <a:schemeClr val="tx1"/>
                </a:solidFill>
                <a:latin typeface="+mj-lt"/>
                <a:cs typeface="楷体_GB2312" charset="-122"/>
              </a:rPr>
              <a:t>H</a:t>
            </a:r>
            <a:r>
              <a:rPr lang="pt-BR" altLang="zh-CN" sz="2600" baseline="-25000" dirty="0" smtClean="0">
                <a:solidFill>
                  <a:schemeClr val="tx1"/>
                </a:solidFill>
                <a:latin typeface="+mj-lt"/>
                <a:cs typeface="楷体_GB2312" charset="-122"/>
              </a:rPr>
              <a:t>3</a:t>
            </a:r>
            <a:r>
              <a:rPr lang="pt-BR" altLang="zh-CN" sz="2600" dirty="0" smtClean="0">
                <a:solidFill>
                  <a:schemeClr val="tx1"/>
                </a:solidFill>
                <a:latin typeface="+mj-lt"/>
                <a:cs typeface="楷体_GB2312" charset="-122"/>
              </a:rPr>
              <a:t>AsO</a:t>
            </a:r>
            <a:r>
              <a:rPr lang="pt-BR" altLang="zh-CN" sz="2600" baseline="-25000" dirty="0" smtClean="0">
                <a:solidFill>
                  <a:schemeClr val="tx1"/>
                </a:solidFill>
                <a:latin typeface="+mj-lt"/>
                <a:cs typeface="楷体_GB2312" charset="-122"/>
              </a:rPr>
              <a:t>3</a:t>
            </a:r>
            <a:r>
              <a:rPr lang="pt-BR" altLang="zh-CN" sz="2600" dirty="0" smtClean="0">
                <a:solidFill>
                  <a:schemeClr val="tx1"/>
                </a:solidFill>
                <a:latin typeface="+mj-lt"/>
                <a:cs typeface="楷体_GB2312" charset="-122"/>
              </a:rPr>
              <a:t> </a:t>
            </a:r>
            <a:r>
              <a:rPr lang="pt-BR" altLang="zh-CN" sz="2600" dirty="0">
                <a:solidFill>
                  <a:schemeClr val="tx1"/>
                </a:solidFill>
                <a:latin typeface="+mj-lt"/>
                <a:cs typeface="楷体_GB2312" charset="-122"/>
              </a:rPr>
              <a:t>+ H</a:t>
            </a:r>
            <a:r>
              <a:rPr lang="pt-BR" altLang="zh-CN" sz="2600" baseline="-25000" dirty="0">
                <a:solidFill>
                  <a:schemeClr val="tx1"/>
                </a:solidFill>
                <a:latin typeface="+mj-lt"/>
                <a:cs typeface="楷体_GB2312" charset="-122"/>
              </a:rPr>
              <a:t>2</a:t>
            </a:r>
            <a:r>
              <a:rPr lang="pt-BR" altLang="zh-CN" sz="2600" dirty="0">
                <a:solidFill>
                  <a:schemeClr val="tx1"/>
                </a:solidFill>
                <a:latin typeface="+mj-lt"/>
                <a:cs typeface="楷体_GB2312" charset="-122"/>
              </a:rPr>
              <a:t>O + I</a:t>
            </a:r>
            <a:r>
              <a:rPr lang="pt-BR" altLang="zh-CN" sz="2600" baseline="-25000" dirty="0">
                <a:solidFill>
                  <a:schemeClr val="tx1"/>
                </a:solidFill>
                <a:latin typeface="+mj-lt"/>
                <a:cs typeface="楷体_GB2312" charset="-122"/>
              </a:rPr>
              <a:t>3</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 H</a:t>
            </a:r>
            <a:r>
              <a:rPr lang="pt-BR" altLang="zh-CN" sz="2600" baseline="-25000" dirty="0">
                <a:solidFill>
                  <a:schemeClr val="tx1"/>
                </a:solidFill>
                <a:latin typeface="+mj-lt"/>
                <a:cs typeface="楷体_GB2312" charset="-122"/>
              </a:rPr>
              <a:t>3</a:t>
            </a:r>
            <a:r>
              <a:rPr lang="pt-BR" altLang="zh-CN" sz="2600" dirty="0">
                <a:solidFill>
                  <a:schemeClr val="tx1"/>
                </a:solidFill>
                <a:latin typeface="+mj-lt"/>
                <a:cs typeface="楷体_GB2312" charset="-122"/>
              </a:rPr>
              <a:t>AsO</a:t>
            </a:r>
            <a:r>
              <a:rPr lang="pt-BR" altLang="zh-CN" sz="2600" baseline="-25000" dirty="0">
                <a:solidFill>
                  <a:schemeClr val="tx1"/>
                </a:solidFill>
                <a:latin typeface="+mj-lt"/>
                <a:cs typeface="楷体_GB2312" charset="-122"/>
              </a:rPr>
              <a:t>4</a:t>
            </a:r>
            <a:r>
              <a:rPr lang="pt-BR" altLang="zh-CN" sz="2600" dirty="0">
                <a:solidFill>
                  <a:schemeClr val="tx1"/>
                </a:solidFill>
                <a:latin typeface="+mj-lt"/>
                <a:cs typeface="楷体_GB2312" charset="-122"/>
              </a:rPr>
              <a:t> + 2H</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+ 3I</a:t>
            </a:r>
            <a:r>
              <a:rPr lang="pt-BR" altLang="zh-CN" sz="2600" baseline="30000" dirty="0">
                <a:solidFill>
                  <a:schemeClr val="tx1"/>
                </a:solidFill>
                <a:latin typeface="+mj-lt"/>
                <a:cs typeface="楷体_GB2312" charset="-122"/>
              </a:rPr>
              <a:t>−</a:t>
            </a:r>
            <a:r>
              <a:rPr lang="pt-BR" altLang="zh-CN" sz="2600" dirty="0">
                <a:solidFill>
                  <a:schemeClr val="tx1"/>
                </a:solidFill>
                <a:latin typeface="+mj-lt"/>
                <a:cs typeface="楷体_GB2312" charset="-122"/>
              </a:rPr>
              <a:t> </a:t>
            </a:r>
            <a:r>
              <a:rPr lang="zh-CN" altLang="pt-BR" sz="2600" dirty="0">
                <a:solidFill>
                  <a:schemeClr val="tx1"/>
                </a:solidFill>
                <a:latin typeface="+mj-lt"/>
                <a:ea typeface="宋体" pitchFamily="2" charset="-122"/>
                <a:cs typeface="楷体_GB2312" charset="-122"/>
              </a:rPr>
              <a:t>的标准平衡常数；</a:t>
            </a:r>
            <a:endParaRPr lang="zh-CN" altLang="pt-BR" sz="2600" dirty="0">
              <a:solidFill>
                <a:schemeClr val="tx1"/>
              </a:solidFill>
              <a:latin typeface="+mj-lt"/>
              <a:cs typeface="楷体_GB2312" charset="-122"/>
            </a:endParaRPr>
          </a:p>
          <a:p>
            <a:pPr indent="407988" eaLnBrk="0" hangingPunct="0">
              <a:lnSpc>
                <a:spcPct val="100000"/>
              </a:lnSpc>
              <a:spcBef>
                <a:spcPct val="0"/>
              </a:spcBef>
              <a:defRPr/>
            </a:pPr>
            <a:r>
              <a:rPr lang="zh-CN" altLang="pt-BR" sz="2600" dirty="0">
                <a:solidFill>
                  <a:schemeClr val="tx1"/>
                </a:solidFill>
                <a:latin typeface="+mj-lt"/>
                <a:ea typeface="宋体" pitchFamily="2" charset="-122"/>
                <a:cs typeface="楷体_GB2312" charset="-122"/>
                <a:sym typeface="Webdings" pitchFamily="18" charset="2"/>
              </a:rPr>
              <a:t>（</a:t>
            </a:r>
            <a:r>
              <a:rPr lang="pt-BR" altLang="zh-CN" sz="2600" dirty="0">
                <a:solidFill>
                  <a:schemeClr val="tx1"/>
                </a:solidFill>
                <a:latin typeface="+mj-lt"/>
                <a:cs typeface="楷体_GB2312" charset="-122"/>
                <a:sym typeface="Webdings" pitchFamily="18" charset="2"/>
              </a:rPr>
              <a:t>2</a:t>
            </a:r>
            <a:r>
              <a:rPr lang="zh-CN" altLang="pt-BR" sz="2600" dirty="0">
                <a:solidFill>
                  <a:schemeClr val="tx1"/>
                </a:solidFill>
                <a:latin typeface="+mj-lt"/>
                <a:ea typeface="宋体" pitchFamily="2" charset="-122"/>
                <a:cs typeface="楷体_GB2312" charset="-122"/>
                <a:sym typeface="Webdings" pitchFamily="18" charset="2"/>
              </a:rPr>
              <a:t>）计算溶液的</a:t>
            </a:r>
            <a:r>
              <a:rPr lang="pt-BR" altLang="zh-CN" sz="2600" dirty="0">
                <a:solidFill>
                  <a:schemeClr val="tx1"/>
                </a:solidFill>
                <a:latin typeface="+mj-lt"/>
                <a:cs typeface="楷体_GB2312" charset="-122"/>
                <a:sym typeface="Webdings" pitchFamily="18" charset="2"/>
              </a:rPr>
              <a:t>pH = 5</a:t>
            </a:r>
            <a:r>
              <a:rPr lang="zh-CN" altLang="pt-BR" sz="2600" dirty="0">
                <a:solidFill>
                  <a:schemeClr val="tx1"/>
                </a:solidFill>
                <a:latin typeface="+mj-lt"/>
                <a:ea typeface="宋体" pitchFamily="2" charset="-122"/>
                <a:cs typeface="楷体_GB2312" charset="-122"/>
                <a:sym typeface="Webdings" pitchFamily="18" charset="2"/>
              </a:rPr>
              <a:t>时</a:t>
            </a:r>
            <a:r>
              <a:rPr lang="pt-BR" altLang="zh-CN" sz="2600" dirty="0">
                <a:solidFill>
                  <a:schemeClr val="tx1"/>
                </a:solidFill>
                <a:latin typeface="+mj-lt"/>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其它条件不变</a:t>
            </a:r>
            <a:r>
              <a:rPr lang="pt-BR" altLang="zh-CN" sz="2600" dirty="0">
                <a:solidFill>
                  <a:schemeClr val="tx1"/>
                </a:solidFill>
                <a:latin typeface="+mj-lt"/>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，反应向哪个方向自发进行。</a:t>
            </a:r>
            <a:r>
              <a:rPr lang="zh-CN" altLang="pt-BR" sz="2600" dirty="0">
                <a:solidFill>
                  <a:schemeClr val="tx1"/>
                </a:solidFill>
                <a:latin typeface="+mj-lt"/>
                <a:cs typeface="楷体_GB2312" charset="-122"/>
                <a:sym typeface="Webdings" pitchFamily="18" charset="2"/>
              </a:rPr>
              <a:t> </a:t>
            </a:r>
            <a:endParaRPr lang="zh-CN" altLang="pt-BR" sz="2600" baseline="30000" dirty="0">
              <a:solidFill>
                <a:schemeClr val="tx1"/>
              </a:solidFill>
              <a:latin typeface="+mj-lt"/>
              <a:cs typeface="楷体_GB2312" charset="-122"/>
              <a:sym typeface="Webdings" pitchFamily="18" charset="2"/>
            </a:endParaRPr>
          </a:p>
          <a:p>
            <a:pPr indent="407988" eaLnBrk="0" hangingPunct="0">
              <a:lnSpc>
                <a:spcPct val="100000"/>
              </a:lnSpc>
              <a:spcBef>
                <a:spcPct val="0"/>
              </a:spcBef>
              <a:defRPr/>
            </a:pPr>
            <a:endParaRPr lang="pt-BR" altLang="zh-CN" sz="2600" dirty="0" smtClean="0">
              <a:solidFill>
                <a:schemeClr val="tx1"/>
              </a:solidFill>
              <a:latin typeface="+mj-lt"/>
              <a:ea typeface="宋体" pitchFamily="2" charset="-122"/>
              <a:cs typeface="楷体_GB2312" charset="-122"/>
              <a:sym typeface="Webdings" pitchFamily="18" charset="2"/>
            </a:endParaRPr>
          </a:p>
          <a:p>
            <a:pPr indent="407988" eaLnBrk="0" hangingPunct="0">
              <a:lnSpc>
                <a:spcPct val="100000"/>
              </a:lnSpc>
              <a:spcBef>
                <a:spcPct val="0"/>
              </a:spcBef>
              <a:defRPr/>
            </a:pPr>
            <a:r>
              <a:rPr lang="zh-CN" altLang="pt-BR" sz="2600" dirty="0" smtClean="0">
                <a:solidFill>
                  <a:schemeClr val="tx1"/>
                </a:solidFill>
                <a:latin typeface="+mj-lt"/>
                <a:ea typeface="宋体" pitchFamily="2" charset="-122"/>
                <a:cs typeface="楷体_GB2312" charset="-122"/>
                <a:sym typeface="Webdings" pitchFamily="18" charset="2"/>
              </a:rPr>
              <a:t>在</a:t>
            </a:r>
            <a:r>
              <a:rPr lang="pt-BR" altLang="zh-CN" sz="2600" dirty="0">
                <a:solidFill>
                  <a:schemeClr val="tx1"/>
                </a:solidFill>
                <a:latin typeface="+mj-lt"/>
                <a:cs typeface="楷体_GB2312" charset="-122"/>
                <a:sym typeface="Webdings" pitchFamily="18" charset="2"/>
              </a:rPr>
              <a:t>298K</a:t>
            </a:r>
            <a:r>
              <a:rPr lang="zh-CN" altLang="pt-BR" sz="2600" dirty="0">
                <a:solidFill>
                  <a:schemeClr val="tx1"/>
                </a:solidFill>
                <a:latin typeface="+mj-lt"/>
                <a:ea typeface="宋体" pitchFamily="2" charset="-122"/>
                <a:cs typeface="楷体_GB2312" charset="-122"/>
                <a:sym typeface="Webdings" pitchFamily="18" charset="2"/>
              </a:rPr>
              <a:t>时，以</a:t>
            </a:r>
            <a:r>
              <a:rPr lang="pt-BR" altLang="zh-CN" sz="2600" dirty="0">
                <a:solidFill>
                  <a:schemeClr val="tx1"/>
                </a:solidFill>
                <a:latin typeface="+mj-lt"/>
                <a:cs typeface="楷体_GB2312" charset="-122"/>
                <a:sym typeface="Webdings" pitchFamily="18" charset="2"/>
              </a:rPr>
              <a:t>Pt</a:t>
            </a:r>
            <a:r>
              <a:rPr lang="zh-CN" altLang="pt-BR" sz="2600" dirty="0">
                <a:solidFill>
                  <a:schemeClr val="tx1"/>
                </a:solidFill>
                <a:latin typeface="+mj-lt"/>
                <a:ea typeface="宋体" pitchFamily="2" charset="-122"/>
                <a:cs typeface="楷体_GB2312" charset="-122"/>
                <a:sym typeface="Webdings" pitchFamily="18" charset="2"/>
              </a:rPr>
              <a:t>，</a:t>
            </a:r>
            <a:r>
              <a:rPr lang="pt-BR" altLang="zh-CN" sz="2600" dirty="0">
                <a:solidFill>
                  <a:schemeClr val="tx1"/>
                </a:solidFill>
                <a:latin typeface="+mj-lt"/>
                <a:cs typeface="楷体_GB2312" charset="-122"/>
                <a:sym typeface="Webdings" pitchFamily="18" charset="2"/>
              </a:rPr>
              <a:t>H</a:t>
            </a:r>
            <a:r>
              <a:rPr lang="pt-BR" altLang="zh-CN" sz="2600" baseline="-25000" dirty="0">
                <a:solidFill>
                  <a:schemeClr val="tx1"/>
                </a:solidFill>
                <a:latin typeface="+mj-lt"/>
                <a:cs typeface="楷体_GB2312" charset="-122"/>
                <a:sym typeface="Webdings" pitchFamily="18" charset="2"/>
              </a:rPr>
              <a:t>2</a:t>
            </a:r>
            <a:r>
              <a:rPr lang="pt-BR" altLang="zh-CN" sz="2600" dirty="0">
                <a:solidFill>
                  <a:schemeClr val="tx1"/>
                </a:solidFill>
                <a:latin typeface="+mj-lt"/>
                <a:cs typeface="楷体_GB2312" charset="-122"/>
                <a:sym typeface="Webdings" pitchFamily="18" charset="2"/>
              </a:rPr>
              <a:t>(p=100kPa)</a:t>
            </a:r>
            <a:r>
              <a:rPr lang="pt-BR" altLang="zh-CN" sz="2600" dirty="0">
                <a:solidFill>
                  <a:schemeClr val="tx1"/>
                </a:solidFill>
                <a:latin typeface="+mj-lt"/>
                <a:ea typeface="宋体" pitchFamily="2" charset="-122"/>
                <a:cs typeface="楷体_GB2312" charset="-122"/>
                <a:sym typeface="Webdings" pitchFamily="18" charset="2"/>
              </a:rPr>
              <a:t>︱</a:t>
            </a:r>
            <a:r>
              <a:rPr lang="pt-BR" altLang="zh-CN" sz="2600" dirty="0">
                <a:solidFill>
                  <a:schemeClr val="tx1"/>
                </a:solidFill>
                <a:latin typeface="+mj-lt"/>
                <a:cs typeface="楷体_GB2312" charset="-122"/>
                <a:sym typeface="Webdings" pitchFamily="18" charset="2"/>
              </a:rPr>
              <a:t>H</a:t>
            </a:r>
            <a:r>
              <a:rPr lang="pt-BR" altLang="zh-CN" sz="2600" baseline="30000" dirty="0">
                <a:solidFill>
                  <a:schemeClr val="tx1"/>
                </a:solidFill>
                <a:latin typeface="+mj-lt"/>
                <a:cs typeface="楷体_GB2312" charset="-122"/>
                <a:sym typeface="Webdings" pitchFamily="18" charset="2"/>
              </a:rPr>
              <a:t>+</a:t>
            </a:r>
            <a:r>
              <a:rPr lang="pt-BR" altLang="zh-CN" sz="2600" dirty="0">
                <a:solidFill>
                  <a:schemeClr val="tx1"/>
                </a:solidFill>
                <a:latin typeface="+mj-lt"/>
                <a:cs typeface="楷体_GB2312" charset="-122"/>
                <a:sym typeface="Webdings" pitchFamily="18" charset="2"/>
              </a:rPr>
              <a:t> (x mol·L</a:t>
            </a:r>
            <a:r>
              <a:rPr lang="pt-BR" altLang="zh-CN" sz="2600" baseline="30000" dirty="0">
                <a:solidFill>
                  <a:schemeClr val="tx1"/>
                </a:solidFill>
                <a:latin typeface="+mj-lt"/>
                <a:cs typeface="楷体_GB2312" charset="-122"/>
                <a:sym typeface="Webdings" pitchFamily="18" charset="2"/>
              </a:rPr>
              <a:t>-1</a:t>
            </a:r>
            <a:r>
              <a:rPr lang="pt-BR" altLang="zh-CN" sz="2600" dirty="0">
                <a:solidFill>
                  <a:schemeClr val="tx1"/>
                </a:solidFill>
                <a:latin typeface="+mj-lt"/>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为负极，和另一标准氢电极组成原电池</a:t>
            </a:r>
            <a:r>
              <a:rPr lang="zh-CN" altLang="en-US" sz="2600" dirty="0">
                <a:solidFill>
                  <a:schemeClr val="tx1"/>
                </a:solidFill>
                <a:latin typeface="+mj-lt"/>
                <a:ea typeface="宋体" pitchFamily="2" charset="-122"/>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负极溶液是由某弱酸</a:t>
            </a:r>
            <a:r>
              <a:rPr lang="pt-BR" altLang="zh-CN" sz="2600" dirty="0">
                <a:solidFill>
                  <a:schemeClr val="tx1"/>
                </a:solidFill>
                <a:latin typeface="+mj-lt"/>
                <a:cs typeface="楷体_GB2312" charset="-122"/>
                <a:sym typeface="Webdings" pitchFamily="18" charset="2"/>
              </a:rPr>
              <a:t>HA(0.150 mol·L</a:t>
            </a:r>
            <a:r>
              <a:rPr lang="pt-BR" altLang="zh-CN" sz="2600" baseline="30000" dirty="0">
                <a:solidFill>
                  <a:schemeClr val="tx1"/>
                </a:solidFill>
                <a:latin typeface="+mj-lt"/>
                <a:cs typeface="楷体_GB2312" charset="-122"/>
                <a:sym typeface="Webdings" pitchFamily="18" charset="2"/>
              </a:rPr>
              <a:t>-1</a:t>
            </a:r>
            <a:r>
              <a:rPr lang="pt-BR" altLang="zh-CN" sz="2600" dirty="0">
                <a:solidFill>
                  <a:schemeClr val="tx1"/>
                </a:solidFill>
                <a:latin typeface="+mj-lt"/>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及其共轭碱</a:t>
            </a:r>
            <a:r>
              <a:rPr lang="pt-BR" altLang="zh-CN" sz="2600" dirty="0">
                <a:solidFill>
                  <a:schemeClr val="tx1"/>
                </a:solidFill>
                <a:latin typeface="+mj-lt"/>
                <a:cs typeface="楷体_GB2312" charset="-122"/>
                <a:sym typeface="Webdings" pitchFamily="18" charset="2"/>
              </a:rPr>
              <a:t>A</a:t>
            </a:r>
            <a:r>
              <a:rPr lang="zh-CN" altLang="pt-BR" sz="2600" baseline="30000" dirty="0">
                <a:solidFill>
                  <a:schemeClr val="tx1"/>
                </a:solidFill>
                <a:latin typeface="+mj-lt"/>
                <a:cs typeface="楷体_GB2312" charset="-122"/>
                <a:sym typeface="Webdings" pitchFamily="18" charset="2"/>
              </a:rPr>
              <a:t>－</a:t>
            </a:r>
            <a:r>
              <a:rPr lang="pt-BR" altLang="zh-CN" sz="2600" dirty="0">
                <a:solidFill>
                  <a:schemeClr val="tx1"/>
                </a:solidFill>
                <a:latin typeface="+mj-lt"/>
                <a:cs typeface="楷体_GB2312" charset="-122"/>
                <a:sym typeface="Webdings" pitchFamily="18" charset="2"/>
              </a:rPr>
              <a:t>(0.250 mol·L</a:t>
            </a:r>
            <a:r>
              <a:rPr lang="pt-BR" altLang="zh-CN" sz="2600" baseline="30000" dirty="0">
                <a:solidFill>
                  <a:schemeClr val="tx1"/>
                </a:solidFill>
                <a:latin typeface="+mj-lt"/>
                <a:cs typeface="楷体_GB2312" charset="-122"/>
                <a:sym typeface="Webdings" pitchFamily="18" charset="2"/>
              </a:rPr>
              <a:t>-1</a:t>
            </a:r>
            <a:r>
              <a:rPr lang="pt-BR" altLang="zh-CN" sz="2600" dirty="0">
                <a:solidFill>
                  <a:schemeClr val="tx1"/>
                </a:solidFill>
                <a:latin typeface="+mj-lt"/>
                <a:cs typeface="楷体_GB2312" charset="-122"/>
                <a:sym typeface="Webdings" pitchFamily="18" charset="2"/>
              </a:rPr>
              <a:t>)</a:t>
            </a:r>
            <a:r>
              <a:rPr lang="zh-CN" altLang="pt-BR" sz="2600" dirty="0">
                <a:solidFill>
                  <a:schemeClr val="tx1"/>
                </a:solidFill>
                <a:latin typeface="+mj-lt"/>
                <a:ea typeface="宋体" pitchFamily="2" charset="-122"/>
                <a:cs typeface="楷体_GB2312" charset="-122"/>
                <a:sym typeface="Webdings" pitchFamily="18" charset="2"/>
              </a:rPr>
              <a:t>组成的缓冲溶液，测得其电极电势为－</a:t>
            </a:r>
            <a:r>
              <a:rPr lang="pt-BR" altLang="zh-CN" sz="2600" dirty="0">
                <a:solidFill>
                  <a:schemeClr val="tx1"/>
                </a:solidFill>
                <a:latin typeface="+mj-lt"/>
                <a:cs typeface="楷体_GB2312" charset="-122"/>
                <a:sym typeface="Webdings" pitchFamily="18" charset="2"/>
              </a:rPr>
              <a:t>0.310V</a:t>
            </a:r>
            <a:r>
              <a:rPr lang="zh-CN" altLang="pt-BR" sz="2600" dirty="0">
                <a:solidFill>
                  <a:schemeClr val="tx1"/>
                </a:solidFill>
                <a:latin typeface="+mj-lt"/>
                <a:ea typeface="宋体" pitchFamily="2" charset="-122"/>
                <a:cs typeface="楷体_GB2312" charset="-122"/>
                <a:sym typeface="Webdings" pitchFamily="18" charset="2"/>
              </a:rPr>
              <a:t>，试求该缓冲溶液的</a:t>
            </a:r>
            <a:r>
              <a:rPr lang="pt-BR" altLang="zh-CN" sz="2600" dirty="0">
                <a:solidFill>
                  <a:schemeClr val="tx1"/>
                </a:solidFill>
                <a:latin typeface="+mj-lt"/>
                <a:cs typeface="楷体_GB2312" charset="-122"/>
                <a:sym typeface="Webdings" pitchFamily="18" charset="2"/>
              </a:rPr>
              <a:t>pH</a:t>
            </a:r>
            <a:r>
              <a:rPr lang="zh-CN" altLang="pt-BR" sz="2600" dirty="0">
                <a:solidFill>
                  <a:schemeClr val="tx1"/>
                </a:solidFill>
                <a:latin typeface="+mj-lt"/>
                <a:ea typeface="宋体" pitchFamily="2" charset="-122"/>
                <a:cs typeface="楷体_GB2312" charset="-122"/>
                <a:sym typeface="Webdings" pitchFamily="18" charset="2"/>
              </a:rPr>
              <a:t>值和弱酸</a:t>
            </a:r>
            <a:r>
              <a:rPr lang="pt-BR" altLang="zh-CN" sz="2600" dirty="0">
                <a:solidFill>
                  <a:schemeClr val="tx1"/>
                </a:solidFill>
                <a:latin typeface="+mj-lt"/>
                <a:cs typeface="楷体_GB2312" charset="-122"/>
                <a:sym typeface="Webdings" pitchFamily="18" charset="2"/>
              </a:rPr>
              <a:t>HA</a:t>
            </a:r>
            <a:r>
              <a:rPr lang="zh-CN" altLang="pt-BR" sz="2600" dirty="0">
                <a:solidFill>
                  <a:schemeClr val="tx1"/>
                </a:solidFill>
                <a:latin typeface="+mj-lt"/>
                <a:ea typeface="宋体" pitchFamily="2" charset="-122"/>
                <a:cs typeface="楷体_GB2312" charset="-122"/>
                <a:sym typeface="Webdings" pitchFamily="18" charset="2"/>
              </a:rPr>
              <a:t>的解离平衡常数</a:t>
            </a:r>
            <a:r>
              <a:rPr lang="en-US" altLang="zh-CN" sz="2600" dirty="0">
                <a:solidFill>
                  <a:schemeClr val="tx1"/>
                </a:solidFill>
                <a:latin typeface="+mj-lt"/>
                <a:cs typeface="楷体_GB2312" charset="-122"/>
                <a:sym typeface="Webdings" pitchFamily="18" charset="2"/>
              </a:rPr>
              <a:t>K</a:t>
            </a:r>
            <a:r>
              <a:rPr lang="en-US" altLang="zh-CN" sz="2600" baseline="-25000" dirty="0">
                <a:solidFill>
                  <a:schemeClr val="tx1"/>
                </a:solidFill>
                <a:latin typeface="+mj-lt"/>
                <a:cs typeface="楷体_GB2312" charset="-122"/>
                <a:sym typeface="Webdings" pitchFamily="18" charset="2"/>
              </a:rPr>
              <a:t>a</a:t>
            </a:r>
            <a:r>
              <a:rPr lang="zh-CN" altLang="en-US" sz="2600" dirty="0">
                <a:solidFill>
                  <a:schemeClr val="tx1"/>
                </a:solidFill>
                <a:latin typeface="+mj-lt"/>
                <a:ea typeface="宋体" pitchFamily="2" charset="-122"/>
                <a:cs typeface="楷体_GB2312" charset="-122"/>
                <a:sym typeface="Webdings" pitchFamily="18" charset="2"/>
              </a:rPr>
              <a:t>。</a:t>
            </a:r>
            <a:endParaRPr lang="pt-BR" altLang="zh-CN" sz="2600" dirty="0">
              <a:solidFill>
                <a:schemeClr val="tx1"/>
              </a:solidFill>
              <a:latin typeface="+mj-lt"/>
              <a:cs typeface="楷体_GB2312" charset="-122"/>
              <a:sym typeface="Webdings" pitchFamily="18" charset="2"/>
            </a:endParaRPr>
          </a:p>
          <a:p>
            <a:pPr indent="407988" eaLnBrk="0" hangingPunct="0">
              <a:lnSpc>
                <a:spcPct val="100000"/>
              </a:lnSpc>
              <a:spcBef>
                <a:spcPct val="0"/>
              </a:spcBef>
              <a:defRPr/>
            </a:pPr>
            <a:r>
              <a:rPr lang="pt-BR" altLang="zh-CN" sz="2600" i="1" dirty="0">
                <a:solidFill>
                  <a:srgbClr val="0000FF"/>
                </a:solidFill>
                <a:latin typeface="+mj-lt"/>
                <a:cs typeface="楷体_GB2312" charset="-122"/>
                <a:sym typeface="Webdings" pitchFamily="18" charset="2"/>
              </a:rPr>
              <a:t>[</a:t>
            </a:r>
            <a:r>
              <a:rPr lang="zh-CN" altLang="pt-BR" sz="2600" i="1" dirty="0">
                <a:solidFill>
                  <a:srgbClr val="0000FF"/>
                </a:solidFill>
                <a:latin typeface="+mj-lt"/>
                <a:ea typeface="宋体" pitchFamily="2" charset="-122"/>
                <a:cs typeface="楷体_GB2312" charset="-122"/>
                <a:sym typeface="Webdings" pitchFamily="18" charset="2"/>
              </a:rPr>
              <a:t>注</a:t>
            </a:r>
            <a:r>
              <a:rPr lang="pt-BR" altLang="zh-CN" sz="2600" i="1" dirty="0">
                <a:solidFill>
                  <a:srgbClr val="0000FF"/>
                </a:solidFill>
                <a:latin typeface="+mj-lt"/>
                <a:cs typeface="楷体_GB2312" charset="-122"/>
                <a:sym typeface="Webdings" pitchFamily="18" charset="2"/>
              </a:rPr>
              <a:t>]</a:t>
            </a:r>
            <a:r>
              <a:rPr lang="zh-CN" altLang="pt-BR" sz="2600" i="1" dirty="0">
                <a:solidFill>
                  <a:srgbClr val="0000FF"/>
                </a:solidFill>
                <a:latin typeface="+mj-lt"/>
                <a:ea typeface="宋体" pitchFamily="2" charset="-122"/>
                <a:cs typeface="楷体_GB2312" charset="-122"/>
                <a:sym typeface="Webdings" pitchFamily="18" charset="2"/>
              </a:rPr>
              <a:t>不能用组成原电池的方法计算，因为已知电极是非标态</a:t>
            </a:r>
            <a:r>
              <a:rPr lang="zh-CN" altLang="pt-BR" sz="2600" i="1" dirty="0" smtClean="0">
                <a:solidFill>
                  <a:srgbClr val="0000FF"/>
                </a:solidFill>
                <a:latin typeface="+mj-lt"/>
                <a:ea typeface="宋体" pitchFamily="2" charset="-122"/>
                <a:cs typeface="楷体_GB2312" charset="-122"/>
                <a:sym typeface="Webdings" pitchFamily="18" charset="2"/>
              </a:rPr>
              <a:t>！</a:t>
            </a:r>
            <a:endParaRPr lang="zh-CN" altLang="pt-BR" sz="2600" i="1" dirty="0">
              <a:solidFill>
                <a:srgbClr val="0000FF"/>
              </a:solidFill>
              <a:latin typeface="+mj-lt"/>
              <a:cs typeface="楷体_GB2312" charset="-122"/>
              <a:sym typeface="Webdings" pitchFamily="18" charset="2"/>
            </a:endParaRPr>
          </a:p>
        </p:txBody>
      </p:sp>
      <p:sp>
        <p:nvSpPr>
          <p:cNvPr id="3" name="Rectangle 45"/>
          <p:cNvSpPr/>
          <p:nvPr/>
        </p:nvSpPr>
        <p:spPr>
          <a:xfrm>
            <a:off x="0" y="71414"/>
            <a:ext cx="774251" cy="369332"/>
          </a:xfrm>
          <a:prstGeom prst="rect">
            <a:avLst/>
          </a:prstGeom>
          <a:gradFill rotWithShape="1">
            <a:gsLst>
              <a:gs pos="0">
                <a:srgbClr val="005E76"/>
              </a:gs>
              <a:gs pos="50000">
                <a:srgbClr val="00CCFF"/>
              </a:gs>
              <a:gs pos="100000">
                <a:srgbClr val="005E76"/>
              </a:gs>
            </a:gsLst>
            <a:lin ang="5400000" scaled="1"/>
            <a:tileRect/>
          </a:gradFill>
          <a:ln w="9525">
            <a:noFill/>
          </a:ln>
        </p:spPr>
        <p:txBody>
          <a:bodyPr wrap="none" lIns="0" tIns="0" rIns="0" bIns="0">
            <a:spAutoFit/>
          </a:bodyPr>
          <a:lstStyle/>
          <a:p>
            <a:pPr>
              <a:spcBef>
                <a:spcPct val="0"/>
              </a:spcBef>
            </a:pPr>
            <a:r>
              <a:rPr lang="zh-CN" altLang="en-US" sz="2400" i="0" dirty="0" smtClean="0">
                <a:solidFill>
                  <a:srgbClr val="FF0000"/>
                </a:solidFill>
                <a:latin typeface="宋体" panose="02010600030101010101" pitchFamily="2" charset="-122"/>
                <a:ea typeface="宋体" panose="02010600030101010101" pitchFamily="2" charset="-122"/>
              </a:rPr>
              <a:t>例</a:t>
            </a:r>
            <a:r>
              <a:rPr lang="en-US" altLang="zh-CN" sz="2400" i="0" dirty="0" smtClean="0">
                <a:solidFill>
                  <a:srgbClr val="FF0000"/>
                </a:solidFill>
                <a:latin typeface="宋体" panose="02010600030101010101" pitchFamily="2" charset="-122"/>
                <a:ea typeface="宋体" panose="02010600030101010101" pitchFamily="2" charset="-122"/>
              </a:rPr>
              <a:t>2</a:t>
            </a:r>
            <a:r>
              <a:rPr lang="zh-CN" altLang="en-US" sz="2400" i="0" dirty="0" smtClean="0">
                <a:solidFill>
                  <a:srgbClr val="FF0000"/>
                </a:solidFill>
                <a:latin typeface="宋体" panose="02010600030101010101" pitchFamily="2" charset="-122"/>
                <a:ea typeface="宋体" panose="02010600030101010101" pitchFamily="2" charset="-122"/>
              </a:rPr>
              <a:t>：</a:t>
            </a:r>
            <a:endParaRPr lang="zh-CN" altLang="en-US" sz="2400" i="0" dirty="0">
              <a:solidFill>
                <a:srgbClr val="FF0000"/>
              </a:solidFill>
              <a:latin typeface="Arial" panose="020B0604020202020204" pitchFamily="34" charset="0"/>
              <a:ea typeface="宋体" panose="02010600030101010101" pitchFamily="2" charset="-122"/>
            </a:endParaRPr>
          </a:p>
        </p:txBody>
      </p:sp>
      <p:sp>
        <p:nvSpPr>
          <p:cNvPr id="4" name="Rectangle 45"/>
          <p:cNvSpPr/>
          <p:nvPr/>
        </p:nvSpPr>
        <p:spPr>
          <a:xfrm>
            <a:off x="0" y="3214686"/>
            <a:ext cx="774251" cy="369332"/>
          </a:xfrm>
          <a:prstGeom prst="rect">
            <a:avLst/>
          </a:prstGeom>
          <a:gradFill rotWithShape="1">
            <a:gsLst>
              <a:gs pos="0">
                <a:srgbClr val="005E76"/>
              </a:gs>
              <a:gs pos="50000">
                <a:srgbClr val="00CCFF"/>
              </a:gs>
              <a:gs pos="100000">
                <a:srgbClr val="005E76"/>
              </a:gs>
            </a:gsLst>
            <a:lin ang="5400000" scaled="1"/>
            <a:tileRect/>
          </a:gradFill>
          <a:ln w="9525">
            <a:noFill/>
          </a:ln>
        </p:spPr>
        <p:txBody>
          <a:bodyPr wrap="none" lIns="0" tIns="0" rIns="0" bIns="0">
            <a:spAutoFit/>
          </a:bodyPr>
          <a:lstStyle/>
          <a:p>
            <a:pPr>
              <a:spcBef>
                <a:spcPct val="0"/>
              </a:spcBef>
            </a:pPr>
            <a:r>
              <a:rPr lang="zh-CN" altLang="en-US" sz="2400" i="0" dirty="0" smtClean="0">
                <a:solidFill>
                  <a:srgbClr val="FF0000"/>
                </a:solidFill>
                <a:latin typeface="宋体" panose="02010600030101010101" pitchFamily="2" charset="-122"/>
                <a:ea typeface="宋体" panose="02010600030101010101" pitchFamily="2" charset="-122"/>
              </a:rPr>
              <a:t>例</a:t>
            </a:r>
            <a:r>
              <a:rPr lang="en-US" altLang="zh-CN" sz="2400" i="0" dirty="0" smtClean="0">
                <a:solidFill>
                  <a:srgbClr val="FF0000"/>
                </a:solidFill>
                <a:latin typeface="宋体" panose="02010600030101010101" pitchFamily="2" charset="-122"/>
                <a:ea typeface="宋体" panose="02010600030101010101" pitchFamily="2" charset="-122"/>
              </a:rPr>
              <a:t>3</a:t>
            </a:r>
            <a:r>
              <a:rPr lang="zh-CN" altLang="en-US" sz="2400" i="0" dirty="0" smtClean="0">
                <a:solidFill>
                  <a:srgbClr val="FF0000"/>
                </a:solidFill>
                <a:latin typeface="宋体" panose="02010600030101010101" pitchFamily="2" charset="-122"/>
                <a:ea typeface="宋体" panose="02010600030101010101" pitchFamily="2" charset="-122"/>
              </a:rPr>
              <a:t>：</a:t>
            </a:r>
            <a:endParaRPr lang="zh-CN" altLang="en-US" sz="2400" i="0" dirty="0">
              <a:solidFill>
                <a:srgbClr val="FF0000"/>
              </a:solidFill>
              <a:latin typeface="Arial" panose="020B0604020202020204" pitchFamily="34"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74" name="Text Box 2"/>
          <p:cNvSpPr txBox="1"/>
          <p:nvPr/>
        </p:nvSpPr>
        <p:spPr>
          <a:xfrm>
            <a:off x="2133600" y="2057400"/>
            <a:ext cx="4800600" cy="519113"/>
          </a:xfrm>
          <a:prstGeom prst="rect">
            <a:avLst/>
          </a:prstGeom>
          <a:noFill/>
          <a:ln w="9525">
            <a:noFill/>
          </a:ln>
        </p:spPr>
        <p:txBody>
          <a:bodyPr>
            <a:spAutoFit/>
          </a:bodyPr>
          <a:lstStyle/>
          <a:p>
            <a:pPr eaLnBrk="0" hangingPunct="0"/>
            <a:r>
              <a:rPr lang="zh-CN" altLang="en-US" i="0" dirty="0">
                <a:solidFill>
                  <a:srgbClr val="0000CC"/>
                </a:solidFill>
                <a:latin typeface="Times New Roman" panose="02020603050405020304" pitchFamily="18" charset="0"/>
              </a:rPr>
              <a:t>试求</a:t>
            </a:r>
            <a:r>
              <a:rPr lang="en-US" altLang="zh-CN" i="0" dirty="0">
                <a:solidFill>
                  <a:srgbClr val="0000CC"/>
                </a:solidFill>
                <a:latin typeface="Times New Roman" panose="02020603050405020304" pitchFamily="18" charset="0"/>
              </a:rPr>
              <a:t>AgCl</a:t>
            </a:r>
            <a:r>
              <a:rPr lang="zh-CN" altLang="en-US" i="0" dirty="0">
                <a:solidFill>
                  <a:srgbClr val="0000CC"/>
                </a:solidFill>
                <a:latin typeface="Times New Roman" panose="02020603050405020304" pitchFamily="18" charset="0"/>
              </a:rPr>
              <a:t>的溶度积常数。</a:t>
            </a:r>
          </a:p>
        </p:txBody>
      </p:sp>
      <p:graphicFrame>
        <p:nvGraphicFramePr>
          <p:cNvPr id="155651" name="Object 3"/>
          <p:cNvGraphicFramePr>
            <a:graphicFrameLocks/>
          </p:cNvGraphicFramePr>
          <p:nvPr/>
        </p:nvGraphicFramePr>
        <p:xfrm>
          <a:off x="914400" y="2895600"/>
          <a:ext cx="3895725" cy="520700"/>
        </p:xfrm>
        <a:graphic>
          <a:graphicData uri="http://schemas.openxmlformats.org/presentationml/2006/ole">
            <p:oleObj spid="_x0000_s141324" r:id="rId4" imgW="1649568" imgH="203024" progId="Equation.3">
              <p:embed/>
            </p:oleObj>
          </a:graphicData>
        </a:graphic>
      </p:graphicFrame>
      <p:grpSp>
        <p:nvGrpSpPr>
          <p:cNvPr id="40975" name="Group 4"/>
          <p:cNvGrpSpPr/>
          <p:nvPr/>
        </p:nvGrpSpPr>
        <p:grpSpPr>
          <a:xfrm>
            <a:off x="1447800" y="304800"/>
            <a:ext cx="5486400" cy="946150"/>
            <a:chOff x="432" y="144"/>
            <a:chExt cx="4800" cy="596"/>
          </a:xfrm>
        </p:grpSpPr>
        <p:sp>
          <p:nvSpPr>
            <p:cNvPr id="41062" name="Text Box 5"/>
            <p:cNvSpPr txBox="1"/>
            <p:nvPr/>
          </p:nvSpPr>
          <p:spPr>
            <a:xfrm>
              <a:off x="432" y="144"/>
              <a:ext cx="4800" cy="596"/>
            </a:xfrm>
            <a:prstGeom prst="rect">
              <a:avLst/>
            </a:prstGeom>
            <a:noFill/>
            <a:ln w="9525">
              <a:noFill/>
            </a:ln>
          </p:spPr>
          <p:txBody>
            <a:bodyPr>
              <a:spAutoFit/>
            </a:bodyPr>
            <a:lstStyle/>
            <a:p>
              <a:pPr eaLnBrk="0" hangingPunct="0"/>
              <a:r>
                <a:rPr lang="zh-CN" altLang="en-US" i="0" dirty="0">
                  <a:solidFill>
                    <a:srgbClr val="0000CC"/>
                  </a:solidFill>
                  <a:latin typeface="Times New Roman" panose="02020603050405020304" pitchFamily="18" charset="0"/>
                </a:rPr>
                <a:t>已知</a:t>
              </a:r>
              <a:r>
                <a:rPr lang="en-US" altLang="zh-CN" i="0" dirty="0">
                  <a:solidFill>
                    <a:srgbClr val="0000CC"/>
                  </a:solidFill>
                  <a:latin typeface="Times New Roman" panose="02020603050405020304" pitchFamily="18" charset="0"/>
                </a:rPr>
                <a:t>298K</a:t>
              </a:r>
              <a:r>
                <a:rPr lang="zh-CN" altLang="en-US" i="0" dirty="0">
                  <a:solidFill>
                    <a:srgbClr val="0000CC"/>
                  </a:solidFill>
                  <a:latin typeface="Times New Roman" panose="02020603050405020304" pitchFamily="18" charset="0"/>
                </a:rPr>
                <a:t>时下列电极反应的</a:t>
              </a:r>
              <a:r>
                <a:rPr lang="en-US" altLang="zh-CN" dirty="0">
                  <a:solidFill>
                    <a:srgbClr val="0000CC"/>
                  </a:solidFill>
                  <a:latin typeface="Times New Roman" panose="02020603050405020304" pitchFamily="18" charset="0"/>
                </a:rPr>
                <a:t>E</a:t>
              </a:r>
              <a:r>
                <a:rPr lang="en-US" altLang="zh-CN" i="0" baseline="30000" dirty="0">
                  <a:solidFill>
                    <a:srgbClr val="0000CC"/>
                  </a:solidFill>
                  <a:latin typeface="Times New Roman" panose="02020603050405020304" pitchFamily="18" charset="0"/>
                </a:rPr>
                <a:t>    </a:t>
              </a:r>
              <a:r>
                <a:rPr lang="zh-CN" altLang="zh-CN" i="0" dirty="0">
                  <a:solidFill>
                    <a:srgbClr val="0000CC"/>
                  </a:solidFill>
                  <a:latin typeface="Times New Roman" panose="02020603050405020304" pitchFamily="18" charset="0"/>
                </a:rPr>
                <a:t>值：</a:t>
              </a:r>
              <a:endParaRPr lang="zh-CN" altLang="en-US" i="0" dirty="0">
                <a:solidFill>
                  <a:srgbClr val="0000CC"/>
                </a:solidFill>
                <a:latin typeface="Times New Roman" panose="02020603050405020304" pitchFamily="18" charset="0"/>
              </a:endParaRPr>
            </a:p>
          </p:txBody>
        </p:sp>
        <p:graphicFrame>
          <p:nvGraphicFramePr>
            <p:cNvPr id="40973" name="Object 6"/>
            <p:cNvGraphicFramePr>
              <a:graphicFrameLocks/>
            </p:cNvGraphicFramePr>
            <p:nvPr/>
          </p:nvGraphicFramePr>
          <p:xfrm>
            <a:off x="4304" y="152"/>
            <a:ext cx="171" cy="168"/>
          </p:xfrm>
          <a:graphic>
            <a:graphicData uri="http://schemas.openxmlformats.org/presentationml/2006/ole">
              <p:oleObj spid="_x0000_s141323" r:id="rId5" imgW="271780" imgH="266700" progId="">
                <p:embed/>
              </p:oleObj>
            </a:graphicData>
          </a:graphic>
        </p:graphicFrame>
      </p:grpSp>
      <p:grpSp>
        <p:nvGrpSpPr>
          <p:cNvPr id="40976" name="Group 7"/>
          <p:cNvGrpSpPr/>
          <p:nvPr/>
        </p:nvGrpSpPr>
        <p:grpSpPr>
          <a:xfrm>
            <a:off x="6019800" y="762000"/>
            <a:ext cx="2460625" cy="473075"/>
            <a:chOff x="4054" y="554"/>
            <a:chExt cx="1550" cy="298"/>
          </a:xfrm>
        </p:grpSpPr>
        <p:sp>
          <p:nvSpPr>
            <p:cNvPr id="41058" name="Rectangle 8"/>
            <p:cNvSpPr/>
            <p:nvPr/>
          </p:nvSpPr>
          <p:spPr>
            <a:xfrm>
              <a:off x="5548" y="583"/>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59" name="Rectangle 9"/>
            <p:cNvSpPr/>
            <p:nvPr/>
          </p:nvSpPr>
          <p:spPr>
            <a:xfrm>
              <a:off x="4680" y="583"/>
              <a:ext cx="77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0.7991V</a:t>
              </a:r>
            </a:p>
          </p:txBody>
        </p:sp>
        <p:sp>
          <p:nvSpPr>
            <p:cNvPr id="41060" name="Rectangle 10"/>
            <p:cNvSpPr/>
            <p:nvPr/>
          </p:nvSpPr>
          <p:spPr>
            <a:xfrm>
              <a:off x="4478" y="554"/>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61" name="Rectangle 11"/>
            <p:cNvSpPr/>
            <p:nvPr/>
          </p:nvSpPr>
          <p:spPr>
            <a:xfrm>
              <a:off x="4054" y="583"/>
              <a:ext cx="149" cy="269"/>
            </a:xfrm>
            <a:prstGeom prst="rect">
              <a:avLst/>
            </a:prstGeom>
            <a:noFill/>
            <a:ln w="9525">
              <a:noFill/>
            </a:ln>
          </p:spPr>
          <p:txBody>
            <a:bodyPr wrap="none" lIns="0" tIns="0" rIns="0" bIns="0">
              <a:spAutoFit/>
            </a:bodyPr>
            <a:lstStyle/>
            <a:p>
              <a:pPr>
                <a:spcBef>
                  <a:spcPct val="0"/>
                </a:spcBef>
              </a:pPr>
              <a:r>
                <a:rPr lang="en-US" altLang="zh-CN" dirty="0">
                  <a:solidFill>
                    <a:srgbClr val="0000CC"/>
                  </a:solidFill>
                  <a:latin typeface="Times New Roman" panose="02020603050405020304" pitchFamily="18" charset="0"/>
                  <a:ea typeface="宋体" panose="02010600030101010101" pitchFamily="2" charset="-122"/>
                </a:rPr>
                <a:t>E</a:t>
              </a:r>
              <a:endParaRPr lang="en-US" altLang="zh-CN" i="0" dirty="0">
                <a:solidFill>
                  <a:srgbClr val="0000CC"/>
                </a:solidFill>
                <a:latin typeface="Times New Roman" panose="02020603050405020304" pitchFamily="18" charset="0"/>
                <a:ea typeface="宋体" panose="02010600030101010101" pitchFamily="2" charset="-122"/>
              </a:endParaRPr>
            </a:p>
          </p:txBody>
        </p:sp>
        <p:graphicFrame>
          <p:nvGraphicFramePr>
            <p:cNvPr id="40972" name="Object 12"/>
            <p:cNvGraphicFramePr>
              <a:graphicFrameLocks/>
            </p:cNvGraphicFramePr>
            <p:nvPr/>
          </p:nvGraphicFramePr>
          <p:xfrm>
            <a:off x="4240" y="576"/>
            <a:ext cx="171" cy="168"/>
          </p:xfrm>
          <a:graphic>
            <a:graphicData uri="http://schemas.openxmlformats.org/presentationml/2006/ole">
              <p:oleObj spid="_x0000_s141322" r:id="rId6" imgW="271780" imgH="266700" progId="">
                <p:embed/>
              </p:oleObj>
            </a:graphicData>
          </a:graphic>
        </p:graphicFrame>
      </p:grpSp>
      <p:grpSp>
        <p:nvGrpSpPr>
          <p:cNvPr id="40977" name="Group 13"/>
          <p:cNvGrpSpPr/>
          <p:nvPr/>
        </p:nvGrpSpPr>
        <p:grpSpPr>
          <a:xfrm>
            <a:off x="6096000" y="1447800"/>
            <a:ext cx="2227263" cy="473075"/>
            <a:chOff x="4086" y="974"/>
            <a:chExt cx="1403" cy="298"/>
          </a:xfrm>
        </p:grpSpPr>
        <p:sp>
          <p:nvSpPr>
            <p:cNvPr id="41055" name="Rectangle 14"/>
            <p:cNvSpPr/>
            <p:nvPr/>
          </p:nvSpPr>
          <p:spPr>
            <a:xfrm>
              <a:off x="4711" y="1003"/>
              <a:ext cx="77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0.2222V</a:t>
              </a:r>
            </a:p>
          </p:txBody>
        </p:sp>
        <p:sp>
          <p:nvSpPr>
            <p:cNvPr id="41056" name="Rectangle 15"/>
            <p:cNvSpPr/>
            <p:nvPr/>
          </p:nvSpPr>
          <p:spPr>
            <a:xfrm>
              <a:off x="4510" y="974"/>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57" name="Rectangle 16"/>
            <p:cNvSpPr/>
            <p:nvPr/>
          </p:nvSpPr>
          <p:spPr>
            <a:xfrm>
              <a:off x="4086" y="1003"/>
              <a:ext cx="149" cy="269"/>
            </a:xfrm>
            <a:prstGeom prst="rect">
              <a:avLst/>
            </a:prstGeom>
            <a:noFill/>
            <a:ln w="9525">
              <a:noFill/>
            </a:ln>
          </p:spPr>
          <p:txBody>
            <a:bodyPr wrap="none" lIns="0" tIns="0" rIns="0" bIns="0">
              <a:spAutoFit/>
            </a:bodyPr>
            <a:lstStyle/>
            <a:p>
              <a:pPr>
                <a:spcBef>
                  <a:spcPct val="0"/>
                </a:spcBef>
              </a:pPr>
              <a:r>
                <a:rPr lang="en-US" altLang="zh-CN" dirty="0">
                  <a:solidFill>
                    <a:srgbClr val="0000CC"/>
                  </a:solidFill>
                  <a:latin typeface="Times New Roman" panose="02020603050405020304" pitchFamily="18" charset="0"/>
                  <a:ea typeface="宋体" panose="02010600030101010101" pitchFamily="2" charset="-122"/>
                </a:rPr>
                <a:t>E</a:t>
              </a:r>
              <a:endParaRPr lang="en-US" altLang="zh-CN" i="0" dirty="0">
                <a:solidFill>
                  <a:srgbClr val="0000CC"/>
                </a:solidFill>
                <a:latin typeface="Times New Roman" panose="02020603050405020304" pitchFamily="18" charset="0"/>
                <a:ea typeface="宋体" panose="02010600030101010101" pitchFamily="2" charset="-122"/>
              </a:endParaRPr>
            </a:p>
          </p:txBody>
        </p:sp>
        <p:graphicFrame>
          <p:nvGraphicFramePr>
            <p:cNvPr id="40971" name="Object 17"/>
            <p:cNvGraphicFramePr>
              <a:graphicFrameLocks/>
            </p:cNvGraphicFramePr>
            <p:nvPr/>
          </p:nvGraphicFramePr>
          <p:xfrm>
            <a:off x="4264" y="992"/>
            <a:ext cx="171" cy="168"/>
          </p:xfrm>
          <a:graphic>
            <a:graphicData uri="http://schemas.openxmlformats.org/presentationml/2006/ole">
              <p:oleObj spid="_x0000_s141321" r:id="rId7" imgW="271780" imgH="266700" progId="">
                <p:embed/>
              </p:oleObj>
            </a:graphicData>
          </a:graphic>
        </p:graphicFrame>
      </p:grpSp>
      <p:grpSp>
        <p:nvGrpSpPr>
          <p:cNvPr id="40978" name="Group 18"/>
          <p:cNvGrpSpPr/>
          <p:nvPr/>
        </p:nvGrpSpPr>
        <p:grpSpPr>
          <a:xfrm>
            <a:off x="1219200" y="762000"/>
            <a:ext cx="3530600" cy="482600"/>
            <a:chOff x="471" y="548"/>
            <a:chExt cx="2224" cy="304"/>
          </a:xfrm>
        </p:grpSpPr>
        <p:sp>
          <p:nvSpPr>
            <p:cNvPr id="41045" name="Rectangle 19"/>
            <p:cNvSpPr/>
            <p:nvPr/>
          </p:nvSpPr>
          <p:spPr>
            <a:xfrm>
              <a:off x="2184" y="583"/>
              <a:ext cx="511"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Ag(s)</a:t>
              </a:r>
            </a:p>
          </p:txBody>
        </p:sp>
        <p:sp>
          <p:nvSpPr>
            <p:cNvPr id="41046" name="Rectangle 20"/>
            <p:cNvSpPr/>
            <p:nvPr/>
          </p:nvSpPr>
          <p:spPr>
            <a:xfrm>
              <a:off x="2125" y="583"/>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47" name="Rectangle 21"/>
            <p:cNvSpPr/>
            <p:nvPr/>
          </p:nvSpPr>
          <p:spPr>
            <a:xfrm>
              <a:off x="1580" y="583"/>
              <a:ext cx="99"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e</a:t>
              </a:r>
            </a:p>
          </p:txBody>
        </p:sp>
        <p:sp>
          <p:nvSpPr>
            <p:cNvPr id="41048" name="Rectangle 22"/>
            <p:cNvSpPr/>
            <p:nvPr/>
          </p:nvSpPr>
          <p:spPr>
            <a:xfrm>
              <a:off x="1251" y="583"/>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49" name="Rectangle 23"/>
            <p:cNvSpPr/>
            <p:nvPr/>
          </p:nvSpPr>
          <p:spPr>
            <a:xfrm>
              <a:off x="1002" y="583"/>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1050" name="Rectangle 24"/>
            <p:cNvSpPr/>
            <p:nvPr/>
          </p:nvSpPr>
          <p:spPr>
            <a:xfrm>
              <a:off x="912" y="583"/>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51" name="Rectangle 25"/>
            <p:cNvSpPr/>
            <p:nvPr/>
          </p:nvSpPr>
          <p:spPr>
            <a:xfrm>
              <a:off x="471" y="583"/>
              <a:ext cx="27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a:t>
              </a:r>
            </a:p>
          </p:txBody>
        </p:sp>
        <p:sp>
          <p:nvSpPr>
            <p:cNvPr id="41052" name="Rectangle 26"/>
            <p:cNvSpPr/>
            <p:nvPr/>
          </p:nvSpPr>
          <p:spPr>
            <a:xfrm>
              <a:off x="1389" y="554"/>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53" name="Rectangle 27"/>
            <p:cNvSpPr/>
            <p:nvPr/>
          </p:nvSpPr>
          <p:spPr>
            <a:xfrm>
              <a:off x="1709" y="54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54" name="Rectangle 28"/>
            <p:cNvSpPr/>
            <p:nvPr/>
          </p:nvSpPr>
          <p:spPr>
            <a:xfrm>
              <a:off x="797" y="548"/>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70" name="Object 29"/>
            <p:cNvGraphicFramePr>
              <a:graphicFrameLocks/>
            </p:cNvGraphicFramePr>
            <p:nvPr/>
          </p:nvGraphicFramePr>
          <p:xfrm>
            <a:off x="1776" y="688"/>
            <a:ext cx="410" cy="129"/>
          </p:xfrm>
          <a:graphic>
            <a:graphicData uri="http://schemas.openxmlformats.org/presentationml/2006/ole">
              <p:oleObj spid="_x0000_s141320" r:id="rId8" imgW="650240" imgH="205740" progId="">
                <p:embed/>
              </p:oleObj>
            </a:graphicData>
          </a:graphic>
        </p:graphicFrame>
      </p:grpSp>
      <p:grpSp>
        <p:nvGrpSpPr>
          <p:cNvPr id="40979" name="Group 30"/>
          <p:cNvGrpSpPr/>
          <p:nvPr/>
        </p:nvGrpSpPr>
        <p:grpSpPr>
          <a:xfrm>
            <a:off x="533400" y="1371600"/>
            <a:ext cx="5264150" cy="482600"/>
            <a:chOff x="514" y="968"/>
            <a:chExt cx="3316" cy="304"/>
          </a:xfrm>
        </p:grpSpPr>
        <p:sp>
          <p:nvSpPr>
            <p:cNvPr id="41031" name="Rectangle 31"/>
            <p:cNvSpPr/>
            <p:nvPr/>
          </p:nvSpPr>
          <p:spPr>
            <a:xfrm>
              <a:off x="3755" y="1003"/>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32" name="Rectangle 32"/>
            <p:cNvSpPr/>
            <p:nvPr/>
          </p:nvSpPr>
          <p:spPr>
            <a:xfrm>
              <a:off x="3505" y="1003"/>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1033" name="Rectangle 33"/>
            <p:cNvSpPr/>
            <p:nvPr/>
          </p:nvSpPr>
          <p:spPr>
            <a:xfrm>
              <a:off x="3416" y="1003"/>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34" name="Rectangle 34"/>
            <p:cNvSpPr/>
            <p:nvPr/>
          </p:nvSpPr>
          <p:spPr>
            <a:xfrm>
              <a:off x="3048" y="1003"/>
              <a:ext cx="22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Cl</a:t>
              </a:r>
            </a:p>
          </p:txBody>
        </p:sp>
        <p:sp>
          <p:nvSpPr>
            <p:cNvPr id="41035" name="Rectangle 35"/>
            <p:cNvSpPr/>
            <p:nvPr/>
          </p:nvSpPr>
          <p:spPr>
            <a:xfrm>
              <a:off x="2232" y="1003"/>
              <a:ext cx="511"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Ag(s)</a:t>
              </a:r>
            </a:p>
          </p:txBody>
        </p:sp>
        <p:sp>
          <p:nvSpPr>
            <p:cNvPr id="41036" name="Rectangle 36"/>
            <p:cNvSpPr/>
            <p:nvPr/>
          </p:nvSpPr>
          <p:spPr>
            <a:xfrm>
              <a:off x="1801" y="1003"/>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37" name="Rectangle 37"/>
            <p:cNvSpPr/>
            <p:nvPr/>
          </p:nvSpPr>
          <p:spPr>
            <a:xfrm>
              <a:off x="1613" y="1003"/>
              <a:ext cx="99"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e</a:t>
              </a:r>
            </a:p>
          </p:txBody>
        </p:sp>
        <p:sp>
          <p:nvSpPr>
            <p:cNvPr id="41038" name="Rectangle 38"/>
            <p:cNvSpPr/>
            <p:nvPr/>
          </p:nvSpPr>
          <p:spPr>
            <a:xfrm>
              <a:off x="1102" y="1003"/>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(s)</a:t>
              </a:r>
            </a:p>
          </p:txBody>
        </p:sp>
        <p:sp>
          <p:nvSpPr>
            <p:cNvPr id="41039" name="Rectangle 39"/>
            <p:cNvSpPr/>
            <p:nvPr/>
          </p:nvSpPr>
          <p:spPr>
            <a:xfrm>
              <a:off x="1048" y="1003"/>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40" name="Rectangle 40"/>
            <p:cNvSpPr/>
            <p:nvPr/>
          </p:nvSpPr>
          <p:spPr>
            <a:xfrm>
              <a:off x="514" y="1003"/>
              <a:ext cx="49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AgCl</a:t>
              </a:r>
            </a:p>
          </p:txBody>
        </p:sp>
        <p:sp>
          <p:nvSpPr>
            <p:cNvPr id="41041" name="Rectangle 41"/>
            <p:cNvSpPr/>
            <p:nvPr/>
          </p:nvSpPr>
          <p:spPr>
            <a:xfrm>
              <a:off x="2857" y="974"/>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42" name="Rectangle 42"/>
            <p:cNvSpPr/>
            <p:nvPr/>
          </p:nvSpPr>
          <p:spPr>
            <a:xfrm>
              <a:off x="1422" y="974"/>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43" name="Rectangle 43"/>
            <p:cNvSpPr/>
            <p:nvPr/>
          </p:nvSpPr>
          <p:spPr>
            <a:xfrm>
              <a:off x="3302" y="96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44" name="Rectangle 44"/>
            <p:cNvSpPr/>
            <p:nvPr/>
          </p:nvSpPr>
          <p:spPr>
            <a:xfrm>
              <a:off x="1741" y="96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69" name="Object 45"/>
            <p:cNvGraphicFramePr>
              <a:graphicFrameLocks/>
            </p:cNvGraphicFramePr>
            <p:nvPr/>
          </p:nvGraphicFramePr>
          <p:xfrm>
            <a:off x="1846" y="1104"/>
            <a:ext cx="410" cy="129"/>
          </p:xfrm>
          <a:graphic>
            <a:graphicData uri="http://schemas.openxmlformats.org/presentationml/2006/ole">
              <p:oleObj spid="_x0000_s141319" r:id="rId9" imgW="650240" imgH="205740" progId="">
                <p:embed/>
              </p:oleObj>
            </a:graphicData>
          </a:graphic>
        </p:graphicFrame>
      </p:grpSp>
      <p:grpSp>
        <p:nvGrpSpPr>
          <p:cNvPr id="7" name="Group 46"/>
          <p:cNvGrpSpPr/>
          <p:nvPr/>
        </p:nvGrpSpPr>
        <p:grpSpPr>
          <a:xfrm>
            <a:off x="1066800" y="4724400"/>
            <a:ext cx="3635375" cy="485775"/>
            <a:chOff x="567" y="2711"/>
            <a:chExt cx="2290" cy="306"/>
          </a:xfrm>
        </p:grpSpPr>
        <p:sp>
          <p:nvSpPr>
            <p:cNvPr id="41020" name="Rectangle 47"/>
            <p:cNvSpPr/>
            <p:nvPr/>
          </p:nvSpPr>
          <p:spPr>
            <a:xfrm>
              <a:off x="2801" y="2748"/>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21" name="Rectangle 48"/>
            <p:cNvSpPr/>
            <p:nvPr/>
          </p:nvSpPr>
          <p:spPr>
            <a:xfrm>
              <a:off x="2229" y="2748"/>
              <a:ext cx="511"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Ag(s)</a:t>
              </a:r>
            </a:p>
          </p:txBody>
        </p:sp>
        <p:sp>
          <p:nvSpPr>
            <p:cNvPr id="41022" name="Rectangle 49"/>
            <p:cNvSpPr/>
            <p:nvPr/>
          </p:nvSpPr>
          <p:spPr>
            <a:xfrm>
              <a:off x="2168" y="2748"/>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23" name="Rectangle 50"/>
            <p:cNvSpPr/>
            <p:nvPr/>
          </p:nvSpPr>
          <p:spPr>
            <a:xfrm>
              <a:off x="1696" y="2748"/>
              <a:ext cx="99"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e</a:t>
              </a:r>
            </a:p>
          </p:txBody>
        </p:sp>
        <p:sp>
          <p:nvSpPr>
            <p:cNvPr id="41024" name="Rectangle 51"/>
            <p:cNvSpPr/>
            <p:nvPr/>
          </p:nvSpPr>
          <p:spPr>
            <a:xfrm>
              <a:off x="1361" y="274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25" name="Rectangle 52"/>
            <p:cNvSpPr/>
            <p:nvPr/>
          </p:nvSpPr>
          <p:spPr>
            <a:xfrm>
              <a:off x="1107" y="274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1026" name="Rectangle 53"/>
            <p:cNvSpPr/>
            <p:nvPr/>
          </p:nvSpPr>
          <p:spPr>
            <a:xfrm>
              <a:off x="1017" y="274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27" name="Rectangle 54"/>
            <p:cNvSpPr/>
            <p:nvPr/>
          </p:nvSpPr>
          <p:spPr>
            <a:xfrm>
              <a:off x="567" y="2748"/>
              <a:ext cx="27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a:t>
              </a:r>
            </a:p>
          </p:txBody>
        </p:sp>
        <p:sp>
          <p:nvSpPr>
            <p:cNvPr id="41028" name="Rectangle 55"/>
            <p:cNvSpPr/>
            <p:nvPr/>
          </p:nvSpPr>
          <p:spPr>
            <a:xfrm>
              <a:off x="1501" y="2718"/>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29" name="Rectangle 56"/>
            <p:cNvSpPr/>
            <p:nvPr/>
          </p:nvSpPr>
          <p:spPr>
            <a:xfrm>
              <a:off x="1827" y="2711"/>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30" name="Rectangle 57"/>
            <p:cNvSpPr/>
            <p:nvPr/>
          </p:nvSpPr>
          <p:spPr>
            <a:xfrm>
              <a:off x="899" y="2711"/>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68" name="Object 58"/>
            <p:cNvGraphicFramePr>
              <a:graphicFrameLocks/>
            </p:cNvGraphicFramePr>
            <p:nvPr/>
          </p:nvGraphicFramePr>
          <p:xfrm>
            <a:off x="1864" y="2864"/>
            <a:ext cx="410" cy="129"/>
          </p:xfrm>
          <a:graphic>
            <a:graphicData uri="http://schemas.openxmlformats.org/presentationml/2006/ole">
              <p:oleObj spid="_x0000_s141318" r:id="rId10" imgW="650240" imgH="205740" progId="">
                <p:embed/>
              </p:oleObj>
            </a:graphicData>
          </a:graphic>
        </p:graphicFrame>
      </p:grpSp>
      <p:grpSp>
        <p:nvGrpSpPr>
          <p:cNvPr id="8" name="Group 59"/>
          <p:cNvGrpSpPr/>
          <p:nvPr/>
        </p:nvGrpSpPr>
        <p:grpSpPr>
          <a:xfrm>
            <a:off x="990600" y="5257800"/>
            <a:ext cx="5311775" cy="485775"/>
            <a:chOff x="567" y="3132"/>
            <a:chExt cx="3346" cy="306"/>
          </a:xfrm>
        </p:grpSpPr>
        <p:sp>
          <p:nvSpPr>
            <p:cNvPr id="41005" name="Rectangle 60"/>
            <p:cNvSpPr/>
            <p:nvPr/>
          </p:nvSpPr>
          <p:spPr>
            <a:xfrm>
              <a:off x="3857" y="3169"/>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06" name="Rectangle 61"/>
            <p:cNvSpPr/>
            <p:nvPr/>
          </p:nvSpPr>
          <p:spPr>
            <a:xfrm>
              <a:off x="3780" y="3169"/>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07" name="Rectangle 62"/>
            <p:cNvSpPr/>
            <p:nvPr/>
          </p:nvSpPr>
          <p:spPr>
            <a:xfrm>
              <a:off x="3526" y="3169"/>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1008" name="Rectangle 63"/>
            <p:cNvSpPr/>
            <p:nvPr/>
          </p:nvSpPr>
          <p:spPr>
            <a:xfrm>
              <a:off x="3435" y="3169"/>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09" name="Rectangle 64"/>
            <p:cNvSpPr/>
            <p:nvPr/>
          </p:nvSpPr>
          <p:spPr>
            <a:xfrm>
              <a:off x="3061" y="3169"/>
              <a:ext cx="22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Cl</a:t>
              </a:r>
            </a:p>
          </p:txBody>
        </p:sp>
        <p:sp>
          <p:nvSpPr>
            <p:cNvPr id="41010" name="Rectangle 65"/>
            <p:cNvSpPr/>
            <p:nvPr/>
          </p:nvSpPr>
          <p:spPr>
            <a:xfrm>
              <a:off x="2231" y="3169"/>
              <a:ext cx="511"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Ag(s)</a:t>
              </a:r>
            </a:p>
          </p:txBody>
        </p:sp>
        <p:sp>
          <p:nvSpPr>
            <p:cNvPr id="41011" name="Rectangle 66"/>
            <p:cNvSpPr/>
            <p:nvPr/>
          </p:nvSpPr>
          <p:spPr>
            <a:xfrm>
              <a:off x="1921" y="3169"/>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12" name="Rectangle 67"/>
            <p:cNvSpPr/>
            <p:nvPr/>
          </p:nvSpPr>
          <p:spPr>
            <a:xfrm>
              <a:off x="1685" y="3169"/>
              <a:ext cx="99"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e</a:t>
              </a:r>
            </a:p>
          </p:txBody>
        </p:sp>
        <p:sp>
          <p:nvSpPr>
            <p:cNvPr id="41013" name="Rectangle 68"/>
            <p:cNvSpPr/>
            <p:nvPr/>
          </p:nvSpPr>
          <p:spPr>
            <a:xfrm>
              <a:off x="1165" y="3169"/>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(s)</a:t>
              </a:r>
            </a:p>
          </p:txBody>
        </p:sp>
        <p:sp>
          <p:nvSpPr>
            <p:cNvPr id="41014" name="Rectangle 69"/>
            <p:cNvSpPr/>
            <p:nvPr/>
          </p:nvSpPr>
          <p:spPr>
            <a:xfrm>
              <a:off x="1111" y="3169"/>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1015" name="Rectangle 70"/>
            <p:cNvSpPr/>
            <p:nvPr/>
          </p:nvSpPr>
          <p:spPr>
            <a:xfrm>
              <a:off x="567" y="3169"/>
              <a:ext cx="49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AgCl</a:t>
              </a:r>
            </a:p>
          </p:txBody>
        </p:sp>
        <p:sp>
          <p:nvSpPr>
            <p:cNvPr id="41016" name="Rectangle 71"/>
            <p:cNvSpPr/>
            <p:nvPr/>
          </p:nvSpPr>
          <p:spPr>
            <a:xfrm>
              <a:off x="2867" y="3139"/>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17" name="Rectangle 72"/>
            <p:cNvSpPr/>
            <p:nvPr/>
          </p:nvSpPr>
          <p:spPr>
            <a:xfrm>
              <a:off x="1491" y="3139"/>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18" name="Rectangle 73"/>
            <p:cNvSpPr/>
            <p:nvPr/>
          </p:nvSpPr>
          <p:spPr>
            <a:xfrm>
              <a:off x="3320" y="3132"/>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19" name="Rectangle 74"/>
            <p:cNvSpPr/>
            <p:nvPr/>
          </p:nvSpPr>
          <p:spPr>
            <a:xfrm>
              <a:off x="1816" y="3132"/>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67" name="Object 75"/>
            <p:cNvGraphicFramePr>
              <a:graphicFrameLocks/>
            </p:cNvGraphicFramePr>
            <p:nvPr/>
          </p:nvGraphicFramePr>
          <p:xfrm>
            <a:off x="1864" y="3264"/>
            <a:ext cx="410" cy="129"/>
          </p:xfrm>
          <a:graphic>
            <a:graphicData uri="http://schemas.openxmlformats.org/presentationml/2006/ole">
              <p:oleObj spid="_x0000_s141317" r:id="rId11" imgW="650240" imgH="205740" progId="">
                <p:embed/>
              </p:oleObj>
            </a:graphicData>
          </a:graphic>
        </p:graphicFrame>
      </p:grpSp>
      <p:grpSp>
        <p:nvGrpSpPr>
          <p:cNvPr id="9" name="Group 76"/>
          <p:cNvGrpSpPr/>
          <p:nvPr/>
        </p:nvGrpSpPr>
        <p:grpSpPr>
          <a:xfrm>
            <a:off x="914400" y="5791200"/>
            <a:ext cx="5013325" cy="485775"/>
            <a:chOff x="567" y="3681"/>
            <a:chExt cx="3158" cy="306"/>
          </a:xfrm>
        </p:grpSpPr>
        <p:sp>
          <p:nvSpPr>
            <p:cNvPr id="40990" name="Rectangle 77"/>
            <p:cNvSpPr/>
            <p:nvPr/>
          </p:nvSpPr>
          <p:spPr>
            <a:xfrm>
              <a:off x="3488" y="371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(s)</a:t>
              </a:r>
            </a:p>
          </p:txBody>
        </p:sp>
        <p:sp>
          <p:nvSpPr>
            <p:cNvPr id="40991" name="Rectangle 78"/>
            <p:cNvSpPr/>
            <p:nvPr/>
          </p:nvSpPr>
          <p:spPr>
            <a:xfrm>
              <a:off x="3433" y="3718"/>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0992" name="Rectangle 79"/>
            <p:cNvSpPr/>
            <p:nvPr/>
          </p:nvSpPr>
          <p:spPr>
            <a:xfrm>
              <a:off x="2890" y="3718"/>
              <a:ext cx="49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AgCl</a:t>
              </a:r>
            </a:p>
          </p:txBody>
        </p:sp>
        <p:sp>
          <p:nvSpPr>
            <p:cNvPr id="40993" name="Rectangle 80"/>
            <p:cNvSpPr/>
            <p:nvPr/>
          </p:nvSpPr>
          <p:spPr>
            <a:xfrm>
              <a:off x="2491" y="3718"/>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p>
          </p:txBody>
        </p:sp>
        <p:sp>
          <p:nvSpPr>
            <p:cNvPr id="40994" name="Rectangle 81"/>
            <p:cNvSpPr/>
            <p:nvPr/>
          </p:nvSpPr>
          <p:spPr>
            <a:xfrm>
              <a:off x="2415" y="37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0995" name="Rectangle 82"/>
            <p:cNvSpPr/>
            <p:nvPr/>
          </p:nvSpPr>
          <p:spPr>
            <a:xfrm>
              <a:off x="2161" y="371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0996" name="Rectangle 83"/>
            <p:cNvSpPr/>
            <p:nvPr/>
          </p:nvSpPr>
          <p:spPr>
            <a:xfrm>
              <a:off x="2070" y="37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0997" name="Rectangle 84"/>
            <p:cNvSpPr/>
            <p:nvPr/>
          </p:nvSpPr>
          <p:spPr>
            <a:xfrm>
              <a:off x="1696" y="3718"/>
              <a:ext cx="22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Cl</a:t>
              </a:r>
            </a:p>
          </p:txBody>
        </p:sp>
        <p:sp>
          <p:nvSpPr>
            <p:cNvPr id="40998" name="Rectangle 85"/>
            <p:cNvSpPr/>
            <p:nvPr/>
          </p:nvSpPr>
          <p:spPr>
            <a:xfrm>
              <a:off x="1361" y="37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0999" name="Rectangle 86"/>
            <p:cNvSpPr/>
            <p:nvPr/>
          </p:nvSpPr>
          <p:spPr>
            <a:xfrm>
              <a:off x="1107" y="371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p>
          </p:txBody>
        </p:sp>
        <p:sp>
          <p:nvSpPr>
            <p:cNvPr id="41000" name="Rectangle 87"/>
            <p:cNvSpPr/>
            <p:nvPr/>
          </p:nvSpPr>
          <p:spPr>
            <a:xfrm>
              <a:off x="1017" y="37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01" name="Rectangle 88"/>
            <p:cNvSpPr/>
            <p:nvPr/>
          </p:nvSpPr>
          <p:spPr>
            <a:xfrm>
              <a:off x="567" y="3718"/>
              <a:ext cx="274"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Ag</a:t>
              </a:r>
            </a:p>
          </p:txBody>
        </p:sp>
        <p:sp>
          <p:nvSpPr>
            <p:cNvPr id="41002" name="Rectangle 89"/>
            <p:cNvSpPr/>
            <p:nvPr/>
          </p:nvSpPr>
          <p:spPr>
            <a:xfrm>
              <a:off x="1501" y="3688"/>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03" name="Rectangle 90"/>
            <p:cNvSpPr/>
            <p:nvPr/>
          </p:nvSpPr>
          <p:spPr>
            <a:xfrm>
              <a:off x="1955" y="3681"/>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sp>
          <p:nvSpPr>
            <p:cNvPr id="41004" name="Rectangle 91"/>
            <p:cNvSpPr/>
            <p:nvPr/>
          </p:nvSpPr>
          <p:spPr>
            <a:xfrm>
              <a:off x="899" y="3681"/>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66" name="Object 92"/>
            <p:cNvGraphicFramePr>
              <a:graphicFrameLocks/>
            </p:cNvGraphicFramePr>
            <p:nvPr/>
          </p:nvGraphicFramePr>
          <p:xfrm>
            <a:off x="2496" y="3840"/>
            <a:ext cx="410" cy="129"/>
          </p:xfrm>
          <a:graphic>
            <a:graphicData uri="http://schemas.openxmlformats.org/presentationml/2006/ole">
              <p:oleObj spid="_x0000_s141316" r:id="rId12" imgW="650240" imgH="205740" progId="">
                <p:embed/>
              </p:oleObj>
            </a:graphicData>
          </a:graphic>
        </p:graphicFrame>
      </p:grpSp>
      <p:grpSp>
        <p:nvGrpSpPr>
          <p:cNvPr id="10" name="Group 93"/>
          <p:cNvGrpSpPr/>
          <p:nvPr/>
        </p:nvGrpSpPr>
        <p:grpSpPr>
          <a:xfrm>
            <a:off x="6705600" y="5029200"/>
            <a:ext cx="1730375" cy="1266825"/>
            <a:chOff x="3985" y="3556"/>
            <a:chExt cx="1090" cy="798"/>
          </a:xfrm>
        </p:grpSpPr>
        <p:sp>
          <p:nvSpPr>
            <p:cNvPr id="40984" name="Line 94"/>
            <p:cNvSpPr/>
            <p:nvPr/>
          </p:nvSpPr>
          <p:spPr>
            <a:xfrm>
              <a:off x="4653" y="3883"/>
              <a:ext cx="422" cy="1"/>
            </a:xfrm>
            <a:prstGeom prst="line">
              <a:avLst/>
            </a:prstGeom>
            <a:ln w="17463" cap="flat" cmpd="sng">
              <a:solidFill>
                <a:srgbClr val="000000"/>
              </a:solidFill>
              <a:prstDash val="solid"/>
              <a:headEnd type="none" w="med" len="med"/>
              <a:tailEnd type="none" w="med" len="med"/>
            </a:ln>
          </p:spPr>
        </p:sp>
        <p:sp>
          <p:nvSpPr>
            <p:cNvPr id="40985" name="Rectangle 95"/>
            <p:cNvSpPr/>
            <p:nvPr/>
          </p:nvSpPr>
          <p:spPr>
            <a:xfrm>
              <a:off x="4800" y="3556"/>
              <a:ext cx="112"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1</a:t>
              </a:r>
            </a:p>
          </p:txBody>
        </p:sp>
        <p:sp>
          <p:nvSpPr>
            <p:cNvPr id="40986" name="Rectangle 96"/>
            <p:cNvSpPr/>
            <p:nvPr/>
          </p:nvSpPr>
          <p:spPr>
            <a:xfrm>
              <a:off x="4861" y="4085"/>
              <a:ext cx="212"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sp</a:t>
              </a:r>
            </a:p>
          </p:txBody>
        </p:sp>
        <p:sp>
          <p:nvSpPr>
            <p:cNvPr id="40987" name="Rectangle 97"/>
            <p:cNvSpPr/>
            <p:nvPr/>
          </p:nvSpPr>
          <p:spPr>
            <a:xfrm>
              <a:off x="4677" y="3925"/>
              <a:ext cx="149" cy="269"/>
            </a:xfrm>
            <a:prstGeom prst="rect">
              <a:avLst/>
            </a:prstGeom>
            <a:noFill/>
            <a:ln w="9525">
              <a:noFill/>
            </a:ln>
          </p:spPr>
          <p:txBody>
            <a:bodyPr wrap="none" lIns="0" tIns="0" rIns="0" bIns="0">
              <a:spAutoFit/>
            </a:bodyPr>
            <a:lstStyle/>
            <a:p>
              <a:pPr>
                <a:spcBef>
                  <a:spcPct val="0"/>
                </a:spcBef>
              </a:pPr>
              <a:r>
                <a:rPr lang="en-US" altLang="zh-CN" dirty="0">
                  <a:solidFill>
                    <a:srgbClr val="0000CC"/>
                  </a:solidFill>
                  <a:latin typeface="Times New Roman" panose="02020603050405020304" pitchFamily="18" charset="0"/>
                  <a:ea typeface="宋体" panose="02010600030101010101" pitchFamily="2" charset="-122"/>
                </a:rPr>
                <a:t>K</a:t>
              </a:r>
              <a:endParaRPr lang="en-US" altLang="zh-CN" i="0" dirty="0">
                <a:solidFill>
                  <a:srgbClr val="0000CC"/>
                </a:solidFill>
                <a:latin typeface="Times New Roman" panose="02020603050405020304" pitchFamily="18" charset="0"/>
                <a:ea typeface="宋体" panose="02010600030101010101" pitchFamily="2" charset="-122"/>
              </a:endParaRPr>
            </a:p>
          </p:txBody>
        </p:sp>
        <p:sp>
          <p:nvSpPr>
            <p:cNvPr id="40988" name="Rectangle 98"/>
            <p:cNvSpPr/>
            <p:nvPr/>
          </p:nvSpPr>
          <p:spPr>
            <a:xfrm>
              <a:off x="3985" y="3718"/>
              <a:ext cx="149" cy="269"/>
            </a:xfrm>
            <a:prstGeom prst="rect">
              <a:avLst/>
            </a:prstGeom>
            <a:noFill/>
            <a:ln w="9525">
              <a:noFill/>
            </a:ln>
          </p:spPr>
          <p:txBody>
            <a:bodyPr wrap="none" lIns="0" tIns="0" rIns="0" bIns="0">
              <a:spAutoFit/>
            </a:bodyPr>
            <a:lstStyle/>
            <a:p>
              <a:pPr>
                <a:spcBef>
                  <a:spcPct val="0"/>
                </a:spcBef>
              </a:pPr>
              <a:r>
                <a:rPr lang="en-US" altLang="zh-CN" dirty="0">
                  <a:solidFill>
                    <a:srgbClr val="0000CC"/>
                  </a:solidFill>
                  <a:latin typeface="Times New Roman" panose="02020603050405020304" pitchFamily="18" charset="0"/>
                  <a:ea typeface="宋体" panose="02010600030101010101" pitchFamily="2" charset="-122"/>
                </a:rPr>
                <a:t>K</a:t>
              </a:r>
              <a:endParaRPr lang="en-US" altLang="zh-CN" i="0" dirty="0">
                <a:solidFill>
                  <a:srgbClr val="0000CC"/>
                </a:solidFill>
                <a:latin typeface="Times New Roman" panose="02020603050405020304" pitchFamily="18" charset="0"/>
                <a:ea typeface="宋体" panose="02010600030101010101" pitchFamily="2" charset="-122"/>
              </a:endParaRPr>
            </a:p>
          </p:txBody>
        </p:sp>
        <p:sp>
          <p:nvSpPr>
            <p:cNvPr id="40989" name="Rectangle 99"/>
            <p:cNvSpPr/>
            <p:nvPr/>
          </p:nvSpPr>
          <p:spPr>
            <a:xfrm>
              <a:off x="4439" y="3688"/>
              <a:ext cx="128"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p>
          </p:txBody>
        </p:sp>
        <p:graphicFrame>
          <p:nvGraphicFramePr>
            <p:cNvPr id="40964" name="Object 100"/>
            <p:cNvGraphicFramePr>
              <a:graphicFrameLocks/>
            </p:cNvGraphicFramePr>
            <p:nvPr/>
          </p:nvGraphicFramePr>
          <p:xfrm>
            <a:off x="4176" y="3696"/>
            <a:ext cx="171" cy="168"/>
          </p:xfrm>
          <a:graphic>
            <a:graphicData uri="http://schemas.openxmlformats.org/presentationml/2006/ole">
              <p:oleObj spid="_x0000_s141315" r:id="rId13" imgW="20669250" imgH="13163550" progId="">
                <p:embed/>
              </p:oleObj>
            </a:graphicData>
          </a:graphic>
        </p:graphicFrame>
        <p:graphicFrame>
          <p:nvGraphicFramePr>
            <p:cNvPr id="40965" name="Object 101"/>
            <p:cNvGraphicFramePr>
              <a:graphicFrameLocks/>
            </p:cNvGraphicFramePr>
            <p:nvPr/>
          </p:nvGraphicFramePr>
          <p:xfrm>
            <a:off x="4856" y="3904"/>
            <a:ext cx="171" cy="168"/>
          </p:xfrm>
          <a:graphic>
            <a:graphicData uri="http://schemas.openxmlformats.org/presentationml/2006/ole">
              <p:oleObj spid="_x0000_s141314" r:id="rId14" imgW="271780" imgH="266700" progId="">
                <p:embed/>
              </p:oleObj>
            </a:graphicData>
          </a:graphic>
        </p:graphicFrame>
      </p:grpSp>
      <p:graphicFrame>
        <p:nvGraphicFramePr>
          <p:cNvPr id="155750" name="Object 102"/>
          <p:cNvGraphicFramePr>
            <a:graphicFrameLocks/>
          </p:cNvGraphicFramePr>
          <p:nvPr/>
        </p:nvGraphicFramePr>
        <p:xfrm>
          <a:off x="685800" y="3733800"/>
          <a:ext cx="8305800" cy="646113"/>
        </p:xfrm>
        <a:graphic>
          <a:graphicData uri="http://schemas.openxmlformats.org/presentationml/2006/ole">
            <p:oleObj spid="_x0000_s141313" r:id="rId15" imgW="3594100" imgH="2794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wipe(left)">
                                      <p:cBhvr>
                                        <p:cTn id="7" dur="500"/>
                                        <p:tgtEl>
                                          <p:spTgt spid="15565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55750"/>
                                        </p:tgtEl>
                                        <p:attrNameLst>
                                          <p:attrName>style.visibility</p:attrName>
                                        </p:attrNameLst>
                                      </p:cBhvr>
                                      <p:to>
                                        <p:strVal val="visible"/>
                                      </p:to>
                                    </p:set>
                                    <p:animEffect transition="in" filter="wipe(up)">
                                      <p:cBhvr>
                                        <p:cTn id="12" dur="500"/>
                                        <p:tgtEl>
                                          <p:spTgt spid="15575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left)">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2819400" y="1676400"/>
            <a:ext cx="1971675" cy="550863"/>
            <a:chOff x="1312" y="1259"/>
            <a:chExt cx="1242" cy="347"/>
          </a:xfrm>
        </p:grpSpPr>
        <p:sp>
          <p:nvSpPr>
            <p:cNvPr id="42065" name="Rectangle 3"/>
            <p:cNvSpPr/>
            <p:nvPr/>
          </p:nvSpPr>
          <p:spPr>
            <a:xfrm>
              <a:off x="1637" y="1289"/>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0.5769V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6" name="Rectangle 4"/>
            <p:cNvSpPr/>
            <p:nvPr/>
          </p:nvSpPr>
          <p:spPr>
            <a:xfrm>
              <a:off x="1312" y="1289"/>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7" name="Rectangle 5"/>
            <p:cNvSpPr/>
            <p:nvPr/>
          </p:nvSpPr>
          <p:spPr>
            <a:xfrm>
              <a:off x="1438" y="1259"/>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pSp>
      <p:grpSp>
        <p:nvGrpSpPr>
          <p:cNvPr id="3" name="Group 6"/>
          <p:cNvGrpSpPr/>
          <p:nvPr/>
        </p:nvGrpSpPr>
        <p:grpSpPr>
          <a:xfrm>
            <a:off x="2743200" y="990600"/>
            <a:ext cx="3648075" cy="550863"/>
            <a:chOff x="1312" y="866"/>
            <a:chExt cx="2298" cy="347"/>
          </a:xfrm>
        </p:grpSpPr>
        <p:sp>
          <p:nvSpPr>
            <p:cNvPr id="42059" name="Rectangle 7"/>
            <p:cNvSpPr/>
            <p:nvPr/>
          </p:nvSpPr>
          <p:spPr>
            <a:xfrm>
              <a:off x="3544" y="896"/>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0" name="Rectangle 8"/>
            <p:cNvSpPr/>
            <p:nvPr/>
          </p:nvSpPr>
          <p:spPr>
            <a:xfrm>
              <a:off x="2776" y="896"/>
              <a:ext cx="78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0.222V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1" name="Rectangle 9"/>
            <p:cNvSpPr/>
            <p:nvPr/>
          </p:nvSpPr>
          <p:spPr>
            <a:xfrm>
              <a:off x="1637" y="896"/>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0.7991V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2" name="Rectangle 10"/>
            <p:cNvSpPr/>
            <p:nvPr/>
          </p:nvSpPr>
          <p:spPr>
            <a:xfrm>
              <a:off x="1312" y="896"/>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3" name="Rectangle 11"/>
            <p:cNvSpPr/>
            <p:nvPr/>
          </p:nvSpPr>
          <p:spPr>
            <a:xfrm>
              <a:off x="2589" y="866"/>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64" name="Rectangle 12"/>
            <p:cNvSpPr/>
            <p:nvPr/>
          </p:nvSpPr>
          <p:spPr>
            <a:xfrm>
              <a:off x="1438" y="866"/>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grpSp>
      <p:grpSp>
        <p:nvGrpSpPr>
          <p:cNvPr id="4" name="Group 13"/>
          <p:cNvGrpSpPr/>
          <p:nvPr/>
        </p:nvGrpSpPr>
        <p:grpSpPr>
          <a:xfrm>
            <a:off x="2209800" y="304800"/>
            <a:ext cx="6394450" cy="608013"/>
            <a:chOff x="926" y="460"/>
            <a:chExt cx="4028" cy="383"/>
          </a:xfrm>
        </p:grpSpPr>
        <p:sp>
          <p:nvSpPr>
            <p:cNvPr id="42041" name="Rectangle 14"/>
            <p:cNvSpPr/>
            <p:nvPr/>
          </p:nvSpPr>
          <p:spPr>
            <a:xfrm>
              <a:off x="1088" y="661"/>
              <a:ext cx="23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MF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2" name="Rectangle 15"/>
            <p:cNvSpPr/>
            <p:nvPr/>
          </p:nvSpPr>
          <p:spPr>
            <a:xfrm>
              <a:off x="4866" y="498"/>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3" name="Rectangle 16"/>
            <p:cNvSpPr/>
            <p:nvPr/>
          </p:nvSpPr>
          <p:spPr>
            <a:xfrm>
              <a:off x="4545" y="498"/>
              <a:ext cx="323"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4" name="Rectangle 17"/>
            <p:cNvSpPr/>
            <p:nvPr/>
          </p:nvSpPr>
          <p:spPr>
            <a:xfrm>
              <a:off x="4427" y="498"/>
              <a:ext cx="73"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5" name="Rectangle 18"/>
            <p:cNvSpPr/>
            <p:nvPr/>
          </p:nvSpPr>
          <p:spPr>
            <a:xfrm>
              <a:off x="3829" y="498"/>
              <a:ext cx="58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AgCl</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6" name="Rectangle 19"/>
            <p:cNvSpPr/>
            <p:nvPr/>
          </p:nvSpPr>
          <p:spPr>
            <a:xfrm>
              <a:off x="3736" y="498"/>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7" name="Rectangle 20"/>
            <p:cNvSpPr/>
            <p:nvPr/>
          </p:nvSpPr>
          <p:spPr>
            <a:xfrm>
              <a:off x="3045" y="498"/>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8" name="Rectangle 21"/>
            <p:cNvSpPr/>
            <p:nvPr/>
          </p:nvSpPr>
          <p:spPr>
            <a:xfrm>
              <a:off x="2723" y="498"/>
              <a:ext cx="323"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9" name="Rectangle 22"/>
            <p:cNvSpPr/>
            <p:nvPr/>
          </p:nvSpPr>
          <p:spPr>
            <a:xfrm>
              <a:off x="2605" y="498"/>
              <a:ext cx="73"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0" name="Rectangle 23"/>
            <p:cNvSpPr/>
            <p:nvPr/>
          </p:nvSpPr>
          <p:spPr>
            <a:xfrm>
              <a:off x="2120" y="498"/>
              <a:ext cx="323"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1" name="Rectangle 24"/>
            <p:cNvSpPr/>
            <p:nvPr/>
          </p:nvSpPr>
          <p:spPr>
            <a:xfrm>
              <a:off x="2027" y="498"/>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2" name="Rectangle 25"/>
            <p:cNvSpPr/>
            <p:nvPr/>
          </p:nvSpPr>
          <p:spPr>
            <a:xfrm>
              <a:off x="1527" y="498"/>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3" name="Rectangle 26"/>
            <p:cNvSpPr/>
            <p:nvPr/>
          </p:nvSpPr>
          <p:spPr>
            <a:xfrm>
              <a:off x="3175" y="468"/>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4" name="Rectangle 27"/>
            <p:cNvSpPr/>
            <p:nvPr/>
          </p:nvSpPr>
          <p:spPr>
            <a:xfrm>
              <a:off x="1393" y="468"/>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5" name="Rectangle 28"/>
            <p:cNvSpPr/>
            <p:nvPr/>
          </p:nvSpPr>
          <p:spPr>
            <a:xfrm>
              <a:off x="2452" y="460"/>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6" name="Rectangle 29"/>
            <p:cNvSpPr/>
            <p:nvPr/>
          </p:nvSpPr>
          <p:spPr>
            <a:xfrm>
              <a:off x="3370" y="498"/>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7" name="Rectangle 30"/>
            <p:cNvSpPr/>
            <p:nvPr/>
          </p:nvSpPr>
          <p:spPr>
            <a:xfrm>
              <a:off x="1661" y="498"/>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58" name="Rectangle 31"/>
            <p:cNvSpPr/>
            <p:nvPr/>
          </p:nvSpPr>
          <p:spPr>
            <a:xfrm>
              <a:off x="926" y="498"/>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E</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41991" name="Object 32"/>
            <p:cNvGraphicFramePr>
              <a:graphicFrameLocks/>
            </p:cNvGraphicFramePr>
            <p:nvPr/>
          </p:nvGraphicFramePr>
          <p:xfrm>
            <a:off x="1104" y="480"/>
            <a:ext cx="171" cy="168"/>
          </p:xfrm>
          <a:graphic>
            <a:graphicData uri="http://schemas.openxmlformats.org/presentationml/2006/ole">
              <p:oleObj spid="_x0000_s143368" r:id="rId4" imgW="271780" imgH="266700" progId="">
                <p:embed/>
              </p:oleObj>
            </a:graphicData>
          </a:graphic>
        </p:graphicFrame>
        <p:graphicFrame>
          <p:nvGraphicFramePr>
            <p:cNvPr id="41992" name="Object 33"/>
            <p:cNvGraphicFramePr>
              <a:graphicFrameLocks/>
            </p:cNvGraphicFramePr>
            <p:nvPr/>
          </p:nvGraphicFramePr>
          <p:xfrm>
            <a:off x="1832" y="480"/>
            <a:ext cx="171" cy="168"/>
          </p:xfrm>
          <a:graphic>
            <a:graphicData uri="http://schemas.openxmlformats.org/presentationml/2006/ole">
              <p:oleObj spid="_x0000_s143367" r:id="rId5" imgW="271780" imgH="266700" progId="">
                <p:embed/>
              </p:oleObj>
            </a:graphicData>
          </a:graphic>
        </p:graphicFrame>
        <p:graphicFrame>
          <p:nvGraphicFramePr>
            <p:cNvPr id="41993" name="Object 34"/>
            <p:cNvGraphicFramePr>
              <a:graphicFrameLocks/>
            </p:cNvGraphicFramePr>
            <p:nvPr/>
          </p:nvGraphicFramePr>
          <p:xfrm>
            <a:off x="3552" y="480"/>
            <a:ext cx="171" cy="168"/>
          </p:xfrm>
          <a:graphic>
            <a:graphicData uri="http://schemas.openxmlformats.org/presentationml/2006/ole">
              <p:oleObj spid="_x0000_s143366" r:id="rId6" imgW="271780" imgH="266700" progId="">
                <p:embed/>
              </p:oleObj>
            </a:graphicData>
          </a:graphic>
        </p:graphicFrame>
      </p:grpSp>
      <p:grpSp>
        <p:nvGrpSpPr>
          <p:cNvPr id="5" name="Group 35"/>
          <p:cNvGrpSpPr/>
          <p:nvPr/>
        </p:nvGrpSpPr>
        <p:grpSpPr>
          <a:xfrm>
            <a:off x="4038600" y="2362200"/>
            <a:ext cx="3225800" cy="1123950"/>
            <a:chOff x="913" y="1712"/>
            <a:chExt cx="2032" cy="708"/>
          </a:xfrm>
        </p:grpSpPr>
        <p:sp>
          <p:nvSpPr>
            <p:cNvPr id="42031" name="Line 36"/>
            <p:cNvSpPr/>
            <p:nvPr/>
          </p:nvSpPr>
          <p:spPr>
            <a:xfrm>
              <a:off x="1763" y="2058"/>
              <a:ext cx="1182" cy="1"/>
            </a:xfrm>
            <a:prstGeom prst="line">
              <a:avLst/>
            </a:prstGeom>
            <a:ln w="17463" cap="flat" cmpd="sng">
              <a:solidFill>
                <a:srgbClr val="000000"/>
              </a:solidFill>
              <a:prstDash val="solid"/>
              <a:headEnd type="none" w="med" len="med"/>
              <a:tailEnd type="none" w="med" len="med"/>
            </a:ln>
          </p:spPr>
        </p:sp>
        <p:sp>
          <p:nvSpPr>
            <p:cNvPr id="42032" name="Rectangle 37"/>
            <p:cNvSpPr/>
            <p:nvPr/>
          </p:nvSpPr>
          <p:spPr>
            <a:xfrm>
              <a:off x="2489" y="1887"/>
              <a:ext cx="23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MF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3" name="Rectangle 38"/>
            <p:cNvSpPr/>
            <p:nvPr/>
          </p:nvSpPr>
          <p:spPr>
            <a:xfrm>
              <a:off x="2025" y="2095"/>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0.0592V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4" name="Rectangle 39"/>
            <p:cNvSpPr/>
            <p:nvPr/>
          </p:nvSpPr>
          <p:spPr>
            <a:xfrm>
              <a:off x="1985" y="1724"/>
              <a:ext cx="19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5" name="Rectangle 40"/>
            <p:cNvSpPr/>
            <p:nvPr/>
          </p:nvSpPr>
          <p:spPr>
            <a:xfrm>
              <a:off x="1495" y="189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6" name="Rectangle 41"/>
            <p:cNvSpPr/>
            <p:nvPr/>
          </p:nvSpPr>
          <p:spPr>
            <a:xfrm>
              <a:off x="913" y="1890"/>
              <a:ext cx="20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7" name="Rectangle 42"/>
            <p:cNvSpPr/>
            <p:nvPr/>
          </p:nvSpPr>
          <p:spPr>
            <a:xfrm>
              <a:off x="1556" y="1860"/>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8" name="Rectangle 43"/>
            <p:cNvSpPr/>
            <p:nvPr/>
          </p:nvSpPr>
          <p:spPr>
            <a:xfrm>
              <a:off x="1769" y="2103"/>
              <a:ext cx="26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宋体" panose="02010600030101010101" pitchFamily="2" charset="-12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9" name="Rectangle 44"/>
            <p:cNvSpPr/>
            <p:nvPr/>
          </p:nvSpPr>
          <p:spPr>
            <a:xfrm>
              <a:off x="2180" y="1724"/>
              <a:ext cx="337"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ZE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40" name="Rectangle 45"/>
            <p:cNvSpPr/>
            <p:nvPr/>
          </p:nvSpPr>
          <p:spPr>
            <a:xfrm>
              <a:off x="1113" y="1890"/>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K</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41989" name="Object 46"/>
            <p:cNvGraphicFramePr>
              <a:graphicFrameLocks/>
            </p:cNvGraphicFramePr>
            <p:nvPr/>
          </p:nvGraphicFramePr>
          <p:xfrm>
            <a:off x="1296" y="1872"/>
            <a:ext cx="171" cy="168"/>
          </p:xfrm>
          <a:graphic>
            <a:graphicData uri="http://schemas.openxmlformats.org/presentationml/2006/ole">
              <p:oleObj spid="_x0000_s143365" r:id="rId7" imgW="271780" imgH="266700" progId="">
                <p:embed/>
              </p:oleObj>
            </a:graphicData>
          </a:graphic>
        </p:graphicFrame>
        <p:graphicFrame>
          <p:nvGraphicFramePr>
            <p:cNvPr id="41990" name="Object 47"/>
            <p:cNvGraphicFramePr>
              <a:graphicFrameLocks/>
            </p:cNvGraphicFramePr>
            <p:nvPr/>
          </p:nvGraphicFramePr>
          <p:xfrm>
            <a:off x="2504" y="1712"/>
            <a:ext cx="171" cy="168"/>
          </p:xfrm>
          <a:graphic>
            <a:graphicData uri="http://schemas.openxmlformats.org/presentationml/2006/ole">
              <p:oleObj spid="_x0000_s143364" r:id="rId8" imgW="271780" imgH="266700" progId="">
                <p:embed/>
              </p:oleObj>
            </a:graphicData>
          </a:graphic>
        </p:graphicFrame>
      </p:grpSp>
      <p:grpSp>
        <p:nvGrpSpPr>
          <p:cNvPr id="6" name="Group 48"/>
          <p:cNvGrpSpPr/>
          <p:nvPr/>
        </p:nvGrpSpPr>
        <p:grpSpPr>
          <a:xfrm>
            <a:off x="2057400" y="3810000"/>
            <a:ext cx="6894513" cy="1123950"/>
            <a:chOff x="913" y="2480"/>
            <a:chExt cx="4343" cy="708"/>
          </a:xfrm>
        </p:grpSpPr>
        <p:sp>
          <p:nvSpPr>
            <p:cNvPr id="42010" name="Line 49"/>
            <p:cNvSpPr/>
            <p:nvPr/>
          </p:nvSpPr>
          <p:spPr>
            <a:xfrm>
              <a:off x="1885" y="2826"/>
              <a:ext cx="1182" cy="1"/>
            </a:xfrm>
            <a:prstGeom prst="line">
              <a:avLst/>
            </a:prstGeom>
            <a:ln w="17463" cap="flat" cmpd="sng">
              <a:solidFill>
                <a:srgbClr val="000000"/>
              </a:solidFill>
              <a:prstDash val="solid"/>
              <a:headEnd type="none" w="med" len="med"/>
              <a:tailEnd type="none" w="med" len="med"/>
            </a:ln>
          </p:spPr>
        </p:sp>
        <p:sp>
          <p:nvSpPr>
            <p:cNvPr id="42011" name="Line 50"/>
            <p:cNvSpPr/>
            <p:nvPr/>
          </p:nvSpPr>
          <p:spPr>
            <a:xfrm>
              <a:off x="3335" y="2826"/>
              <a:ext cx="934" cy="1"/>
            </a:xfrm>
            <a:prstGeom prst="line">
              <a:avLst/>
            </a:prstGeom>
            <a:ln w="17463" cap="flat" cmpd="sng">
              <a:solidFill>
                <a:srgbClr val="000000"/>
              </a:solidFill>
              <a:prstDash val="solid"/>
              <a:headEnd type="none" w="med" len="med"/>
              <a:tailEnd type="none" w="med" len="med"/>
            </a:ln>
          </p:spPr>
        </p:sp>
        <p:sp>
          <p:nvSpPr>
            <p:cNvPr id="42012" name="Rectangle 51"/>
            <p:cNvSpPr/>
            <p:nvPr/>
          </p:nvSpPr>
          <p:spPr>
            <a:xfrm>
              <a:off x="2611" y="2655"/>
              <a:ext cx="236"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MF</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3" name="Rectangle 52"/>
            <p:cNvSpPr/>
            <p:nvPr/>
          </p:nvSpPr>
          <p:spPr>
            <a:xfrm>
              <a:off x="1421" y="2820"/>
              <a:ext cx="144"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sp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4" name="Rectangle 53"/>
            <p:cNvSpPr/>
            <p:nvPr/>
          </p:nvSpPr>
          <p:spPr>
            <a:xfrm>
              <a:off x="4728" y="2658"/>
              <a:ext cx="52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7449</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5" name="Rectangle 54"/>
            <p:cNvSpPr/>
            <p:nvPr/>
          </p:nvSpPr>
          <p:spPr>
            <a:xfrm>
              <a:off x="4663" y="2658"/>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6" name="Rectangle 55"/>
            <p:cNvSpPr/>
            <p:nvPr/>
          </p:nvSpPr>
          <p:spPr>
            <a:xfrm>
              <a:off x="4533" y="2658"/>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9</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7" name="Rectangle 56"/>
            <p:cNvSpPr/>
            <p:nvPr/>
          </p:nvSpPr>
          <p:spPr>
            <a:xfrm>
              <a:off x="3349" y="2863"/>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0.0592V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8" name="Rectangle 57"/>
            <p:cNvSpPr/>
            <p:nvPr/>
          </p:nvSpPr>
          <p:spPr>
            <a:xfrm>
              <a:off x="3349" y="2492"/>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0.5769V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19" name="Rectangle 58"/>
            <p:cNvSpPr/>
            <p:nvPr/>
          </p:nvSpPr>
          <p:spPr>
            <a:xfrm>
              <a:off x="3067" y="2658"/>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0" name="Rectangle 59"/>
            <p:cNvSpPr/>
            <p:nvPr/>
          </p:nvSpPr>
          <p:spPr>
            <a:xfrm>
              <a:off x="2147" y="2863"/>
              <a:ext cx="917"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0.0592V</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1" name="Rectangle 60"/>
            <p:cNvSpPr/>
            <p:nvPr/>
          </p:nvSpPr>
          <p:spPr>
            <a:xfrm>
              <a:off x="2107" y="2492"/>
              <a:ext cx="19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2" name="Rectangle 61"/>
            <p:cNvSpPr/>
            <p:nvPr/>
          </p:nvSpPr>
          <p:spPr>
            <a:xfrm>
              <a:off x="1617" y="2658"/>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3" name="Rectangle 62"/>
            <p:cNvSpPr/>
            <p:nvPr/>
          </p:nvSpPr>
          <p:spPr>
            <a:xfrm>
              <a:off x="1035" y="2658"/>
              <a:ext cx="20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lg</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4" name="Rectangle 63"/>
            <p:cNvSpPr/>
            <p:nvPr/>
          </p:nvSpPr>
          <p:spPr>
            <a:xfrm>
              <a:off x="913" y="2658"/>
              <a:ext cx="88"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5" name="Rectangle 64"/>
            <p:cNvSpPr/>
            <p:nvPr/>
          </p:nvSpPr>
          <p:spPr>
            <a:xfrm>
              <a:off x="4338" y="2628"/>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6" name="Rectangle 65"/>
            <p:cNvSpPr/>
            <p:nvPr/>
          </p:nvSpPr>
          <p:spPr>
            <a:xfrm>
              <a:off x="3128" y="2628"/>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7" name="Rectangle 66"/>
            <p:cNvSpPr/>
            <p:nvPr/>
          </p:nvSpPr>
          <p:spPr>
            <a:xfrm>
              <a:off x="1678" y="2628"/>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8" name="Rectangle 67"/>
            <p:cNvSpPr/>
            <p:nvPr/>
          </p:nvSpPr>
          <p:spPr>
            <a:xfrm>
              <a:off x="1891" y="2871"/>
              <a:ext cx="26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宋体" panose="02010600030101010101" pitchFamily="2" charset="-12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29" name="Rectangle 68"/>
            <p:cNvSpPr/>
            <p:nvPr/>
          </p:nvSpPr>
          <p:spPr>
            <a:xfrm>
              <a:off x="2302" y="2492"/>
              <a:ext cx="337"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ZE</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30" name="Rectangle 69"/>
            <p:cNvSpPr/>
            <p:nvPr/>
          </p:nvSpPr>
          <p:spPr>
            <a:xfrm>
              <a:off x="1235" y="2658"/>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K</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41987" name="Object 70"/>
            <p:cNvGraphicFramePr>
              <a:graphicFrameLocks/>
            </p:cNvGraphicFramePr>
            <p:nvPr/>
          </p:nvGraphicFramePr>
          <p:xfrm>
            <a:off x="1424" y="2640"/>
            <a:ext cx="171" cy="168"/>
          </p:xfrm>
          <a:graphic>
            <a:graphicData uri="http://schemas.openxmlformats.org/presentationml/2006/ole">
              <p:oleObj spid="_x0000_s143363" r:id="rId9" imgW="271780" imgH="266700" progId="">
                <p:embed/>
              </p:oleObj>
            </a:graphicData>
          </a:graphic>
        </p:graphicFrame>
        <p:graphicFrame>
          <p:nvGraphicFramePr>
            <p:cNvPr id="41988" name="Object 71"/>
            <p:cNvGraphicFramePr>
              <a:graphicFrameLocks/>
            </p:cNvGraphicFramePr>
            <p:nvPr/>
          </p:nvGraphicFramePr>
          <p:xfrm>
            <a:off x="2624" y="2480"/>
            <a:ext cx="171" cy="168"/>
          </p:xfrm>
          <a:graphic>
            <a:graphicData uri="http://schemas.openxmlformats.org/presentationml/2006/ole">
              <p:oleObj spid="_x0000_s143362" r:id="rId10" imgW="271780" imgH="266700" progId="">
                <p:embed/>
              </p:oleObj>
            </a:graphicData>
          </a:graphic>
        </p:graphicFrame>
      </p:grpSp>
      <p:grpSp>
        <p:nvGrpSpPr>
          <p:cNvPr id="7" name="Group 72"/>
          <p:cNvGrpSpPr/>
          <p:nvPr/>
        </p:nvGrpSpPr>
        <p:grpSpPr>
          <a:xfrm>
            <a:off x="4419600" y="5486400"/>
            <a:ext cx="2709863" cy="595313"/>
            <a:chOff x="991" y="3230"/>
            <a:chExt cx="1707" cy="375"/>
          </a:xfrm>
        </p:grpSpPr>
        <p:sp>
          <p:nvSpPr>
            <p:cNvPr id="42001" name="Rectangle 73"/>
            <p:cNvSpPr/>
            <p:nvPr/>
          </p:nvSpPr>
          <p:spPr>
            <a:xfrm>
              <a:off x="2546" y="3240"/>
              <a:ext cx="152"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10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2" name="Rectangle 74"/>
            <p:cNvSpPr/>
            <p:nvPr/>
          </p:nvSpPr>
          <p:spPr>
            <a:xfrm>
              <a:off x="2507" y="3240"/>
              <a:ext cx="51"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3" name="Rectangle 75"/>
            <p:cNvSpPr/>
            <p:nvPr/>
          </p:nvSpPr>
          <p:spPr>
            <a:xfrm>
              <a:off x="1177" y="3423"/>
              <a:ext cx="144" cy="182"/>
            </a:xfrm>
            <a:prstGeom prst="rect">
              <a:avLst/>
            </a:prstGeom>
            <a:noFill/>
            <a:ln w="9525">
              <a:noFill/>
            </a:ln>
          </p:spPr>
          <p:txBody>
            <a:bodyPr wrap="none" lIns="0" tIns="0" rIns="0" bIns="0">
              <a:spAutoFit/>
            </a:bodyPr>
            <a:lstStyle/>
            <a:p>
              <a:pPr>
                <a:spcBef>
                  <a:spcPct val="0"/>
                </a:spcBef>
              </a:pPr>
              <a:r>
                <a:rPr lang="en-US" altLang="zh-CN" sz="1900" i="0" dirty="0">
                  <a:solidFill>
                    <a:srgbClr val="0000CC"/>
                  </a:solidFill>
                  <a:latin typeface="Times New Roman" panose="02020603050405020304" pitchFamily="18" charset="0"/>
                  <a:ea typeface="宋体" panose="02010600030101010101" pitchFamily="2" charset="-122"/>
                </a:rPr>
                <a:t>sp</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4" name="Rectangle 76"/>
            <p:cNvSpPr/>
            <p:nvPr/>
          </p:nvSpPr>
          <p:spPr>
            <a:xfrm>
              <a:off x="2239" y="3260"/>
              <a:ext cx="264"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10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5" name="Rectangle 77"/>
            <p:cNvSpPr/>
            <p:nvPr/>
          </p:nvSpPr>
          <p:spPr>
            <a:xfrm>
              <a:off x="1609" y="3260"/>
              <a:ext cx="462"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1.80</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6" name="Rectangle 78"/>
            <p:cNvSpPr/>
            <p:nvPr/>
          </p:nvSpPr>
          <p:spPr>
            <a:xfrm>
              <a:off x="1373" y="3260"/>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Times New Roman" panose="02020603050405020304" pitchFamily="18" charset="0"/>
                  <a:ea typeface="宋体" panose="02010600030101010101" pitchFamily="2" charset="-122"/>
                </a:rPr>
                <a:t> </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7" name="Rectangle 79"/>
            <p:cNvSpPr/>
            <p:nvPr/>
          </p:nvSpPr>
          <p:spPr>
            <a:xfrm>
              <a:off x="2032" y="3254"/>
              <a:ext cx="264"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8" name="Rectangle 80"/>
            <p:cNvSpPr/>
            <p:nvPr/>
          </p:nvSpPr>
          <p:spPr>
            <a:xfrm>
              <a:off x="1434" y="3230"/>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0000CC"/>
                  </a:solidFill>
                  <a:latin typeface="Symbol" panose="05050102010706020507" pitchFamily="18" charset="2"/>
                  <a:ea typeface="宋体" panose="02010600030101010101" pitchFamily="2" charset="-122"/>
                </a:rPr>
                <a:t>=</a:t>
              </a:r>
              <a:endParaRPr lang="en-US" altLang="zh-CN" sz="1800" i="0" dirty="0">
                <a:solidFill>
                  <a:srgbClr val="0000CC"/>
                </a:solidFill>
                <a:latin typeface="Arial" panose="020B0604020202020204" pitchFamily="34" charset="0"/>
                <a:ea typeface="宋体" panose="02010600030101010101" pitchFamily="2" charset="-122"/>
              </a:endParaRPr>
            </a:p>
          </p:txBody>
        </p:sp>
        <p:sp>
          <p:nvSpPr>
            <p:cNvPr id="42009" name="Rectangle 81"/>
            <p:cNvSpPr/>
            <p:nvPr/>
          </p:nvSpPr>
          <p:spPr>
            <a:xfrm>
              <a:off x="991" y="3260"/>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0000CC"/>
                  </a:solidFill>
                  <a:latin typeface="Times New Roman" panose="02020603050405020304" pitchFamily="18" charset="0"/>
                  <a:ea typeface="宋体" panose="02010600030101010101" pitchFamily="2" charset="-122"/>
                </a:rPr>
                <a:t>K</a:t>
              </a:r>
              <a:endParaRPr lang="en-US" altLang="zh-CN" sz="1800" i="0" dirty="0">
                <a:solidFill>
                  <a:srgbClr val="0000CC"/>
                </a:solidFill>
                <a:latin typeface="Arial" panose="020B0604020202020204" pitchFamily="34" charset="0"/>
                <a:ea typeface="宋体" panose="02010600030101010101" pitchFamily="2" charset="-122"/>
              </a:endParaRPr>
            </a:p>
          </p:txBody>
        </p:sp>
        <p:graphicFrame>
          <p:nvGraphicFramePr>
            <p:cNvPr id="41986" name="Object 82"/>
            <p:cNvGraphicFramePr>
              <a:graphicFrameLocks/>
            </p:cNvGraphicFramePr>
            <p:nvPr/>
          </p:nvGraphicFramePr>
          <p:xfrm>
            <a:off x="1168" y="3256"/>
            <a:ext cx="171" cy="168"/>
          </p:xfrm>
          <a:graphic>
            <a:graphicData uri="http://schemas.openxmlformats.org/presentationml/2006/ole">
              <p:oleObj spid="_x0000_s143361" r:id="rId11" imgW="271780" imgH="266700" progId="">
                <p:embed/>
              </p:oleObj>
            </a:graphicData>
          </a:graphic>
        </p:graphicFrame>
      </p:grpSp>
      <p:sp>
        <p:nvSpPr>
          <p:cNvPr id="42000" name="Rectangle 84"/>
          <p:cNvSpPr/>
          <p:nvPr/>
        </p:nvSpPr>
        <p:spPr>
          <a:xfrm>
            <a:off x="228600" y="1905000"/>
            <a:ext cx="2133600" cy="3267075"/>
          </a:xfrm>
          <a:prstGeom prst="rect">
            <a:avLst/>
          </a:prstGeom>
          <a:noFill/>
          <a:ln w="9525">
            <a:noFill/>
          </a:ln>
        </p:spPr>
        <p:txBody>
          <a:bodyPr>
            <a:spAutoFit/>
          </a:bodyPr>
          <a:lstStyle/>
          <a:p>
            <a:pPr>
              <a:spcBef>
                <a:spcPct val="0"/>
              </a:spcBef>
            </a:pPr>
            <a:r>
              <a:rPr lang="en-US" altLang="zh-CN" sz="2600" i="0" dirty="0">
                <a:solidFill>
                  <a:srgbClr val="990000"/>
                </a:solidFill>
                <a:latin typeface="楷体_GB2312" pitchFamily="49" charset="-122"/>
              </a:rPr>
              <a:t>   </a:t>
            </a:r>
            <a:r>
              <a:rPr lang="zh-CN" altLang="en-US" sz="2600" i="0" dirty="0">
                <a:solidFill>
                  <a:srgbClr val="990000"/>
                </a:solidFill>
                <a:latin typeface="楷体_GB2312" pitchFamily="49" charset="-122"/>
              </a:rPr>
              <a:t>注：</a:t>
            </a:r>
          </a:p>
          <a:p>
            <a:pPr>
              <a:spcBef>
                <a:spcPct val="0"/>
              </a:spcBef>
            </a:pPr>
            <a:r>
              <a:rPr lang="zh-CN" altLang="en-US" sz="2600" i="0" dirty="0">
                <a:solidFill>
                  <a:srgbClr val="336600"/>
                </a:solidFill>
                <a:latin typeface="楷体_GB2312" pitchFamily="49" charset="-122"/>
              </a:rPr>
              <a:t>    像这类两极反应物种相同但浓度不同而产生电动势的原电池称为</a:t>
            </a:r>
            <a:r>
              <a:rPr lang="zh-CN" altLang="en-US" sz="2600" dirty="0">
                <a:solidFill>
                  <a:srgbClr val="990000"/>
                </a:solidFill>
                <a:latin typeface="楷体_GB2312" pitchFamily="49" charset="-122"/>
              </a:rPr>
              <a:t>浓差电池</a:t>
            </a:r>
            <a:endParaRPr lang="el-GR" altLang="zh-CN" sz="2600" dirty="0">
              <a:solidFill>
                <a:srgbClr val="990000"/>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left)">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3011" name="Rectangle 2"/>
          <p:cNvSpPr>
            <a:spLocks noGrp="1"/>
          </p:cNvSpPr>
          <p:nvPr>
            <p:ph type="title"/>
          </p:nvPr>
        </p:nvSpPr>
        <p:spPr>
          <a:xfrm>
            <a:off x="228600" y="304800"/>
            <a:ext cx="3429000" cy="457200"/>
          </a:xfrm>
          <a:solidFill>
            <a:schemeClr val="bg1">
              <a:alpha val="100000"/>
            </a:schemeClr>
          </a:solidFill>
        </p:spPr>
        <p:txBody>
          <a:bodyPr vert="horz" wrap="square" lIns="91440" tIns="45720" rIns="91440" bIns="45720" anchor="ctr" anchorCtr="0"/>
          <a:lstStyle/>
          <a:p>
            <a:pPr eaLnBrk="1" hangingPunct="1"/>
            <a:r>
              <a:rPr lang="en-US" altLang="zh-CN" sz="2600" i="0" dirty="0">
                <a:solidFill>
                  <a:srgbClr val="990000"/>
                </a:solidFill>
                <a:effectLst/>
                <a:ea typeface="楷体_GB2312" pitchFamily="49" charset="-122"/>
              </a:rPr>
              <a:t>7.4.5 </a:t>
            </a:r>
            <a:r>
              <a:rPr lang="en-US" altLang="zh-CN" sz="2600" i="0" dirty="0">
                <a:solidFill>
                  <a:srgbClr val="990000"/>
                </a:solidFill>
                <a:effectLst/>
                <a:latin typeface="楷体_GB2312" pitchFamily="49" charset="-122"/>
                <a:ea typeface="楷体_GB2312" pitchFamily="49" charset="-122"/>
              </a:rPr>
              <a:t> </a:t>
            </a:r>
            <a:r>
              <a:rPr lang="zh-CN" altLang="en-US" sz="2600" i="0" dirty="0">
                <a:solidFill>
                  <a:srgbClr val="990000"/>
                </a:solidFill>
                <a:effectLst/>
                <a:latin typeface="楷体_GB2312" pitchFamily="49" charset="-122"/>
                <a:ea typeface="楷体_GB2312" pitchFamily="49" charset="-122"/>
              </a:rPr>
              <a:t>元素电势图</a:t>
            </a:r>
          </a:p>
        </p:txBody>
      </p:sp>
      <p:sp>
        <p:nvSpPr>
          <p:cNvPr id="153604" name="Text Box 4"/>
          <p:cNvSpPr txBox="1"/>
          <p:nvPr/>
        </p:nvSpPr>
        <p:spPr>
          <a:xfrm>
            <a:off x="2667000" y="914400"/>
            <a:ext cx="5029200" cy="488950"/>
          </a:xfrm>
          <a:prstGeom prst="rect">
            <a:avLst/>
          </a:prstGeom>
          <a:noFill/>
          <a:ln w="12700">
            <a:noFill/>
          </a:ln>
        </p:spPr>
        <p:txBody>
          <a:bodyPr>
            <a:spAutoFit/>
          </a:bodyPr>
          <a:lstStyle/>
          <a:p>
            <a:pPr algn="ctr"/>
            <a:r>
              <a:rPr lang="zh-CN" altLang="en-US" sz="2600" i="0" dirty="0">
                <a:solidFill>
                  <a:srgbClr val="0000CC"/>
                </a:solidFill>
                <a:latin typeface="Times New Roman" panose="02020603050405020304" pitchFamily="18" charset="0"/>
              </a:rPr>
              <a:t>元素电势图的表示方法</a:t>
            </a:r>
          </a:p>
        </p:txBody>
      </p:sp>
      <p:grpSp>
        <p:nvGrpSpPr>
          <p:cNvPr id="2" name="Group 5"/>
          <p:cNvGrpSpPr/>
          <p:nvPr/>
        </p:nvGrpSpPr>
        <p:grpSpPr>
          <a:xfrm>
            <a:off x="3009900" y="1579563"/>
            <a:ext cx="5122863" cy="2024062"/>
            <a:chOff x="2191" y="991"/>
            <a:chExt cx="3227" cy="1275"/>
          </a:xfrm>
        </p:grpSpPr>
        <p:sp>
          <p:nvSpPr>
            <p:cNvPr id="43041" name="Line 6"/>
            <p:cNvSpPr/>
            <p:nvPr/>
          </p:nvSpPr>
          <p:spPr>
            <a:xfrm>
              <a:off x="2496" y="1307"/>
              <a:ext cx="907" cy="1"/>
            </a:xfrm>
            <a:prstGeom prst="line">
              <a:avLst/>
            </a:prstGeom>
            <a:ln w="15875" cap="flat" cmpd="sng">
              <a:solidFill>
                <a:srgbClr val="000000"/>
              </a:solidFill>
              <a:prstDash val="solid"/>
              <a:headEnd type="none" w="med" len="med"/>
              <a:tailEnd type="none" w="med" len="med"/>
            </a:ln>
          </p:spPr>
        </p:sp>
        <p:sp>
          <p:nvSpPr>
            <p:cNvPr id="43042" name="Line 7"/>
            <p:cNvSpPr/>
            <p:nvPr/>
          </p:nvSpPr>
          <p:spPr>
            <a:xfrm>
              <a:off x="4025" y="1307"/>
              <a:ext cx="907" cy="1"/>
            </a:xfrm>
            <a:prstGeom prst="line">
              <a:avLst/>
            </a:prstGeom>
            <a:ln w="15875" cap="flat" cmpd="sng">
              <a:solidFill>
                <a:srgbClr val="000000"/>
              </a:solidFill>
              <a:prstDash val="solid"/>
              <a:headEnd type="none" w="med" len="med"/>
              <a:tailEnd type="none" w="med" len="med"/>
            </a:ln>
          </p:spPr>
        </p:sp>
        <p:sp>
          <p:nvSpPr>
            <p:cNvPr id="43043" name="Rectangle 8"/>
            <p:cNvSpPr/>
            <p:nvPr/>
          </p:nvSpPr>
          <p:spPr>
            <a:xfrm>
              <a:off x="5244" y="1148"/>
              <a:ext cx="17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4" name="Rectangle 9"/>
            <p:cNvSpPr/>
            <p:nvPr/>
          </p:nvSpPr>
          <p:spPr>
            <a:xfrm>
              <a:off x="4978" y="1148"/>
              <a:ext cx="17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5" name="Rectangle 10"/>
            <p:cNvSpPr/>
            <p:nvPr/>
          </p:nvSpPr>
          <p:spPr>
            <a:xfrm>
              <a:off x="4862" y="1148"/>
              <a:ext cx="112"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6" name="Rectangle 11"/>
            <p:cNvSpPr/>
            <p:nvPr/>
          </p:nvSpPr>
          <p:spPr>
            <a:xfrm>
              <a:off x="4111" y="991"/>
              <a:ext cx="66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1.763V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7" name="Rectangle 12"/>
            <p:cNvSpPr/>
            <p:nvPr/>
          </p:nvSpPr>
          <p:spPr>
            <a:xfrm>
              <a:off x="3628" y="991"/>
              <a:ext cx="22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8" name="Rectangle 13"/>
            <p:cNvSpPr/>
            <p:nvPr/>
          </p:nvSpPr>
          <p:spPr>
            <a:xfrm>
              <a:off x="2911" y="1148"/>
              <a:ext cx="112"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49" name="Rectangle 14"/>
            <p:cNvSpPr/>
            <p:nvPr/>
          </p:nvSpPr>
          <p:spPr>
            <a:xfrm>
              <a:off x="2959" y="991"/>
              <a:ext cx="33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50" name="Rectangle 15"/>
            <p:cNvSpPr/>
            <p:nvPr/>
          </p:nvSpPr>
          <p:spPr>
            <a:xfrm>
              <a:off x="2542" y="991"/>
              <a:ext cx="778"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0.6945V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51" name="Rectangle 16"/>
            <p:cNvSpPr/>
            <p:nvPr/>
          </p:nvSpPr>
          <p:spPr>
            <a:xfrm>
              <a:off x="5167" y="1301"/>
              <a:ext cx="76" cy="182"/>
            </a:xfrm>
            <a:prstGeom prst="rect">
              <a:avLst/>
            </a:prstGeom>
            <a:noFill/>
            <a:ln w="9525">
              <a:noFill/>
            </a:ln>
          </p:spPr>
          <p:txBody>
            <a:bodyPr wrap="none"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2</a:t>
              </a:r>
              <a:endParaRPr lang="en-US" altLang="zh-CN" i="0" baseline="-25000" dirty="0">
                <a:solidFill>
                  <a:srgbClr val="336600"/>
                </a:solidFill>
                <a:latin typeface="Arial" panose="020B0604020202020204" pitchFamily="34" charset="0"/>
                <a:ea typeface="宋体" panose="02010600030101010101" pitchFamily="2" charset="-122"/>
              </a:endParaRPr>
            </a:p>
          </p:txBody>
        </p:sp>
        <p:grpSp>
          <p:nvGrpSpPr>
            <p:cNvPr id="43052" name="Group 17"/>
            <p:cNvGrpSpPr/>
            <p:nvPr/>
          </p:nvGrpSpPr>
          <p:grpSpPr>
            <a:xfrm>
              <a:off x="3460" y="1148"/>
              <a:ext cx="528" cy="335"/>
              <a:chOff x="3026" y="1148"/>
              <a:chExt cx="528" cy="335"/>
            </a:xfrm>
          </p:grpSpPr>
          <p:sp>
            <p:nvSpPr>
              <p:cNvPr id="43064" name="Rectangle 18"/>
              <p:cNvSpPr/>
              <p:nvPr/>
            </p:nvSpPr>
            <p:spPr>
              <a:xfrm>
                <a:off x="3293" y="1148"/>
                <a:ext cx="17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65" name="Rectangle 19"/>
              <p:cNvSpPr/>
              <p:nvPr/>
            </p:nvSpPr>
            <p:spPr>
              <a:xfrm>
                <a:off x="3026" y="1148"/>
                <a:ext cx="17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66" name="Rectangle 20"/>
              <p:cNvSpPr/>
              <p:nvPr/>
            </p:nvSpPr>
            <p:spPr>
              <a:xfrm>
                <a:off x="3478" y="1301"/>
                <a:ext cx="76" cy="182"/>
              </a:xfrm>
              <a:prstGeom prst="rect">
                <a:avLst/>
              </a:prstGeom>
              <a:noFill/>
              <a:ln w="9525">
                <a:noFill/>
              </a:ln>
            </p:spPr>
            <p:txBody>
              <a:bodyPr wrap="none"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2</a:t>
                </a:r>
                <a:endParaRPr lang="en-US" altLang="zh-CN" i="0" baseline="-25000" dirty="0">
                  <a:solidFill>
                    <a:srgbClr val="336600"/>
                  </a:solidFill>
                  <a:latin typeface="Arial" panose="020B0604020202020204" pitchFamily="34" charset="0"/>
                  <a:ea typeface="宋体" panose="02010600030101010101" pitchFamily="2" charset="-122"/>
                </a:endParaRPr>
              </a:p>
            </p:txBody>
          </p:sp>
          <p:sp>
            <p:nvSpPr>
              <p:cNvPr id="43067" name="Rectangle 21"/>
              <p:cNvSpPr/>
              <p:nvPr/>
            </p:nvSpPr>
            <p:spPr>
              <a:xfrm>
                <a:off x="3215" y="1301"/>
                <a:ext cx="76" cy="182"/>
              </a:xfrm>
              <a:prstGeom prst="rect">
                <a:avLst/>
              </a:prstGeom>
              <a:noFill/>
              <a:ln w="9525">
                <a:noFill/>
              </a:ln>
            </p:spPr>
            <p:txBody>
              <a:bodyPr wrap="none"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2</a:t>
                </a:r>
                <a:endParaRPr lang="en-US" altLang="zh-CN" i="0" baseline="-25000" dirty="0">
                  <a:solidFill>
                    <a:srgbClr val="336600"/>
                  </a:solidFill>
                  <a:latin typeface="Arial" panose="020B0604020202020204" pitchFamily="34" charset="0"/>
                  <a:ea typeface="宋体" panose="02010600030101010101" pitchFamily="2" charset="-122"/>
                </a:endParaRPr>
              </a:p>
            </p:txBody>
          </p:sp>
        </p:grpSp>
        <p:sp>
          <p:nvSpPr>
            <p:cNvPr id="43053" name="Rectangle 22"/>
            <p:cNvSpPr/>
            <p:nvPr/>
          </p:nvSpPr>
          <p:spPr>
            <a:xfrm>
              <a:off x="4260" y="1334"/>
              <a:ext cx="377" cy="269"/>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Z</a:t>
              </a:r>
              <a:r>
                <a:rPr lang="en-US" altLang="zh-CN" i="0" dirty="0">
                  <a:solidFill>
                    <a:srgbClr val="336600"/>
                  </a:solidFill>
                  <a:latin typeface="Times New Roman" panose="02020603050405020304" pitchFamily="18" charset="0"/>
                  <a:ea typeface="宋体" panose="02010600030101010101" pitchFamily="2" charset="-122"/>
                </a:rPr>
                <a:t>=1</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54" name="Rectangle 23"/>
            <p:cNvSpPr/>
            <p:nvPr/>
          </p:nvSpPr>
          <p:spPr>
            <a:xfrm>
              <a:off x="2766" y="1342"/>
              <a:ext cx="377" cy="269"/>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Z</a:t>
              </a:r>
              <a:r>
                <a:rPr lang="en-US" altLang="zh-CN" i="0" dirty="0">
                  <a:solidFill>
                    <a:srgbClr val="336600"/>
                  </a:solidFill>
                  <a:latin typeface="Times New Roman" panose="02020603050405020304" pitchFamily="18" charset="0"/>
                  <a:ea typeface="宋体" panose="02010600030101010101" pitchFamily="2" charset="-122"/>
                </a:rPr>
                <a:t>=1</a:t>
              </a:r>
              <a:endParaRPr lang="en-US" altLang="zh-CN" i="0" dirty="0">
                <a:solidFill>
                  <a:srgbClr val="336600"/>
                </a:solidFill>
                <a:latin typeface="Arial" panose="020B0604020202020204" pitchFamily="34" charset="0"/>
                <a:ea typeface="宋体" panose="02010600030101010101" pitchFamily="2" charset="-122"/>
              </a:endParaRPr>
            </a:p>
          </p:txBody>
        </p:sp>
        <p:grpSp>
          <p:nvGrpSpPr>
            <p:cNvPr id="43055" name="Group 24"/>
            <p:cNvGrpSpPr/>
            <p:nvPr/>
          </p:nvGrpSpPr>
          <p:grpSpPr>
            <a:xfrm>
              <a:off x="2191" y="1148"/>
              <a:ext cx="261" cy="359"/>
              <a:chOff x="1140" y="1148"/>
              <a:chExt cx="261" cy="359"/>
            </a:xfrm>
          </p:grpSpPr>
          <p:sp>
            <p:nvSpPr>
              <p:cNvPr id="43061" name="Rectangle 25"/>
              <p:cNvSpPr/>
              <p:nvPr/>
            </p:nvSpPr>
            <p:spPr>
              <a:xfrm>
                <a:off x="1140" y="1148"/>
                <a:ext cx="17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O</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62" name="Rectangle 26"/>
              <p:cNvSpPr/>
              <p:nvPr/>
            </p:nvSpPr>
            <p:spPr>
              <a:xfrm>
                <a:off x="1325" y="1301"/>
                <a:ext cx="76" cy="182"/>
              </a:xfrm>
              <a:prstGeom prst="rect">
                <a:avLst/>
              </a:prstGeom>
              <a:noFill/>
              <a:ln w="9525">
                <a:noFill/>
              </a:ln>
            </p:spPr>
            <p:txBody>
              <a:bodyPr wrap="none"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2</a:t>
                </a:r>
                <a:endParaRPr lang="en-US" altLang="zh-CN" i="0" baseline="-25000" dirty="0">
                  <a:solidFill>
                    <a:srgbClr val="336600"/>
                  </a:solidFill>
                  <a:latin typeface="Arial" panose="020B0604020202020204" pitchFamily="34" charset="0"/>
                  <a:ea typeface="宋体" panose="02010600030101010101" pitchFamily="2" charset="-122"/>
                </a:endParaRPr>
              </a:p>
            </p:txBody>
          </p:sp>
          <p:sp>
            <p:nvSpPr>
              <p:cNvPr id="43063" name="Line 27"/>
              <p:cNvSpPr/>
              <p:nvPr/>
            </p:nvSpPr>
            <p:spPr>
              <a:xfrm>
                <a:off x="1296" y="1507"/>
                <a:ext cx="0" cy="0"/>
              </a:xfrm>
              <a:prstGeom prst="line">
                <a:avLst/>
              </a:prstGeom>
              <a:ln w="12700" cap="sq" cmpd="sng">
                <a:solidFill>
                  <a:schemeClr val="tx1"/>
                </a:solidFill>
                <a:prstDash val="solid"/>
                <a:headEnd type="none" w="sm" len="sm"/>
                <a:tailEnd type="none" w="sm" len="sm"/>
              </a:ln>
            </p:spPr>
          </p:sp>
        </p:grpSp>
        <p:sp>
          <p:nvSpPr>
            <p:cNvPr id="43056" name="Line 28"/>
            <p:cNvSpPr/>
            <p:nvPr/>
          </p:nvSpPr>
          <p:spPr>
            <a:xfrm>
              <a:off x="2256" y="1507"/>
              <a:ext cx="0" cy="432"/>
            </a:xfrm>
            <a:prstGeom prst="line">
              <a:avLst/>
            </a:prstGeom>
            <a:ln w="12700" cap="sq" cmpd="sng">
              <a:solidFill>
                <a:schemeClr val="tx1"/>
              </a:solidFill>
              <a:prstDash val="solid"/>
              <a:headEnd type="none" w="sm" len="sm"/>
              <a:tailEnd type="none" w="sm" len="sm"/>
            </a:ln>
          </p:spPr>
        </p:sp>
        <p:sp>
          <p:nvSpPr>
            <p:cNvPr id="43057" name="Line 29"/>
            <p:cNvSpPr/>
            <p:nvPr/>
          </p:nvSpPr>
          <p:spPr>
            <a:xfrm>
              <a:off x="5280" y="1507"/>
              <a:ext cx="0" cy="432"/>
            </a:xfrm>
            <a:prstGeom prst="line">
              <a:avLst/>
            </a:prstGeom>
            <a:ln w="12700" cap="sq" cmpd="sng">
              <a:solidFill>
                <a:schemeClr val="tx1"/>
              </a:solidFill>
              <a:prstDash val="solid"/>
              <a:headEnd type="none" w="sm" len="sm"/>
              <a:tailEnd type="none" w="sm" len="sm"/>
            </a:ln>
          </p:spPr>
        </p:sp>
        <p:sp>
          <p:nvSpPr>
            <p:cNvPr id="43058" name="Text Box 30"/>
            <p:cNvSpPr txBox="1"/>
            <p:nvPr/>
          </p:nvSpPr>
          <p:spPr>
            <a:xfrm>
              <a:off x="3216" y="1603"/>
              <a:ext cx="960" cy="327"/>
            </a:xfrm>
            <a:prstGeom prst="rect">
              <a:avLst/>
            </a:prstGeom>
            <a:noFill/>
            <a:ln w="12700">
              <a:noFill/>
            </a:ln>
          </p:spPr>
          <p:txBody>
            <a:bodyPr>
              <a:spAutoFit/>
            </a:bodyPr>
            <a:lstStyle/>
            <a:p>
              <a:r>
                <a:rPr lang="en-US" altLang="zh-CN" i="0" dirty="0">
                  <a:solidFill>
                    <a:srgbClr val="336600"/>
                  </a:solidFill>
                  <a:latin typeface="Times New Roman" panose="02020603050405020304" pitchFamily="18" charset="0"/>
                  <a:ea typeface="宋体" panose="02010600030101010101" pitchFamily="2" charset="-122"/>
                </a:rPr>
                <a:t>1.229V</a:t>
              </a:r>
            </a:p>
          </p:txBody>
        </p:sp>
        <p:sp>
          <p:nvSpPr>
            <p:cNvPr id="43059" name="Text Box 31"/>
            <p:cNvSpPr txBox="1"/>
            <p:nvPr/>
          </p:nvSpPr>
          <p:spPr>
            <a:xfrm>
              <a:off x="3264" y="1939"/>
              <a:ext cx="912" cy="327"/>
            </a:xfrm>
            <a:prstGeom prst="rect">
              <a:avLst/>
            </a:prstGeom>
            <a:noFill/>
            <a:ln w="12700">
              <a:noFill/>
            </a:ln>
          </p:spPr>
          <p:txBody>
            <a:bodyPr>
              <a:spAutoFit/>
            </a:bodyPr>
            <a:lstStyle/>
            <a:p>
              <a:r>
                <a:rPr lang="en-US" altLang="zh-CN" i="0" dirty="0">
                  <a:solidFill>
                    <a:srgbClr val="336600"/>
                  </a:solidFill>
                  <a:latin typeface="Times New Roman" panose="02020603050405020304" pitchFamily="18" charset="0"/>
                  <a:ea typeface="宋体" panose="02010600030101010101" pitchFamily="2" charset="-122"/>
                </a:rPr>
                <a:t> </a:t>
              </a:r>
              <a:r>
                <a:rPr lang="en-US" altLang="zh-CN" dirty="0">
                  <a:solidFill>
                    <a:srgbClr val="336600"/>
                  </a:solidFill>
                  <a:latin typeface="Times New Roman" panose="02020603050405020304" pitchFamily="18" charset="0"/>
                  <a:ea typeface="宋体" panose="02010600030101010101" pitchFamily="2" charset="-122"/>
                </a:rPr>
                <a:t>Z </a:t>
              </a:r>
              <a:r>
                <a:rPr lang="en-US" altLang="zh-CN" i="0" dirty="0">
                  <a:solidFill>
                    <a:srgbClr val="336600"/>
                  </a:solidFill>
                  <a:latin typeface="Times New Roman" panose="02020603050405020304" pitchFamily="18" charset="0"/>
                  <a:ea typeface="宋体" panose="02010600030101010101" pitchFamily="2" charset="-122"/>
                </a:rPr>
                <a:t>= 2</a:t>
              </a:r>
            </a:p>
          </p:txBody>
        </p:sp>
        <p:sp>
          <p:nvSpPr>
            <p:cNvPr id="43060" name="Line 32"/>
            <p:cNvSpPr/>
            <p:nvPr/>
          </p:nvSpPr>
          <p:spPr>
            <a:xfrm>
              <a:off x="2256" y="1936"/>
              <a:ext cx="3024" cy="0"/>
            </a:xfrm>
            <a:prstGeom prst="line">
              <a:avLst/>
            </a:prstGeom>
            <a:ln w="12700" cap="flat" cmpd="sng">
              <a:solidFill>
                <a:schemeClr val="tx1"/>
              </a:solidFill>
              <a:prstDash val="solid"/>
              <a:headEnd type="none" w="sm" len="sm"/>
              <a:tailEnd type="none" w="sm" len="sm"/>
            </a:ln>
          </p:spPr>
        </p:sp>
      </p:grpSp>
      <p:grpSp>
        <p:nvGrpSpPr>
          <p:cNvPr id="5" name="Group 33"/>
          <p:cNvGrpSpPr/>
          <p:nvPr/>
        </p:nvGrpSpPr>
        <p:grpSpPr>
          <a:xfrm>
            <a:off x="1447800" y="1828800"/>
            <a:ext cx="914400" cy="531813"/>
            <a:chOff x="201" y="1148"/>
            <a:chExt cx="576" cy="335"/>
          </a:xfrm>
        </p:grpSpPr>
        <p:sp>
          <p:nvSpPr>
            <p:cNvPr id="43038" name="Rectangle 34"/>
            <p:cNvSpPr/>
            <p:nvPr/>
          </p:nvSpPr>
          <p:spPr>
            <a:xfrm>
              <a:off x="553" y="1148"/>
              <a:ext cx="224"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3039" name="Rectangle 35"/>
            <p:cNvSpPr/>
            <p:nvPr/>
          </p:nvSpPr>
          <p:spPr>
            <a:xfrm>
              <a:off x="410" y="1301"/>
              <a:ext cx="110" cy="182"/>
            </a:xfrm>
            <a:prstGeom prst="rect">
              <a:avLst/>
            </a:prstGeom>
            <a:noFill/>
            <a:ln w="9525">
              <a:noFill/>
            </a:ln>
          </p:spPr>
          <p:txBody>
            <a:bodyPr wrap="none"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A</a:t>
              </a:r>
              <a:endParaRPr lang="en-US" altLang="zh-CN" i="0" baseline="-25000" dirty="0">
                <a:solidFill>
                  <a:srgbClr val="336600"/>
                </a:solidFill>
                <a:latin typeface="Arial" panose="020B0604020202020204" pitchFamily="34" charset="0"/>
                <a:ea typeface="宋体" panose="02010600030101010101" pitchFamily="2" charset="-122"/>
              </a:endParaRPr>
            </a:p>
          </p:txBody>
        </p:sp>
        <p:sp>
          <p:nvSpPr>
            <p:cNvPr id="43040" name="Rectangle 36"/>
            <p:cNvSpPr/>
            <p:nvPr/>
          </p:nvSpPr>
          <p:spPr>
            <a:xfrm>
              <a:off x="201" y="1148"/>
              <a:ext cx="205" cy="269"/>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 E</a:t>
              </a:r>
              <a:endParaRPr lang="en-US" altLang="zh-CN" i="0" dirty="0">
                <a:solidFill>
                  <a:srgbClr val="336600"/>
                </a:solidFill>
                <a:latin typeface="Arial" panose="020B0604020202020204" pitchFamily="34" charset="0"/>
                <a:ea typeface="宋体" panose="02010600030101010101" pitchFamily="2" charset="-122"/>
              </a:endParaRPr>
            </a:p>
          </p:txBody>
        </p:sp>
        <p:graphicFrame>
          <p:nvGraphicFramePr>
            <p:cNvPr id="43010" name="Object 37"/>
            <p:cNvGraphicFramePr>
              <a:graphicFrameLocks/>
            </p:cNvGraphicFramePr>
            <p:nvPr/>
          </p:nvGraphicFramePr>
          <p:xfrm>
            <a:off x="416" y="1152"/>
            <a:ext cx="171" cy="168"/>
          </p:xfrm>
          <a:graphic>
            <a:graphicData uri="http://schemas.openxmlformats.org/presentationml/2006/ole">
              <p:oleObj spid="_x0000_s145409" r:id="rId4" imgW="20669250" imgH="13163550" progId="">
                <p:embed/>
              </p:oleObj>
            </a:graphicData>
          </a:graphic>
        </p:graphicFrame>
      </p:grpSp>
      <p:grpSp>
        <p:nvGrpSpPr>
          <p:cNvPr id="6" name="Group 71"/>
          <p:cNvGrpSpPr/>
          <p:nvPr/>
        </p:nvGrpSpPr>
        <p:grpSpPr>
          <a:xfrm>
            <a:off x="304800" y="4800600"/>
            <a:ext cx="8458200" cy="1563688"/>
            <a:chOff x="192" y="3024"/>
            <a:chExt cx="5328" cy="985"/>
          </a:xfrm>
        </p:grpSpPr>
        <p:sp>
          <p:nvSpPr>
            <p:cNvPr id="153648" name="Rectangle 48"/>
            <p:cNvSpPr>
              <a:spLocks noChangeArrowheads="1"/>
            </p:cNvSpPr>
            <p:nvPr/>
          </p:nvSpPr>
          <p:spPr bwMode="auto">
            <a:xfrm>
              <a:off x="432" y="3120"/>
              <a:ext cx="5088" cy="889"/>
            </a:xfrm>
            <a:prstGeom prst="rect">
              <a:avLst/>
            </a:prstGeom>
            <a:noFill/>
            <a:ln w="38100">
              <a:solidFill>
                <a:schemeClr val="tx1"/>
              </a:solid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1" lang="en-US" altLang="zh-CN" sz="2600" b="1" i="0" u="none" strike="noStrike" kern="1200" cap="none" spc="0" normalizeH="0" baseline="0" noProof="0">
                  <a:ln>
                    <a:noFill/>
                  </a:ln>
                  <a:solidFill>
                    <a:srgbClr val="FF5050"/>
                  </a:solidFill>
                  <a:effectLst/>
                  <a:uLnTx/>
                  <a:uFillTx/>
                  <a:latin typeface="Tahoma" panose="020B0604030504040204" pitchFamily="34" charset="0"/>
                  <a:ea typeface="楷体_GB2312" pitchFamily="49" charset="-122"/>
                  <a:cs typeface="+mn-cs"/>
                </a:rPr>
                <a:t>       ①</a:t>
              </a:r>
              <a:r>
                <a:rPr kumimoji="1" lang="en-US" altLang="zh-CN" sz="3200" b="1" i="0" u="none" strike="noStrike" kern="1200" cap="none" spc="0" normalizeH="0" baseline="0" noProof="0">
                  <a:ln>
                    <a:noFill/>
                  </a:ln>
                  <a:solidFill>
                    <a:srgbClr val="333399"/>
                  </a:solidFill>
                  <a:effectLst>
                    <a:outerShdw blurRad="38100" dist="38100" dir="2700000" algn="tl">
                      <a:srgbClr val="C0C0C0"/>
                    </a:outerShdw>
                  </a:effectLst>
                  <a:uLnTx/>
                  <a:uFillTx/>
                  <a:latin typeface="Times New Roman" panose="02020603050405020304" pitchFamily="18" charset="0"/>
                  <a:ea typeface="幼圆" panose="02010509060101010101" pitchFamily="49" charset="-122"/>
                  <a:cs typeface="+mn-cs"/>
                </a:rPr>
                <a:t> </a:t>
              </a:r>
              <a:r>
                <a:rPr kumimoji="1" lang="zh-CN" altLang="en-US" sz="2600" b="1" i="0"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把同一元素</a:t>
              </a:r>
              <a:r>
                <a:rPr kumimoji="1" lang="zh-CN" altLang="en-US" sz="2600" b="1" i="0" u="none" strike="noStrike" kern="1200" cap="none" spc="0" normalizeH="0" baseline="0" noProof="0">
                  <a:ln>
                    <a:noFill/>
                  </a:ln>
                  <a:solidFill>
                    <a:srgbClr val="0000CC"/>
                  </a:solidFill>
                  <a:effectLst/>
                  <a:uLnTx/>
                  <a:uFillTx/>
                  <a:latin typeface="楷体_GB2312" pitchFamily="49" charset="-122"/>
                  <a:ea typeface="楷体_GB2312" pitchFamily="49" charset="-122"/>
                  <a:cs typeface="+mn-cs"/>
                </a:rPr>
                <a:t>各氧化数不同的物种按氧化值从高到低向右排列；</a:t>
              </a:r>
              <a:r>
                <a:rPr kumimoji="1" lang="zh-CN" altLang="en-US" sz="2600" b="1" i="0" u="none" strike="noStrike" kern="1200" cap="none" spc="0" normalizeH="0" baseline="0" noProof="0">
                  <a:ln>
                    <a:noFill/>
                  </a:ln>
                  <a:solidFill>
                    <a:srgbClr val="FF5050"/>
                  </a:solidFill>
                  <a:effectLst/>
                  <a:uLnTx/>
                  <a:uFillTx/>
                  <a:latin typeface="Tahoma" panose="020B0604030504040204" pitchFamily="34" charset="0"/>
                  <a:ea typeface="楷体_GB2312" pitchFamily="49" charset="-122"/>
                  <a:cs typeface="+mn-cs"/>
                </a:rPr>
                <a:t>②</a:t>
              </a:r>
              <a:r>
                <a:rPr kumimoji="1" lang="zh-CN" altLang="en-US" sz="2600" b="1" i="0" u="none" strike="noStrike" kern="1200" cap="none" spc="0" normalizeH="0" baseline="0" noProof="0">
                  <a:ln>
                    <a:noFill/>
                  </a:ln>
                  <a:solidFill>
                    <a:srgbClr val="0000CC"/>
                  </a:solidFill>
                  <a:effectLst/>
                  <a:uLnTx/>
                  <a:uFillTx/>
                  <a:latin typeface="楷体_GB2312" pitchFamily="49" charset="-122"/>
                  <a:ea typeface="楷体_GB2312" pitchFamily="49" charset="-122"/>
                  <a:cs typeface="+mn-cs"/>
                </a:rPr>
                <a:t>各物种间用直线相连接，直线上方标明相应电对的</a:t>
              </a:r>
              <a:r>
                <a:rPr kumimoji="1" lang="en-US" altLang="zh-CN" sz="2600" b="1" i="1" u="none" strike="noStrike" kern="1200" cap="none" spc="0" normalizeH="0" baseline="0" noProof="0">
                  <a:ln>
                    <a:noFill/>
                  </a:ln>
                  <a:solidFill>
                    <a:srgbClr val="0000CC"/>
                  </a:solidFill>
                  <a:effectLst/>
                  <a:uLnTx/>
                  <a:uFillTx/>
                  <a:latin typeface="Times New Roman" panose="02020603050405020304" pitchFamily="18" charset="0"/>
                  <a:ea typeface="楷体_GB2312" pitchFamily="49" charset="-122"/>
                  <a:cs typeface="+mn-cs"/>
                </a:rPr>
                <a:t>E</a:t>
              </a:r>
              <a:r>
                <a:rPr kumimoji="1" lang="el-GR" altLang="zh-CN" sz="2600" b="1" i="1" u="none" strike="noStrike" kern="1200" cap="none" spc="0" normalizeH="0" baseline="30000" noProof="0">
                  <a:ln>
                    <a:noFill/>
                  </a:ln>
                  <a:solidFill>
                    <a:srgbClr val="0000CC"/>
                  </a:solidFill>
                  <a:effectLst/>
                  <a:uLnTx/>
                  <a:uFillTx/>
                  <a:latin typeface="Times New Roman" panose="02020603050405020304" pitchFamily="18" charset="0"/>
                  <a:ea typeface="楷体_GB2312" pitchFamily="49" charset="-122"/>
                  <a:cs typeface="Times New Roman" panose="02020603050405020304" pitchFamily="18" charset="0"/>
                </a:rPr>
                <a:t>Θ</a:t>
              </a:r>
              <a:r>
                <a:rPr kumimoji="1" lang="zh-CN" altLang="en-US" sz="2600" b="1" i="0" u="none" strike="noStrike" kern="1200" cap="none" spc="0" normalizeH="0" baseline="0" noProof="0">
                  <a:ln>
                    <a:noFill/>
                  </a:ln>
                  <a:solidFill>
                    <a:srgbClr val="0000CC"/>
                  </a:solidFill>
                  <a:effectLst/>
                  <a:uLnTx/>
                  <a:uFillTx/>
                  <a:latin typeface="楷体_GB2312" pitchFamily="49" charset="-122"/>
                  <a:ea typeface="楷体_GB2312" pitchFamily="49" charset="-122"/>
                  <a:cs typeface="+mn-cs"/>
                </a:rPr>
                <a:t>，线下方为转移电子数。</a:t>
              </a:r>
            </a:p>
          </p:txBody>
        </p:sp>
        <p:sp>
          <p:nvSpPr>
            <p:cNvPr id="43037" name="Rectangle 49"/>
            <p:cNvSpPr/>
            <p:nvPr/>
          </p:nvSpPr>
          <p:spPr>
            <a:xfrm>
              <a:off x="192" y="3024"/>
              <a:ext cx="596" cy="245"/>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lnSpc>
                  <a:spcPct val="65000"/>
                </a:lnSpc>
              </a:pPr>
              <a:r>
                <a:rPr lang="zh-CN" altLang="en-US" sz="3000" dirty="0">
                  <a:solidFill>
                    <a:srgbClr val="FF0000"/>
                  </a:solidFill>
                  <a:latin typeface="Times New Roman" panose="02020603050405020304" pitchFamily="18" charset="0"/>
                  <a:ea typeface="隶书" panose="02010509060101010101" pitchFamily="49" charset="-122"/>
                </a:rPr>
                <a:t>定义</a:t>
              </a:r>
            </a:p>
          </p:txBody>
        </p:sp>
      </p:grpSp>
      <p:grpSp>
        <p:nvGrpSpPr>
          <p:cNvPr id="7" name="Group 50"/>
          <p:cNvGrpSpPr/>
          <p:nvPr/>
        </p:nvGrpSpPr>
        <p:grpSpPr>
          <a:xfrm>
            <a:off x="914400" y="3352800"/>
            <a:ext cx="8229600" cy="1171575"/>
            <a:chOff x="480" y="3100"/>
            <a:chExt cx="5424" cy="949"/>
          </a:xfrm>
        </p:grpSpPr>
        <p:sp>
          <p:nvSpPr>
            <p:cNvPr id="43020" name="Text Box 51"/>
            <p:cNvSpPr txBox="1"/>
            <p:nvPr/>
          </p:nvSpPr>
          <p:spPr>
            <a:xfrm>
              <a:off x="480" y="3100"/>
              <a:ext cx="288" cy="420"/>
            </a:xfrm>
            <a:prstGeom prst="rect">
              <a:avLst/>
            </a:prstGeom>
            <a:noFill/>
            <a:ln w="9525">
              <a:noFill/>
            </a:ln>
          </p:spPr>
          <p:txBody>
            <a:bodyPr>
              <a:spAutoFit/>
            </a:bodyPr>
            <a:lstStyle/>
            <a:p>
              <a:r>
                <a:rPr lang="en-US" altLang="zh-CN" dirty="0">
                  <a:solidFill>
                    <a:srgbClr val="336600"/>
                  </a:solidFill>
                  <a:latin typeface="Times New Roman" panose="02020603050405020304" pitchFamily="18" charset="0"/>
                  <a:ea typeface="Arial Unicode MS" panose="020B0604020202020204" charset="-122"/>
                </a:rPr>
                <a:t>E</a:t>
              </a:r>
            </a:p>
          </p:txBody>
        </p:sp>
        <p:sp>
          <p:nvSpPr>
            <p:cNvPr id="43021" name="Text Box 52"/>
            <p:cNvSpPr txBox="1"/>
            <p:nvPr/>
          </p:nvSpPr>
          <p:spPr>
            <a:xfrm>
              <a:off x="698" y="3292"/>
              <a:ext cx="193"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B</a:t>
              </a:r>
            </a:p>
          </p:txBody>
        </p:sp>
        <p:sp>
          <p:nvSpPr>
            <p:cNvPr id="43022" name="Text Box 53"/>
            <p:cNvSpPr txBox="1"/>
            <p:nvPr/>
          </p:nvSpPr>
          <p:spPr>
            <a:xfrm>
              <a:off x="816" y="3100"/>
              <a:ext cx="528"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/V</a:t>
              </a:r>
            </a:p>
          </p:txBody>
        </p:sp>
        <p:grpSp>
          <p:nvGrpSpPr>
            <p:cNvPr id="43023" name="Group 54"/>
            <p:cNvGrpSpPr/>
            <p:nvPr/>
          </p:nvGrpSpPr>
          <p:grpSpPr>
            <a:xfrm>
              <a:off x="1680" y="3148"/>
              <a:ext cx="4224" cy="901"/>
              <a:chOff x="1680" y="3148"/>
              <a:chExt cx="4224" cy="901"/>
            </a:xfrm>
          </p:grpSpPr>
          <p:sp>
            <p:nvSpPr>
              <p:cNvPr id="43027" name="Text Box 55"/>
              <p:cNvSpPr txBox="1"/>
              <p:nvPr/>
            </p:nvSpPr>
            <p:spPr>
              <a:xfrm>
                <a:off x="1680" y="3292"/>
                <a:ext cx="4224"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O</a:t>
                </a:r>
                <a:r>
                  <a:rPr lang="en-US" altLang="zh-CN" i="0" baseline="-25000" dirty="0">
                    <a:solidFill>
                      <a:srgbClr val="336600"/>
                    </a:solidFill>
                    <a:latin typeface="Times New Roman" panose="02020603050405020304" pitchFamily="18" charset="0"/>
                    <a:ea typeface="Arial Unicode MS" panose="020B0604020202020204" charset="-122"/>
                  </a:rPr>
                  <a:t>2                        </a:t>
                </a:r>
                <a:r>
                  <a:rPr lang="en-US" altLang="zh-CN" i="0" dirty="0">
                    <a:solidFill>
                      <a:srgbClr val="336600"/>
                    </a:solidFill>
                    <a:latin typeface="Times New Roman" panose="02020603050405020304" pitchFamily="18" charset="0"/>
                    <a:ea typeface="Arial Unicode MS" panose="020B0604020202020204" charset="-122"/>
                  </a:rPr>
                  <a:t>HO</a:t>
                </a:r>
                <a:r>
                  <a:rPr lang="en-US" altLang="zh-CN" i="0" baseline="-25000" dirty="0">
                    <a:solidFill>
                      <a:srgbClr val="336600"/>
                    </a:solidFill>
                    <a:latin typeface="Times New Roman" panose="02020603050405020304" pitchFamily="18" charset="0"/>
                    <a:ea typeface="Arial Unicode MS" panose="020B0604020202020204" charset="-122"/>
                  </a:rPr>
                  <a:t>2                            </a:t>
                </a:r>
                <a:r>
                  <a:rPr lang="en-US" altLang="zh-CN" i="0" dirty="0">
                    <a:solidFill>
                      <a:srgbClr val="336600"/>
                    </a:solidFill>
                    <a:latin typeface="Times New Roman" panose="02020603050405020304" pitchFamily="18" charset="0"/>
                    <a:ea typeface="Arial Unicode MS" panose="020B0604020202020204" charset="-122"/>
                  </a:rPr>
                  <a:t>H</a:t>
                </a:r>
                <a:r>
                  <a:rPr lang="en-US" altLang="zh-CN" i="0" baseline="-25000" dirty="0">
                    <a:solidFill>
                      <a:srgbClr val="336600"/>
                    </a:solidFill>
                    <a:latin typeface="Times New Roman" panose="02020603050405020304" pitchFamily="18" charset="0"/>
                    <a:ea typeface="Arial Unicode MS" panose="020B0604020202020204" charset="-122"/>
                  </a:rPr>
                  <a:t>2</a:t>
                </a:r>
                <a:r>
                  <a:rPr lang="en-US" altLang="zh-CN" i="0" dirty="0">
                    <a:solidFill>
                      <a:srgbClr val="336600"/>
                    </a:solidFill>
                    <a:latin typeface="Times New Roman" panose="02020603050405020304" pitchFamily="18" charset="0"/>
                    <a:ea typeface="Arial Unicode MS" panose="020B0604020202020204" charset="-122"/>
                  </a:rPr>
                  <a:t>O</a:t>
                </a:r>
              </a:p>
            </p:txBody>
          </p:sp>
          <p:sp>
            <p:nvSpPr>
              <p:cNvPr id="43028" name="Text Box 56"/>
              <p:cNvSpPr txBox="1"/>
              <p:nvPr/>
            </p:nvSpPr>
            <p:spPr>
              <a:xfrm>
                <a:off x="2064" y="3148"/>
                <a:ext cx="2736"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 -0.076                  0.867</a:t>
                </a:r>
              </a:p>
            </p:txBody>
          </p:sp>
          <p:sp>
            <p:nvSpPr>
              <p:cNvPr id="43029" name="Line 57"/>
              <p:cNvSpPr/>
              <p:nvPr/>
            </p:nvSpPr>
            <p:spPr>
              <a:xfrm>
                <a:off x="2112" y="3484"/>
                <a:ext cx="768" cy="0"/>
              </a:xfrm>
              <a:prstGeom prst="line">
                <a:avLst/>
              </a:prstGeom>
              <a:ln w="28575" cap="flat" cmpd="sng">
                <a:solidFill>
                  <a:schemeClr val="tx1"/>
                </a:solidFill>
                <a:prstDash val="solid"/>
                <a:headEnd type="none" w="med" len="med"/>
                <a:tailEnd type="none" w="med" len="med"/>
              </a:ln>
            </p:spPr>
          </p:sp>
          <p:sp>
            <p:nvSpPr>
              <p:cNvPr id="43030" name="Line 58"/>
              <p:cNvSpPr/>
              <p:nvPr/>
            </p:nvSpPr>
            <p:spPr>
              <a:xfrm>
                <a:off x="3696" y="3484"/>
                <a:ext cx="672" cy="0"/>
              </a:xfrm>
              <a:prstGeom prst="line">
                <a:avLst/>
              </a:prstGeom>
              <a:ln w="28575" cap="flat" cmpd="sng">
                <a:solidFill>
                  <a:schemeClr val="tx1"/>
                </a:solidFill>
                <a:prstDash val="solid"/>
                <a:headEnd type="none" w="med" len="med"/>
                <a:tailEnd type="none" w="med" len="med"/>
              </a:ln>
            </p:spPr>
          </p:sp>
          <p:sp>
            <p:nvSpPr>
              <p:cNvPr id="43031" name="Text Box 59"/>
              <p:cNvSpPr txBox="1"/>
              <p:nvPr/>
            </p:nvSpPr>
            <p:spPr>
              <a:xfrm>
                <a:off x="2880" y="3629"/>
                <a:ext cx="1007"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0.401</a:t>
                </a:r>
              </a:p>
            </p:txBody>
          </p:sp>
          <p:sp>
            <p:nvSpPr>
              <p:cNvPr id="43032" name="Line 60"/>
              <p:cNvSpPr/>
              <p:nvPr/>
            </p:nvSpPr>
            <p:spPr>
              <a:xfrm>
                <a:off x="1872" y="3724"/>
                <a:ext cx="0" cy="240"/>
              </a:xfrm>
              <a:prstGeom prst="line">
                <a:avLst/>
              </a:prstGeom>
              <a:ln w="28575" cap="flat" cmpd="sng">
                <a:solidFill>
                  <a:schemeClr val="tx1"/>
                </a:solidFill>
                <a:prstDash val="solid"/>
                <a:headEnd type="none" w="med" len="med"/>
                <a:tailEnd type="none" w="med" len="med"/>
              </a:ln>
            </p:spPr>
          </p:sp>
          <p:sp>
            <p:nvSpPr>
              <p:cNvPr id="43033" name="Line 61"/>
              <p:cNvSpPr/>
              <p:nvPr/>
            </p:nvSpPr>
            <p:spPr>
              <a:xfrm>
                <a:off x="1872" y="3964"/>
                <a:ext cx="2928" cy="0"/>
              </a:xfrm>
              <a:prstGeom prst="line">
                <a:avLst/>
              </a:prstGeom>
              <a:ln w="28575" cap="flat" cmpd="sng">
                <a:solidFill>
                  <a:schemeClr val="tx1"/>
                </a:solidFill>
                <a:prstDash val="solid"/>
                <a:headEnd type="none" w="med" len="med"/>
                <a:tailEnd type="none" w="med" len="med"/>
              </a:ln>
            </p:spPr>
          </p:sp>
          <p:sp>
            <p:nvSpPr>
              <p:cNvPr id="43034" name="Line 62"/>
              <p:cNvSpPr/>
              <p:nvPr/>
            </p:nvSpPr>
            <p:spPr>
              <a:xfrm flipV="1">
                <a:off x="4800" y="3724"/>
                <a:ext cx="0" cy="240"/>
              </a:xfrm>
              <a:prstGeom prst="line">
                <a:avLst/>
              </a:prstGeom>
              <a:ln w="28575" cap="flat" cmpd="sng">
                <a:solidFill>
                  <a:schemeClr val="tx1"/>
                </a:solidFill>
                <a:prstDash val="solid"/>
                <a:headEnd type="none" w="med" len="med"/>
                <a:tailEnd type="none" w="med" len="med"/>
              </a:ln>
            </p:spPr>
          </p:sp>
          <p:sp>
            <p:nvSpPr>
              <p:cNvPr id="43035" name="Text Box 63"/>
              <p:cNvSpPr txBox="1"/>
              <p:nvPr/>
            </p:nvSpPr>
            <p:spPr>
              <a:xfrm>
                <a:off x="3360" y="3169"/>
                <a:ext cx="192" cy="420"/>
              </a:xfrm>
              <a:prstGeom prst="rect">
                <a:avLst/>
              </a:prstGeom>
              <a:noFill/>
              <a:ln w="9525">
                <a:noFill/>
              </a:ln>
            </p:spPr>
            <p:txBody>
              <a:bodyPr>
                <a:spAutoFit/>
              </a:bodyPr>
              <a:lstStyle/>
              <a:p>
                <a:r>
                  <a:rPr lang="en-US" altLang="zh-CN" i="0" dirty="0">
                    <a:solidFill>
                      <a:srgbClr val="336600"/>
                    </a:solidFill>
                    <a:latin typeface="Times New Roman" panose="02020603050405020304" pitchFamily="18" charset="0"/>
                    <a:ea typeface="Arial Unicode MS" panose="020B0604020202020204" charset="-122"/>
                  </a:rPr>
                  <a:t>-</a:t>
                </a:r>
              </a:p>
            </p:txBody>
          </p:sp>
        </p:grpSp>
        <p:grpSp>
          <p:nvGrpSpPr>
            <p:cNvPr id="43024" name="Group 64"/>
            <p:cNvGrpSpPr/>
            <p:nvPr/>
          </p:nvGrpSpPr>
          <p:grpSpPr>
            <a:xfrm>
              <a:off x="760" y="3167"/>
              <a:ext cx="91" cy="91"/>
              <a:chOff x="975" y="1842"/>
              <a:chExt cx="136" cy="137"/>
            </a:xfrm>
          </p:grpSpPr>
          <p:sp>
            <p:nvSpPr>
              <p:cNvPr id="43025" name="Oval 65"/>
              <p:cNvSpPr/>
              <p:nvPr/>
            </p:nvSpPr>
            <p:spPr>
              <a:xfrm>
                <a:off x="975" y="1842"/>
                <a:ext cx="136" cy="137"/>
              </a:xfrm>
              <a:prstGeom prst="ellipse">
                <a:avLst/>
              </a:prstGeom>
              <a:noFill/>
              <a:ln w="19050"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3026" name="Line 66"/>
              <p:cNvSpPr/>
              <p:nvPr/>
            </p:nvSpPr>
            <p:spPr>
              <a:xfrm>
                <a:off x="975" y="1909"/>
                <a:ext cx="136" cy="0"/>
              </a:xfrm>
              <a:prstGeom prst="line">
                <a:avLst/>
              </a:prstGeom>
              <a:ln w="19050" cap="flat" cmpd="sng">
                <a:solidFill>
                  <a:schemeClr val="tx1"/>
                </a:solidFill>
                <a:prstDash val="solid"/>
                <a:headEnd type="none" w="med" len="med"/>
                <a:tailEnd type="none" w="med" len="med"/>
              </a:ln>
            </p:spPr>
          </p:sp>
        </p:grpSp>
      </p:grpSp>
      <p:sp>
        <p:nvSpPr>
          <p:cNvPr id="43017" name="Rectangle 67"/>
          <p:cNvSpPr/>
          <p:nvPr/>
        </p:nvSpPr>
        <p:spPr>
          <a:xfrm>
            <a:off x="4724400" y="4419600"/>
            <a:ext cx="960438" cy="519113"/>
          </a:xfrm>
          <a:prstGeom prst="rect">
            <a:avLst/>
          </a:prstGeom>
          <a:noFill/>
          <a:ln w="9525">
            <a:noFill/>
          </a:ln>
        </p:spPr>
        <p:txBody>
          <a:bodyPr wrap="none">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Z </a:t>
            </a:r>
            <a:r>
              <a:rPr lang="en-US" altLang="zh-CN" i="0" dirty="0">
                <a:solidFill>
                  <a:srgbClr val="336600"/>
                </a:solidFill>
                <a:latin typeface="Times New Roman" panose="02020603050405020304" pitchFamily="18" charset="0"/>
                <a:ea typeface="宋体" panose="02010600030101010101" pitchFamily="2" charset="-122"/>
              </a:rPr>
              <a:t>= 2</a:t>
            </a:r>
          </a:p>
        </p:txBody>
      </p:sp>
      <p:sp>
        <p:nvSpPr>
          <p:cNvPr id="43018" name="Rectangle 68"/>
          <p:cNvSpPr/>
          <p:nvPr/>
        </p:nvSpPr>
        <p:spPr>
          <a:xfrm>
            <a:off x="3581400" y="3733800"/>
            <a:ext cx="782638" cy="519113"/>
          </a:xfrm>
          <a:prstGeom prst="rect">
            <a:avLst/>
          </a:prstGeom>
          <a:noFill/>
          <a:ln w="9525">
            <a:noFill/>
          </a:ln>
        </p:spPr>
        <p:txBody>
          <a:bodyPr wrap="none">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Z</a:t>
            </a:r>
            <a:r>
              <a:rPr lang="en-US" altLang="zh-CN" i="0" dirty="0">
                <a:solidFill>
                  <a:srgbClr val="336600"/>
                </a:solidFill>
                <a:latin typeface="Times New Roman" panose="02020603050405020304" pitchFamily="18" charset="0"/>
                <a:ea typeface="宋体" panose="02010600030101010101" pitchFamily="2" charset="-122"/>
              </a:rPr>
              <a:t>=1</a:t>
            </a:r>
          </a:p>
        </p:txBody>
      </p:sp>
      <p:sp>
        <p:nvSpPr>
          <p:cNvPr id="43019" name="Rectangle 69"/>
          <p:cNvSpPr/>
          <p:nvPr/>
        </p:nvSpPr>
        <p:spPr>
          <a:xfrm>
            <a:off x="6019800" y="3733800"/>
            <a:ext cx="782638" cy="519113"/>
          </a:xfrm>
          <a:prstGeom prst="rect">
            <a:avLst/>
          </a:prstGeom>
          <a:noFill/>
          <a:ln w="9525">
            <a:noFill/>
          </a:ln>
        </p:spPr>
        <p:txBody>
          <a:bodyPr wrap="none">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Z</a:t>
            </a:r>
            <a:r>
              <a:rPr lang="en-US" altLang="zh-CN" i="0" dirty="0">
                <a:solidFill>
                  <a:srgbClr val="336600"/>
                </a:solidFill>
                <a:latin typeface="Times New Roman" panose="02020603050405020304" pitchFamily="18" charset="0"/>
                <a:ea typeface="宋体" panose="02010600030101010101" pitchFamily="2" charset="-122"/>
              </a:rPr>
              <a:t>=1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3604"/>
                                        </p:tgtEl>
                                        <p:attrNameLst>
                                          <p:attrName>style.visibility</p:attrName>
                                        </p:attrNameLst>
                                      </p:cBhvr>
                                      <p:to>
                                        <p:strVal val="visible"/>
                                      </p:to>
                                    </p:set>
                                    <p:animEffect transition="in" filter="wipe(left)">
                                      <p:cBhvr>
                                        <p:cTn id="7" dur="500"/>
                                        <p:tgtEl>
                                          <p:spTgt spid="15360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par>
                          <p:cTn id="18" fill="hold">
                            <p:stCondLst>
                              <p:cond delay="500"/>
                            </p:stCondLst>
                            <p:childTnLst>
                              <p:par>
                                <p:cTn id="19" presetID="55" presetClass="entr" presetSubtype="0" fill="hold" nodeType="afterEffect">
                                  <p:stCondLst>
                                    <p:cond delay="0"/>
                                  </p:stCondLst>
                                  <p:childTnLst>
                                    <p:set>
                                      <p:cBhvr>
                                        <p:cTn id="20" dur="1" fill="hold">
                                          <p:stCondLst>
                                            <p:cond delay="0"/>
                                          </p:stCondLst>
                                        </p:cTn>
                                        <p:tgtEl>
                                          <p:spTgt spid="7"/>
                                        </p:tgtEl>
                                        <p:attrNameLst>
                                          <p:attrName>style.visibility</p:attrName>
                                        </p:attrNameLst>
                                      </p:cBhvr>
                                      <p:to>
                                        <p:strVal val="visible"/>
                                      </p:to>
                                    </p:set>
                                    <p:anim calcmode="lin" valueType="num">
                                      <p:cBhvr>
                                        <p:cTn id="21" dur="1000" fill="hold"/>
                                        <p:tgtEl>
                                          <p:spTgt spid="7"/>
                                        </p:tgtEl>
                                        <p:attrNameLst>
                                          <p:attrName>ppt_w</p:attrName>
                                        </p:attrNameLst>
                                      </p:cBhvr>
                                      <p:tavLst>
                                        <p:tav tm="0">
                                          <p:val>
                                            <p:strVal val="#ppt_w*0.70"/>
                                          </p:val>
                                        </p:tav>
                                        <p:tav tm="100000">
                                          <p:val>
                                            <p:strVal val="#ppt_w"/>
                                          </p:val>
                                        </p:tav>
                                      </p:tavLst>
                                    </p:anim>
                                    <p:anim calcmode="lin" valueType="num">
                                      <p:cBhvr>
                                        <p:cTn id="22" dur="1000" fill="hold"/>
                                        <p:tgtEl>
                                          <p:spTgt spid="7"/>
                                        </p:tgtEl>
                                        <p:attrNameLst>
                                          <p:attrName>ppt_h</p:attrName>
                                        </p:attrNameLst>
                                      </p:cBhvr>
                                      <p:tavLst>
                                        <p:tav tm="0">
                                          <p:val>
                                            <p:strVal val="#ppt_h"/>
                                          </p:val>
                                        </p:tav>
                                        <p:tav tm="100000">
                                          <p:val>
                                            <p:strVal val="#ppt_h"/>
                                          </p:val>
                                        </p:tav>
                                      </p:tavLst>
                                    </p:anim>
                                    <p:animEffect transition="in" filter="fade">
                                      <p:cBhvr>
                                        <p:cTn id="23" dur="10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3" presetClass="entr" presetSubtype="10" fill="hold" nodeType="click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blinds(horizontal)">
                                      <p:cBhvr>
                                        <p:cTn id="2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4" grpId="0"/>
    </p:bld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44041" name="Group 2"/>
          <p:cNvGrpSpPr/>
          <p:nvPr/>
        </p:nvGrpSpPr>
        <p:grpSpPr>
          <a:xfrm>
            <a:off x="2286000" y="304800"/>
            <a:ext cx="6705600" cy="1171575"/>
            <a:chOff x="336" y="336"/>
            <a:chExt cx="5280" cy="480"/>
          </a:xfrm>
        </p:grpSpPr>
        <p:sp>
          <p:nvSpPr>
            <p:cNvPr id="44145" name="Rectangle 3"/>
            <p:cNvSpPr/>
            <p:nvPr/>
          </p:nvSpPr>
          <p:spPr>
            <a:xfrm>
              <a:off x="336" y="432"/>
              <a:ext cx="5280" cy="384"/>
            </a:xfrm>
            <a:prstGeom prst="rect">
              <a:avLst/>
            </a:prstGeom>
            <a:noFill/>
            <a:ln w="571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46435" name="Text Box 4"/>
            <p:cNvSpPr txBox="1">
              <a:spLocks noChangeArrowheads="1"/>
            </p:cNvSpPr>
            <p:nvPr/>
          </p:nvSpPr>
          <p:spPr bwMode="auto">
            <a:xfrm>
              <a:off x="432" y="336"/>
              <a:ext cx="1296" cy="200"/>
            </a:xfrm>
            <a:prstGeom prst="rect">
              <a:avLst/>
            </a:prstGeom>
            <a:gradFill rotWithShape="1">
              <a:gsLst>
                <a:gs pos="0">
                  <a:srgbClr val="000076"/>
                </a:gs>
                <a:gs pos="50000">
                  <a:srgbClr val="0000FF"/>
                </a:gs>
                <a:gs pos="100000">
                  <a:srgbClr val="000076"/>
                </a:gs>
              </a:gsLst>
              <a:lin ang="5400000" scaled="1"/>
            </a:gradFill>
            <a:ln w="9525">
              <a:noFill/>
              <a:miter lim="800000"/>
            </a:ln>
            <a:effectLst>
              <a:outerShdw dist="107763" dir="2700000" algn="ctr" rotWithShape="0">
                <a:srgbClr val="00FF99"/>
              </a:outerShdw>
            </a:effectLst>
          </p:spPr>
          <p:txBody>
            <a:bodyPr>
              <a:spAutoFit/>
            </a:bodyPr>
            <a:lstStyle/>
            <a:p>
              <a:pPr marR="0" defTabSz="914400">
                <a:buClrTx/>
                <a:buSzTx/>
                <a:buFontTx/>
                <a:buNone/>
                <a:defRPr/>
              </a:pPr>
              <a:r>
                <a:rPr kumimoji="0" lang="zh-CN" altLang="en-US" sz="2600" kern="1200" cap="none" spc="0" normalizeH="0" baseline="0" noProof="0" smtClean="0">
                  <a:solidFill>
                    <a:srgbClr val="FF0000"/>
                  </a:solidFill>
                  <a:latin typeface="Times New Roman" panose="02020603050405020304" pitchFamily="18" charset="0"/>
                  <a:ea typeface="幼圆" panose="02010509060101010101" pitchFamily="49" charset="-122"/>
                  <a:cs typeface="+mn-cs"/>
                </a:rPr>
                <a:t>应用 </a:t>
              </a:r>
              <a:r>
                <a:rPr kumimoji="0" lang="en-US" altLang="zh-CN" sz="2600" kern="1200" cap="none" spc="0" normalizeH="0" baseline="0" noProof="0" smtClean="0">
                  <a:solidFill>
                    <a:srgbClr val="FF0000"/>
                  </a:solidFill>
                  <a:latin typeface="Times New Roman" panose="02020603050405020304" pitchFamily="18" charset="0"/>
                  <a:ea typeface="幼圆" panose="02010509060101010101" pitchFamily="49" charset="-122"/>
                  <a:cs typeface="+mn-cs"/>
                </a:rPr>
                <a:t>1</a:t>
              </a:r>
            </a:p>
          </p:txBody>
        </p:sp>
      </p:grpSp>
      <p:sp>
        <p:nvSpPr>
          <p:cNvPr id="44042" name="Rectangle 5"/>
          <p:cNvSpPr/>
          <p:nvPr/>
        </p:nvSpPr>
        <p:spPr>
          <a:xfrm>
            <a:off x="4191000" y="609600"/>
            <a:ext cx="4267200" cy="731838"/>
          </a:xfrm>
          <a:prstGeom prst="rect">
            <a:avLst/>
          </a:prstGeom>
          <a:gradFill rotWithShape="1">
            <a:gsLst>
              <a:gs pos="0">
                <a:srgbClr val="595959"/>
              </a:gs>
              <a:gs pos="50000">
                <a:srgbClr val="C0C0C0"/>
              </a:gs>
              <a:gs pos="100000">
                <a:srgbClr val="595959"/>
              </a:gs>
            </a:gsLst>
            <a:lin ang="5400000" scaled="1"/>
            <a:tileRect/>
          </a:gradFill>
          <a:ln w="9525">
            <a:noFill/>
          </a:ln>
        </p:spPr>
        <p:txBody>
          <a:bodyPr anchor="ctr" anchorCtr="0"/>
          <a:lstStyle/>
          <a:p>
            <a:pPr>
              <a:spcBef>
                <a:spcPct val="0"/>
              </a:spcBef>
            </a:pPr>
            <a:r>
              <a:rPr lang="zh-CN" altLang="en-US" dirty="0">
                <a:solidFill>
                  <a:srgbClr val="0000CC"/>
                </a:solidFill>
                <a:latin typeface="Times New Roman" panose="02020603050405020304" pitchFamily="18" charset="0"/>
              </a:rPr>
              <a:t>判断能否发生歧化反应</a:t>
            </a:r>
          </a:p>
        </p:txBody>
      </p:sp>
      <p:sp>
        <p:nvSpPr>
          <p:cNvPr id="149510" name="Rectangle 6"/>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grpSp>
        <p:nvGrpSpPr>
          <p:cNvPr id="3" name="Group 7"/>
          <p:cNvGrpSpPr/>
          <p:nvPr/>
        </p:nvGrpSpPr>
        <p:grpSpPr>
          <a:xfrm>
            <a:off x="3048000" y="1600200"/>
            <a:ext cx="5559425" cy="1206500"/>
            <a:chOff x="1435" y="998"/>
            <a:chExt cx="4080" cy="1027"/>
          </a:xfrm>
        </p:grpSpPr>
        <p:sp>
          <p:nvSpPr>
            <p:cNvPr id="44124" name="Line 8"/>
            <p:cNvSpPr/>
            <p:nvPr/>
          </p:nvSpPr>
          <p:spPr>
            <a:xfrm>
              <a:off x="1971" y="1321"/>
              <a:ext cx="1260" cy="1"/>
            </a:xfrm>
            <a:prstGeom prst="line">
              <a:avLst/>
            </a:prstGeom>
            <a:ln w="15875" cap="flat" cmpd="sng">
              <a:solidFill>
                <a:srgbClr val="000000"/>
              </a:solidFill>
              <a:prstDash val="solid"/>
              <a:headEnd type="none" w="med" len="med"/>
              <a:tailEnd type="none" w="med" len="med"/>
            </a:ln>
          </p:spPr>
        </p:sp>
        <p:sp>
          <p:nvSpPr>
            <p:cNvPr id="44125" name="Line 9"/>
            <p:cNvSpPr/>
            <p:nvPr/>
          </p:nvSpPr>
          <p:spPr>
            <a:xfrm>
              <a:off x="3804" y="1321"/>
              <a:ext cx="1260" cy="1"/>
            </a:xfrm>
            <a:prstGeom prst="line">
              <a:avLst/>
            </a:prstGeom>
            <a:ln w="15875" cap="flat" cmpd="sng">
              <a:solidFill>
                <a:srgbClr val="000000"/>
              </a:solidFill>
              <a:prstDash val="solid"/>
              <a:headEnd type="none" w="med" len="med"/>
              <a:tailEnd type="none" w="med" len="med"/>
            </a:ln>
          </p:spPr>
        </p:sp>
        <p:sp>
          <p:nvSpPr>
            <p:cNvPr id="44126" name="Rectangle 10"/>
            <p:cNvSpPr/>
            <p:nvPr/>
          </p:nvSpPr>
          <p:spPr>
            <a:xfrm>
              <a:off x="5180" y="1157"/>
              <a:ext cx="335"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27" name="Rectangle 11"/>
            <p:cNvSpPr/>
            <p:nvPr/>
          </p:nvSpPr>
          <p:spPr>
            <a:xfrm>
              <a:off x="5064" y="1157"/>
              <a:ext cx="130"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28" name="Rectangle 12"/>
            <p:cNvSpPr/>
            <p:nvPr/>
          </p:nvSpPr>
          <p:spPr>
            <a:xfrm>
              <a:off x="4857" y="998"/>
              <a:ext cx="195"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29" name="Rectangle 13"/>
            <p:cNvSpPr/>
            <p:nvPr/>
          </p:nvSpPr>
          <p:spPr>
            <a:xfrm>
              <a:off x="4003" y="998"/>
              <a:ext cx="906"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0.5180V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0" name="Rectangle 14"/>
            <p:cNvSpPr/>
            <p:nvPr/>
          </p:nvSpPr>
          <p:spPr>
            <a:xfrm>
              <a:off x="3826" y="998"/>
              <a:ext cx="195"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1" name="Rectangle 15"/>
            <p:cNvSpPr/>
            <p:nvPr/>
          </p:nvSpPr>
          <p:spPr>
            <a:xfrm>
              <a:off x="3347" y="1157"/>
              <a:ext cx="334"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2" name="Rectangle 16"/>
            <p:cNvSpPr/>
            <p:nvPr/>
          </p:nvSpPr>
          <p:spPr>
            <a:xfrm>
              <a:off x="3231" y="1157"/>
              <a:ext cx="131"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3" name="Rectangle 17"/>
            <p:cNvSpPr/>
            <p:nvPr/>
          </p:nvSpPr>
          <p:spPr>
            <a:xfrm>
              <a:off x="3024" y="998"/>
              <a:ext cx="196"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4" name="Rectangle 18"/>
            <p:cNvSpPr/>
            <p:nvPr/>
          </p:nvSpPr>
          <p:spPr>
            <a:xfrm>
              <a:off x="2170" y="998"/>
              <a:ext cx="906"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0.1607V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5" name="Rectangle 19"/>
            <p:cNvSpPr/>
            <p:nvPr/>
          </p:nvSpPr>
          <p:spPr>
            <a:xfrm>
              <a:off x="1992" y="998"/>
              <a:ext cx="196"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36" name="Rectangle 20"/>
            <p:cNvSpPr/>
            <p:nvPr/>
          </p:nvSpPr>
          <p:spPr>
            <a:xfrm>
              <a:off x="3658" y="1121"/>
              <a:ext cx="97" cy="246"/>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Symbol" panose="05050102010706020507" pitchFamily="18" charset="2"/>
                  <a:ea typeface="宋体" panose="02010600030101010101" pitchFamily="2" charset="-122"/>
                </a:rPr>
                <a:t>+</a:t>
              </a:r>
              <a:endParaRPr lang="en-US" altLang="zh-CN" i="0" baseline="30000" dirty="0">
                <a:solidFill>
                  <a:srgbClr val="336600"/>
                </a:solidFill>
                <a:latin typeface="Arial" panose="020B0604020202020204" pitchFamily="34" charset="0"/>
                <a:ea typeface="宋体" panose="02010600030101010101" pitchFamily="2" charset="-122"/>
              </a:endParaRPr>
            </a:p>
          </p:txBody>
        </p:sp>
        <p:grpSp>
          <p:nvGrpSpPr>
            <p:cNvPr id="44137" name="Group 21"/>
            <p:cNvGrpSpPr/>
            <p:nvPr/>
          </p:nvGrpSpPr>
          <p:grpSpPr>
            <a:xfrm>
              <a:off x="1435" y="1121"/>
              <a:ext cx="487" cy="400"/>
              <a:chOff x="1435" y="1121"/>
              <a:chExt cx="487" cy="400"/>
            </a:xfrm>
          </p:grpSpPr>
          <p:sp>
            <p:nvSpPr>
              <p:cNvPr id="44142" name="Rectangle 22"/>
              <p:cNvSpPr/>
              <p:nvPr/>
            </p:nvSpPr>
            <p:spPr>
              <a:xfrm>
                <a:off x="1435" y="1157"/>
                <a:ext cx="335" cy="364"/>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43" name="Rectangle 23"/>
              <p:cNvSpPr/>
              <p:nvPr/>
            </p:nvSpPr>
            <p:spPr>
              <a:xfrm>
                <a:off x="1746" y="1137"/>
                <a:ext cx="89" cy="246"/>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Times New Roman" panose="02020603050405020304" pitchFamily="18" charset="0"/>
                    <a:ea typeface="宋体" panose="02010600030101010101" pitchFamily="2" charset="-122"/>
                  </a:rPr>
                  <a:t>2</a:t>
                </a:r>
                <a:endParaRPr lang="en-US" altLang="zh-CN" i="0" baseline="30000" dirty="0">
                  <a:solidFill>
                    <a:srgbClr val="336600"/>
                  </a:solidFill>
                  <a:latin typeface="Arial" panose="020B0604020202020204" pitchFamily="34" charset="0"/>
                  <a:ea typeface="宋体" panose="02010600030101010101" pitchFamily="2" charset="-122"/>
                </a:endParaRPr>
              </a:p>
            </p:txBody>
          </p:sp>
          <p:sp>
            <p:nvSpPr>
              <p:cNvPr id="44144" name="Rectangle 24"/>
              <p:cNvSpPr/>
              <p:nvPr/>
            </p:nvSpPr>
            <p:spPr>
              <a:xfrm>
                <a:off x="1826" y="1121"/>
                <a:ext cx="96" cy="246"/>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Symbol" panose="05050102010706020507" pitchFamily="18" charset="2"/>
                    <a:ea typeface="宋体" panose="02010600030101010101" pitchFamily="2" charset="-122"/>
                  </a:rPr>
                  <a:t>+</a:t>
                </a:r>
                <a:endParaRPr lang="en-US" altLang="zh-CN" i="0" baseline="30000" dirty="0">
                  <a:solidFill>
                    <a:srgbClr val="336600"/>
                  </a:solidFill>
                  <a:latin typeface="Arial" panose="020B0604020202020204" pitchFamily="34" charset="0"/>
                  <a:ea typeface="宋体" panose="02010600030101010101" pitchFamily="2" charset="-122"/>
                </a:endParaRPr>
              </a:p>
            </p:txBody>
          </p:sp>
        </p:grpSp>
        <p:sp>
          <p:nvSpPr>
            <p:cNvPr id="44138" name="Line 25"/>
            <p:cNvSpPr/>
            <p:nvPr/>
          </p:nvSpPr>
          <p:spPr>
            <a:xfrm>
              <a:off x="1680" y="1488"/>
              <a:ext cx="0" cy="432"/>
            </a:xfrm>
            <a:prstGeom prst="line">
              <a:avLst/>
            </a:prstGeom>
            <a:ln w="12700" cap="sq" cmpd="sng">
              <a:solidFill>
                <a:schemeClr val="tx1"/>
              </a:solidFill>
              <a:prstDash val="solid"/>
              <a:headEnd type="none" w="sm" len="sm"/>
              <a:tailEnd type="none" w="sm" len="sm"/>
            </a:ln>
          </p:spPr>
        </p:sp>
        <p:sp>
          <p:nvSpPr>
            <p:cNvPr id="44139" name="Line 26"/>
            <p:cNvSpPr/>
            <p:nvPr/>
          </p:nvSpPr>
          <p:spPr>
            <a:xfrm>
              <a:off x="1680" y="1920"/>
              <a:ext cx="3600" cy="0"/>
            </a:xfrm>
            <a:prstGeom prst="line">
              <a:avLst/>
            </a:prstGeom>
            <a:ln w="12700" cap="sq" cmpd="sng">
              <a:solidFill>
                <a:schemeClr val="tx1"/>
              </a:solidFill>
              <a:prstDash val="solid"/>
              <a:headEnd type="none" w="sm" len="sm"/>
              <a:tailEnd type="none" w="sm" len="sm"/>
            </a:ln>
          </p:spPr>
        </p:sp>
        <p:sp>
          <p:nvSpPr>
            <p:cNvPr id="44140" name="Text Box 27"/>
            <p:cNvSpPr txBox="1"/>
            <p:nvPr/>
          </p:nvSpPr>
          <p:spPr>
            <a:xfrm>
              <a:off x="3024" y="1583"/>
              <a:ext cx="1200" cy="442"/>
            </a:xfrm>
            <a:prstGeom prst="rect">
              <a:avLst/>
            </a:prstGeom>
            <a:noFill/>
            <a:ln w="12700">
              <a:noFill/>
            </a:ln>
          </p:spPr>
          <p:txBody>
            <a:bodyPr>
              <a:spAutoFit/>
            </a:bodyPr>
            <a:lstStyle/>
            <a:p>
              <a:r>
                <a:rPr lang="en-US" altLang="zh-CN" i="0" dirty="0">
                  <a:solidFill>
                    <a:srgbClr val="336600"/>
                  </a:solidFill>
                  <a:latin typeface="Times New Roman" panose="02020603050405020304" pitchFamily="18" charset="0"/>
                  <a:ea typeface="宋体" panose="02010600030101010101" pitchFamily="2" charset="-122"/>
                </a:rPr>
                <a:t>0.3394V</a:t>
              </a:r>
            </a:p>
          </p:txBody>
        </p:sp>
        <p:sp>
          <p:nvSpPr>
            <p:cNvPr id="44141" name="Line 28"/>
            <p:cNvSpPr/>
            <p:nvPr/>
          </p:nvSpPr>
          <p:spPr>
            <a:xfrm>
              <a:off x="5280" y="1488"/>
              <a:ext cx="0" cy="432"/>
            </a:xfrm>
            <a:prstGeom prst="line">
              <a:avLst/>
            </a:prstGeom>
            <a:ln w="12700" cap="sq" cmpd="sng">
              <a:solidFill>
                <a:schemeClr val="tx1"/>
              </a:solidFill>
              <a:prstDash val="solid"/>
              <a:headEnd type="none" w="sm" len="sm"/>
              <a:tailEnd type="none" w="sm" len="sm"/>
            </a:ln>
          </p:spPr>
        </p:sp>
      </p:grpSp>
      <p:grpSp>
        <p:nvGrpSpPr>
          <p:cNvPr id="5" name="Group 29"/>
          <p:cNvGrpSpPr/>
          <p:nvPr/>
        </p:nvGrpSpPr>
        <p:grpSpPr>
          <a:xfrm>
            <a:off x="1600200" y="1844675"/>
            <a:ext cx="927100" cy="433388"/>
            <a:chOff x="405" y="1152"/>
            <a:chExt cx="681" cy="370"/>
          </a:xfrm>
        </p:grpSpPr>
        <p:sp>
          <p:nvSpPr>
            <p:cNvPr id="44121" name="Rectangle 30"/>
            <p:cNvSpPr/>
            <p:nvPr/>
          </p:nvSpPr>
          <p:spPr>
            <a:xfrm>
              <a:off x="897" y="1157"/>
              <a:ext cx="189" cy="365"/>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22" name="Rectangle 31"/>
            <p:cNvSpPr/>
            <p:nvPr/>
          </p:nvSpPr>
          <p:spPr>
            <a:xfrm>
              <a:off x="770" y="1157"/>
              <a:ext cx="137" cy="365"/>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23" name="Rectangle 32"/>
            <p:cNvSpPr/>
            <p:nvPr/>
          </p:nvSpPr>
          <p:spPr>
            <a:xfrm>
              <a:off x="405" y="1157"/>
              <a:ext cx="239" cy="365"/>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 E</a:t>
              </a:r>
              <a:endParaRPr lang="en-US" altLang="zh-CN" i="0" dirty="0">
                <a:solidFill>
                  <a:srgbClr val="336600"/>
                </a:solidFill>
                <a:latin typeface="Arial" panose="020B0604020202020204" pitchFamily="34" charset="0"/>
                <a:ea typeface="宋体" panose="02010600030101010101" pitchFamily="2" charset="-122"/>
              </a:endParaRPr>
            </a:p>
          </p:txBody>
        </p:sp>
        <p:graphicFrame>
          <p:nvGraphicFramePr>
            <p:cNvPr id="44040" name="Object 33"/>
            <p:cNvGraphicFramePr>
              <a:graphicFrameLocks/>
            </p:cNvGraphicFramePr>
            <p:nvPr/>
          </p:nvGraphicFramePr>
          <p:xfrm>
            <a:off x="624" y="1152"/>
            <a:ext cx="171" cy="168"/>
          </p:xfrm>
          <a:graphic>
            <a:graphicData uri="http://schemas.openxmlformats.org/presentationml/2006/ole">
              <p:oleObj spid="_x0000_s147463" r:id="rId4" imgW="271780" imgH="266700" progId="">
                <p:embed/>
              </p:oleObj>
            </a:graphicData>
          </a:graphic>
        </p:graphicFrame>
      </p:grpSp>
      <p:sp>
        <p:nvSpPr>
          <p:cNvPr id="149538" name="Text Box 34"/>
          <p:cNvSpPr txBox="1"/>
          <p:nvPr/>
        </p:nvSpPr>
        <p:spPr>
          <a:xfrm>
            <a:off x="838200" y="2819400"/>
            <a:ext cx="7696200" cy="885825"/>
          </a:xfrm>
          <a:prstGeom prst="rect">
            <a:avLst/>
          </a:prstGeom>
          <a:noFill/>
          <a:ln w="12700">
            <a:noFill/>
          </a:ln>
        </p:spPr>
        <p:txBody>
          <a:bodyPr>
            <a:spAutoFit/>
          </a:bodyPr>
          <a:lstStyle/>
          <a:p>
            <a:r>
              <a:rPr lang="en-US" altLang="zh-CN" sz="2600" i="0" dirty="0">
                <a:solidFill>
                  <a:srgbClr val="0000CC"/>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两个半反应可以组成原电池，右为正极、左为负极，即</a:t>
            </a:r>
          </a:p>
        </p:txBody>
      </p:sp>
      <p:grpSp>
        <p:nvGrpSpPr>
          <p:cNvPr id="6" name="Group 35"/>
          <p:cNvGrpSpPr/>
          <p:nvPr/>
        </p:nvGrpSpPr>
        <p:grpSpPr>
          <a:xfrm>
            <a:off x="2209800" y="3276600"/>
            <a:ext cx="5822950" cy="550863"/>
            <a:chOff x="281" y="2112"/>
            <a:chExt cx="4058" cy="440"/>
          </a:xfrm>
        </p:grpSpPr>
        <p:sp>
          <p:nvSpPr>
            <p:cNvPr id="44100" name="Rectangle 36"/>
            <p:cNvSpPr/>
            <p:nvPr/>
          </p:nvSpPr>
          <p:spPr>
            <a:xfrm>
              <a:off x="3773" y="2148"/>
              <a:ext cx="317"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1" name="Rectangle 37"/>
            <p:cNvSpPr/>
            <p:nvPr/>
          </p:nvSpPr>
          <p:spPr>
            <a:xfrm>
              <a:off x="3664" y="2148"/>
              <a:ext cx="69"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2" name="Rectangle 38"/>
            <p:cNvSpPr/>
            <p:nvPr/>
          </p:nvSpPr>
          <p:spPr>
            <a:xfrm>
              <a:off x="3128" y="2148"/>
              <a:ext cx="400"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3" name="Rectangle 39"/>
            <p:cNvSpPr/>
            <p:nvPr/>
          </p:nvSpPr>
          <p:spPr>
            <a:xfrm>
              <a:off x="2642" y="2148"/>
              <a:ext cx="62"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4" name="Rectangle 40"/>
            <p:cNvSpPr/>
            <p:nvPr/>
          </p:nvSpPr>
          <p:spPr>
            <a:xfrm>
              <a:off x="2050" y="2148"/>
              <a:ext cx="462"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5" name="Rectangle 41"/>
            <p:cNvSpPr/>
            <p:nvPr/>
          </p:nvSpPr>
          <p:spPr>
            <a:xfrm>
              <a:off x="1926" y="2148"/>
              <a:ext cx="131"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6" name="Rectangle 42"/>
            <p:cNvSpPr/>
            <p:nvPr/>
          </p:nvSpPr>
          <p:spPr>
            <a:xfrm>
              <a:off x="1515" y="2148"/>
              <a:ext cx="317"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Cu</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7" name="Rectangle 43"/>
            <p:cNvSpPr/>
            <p:nvPr/>
          </p:nvSpPr>
          <p:spPr>
            <a:xfrm>
              <a:off x="1460" y="2148"/>
              <a:ext cx="145"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8" name="Rectangle 44"/>
            <p:cNvSpPr/>
            <p:nvPr/>
          </p:nvSpPr>
          <p:spPr>
            <a:xfrm>
              <a:off x="1336" y="2148"/>
              <a:ext cx="62"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09" name="Rectangle 45"/>
            <p:cNvSpPr/>
            <p:nvPr/>
          </p:nvSpPr>
          <p:spPr>
            <a:xfrm>
              <a:off x="967" y="2148"/>
              <a:ext cx="62"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0" name="Rectangle 46"/>
            <p:cNvSpPr/>
            <p:nvPr/>
          </p:nvSpPr>
          <p:spPr>
            <a:xfrm>
              <a:off x="281" y="2148"/>
              <a:ext cx="186" cy="342"/>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1" name="Rectangle 47"/>
            <p:cNvSpPr/>
            <p:nvPr/>
          </p:nvSpPr>
          <p:spPr>
            <a:xfrm>
              <a:off x="3440" y="2128"/>
              <a:ext cx="84" cy="231"/>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Times New Roman" panose="02020603050405020304" pitchFamily="18" charset="0"/>
                  <a:ea typeface="宋体" panose="02010600030101010101" pitchFamily="2" charset="-122"/>
                </a:rPr>
                <a:t>2</a:t>
              </a:r>
              <a:endParaRPr lang="en-US" altLang="zh-CN" i="0" baseline="30000" dirty="0">
                <a:solidFill>
                  <a:srgbClr val="336600"/>
                </a:solidFill>
                <a:latin typeface="Arial" panose="020B0604020202020204" pitchFamily="34" charset="0"/>
                <a:ea typeface="宋体" panose="02010600030101010101" pitchFamily="2" charset="-122"/>
              </a:endParaRPr>
            </a:p>
          </p:txBody>
        </p:sp>
        <p:sp>
          <p:nvSpPr>
            <p:cNvPr id="44112" name="Rectangle 48"/>
            <p:cNvSpPr/>
            <p:nvPr/>
          </p:nvSpPr>
          <p:spPr>
            <a:xfrm>
              <a:off x="2707" y="2148"/>
              <a:ext cx="165" cy="342"/>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E</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3" name="Rectangle 49"/>
            <p:cNvSpPr/>
            <p:nvPr/>
          </p:nvSpPr>
          <p:spPr>
            <a:xfrm>
              <a:off x="1033" y="2148"/>
              <a:ext cx="165" cy="342"/>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E</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4" name="Rectangle 50"/>
            <p:cNvSpPr/>
            <p:nvPr/>
          </p:nvSpPr>
          <p:spPr>
            <a:xfrm>
              <a:off x="471" y="2148"/>
              <a:ext cx="165" cy="342"/>
            </a:xfrm>
            <a:prstGeom prst="rect">
              <a:avLst/>
            </a:prstGeom>
            <a:noFill/>
            <a:ln w="9525">
              <a:noFill/>
            </a:ln>
          </p:spPr>
          <p:txBody>
            <a:bodyPr wrap="none" lIns="0" tIns="0" rIns="0" bIns="0">
              <a:spAutoFit/>
            </a:bodyPr>
            <a:lstStyle/>
            <a:p>
              <a:pPr>
                <a:spcBef>
                  <a:spcPct val="0"/>
                </a:spcBef>
              </a:pPr>
              <a:r>
                <a:rPr lang="en-US" altLang="zh-CN" dirty="0">
                  <a:solidFill>
                    <a:srgbClr val="336600"/>
                  </a:solidFill>
                  <a:latin typeface="Times New Roman" panose="02020603050405020304" pitchFamily="18" charset="0"/>
                  <a:ea typeface="宋体" panose="02010600030101010101" pitchFamily="2" charset="-122"/>
                </a:rPr>
                <a:t>E</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5" name="Rectangle 51"/>
            <p:cNvSpPr/>
            <p:nvPr/>
          </p:nvSpPr>
          <p:spPr>
            <a:xfrm>
              <a:off x="2515" y="2121"/>
              <a:ext cx="136" cy="341"/>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6" name="Rectangle 52"/>
            <p:cNvSpPr/>
            <p:nvPr/>
          </p:nvSpPr>
          <p:spPr>
            <a:xfrm>
              <a:off x="839" y="2121"/>
              <a:ext cx="136" cy="341"/>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117" name="Rectangle 53"/>
            <p:cNvSpPr/>
            <p:nvPr/>
          </p:nvSpPr>
          <p:spPr>
            <a:xfrm>
              <a:off x="4085" y="2112"/>
              <a:ext cx="91" cy="231"/>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Symbol" panose="05050102010706020507" pitchFamily="18" charset="2"/>
                  <a:ea typeface="宋体" panose="02010600030101010101" pitchFamily="2" charset="-122"/>
                </a:rPr>
                <a:t>+</a:t>
              </a:r>
              <a:endParaRPr lang="en-US" altLang="zh-CN" i="0" baseline="30000" dirty="0">
                <a:solidFill>
                  <a:srgbClr val="336600"/>
                </a:solidFill>
                <a:latin typeface="Arial" panose="020B0604020202020204" pitchFamily="34" charset="0"/>
                <a:ea typeface="宋体" panose="02010600030101010101" pitchFamily="2" charset="-122"/>
              </a:endParaRPr>
            </a:p>
          </p:txBody>
        </p:sp>
        <p:sp>
          <p:nvSpPr>
            <p:cNvPr id="44118" name="Rectangle 54"/>
            <p:cNvSpPr/>
            <p:nvPr/>
          </p:nvSpPr>
          <p:spPr>
            <a:xfrm>
              <a:off x="3518" y="2112"/>
              <a:ext cx="92" cy="231"/>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Symbol" panose="05050102010706020507" pitchFamily="18" charset="2"/>
                  <a:ea typeface="宋体" panose="02010600030101010101" pitchFamily="2" charset="-122"/>
                </a:rPr>
                <a:t>+</a:t>
              </a:r>
              <a:endParaRPr lang="en-US" altLang="zh-CN" i="0" baseline="30000" dirty="0">
                <a:solidFill>
                  <a:srgbClr val="336600"/>
                </a:solidFill>
                <a:latin typeface="Arial" panose="020B0604020202020204" pitchFamily="34" charset="0"/>
                <a:ea typeface="宋体" panose="02010600030101010101" pitchFamily="2" charset="-122"/>
              </a:endParaRPr>
            </a:p>
          </p:txBody>
        </p:sp>
        <p:sp>
          <p:nvSpPr>
            <p:cNvPr id="44119" name="Rectangle 55"/>
            <p:cNvSpPr/>
            <p:nvPr/>
          </p:nvSpPr>
          <p:spPr>
            <a:xfrm>
              <a:off x="1827" y="2112"/>
              <a:ext cx="91" cy="231"/>
            </a:xfrm>
            <a:prstGeom prst="rect">
              <a:avLst/>
            </a:prstGeom>
            <a:noFill/>
            <a:ln w="9525">
              <a:noFill/>
            </a:ln>
          </p:spPr>
          <p:txBody>
            <a:bodyPr wrap="none" lIns="0" tIns="0" rIns="0" bIns="0">
              <a:spAutoFit/>
            </a:bodyPr>
            <a:lstStyle/>
            <a:p>
              <a:pPr>
                <a:spcBef>
                  <a:spcPct val="0"/>
                </a:spcBef>
              </a:pPr>
              <a:r>
                <a:rPr lang="en-US" altLang="zh-CN" i="0" baseline="30000" dirty="0">
                  <a:solidFill>
                    <a:srgbClr val="336600"/>
                  </a:solidFill>
                  <a:latin typeface="Symbol" panose="05050102010706020507" pitchFamily="18" charset="2"/>
                  <a:ea typeface="宋体" panose="02010600030101010101" pitchFamily="2" charset="-122"/>
                </a:rPr>
                <a:t>+</a:t>
              </a:r>
              <a:endParaRPr lang="en-US" altLang="zh-CN" i="0" baseline="30000" dirty="0">
                <a:solidFill>
                  <a:srgbClr val="336600"/>
                </a:solidFill>
                <a:latin typeface="Arial" panose="020B0604020202020204" pitchFamily="34" charset="0"/>
                <a:ea typeface="宋体" panose="02010600030101010101" pitchFamily="2" charset="-122"/>
              </a:endParaRPr>
            </a:p>
          </p:txBody>
        </p:sp>
        <p:graphicFrame>
          <p:nvGraphicFramePr>
            <p:cNvPr id="44037" name="Object 56"/>
            <p:cNvGraphicFramePr>
              <a:graphicFrameLocks/>
            </p:cNvGraphicFramePr>
            <p:nvPr/>
          </p:nvGraphicFramePr>
          <p:xfrm>
            <a:off x="2877" y="2112"/>
            <a:ext cx="171" cy="168"/>
          </p:xfrm>
          <a:graphic>
            <a:graphicData uri="http://schemas.openxmlformats.org/presentationml/2006/ole">
              <p:oleObj spid="_x0000_s147462" r:id="rId5" imgW="271780" imgH="266700" progId="">
                <p:embed/>
              </p:oleObj>
            </a:graphicData>
          </a:graphic>
        </p:graphicFrame>
        <p:graphicFrame>
          <p:nvGraphicFramePr>
            <p:cNvPr id="44038" name="Object 57"/>
            <p:cNvGraphicFramePr>
              <a:graphicFrameLocks/>
            </p:cNvGraphicFramePr>
            <p:nvPr/>
          </p:nvGraphicFramePr>
          <p:xfrm>
            <a:off x="1208" y="2124"/>
            <a:ext cx="171" cy="168"/>
          </p:xfrm>
          <a:graphic>
            <a:graphicData uri="http://schemas.openxmlformats.org/presentationml/2006/ole">
              <p:oleObj spid="_x0000_s147461" r:id="rId6" imgW="271780" imgH="266700" progId="">
                <p:embed/>
              </p:oleObj>
            </a:graphicData>
          </a:graphic>
        </p:graphicFrame>
        <p:graphicFrame>
          <p:nvGraphicFramePr>
            <p:cNvPr id="44039" name="Object 58"/>
            <p:cNvGraphicFramePr>
              <a:graphicFrameLocks/>
            </p:cNvGraphicFramePr>
            <p:nvPr/>
          </p:nvGraphicFramePr>
          <p:xfrm>
            <a:off x="624" y="2116"/>
            <a:ext cx="171" cy="168"/>
          </p:xfrm>
          <a:graphic>
            <a:graphicData uri="http://schemas.openxmlformats.org/presentationml/2006/ole">
              <p:oleObj spid="_x0000_s147460" r:id="rId7" imgW="271780" imgH="266700" progId="">
                <p:embed/>
              </p:oleObj>
            </a:graphicData>
          </a:graphic>
        </p:graphicFrame>
        <p:sp>
          <p:nvSpPr>
            <p:cNvPr id="44120" name="Rectangle 59"/>
            <p:cNvSpPr/>
            <p:nvPr/>
          </p:nvSpPr>
          <p:spPr>
            <a:xfrm>
              <a:off x="4128" y="2137"/>
              <a:ext cx="211" cy="415"/>
            </a:xfrm>
            <a:prstGeom prst="rect">
              <a:avLst/>
            </a:prstGeom>
            <a:noFill/>
            <a:ln w="9525">
              <a:noFill/>
            </a:ln>
          </p:spPr>
          <p:txBody>
            <a:bodyPr wrap="none">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a:t>
              </a:r>
            </a:p>
          </p:txBody>
        </p:sp>
      </p:grpSp>
      <p:grpSp>
        <p:nvGrpSpPr>
          <p:cNvPr id="7" name="Group 60"/>
          <p:cNvGrpSpPr/>
          <p:nvPr/>
        </p:nvGrpSpPr>
        <p:grpSpPr>
          <a:xfrm>
            <a:off x="2971800" y="3810000"/>
            <a:ext cx="2278063" cy="473075"/>
            <a:chOff x="772" y="2880"/>
            <a:chExt cx="1435" cy="298"/>
          </a:xfrm>
        </p:grpSpPr>
        <p:sp>
          <p:nvSpPr>
            <p:cNvPr id="44092" name="Rectangle 61"/>
            <p:cNvSpPr/>
            <p:nvPr/>
          </p:nvSpPr>
          <p:spPr>
            <a:xfrm>
              <a:off x="2095" y="2909"/>
              <a:ext cx="112"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3" name="Rectangle 62"/>
            <p:cNvSpPr/>
            <p:nvPr/>
          </p:nvSpPr>
          <p:spPr>
            <a:xfrm>
              <a:off x="2041" y="2909"/>
              <a:ext cx="5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4" name="Rectangle 63"/>
            <p:cNvSpPr/>
            <p:nvPr/>
          </p:nvSpPr>
          <p:spPr>
            <a:xfrm>
              <a:off x="1855" y="2909"/>
              <a:ext cx="5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5" name="Rectangle 64"/>
            <p:cNvSpPr/>
            <p:nvPr/>
          </p:nvSpPr>
          <p:spPr>
            <a:xfrm>
              <a:off x="1681" y="2909"/>
              <a:ext cx="162"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V</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6" name="Rectangle 65"/>
            <p:cNvSpPr/>
            <p:nvPr/>
          </p:nvSpPr>
          <p:spPr>
            <a:xfrm>
              <a:off x="1623" y="2909"/>
              <a:ext cx="5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7" name="Rectangle 66"/>
            <p:cNvSpPr/>
            <p:nvPr/>
          </p:nvSpPr>
          <p:spPr>
            <a:xfrm>
              <a:off x="962" y="2909"/>
              <a:ext cx="616"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0.3573</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8" name="Rectangle 67"/>
            <p:cNvSpPr/>
            <p:nvPr/>
          </p:nvSpPr>
          <p:spPr>
            <a:xfrm>
              <a:off x="1913" y="2880"/>
              <a:ext cx="123"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&gt;</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4099" name="Rectangle 68"/>
            <p:cNvSpPr/>
            <p:nvPr/>
          </p:nvSpPr>
          <p:spPr>
            <a:xfrm>
              <a:off x="772" y="2880"/>
              <a:ext cx="123" cy="269"/>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Symbol" panose="05050102010706020507" pitchFamily="18" charset="2"/>
                  <a:ea typeface="宋体" panose="02010600030101010101" pitchFamily="2" charset="-122"/>
                </a:rPr>
                <a:t>=</a:t>
              </a:r>
              <a:endParaRPr lang="en-US" altLang="zh-CN" i="0" dirty="0">
                <a:solidFill>
                  <a:srgbClr val="336600"/>
                </a:solidFill>
                <a:latin typeface="Arial" panose="020B0604020202020204" pitchFamily="34" charset="0"/>
                <a:ea typeface="宋体" panose="02010600030101010101" pitchFamily="2" charset="-122"/>
              </a:endParaRPr>
            </a:p>
          </p:txBody>
        </p:sp>
      </p:grpSp>
      <p:grpSp>
        <p:nvGrpSpPr>
          <p:cNvPr id="8" name="Group 69"/>
          <p:cNvGrpSpPr/>
          <p:nvPr/>
        </p:nvGrpSpPr>
        <p:grpSpPr>
          <a:xfrm>
            <a:off x="381000" y="4343400"/>
            <a:ext cx="8382000" cy="946150"/>
            <a:chOff x="240" y="2496"/>
            <a:chExt cx="5568" cy="932"/>
          </a:xfrm>
        </p:grpSpPr>
        <p:sp>
          <p:nvSpPr>
            <p:cNvPr id="44083" name="Text Box 70"/>
            <p:cNvSpPr txBox="1"/>
            <p:nvPr/>
          </p:nvSpPr>
          <p:spPr>
            <a:xfrm>
              <a:off x="240" y="2496"/>
              <a:ext cx="5568" cy="932"/>
            </a:xfrm>
            <a:prstGeom prst="rect">
              <a:avLst/>
            </a:prstGeom>
            <a:noFill/>
            <a:ln w="9525">
              <a:noFill/>
            </a:ln>
          </p:spPr>
          <p:txBody>
            <a:bodyPr>
              <a:spAutoFit/>
            </a:bodyPr>
            <a:lstStyle/>
            <a:p>
              <a:r>
                <a:rPr lang="en-US" altLang="zh-CN" i="0" dirty="0">
                  <a:solidFill>
                    <a:srgbClr val="FF0000"/>
                  </a:solidFill>
                  <a:latin typeface="楷体_GB2312" pitchFamily="49" charset="-122"/>
                </a:rPr>
                <a:t>          </a:t>
              </a:r>
              <a:r>
                <a:rPr lang="en-US" altLang="zh-CN" i="0" dirty="0">
                  <a:latin typeface="楷体_GB2312" pitchFamily="49" charset="-122"/>
                </a:rPr>
                <a:t>(</a:t>
              </a:r>
              <a:r>
                <a:rPr lang="zh-CN" altLang="en-US" i="0" dirty="0">
                  <a:latin typeface="楷体_GB2312" pitchFamily="49" charset="-122"/>
                </a:rPr>
                <a:t>右</a:t>
              </a:r>
              <a:r>
                <a:rPr lang="en-US" altLang="zh-CN" i="0" dirty="0">
                  <a:latin typeface="楷体_GB2312" pitchFamily="49" charset="-122"/>
                </a:rPr>
                <a:t>) &gt;   (</a:t>
              </a:r>
              <a:r>
                <a:rPr lang="zh-CN" altLang="en-US" i="0" dirty="0">
                  <a:latin typeface="楷体_GB2312" pitchFamily="49" charset="-122"/>
                </a:rPr>
                <a:t>左</a:t>
              </a:r>
              <a:r>
                <a:rPr lang="en-US" altLang="zh-CN" i="0" dirty="0">
                  <a:latin typeface="楷体_GB2312" pitchFamily="49" charset="-122"/>
                </a:rPr>
                <a:t>),</a:t>
              </a:r>
              <a:r>
                <a:rPr lang="en-US" altLang="zh-CN" i="0" dirty="0">
                  <a:solidFill>
                    <a:srgbClr val="0000CC"/>
                  </a:solidFill>
                  <a:latin typeface="楷体_GB2312" pitchFamily="49" charset="-122"/>
                </a:rPr>
                <a:t> </a:t>
              </a:r>
              <a:r>
                <a:rPr lang="zh-CN" altLang="en-US" i="0" dirty="0">
                  <a:latin typeface="楷体_GB2312" pitchFamily="49" charset="-122"/>
                </a:rPr>
                <a:t>中间价态</a:t>
              </a:r>
              <a:r>
                <a:rPr lang="zh-CN" altLang="en-US" i="0" dirty="0">
                  <a:solidFill>
                    <a:srgbClr val="0000CC"/>
                  </a:solidFill>
                  <a:latin typeface="楷体_GB2312" pitchFamily="49" charset="-122"/>
                </a:rPr>
                <a:t>（如</a:t>
              </a:r>
              <a:r>
                <a:rPr lang="en-US" altLang="zh-CN" i="0" dirty="0">
                  <a:solidFill>
                    <a:srgbClr val="0000CC"/>
                  </a:solidFill>
                  <a:latin typeface="楷体_GB2312" pitchFamily="49" charset="-122"/>
                </a:rPr>
                <a:t>Cu</a:t>
              </a:r>
              <a:r>
                <a:rPr lang="en-US" altLang="zh-CN" i="0" baseline="30000" dirty="0">
                  <a:solidFill>
                    <a:srgbClr val="0000CC"/>
                  </a:solidFill>
                  <a:latin typeface="楷体_GB2312" pitchFamily="49" charset="-122"/>
                </a:rPr>
                <a:t>+</a:t>
              </a:r>
              <a:r>
                <a:rPr lang="zh-CN" altLang="en-US" i="0" dirty="0">
                  <a:solidFill>
                    <a:srgbClr val="0000CC"/>
                  </a:solidFill>
                  <a:latin typeface="楷体_GB2312" pitchFamily="49" charset="-122"/>
                </a:rPr>
                <a:t>）</a:t>
              </a:r>
              <a:r>
                <a:rPr lang="zh-CN" altLang="en-US" i="0" dirty="0">
                  <a:latin typeface="楷体_GB2312" pitchFamily="49" charset="-122"/>
                </a:rPr>
                <a:t>易发生歧化反应 </a:t>
              </a:r>
            </a:p>
          </p:txBody>
        </p:sp>
        <p:sp>
          <p:nvSpPr>
            <p:cNvPr id="44084" name="Text Box 71"/>
            <p:cNvSpPr txBox="1"/>
            <p:nvPr/>
          </p:nvSpPr>
          <p:spPr>
            <a:xfrm>
              <a:off x="2208" y="2526"/>
              <a:ext cx="288" cy="511"/>
            </a:xfrm>
            <a:prstGeom prst="rect">
              <a:avLst/>
            </a:prstGeom>
            <a:noFill/>
            <a:ln w="9525">
              <a:noFill/>
            </a:ln>
          </p:spPr>
          <p:txBody>
            <a:bodyPr>
              <a:spAutoFit/>
            </a:bodyPr>
            <a:lstStyle/>
            <a:p>
              <a:r>
                <a:rPr lang="en-US" altLang="zh-CN" dirty="0">
                  <a:solidFill>
                    <a:schemeClr val="tx1"/>
                  </a:solidFill>
                  <a:latin typeface="Times New Roman" panose="02020603050405020304" pitchFamily="18" charset="0"/>
                  <a:ea typeface="Arial Unicode MS" panose="020B0604020202020204" charset="-122"/>
                </a:rPr>
                <a:t>E</a:t>
              </a:r>
            </a:p>
          </p:txBody>
        </p:sp>
        <p:sp>
          <p:nvSpPr>
            <p:cNvPr id="44085" name="Text Box 72"/>
            <p:cNvSpPr txBox="1"/>
            <p:nvPr/>
          </p:nvSpPr>
          <p:spPr>
            <a:xfrm>
              <a:off x="1127" y="2526"/>
              <a:ext cx="288" cy="511"/>
            </a:xfrm>
            <a:prstGeom prst="rect">
              <a:avLst/>
            </a:prstGeom>
            <a:noFill/>
            <a:ln w="9525">
              <a:noFill/>
            </a:ln>
          </p:spPr>
          <p:txBody>
            <a:bodyPr>
              <a:spAutoFit/>
            </a:bodyPr>
            <a:lstStyle/>
            <a:p>
              <a:r>
                <a:rPr lang="en-US" altLang="zh-CN" dirty="0">
                  <a:solidFill>
                    <a:schemeClr val="tx1"/>
                  </a:solidFill>
                  <a:latin typeface="Times New Roman" panose="02020603050405020304" pitchFamily="18" charset="0"/>
                  <a:ea typeface="Arial Unicode MS" panose="020B0604020202020204" charset="-122"/>
                </a:rPr>
                <a:t>E</a:t>
              </a:r>
            </a:p>
          </p:txBody>
        </p:sp>
        <p:grpSp>
          <p:nvGrpSpPr>
            <p:cNvPr id="44086" name="Group 73"/>
            <p:cNvGrpSpPr/>
            <p:nvPr/>
          </p:nvGrpSpPr>
          <p:grpSpPr>
            <a:xfrm>
              <a:off x="2458" y="2596"/>
              <a:ext cx="91" cy="91"/>
              <a:chOff x="975" y="1842"/>
              <a:chExt cx="136" cy="137"/>
            </a:xfrm>
          </p:grpSpPr>
          <p:sp>
            <p:nvSpPr>
              <p:cNvPr id="44090" name="Oval 74"/>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4091" name="Line 75"/>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nvGrpSpPr>
            <p:cNvPr id="44087" name="Group 76"/>
            <p:cNvGrpSpPr/>
            <p:nvPr/>
          </p:nvGrpSpPr>
          <p:grpSpPr>
            <a:xfrm>
              <a:off x="1401" y="2582"/>
              <a:ext cx="91" cy="91"/>
              <a:chOff x="975" y="1842"/>
              <a:chExt cx="136" cy="137"/>
            </a:xfrm>
          </p:grpSpPr>
          <p:sp>
            <p:nvSpPr>
              <p:cNvPr id="44088" name="Oval 77"/>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44089" name="Line 78"/>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sp>
        <p:nvSpPr>
          <p:cNvPr id="44050" name="Rectangle 79"/>
          <p:cNvSpPr/>
          <p:nvPr/>
        </p:nvSpPr>
        <p:spPr>
          <a:xfrm>
            <a:off x="457200" y="4114800"/>
            <a:ext cx="1287463"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spcBef>
                <a:spcPct val="0"/>
              </a:spcBef>
            </a:pPr>
            <a:r>
              <a:rPr lang="zh-CN" altLang="en-US" sz="3000" i="0" dirty="0">
                <a:solidFill>
                  <a:srgbClr val="FF0000"/>
                </a:solidFill>
                <a:latin typeface="Arial" panose="020B0604020202020204" pitchFamily="34" charset="0"/>
                <a:ea typeface="宋体" panose="02010600030101010101" pitchFamily="2" charset="-122"/>
              </a:rPr>
              <a:t>结论</a:t>
            </a:r>
            <a:r>
              <a:rPr lang="en-US" altLang="zh-CN" sz="3000" i="0" dirty="0">
                <a:solidFill>
                  <a:srgbClr val="FF0000"/>
                </a:solidFill>
                <a:latin typeface="Arial" panose="020B0604020202020204" pitchFamily="34" charset="0"/>
                <a:ea typeface="宋体" panose="02010600030101010101" pitchFamily="2" charset="-122"/>
              </a:rPr>
              <a:t>1:</a:t>
            </a:r>
          </a:p>
        </p:txBody>
      </p:sp>
      <p:grpSp>
        <p:nvGrpSpPr>
          <p:cNvPr id="11" name="Group 80"/>
          <p:cNvGrpSpPr/>
          <p:nvPr/>
        </p:nvGrpSpPr>
        <p:grpSpPr>
          <a:xfrm>
            <a:off x="2895600" y="5257800"/>
            <a:ext cx="5048250" cy="484188"/>
            <a:chOff x="1515" y="582"/>
            <a:chExt cx="3180" cy="305"/>
          </a:xfrm>
        </p:grpSpPr>
        <p:sp>
          <p:nvSpPr>
            <p:cNvPr id="44063" name="Rectangle 81"/>
            <p:cNvSpPr/>
            <p:nvPr/>
          </p:nvSpPr>
          <p:spPr>
            <a:xfrm>
              <a:off x="4620"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4" name="Rectangle 82"/>
            <p:cNvSpPr/>
            <p:nvPr/>
          </p:nvSpPr>
          <p:spPr>
            <a:xfrm>
              <a:off x="4380" y="61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5" name="Rectangle 83"/>
            <p:cNvSpPr/>
            <p:nvPr/>
          </p:nvSpPr>
          <p:spPr>
            <a:xfrm>
              <a:off x="4295"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6" name="Rectangle 84"/>
            <p:cNvSpPr/>
            <p:nvPr/>
          </p:nvSpPr>
          <p:spPr>
            <a:xfrm>
              <a:off x="3794" y="618"/>
              <a:ext cx="28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Cu</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7" name="Rectangle 85"/>
            <p:cNvSpPr/>
            <p:nvPr/>
          </p:nvSpPr>
          <p:spPr>
            <a:xfrm>
              <a:off x="3678" y="618"/>
              <a:ext cx="112"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8" name="Rectangle 86"/>
            <p:cNvSpPr/>
            <p:nvPr/>
          </p:nvSpPr>
          <p:spPr>
            <a:xfrm>
              <a:off x="3488" y="618"/>
              <a:ext cx="56"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69" name="Rectangle 87"/>
            <p:cNvSpPr/>
            <p:nvPr/>
          </p:nvSpPr>
          <p:spPr>
            <a:xfrm>
              <a:off x="3415"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0" name="Rectangle 88"/>
            <p:cNvSpPr/>
            <p:nvPr/>
          </p:nvSpPr>
          <p:spPr>
            <a:xfrm>
              <a:off x="3314" y="618"/>
              <a:ext cx="8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s</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1" name="Rectangle 89"/>
            <p:cNvSpPr/>
            <p:nvPr/>
          </p:nvSpPr>
          <p:spPr>
            <a:xfrm>
              <a:off x="3233"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2" name="Rectangle 90"/>
            <p:cNvSpPr/>
            <p:nvPr/>
          </p:nvSpPr>
          <p:spPr>
            <a:xfrm>
              <a:off x="2932" y="618"/>
              <a:ext cx="28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Cu</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3" name="Rectangle 91"/>
            <p:cNvSpPr/>
            <p:nvPr/>
          </p:nvSpPr>
          <p:spPr>
            <a:xfrm>
              <a:off x="2816" y="618"/>
              <a:ext cx="112"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4" name="Rectangle 92"/>
            <p:cNvSpPr/>
            <p:nvPr/>
          </p:nvSpPr>
          <p:spPr>
            <a:xfrm>
              <a:off x="2460" y="618"/>
              <a:ext cx="112"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  </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5" name="Rectangle 93"/>
            <p:cNvSpPr/>
            <p:nvPr/>
          </p:nvSpPr>
          <p:spPr>
            <a:xfrm>
              <a:off x="2386"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6" name="Rectangle 94"/>
            <p:cNvSpPr/>
            <p:nvPr/>
          </p:nvSpPr>
          <p:spPr>
            <a:xfrm>
              <a:off x="2147" y="618"/>
              <a:ext cx="237"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aq</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7" name="Rectangle 95"/>
            <p:cNvSpPr/>
            <p:nvPr/>
          </p:nvSpPr>
          <p:spPr>
            <a:xfrm>
              <a:off x="2061" y="618"/>
              <a:ext cx="75"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8" name="Rectangle 96"/>
            <p:cNvSpPr/>
            <p:nvPr/>
          </p:nvSpPr>
          <p:spPr>
            <a:xfrm>
              <a:off x="1515" y="618"/>
              <a:ext cx="399"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Times New Roman" panose="02020603050405020304" pitchFamily="18" charset="0"/>
                  <a:ea typeface="宋体" panose="02010600030101010101" pitchFamily="2" charset="-122"/>
                </a:rPr>
                <a:t>2Cu</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79" name="Rectangle 97"/>
            <p:cNvSpPr/>
            <p:nvPr/>
          </p:nvSpPr>
          <p:spPr>
            <a:xfrm>
              <a:off x="4105" y="598"/>
              <a:ext cx="76" cy="182"/>
            </a:xfrm>
            <a:prstGeom prst="rect">
              <a:avLst/>
            </a:prstGeom>
            <a:noFill/>
            <a:ln w="9525">
              <a:noFill/>
            </a:ln>
          </p:spPr>
          <p:txBody>
            <a:bodyPr wrap="none" lIns="0" tIns="0" rIns="0" bIns="0">
              <a:spAutoFit/>
            </a:bodyPr>
            <a:lstStyle/>
            <a:p>
              <a:pPr>
                <a:spcBef>
                  <a:spcPct val="0"/>
                </a:spcBef>
              </a:pPr>
              <a:r>
                <a:rPr lang="en-US" altLang="zh-CN" i="0" baseline="30000" dirty="0">
                  <a:solidFill>
                    <a:srgbClr val="0000CC"/>
                  </a:solidFill>
                  <a:latin typeface="Times New Roman" panose="02020603050405020304" pitchFamily="18" charset="0"/>
                  <a:ea typeface="宋体" panose="02010600030101010101" pitchFamily="2" charset="-122"/>
                </a:rPr>
                <a:t>2</a:t>
              </a:r>
              <a:endParaRPr lang="en-US" altLang="zh-CN" i="0" baseline="30000" dirty="0">
                <a:solidFill>
                  <a:srgbClr val="0000CC"/>
                </a:solidFill>
                <a:latin typeface="Arial" panose="020B0604020202020204" pitchFamily="34" charset="0"/>
                <a:ea typeface="宋体" panose="02010600030101010101" pitchFamily="2" charset="-122"/>
              </a:endParaRPr>
            </a:p>
          </p:txBody>
        </p:sp>
        <p:sp>
          <p:nvSpPr>
            <p:cNvPr id="44080" name="Rectangle 98"/>
            <p:cNvSpPr/>
            <p:nvPr/>
          </p:nvSpPr>
          <p:spPr>
            <a:xfrm>
              <a:off x="3546" y="589"/>
              <a:ext cx="123" cy="269"/>
            </a:xfrm>
            <a:prstGeom prst="rect">
              <a:avLst/>
            </a:prstGeom>
            <a:noFill/>
            <a:ln w="9525">
              <a:noFill/>
            </a:ln>
          </p:spPr>
          <p:txBody>
            <a:bodyPr wrap="none" lIns="0" tIns="0" rIns="0" bIns="0">
              <a:spAutoFit/>
            </a:bodyPr>
            <a:lstStyle/>
            <a:p>
              <a:pPr>
                <a:spcBef>
                  <a:spcPct val="0"/>
                </a:spcBef>
              </a:pPr>
              <a:r>
                <a:rPr lang="en-US" altLang="zh-CN" i="0" dirty="0">
                  <a:solidFill>
                    <a:srgbClr val="0000CC"/>
                  </a:solidFill>
                  <a:latin typeface="Symbol" panose="05050102010706020507" pitchFamily="18" charset="2"/>
                  <a:ea typeface="宋体" panose="02010600030101010101" pitchFamily="2" charset="-122"/>
                </a:rPr>
                <a:t>+</a:t>
              </a:r>
              <a:endParaRPr lang="en-US" altLang="zh-CN" i="0" dirty="0">
                <a:solidFill>
                  <a:srgbClr val="0000CC"/>
                </a:solidFill>
                <a:latin typeface="Arial" panose="020B0604020202020204" pitchFamily="34" charset="0"/>
                <a:ea typeface="宋体" panose="02010600030101010101" pitchFamily="2" charset="-122"/>
              </a:endParaRPr>
            </a:p>
          </p:txBody>
        </p:sp>
        <p:sp>
          <p:nvSpPr>
            <p:cNvPr id="44081" name="Rectangle 99"/>
            <p:cNvSpPr/>
            <p:nvPr/>
          </p:nvSpPr>
          <p:spPr>
            <a:xfrm>
              <a:off x="4184" y="582"/>
              <a:ext cx="83" cy="182"/>
            </a:xfrm>
            <a:prstGeom prst="rect">
              <a:avLst/>
            </a:prstGeom>
            <a:noFill/>
            <a:ln w="9525">
              <a:noFill/>
            </a:ln>
          </p:spPr>
          <p:txBody>
            <a:bodyPr wrap="none" lIns="0" tIns="0" rIns="0" bIns="0">
              <a:spAutoFit/>
            </a:bodyPr>
            <a:lstStyle/>
            <a:p>
              <a:pPr>
                <a:spcBef>
                  <a:spcPct val="0"/>
                </a:spcBef>
              </a:pPr>
              <a:r>
                <a:rPr lang="en-US" altLang="zh-CN" i="0" baseline="30000" dirty="0">
                  <a:solidFill>
                    <a:srgbClr val="0000CC"/>
                  </a:solidFill>
                  <a:latin typeface="Symbol" panose="05050102010706020507" pitchFamily="18" charset="2"/>
                  <a:ea typeface="宋体" panose="02010600030101010101" pitchFamily="2" charset="-122"/>
                </a:rPr>
                <a:t>+</a:t>
              </a:r>
              <a:endParaRPr lang="en-US" altLang="zh-CN" i="0" baseline="30000" dirty="0">
                <a:solidFill>
                  <a:srgbClr val="0000CC"/>
                </a:solidFill>
                <a:latin typeface="Arial" panose="020B0604020202020204" pitchFamily="34" charset="0"/>
                <a:ea typeface="宋体" panose="02010600030101010101" pitchFamily="2" charset="-122"/>
              </a:endParaRPr>
            </a:p>
          </p:txBody>
        </p:sp>
        <p:sp>
          <p:nvSpPr>
            <p:cNvPr id="44082" name="Rectangle 100"/>
            <p:cNvSpPr/>
            <p:nvPr/>
          </p:nvSpPr>
          <p:spPr>
            <a:xfrm>
              <a:off x="1950" y="582"/>
              <a:ext cx="83" cy="182"/>
            </a:xfrm>
            <a:prstGeom prst="rect">
              <a:avLst/>
            </a:prstGeom>
            <a:noFill/>
            <a:ln w="9525">
              <a:noFill/>
            </a:ln>
          </p:spPr>
          <p:txBody>
            <a:bodyPr wrap="none" lIns="0" tIns="0" rIns="0" bIns="0">
              <a:spAutoFit/>
            </a:bodyPr>
            <a:lstStyle/>
            <a:p>
              <a:pPr>
                <a:spcBef>
                  <a:spcPct val="0"/>
                </a:spcBef>
              </a:pPr>
              <a:r>
                <a:rPr lang="en-US" altLang="zh-CN" i="0" baseline="30000" dirty="0">
                  <a:solidFill>
                    <a:srgbClr val="0000CC"/>
                  </a:solidFill>
                  <a:latin typeface="Symbol" panose="05050102010706020507" pitchFamily="18" charset="2"/>
                  <a:ea typeface="宋体" panose="02010600030101010101" pitchFamily="2" charset="-122"/>
                </a:rPr>
                <a:t>+</a:t>
              </a:r>
              <a:endParaRPr lang="en-US" altLang="zh-CN" i="0" baseline="30000" dirty="0">
                <a:solidFill>
                  <a:srgbClr val="0000CC"/>
                </a:solidFill>
                <a:latin typeface="Arial" panose="020B0604020202020204" pitchFamily="34" charset="0"/>
                <a:ea typeface="宋体" panose="02010600030101010101" pitchFamily="2" charset="-122"/>
              </a:endParaRPr>
            </a:p>
          </p:txBody>
        </p:sp>
        <p:graphicFrame>
          <p:nvGraphicFramePr>
            <p:cNvPr id="44036" name="Object 101"/>
            <p:cNvGraphicFramePr>
              <a:graphicFrameLocks/>
            </p:cNvGraphicFramePr>
            <p:nvPr/>
          </p:nvGraphicFramePr>
          <p:xfrm>
            <a:off x="2496" y="720"/>
            <a:ext cx="410" cy="129"/>
          </p:xfrm>
          <a:graphic>
            <a:graphicData uri="http://schemas.openxmlformats.org/presentationml/2006/ole">
              <p:oleObj spid="_x0000_s147459" r:id="rId8" imgW="650240" imgH="205740" progId="">
                <p:embed/>
              </p:oleObj>
            </a:graphicData>
          </a:graphic>
        </p:graphicFrame>
      </p:grpSp>
      <p:grpSp>
        <p:nvGrpSpPr>
          <p:cNvPr id="12" name="Group 102"/>
          <p:cNvGrpSpPr/>
          <p:nvPr/>
        </p:nvGrpSpPr>
        <p:grpSpPr>
          <a:xfrm>
            <a:off x="2743200" y="5867400"/>
            <a:ext cx="5200650" cy="604838"/>
            <a:chOff x="343" y="3720"/>
            <a:chExt cx="3276" cy="381"/>
          </a:xfrm>
        </p:grpSpPr>
        <p:sp>
          <p:nvSpPr>
            <p:cNvPr id="44055" name="Rectangle 103"/>
            <p:cNvSpPr/>
            <p:nvPr/>
          </p:nvSpPr>
          <p:spPr>
            <a:xfrm>
              <a:off x="1819" y="3760"/>
              <a:ext cx="1800" cy="269"/>
            </a:xfrm>
            <a:prstGeom prst="rect">
              <a:avLst/>
            </a:prstGeom>
            <a:noFill/>
            <a:ln w="9525">
              <a:noFill/>
            </a:ln>
          </p:spPr>
          <p:txBody>
            <a:bodyPr wrap="none" lIns="0" tIns="0" rIns="0" bIns="0">
              <a:spAutoFit/>
            </a:bodyPr>
            <a:lstStyle/>
            <a:p>
              <a:pPr>
                <a:spcBef>
                  <a:spcPct val="0"/>
                </a:spcBef>
              </a:pPr>
              <a:r>
                <a:rPr lang="zh-CN" altLang="en-US" i="0" dirty="0">
                  <a:latin typeface="Times New Roman" panose="02020603050405020304" pitchFamily="18" charset="0"/>
                </a:rPr>
                <a:t>发生反歧化反应。</a:t>
              </a:r>
            </a:p>
          </p:txBody>
        </p:sp>
        <p:sp>
          <p:nvSpPr>
            <p:cNvPr id="44056" name="Rectangle 104"/>
            <p:cNvSpPr/>
            <p:nvPr/>
          </p:nvSpPr>
          <p:spPr>
            <a:xfrm>
              <a:off x="1243" y="3919"/>
              <a:ext cx="153" cy="182"/>
            </a:xfrm>
            <a:prstGeom prst="rect">
              <a:avLst/>
            </a:prstGeom>
            <a:noFill/>
            <a:ln w="9525">
              <a:noFill/>
            </a:ln>
          </p:spPr>
          <p:txBody>
            <a:bodyPr wrap="none" lIns="0" tIns="0" rIns="0" bIns="0">
              <a:spAutoFit/>
            </a:bodyPr>
            <a:lstStyle/>
            <a:p>
              <a:pPr>
                <a:spcBef>
                  <a:spcPct val="0"/>
                </a:spcBef>
              </a:pPr>
              <a:r>
                <a:rPr lang="zh-CN" altLang="en-US" i="0" baseline="-25000" dirty="0">
                  <a:latin typeface="Times New Roman" panose="02020603050405020304" pitchFamily="18" charset="0"/>
                </a:rPr>
                <a:t>左</a:t>
              </a:r>
            </a:p>
          </p:txBody>
        </p:sp>
        <p:sp>
          <p:nvSpPr>
            <p:cNvPr id="44057" name="Rectangle 105"/>
            <p:cNvSpPr/>
            <p:nvPr/>
          </p:nvSpPr>
          <p:spPr>
            <a:xfrm>
              <a:off x="555" y="3919"/>
              <a:ext cx="153" cy="182"/>
            </a:xfrm>
            <a:prstGeom prst="rect">
              <a:avLst/>
            </a:prstGeom>
            <a:noFill/>
            <a:ln w="9525">
              <a:noFill/>
            </a:ln>
          </p:spPr>
          <p:txBody>
            <a:bodyPr wrap="none" lIns="0" tIns="0" rIns="0" bIns="0">
              <a:spAutoFit/>
            </a:bodyPr>
            <a:lstStyle/>
            <a:p>
              <a:pPr>
                <a:spcBef>
                  <a:spcPct val="0"/>
                </a:spcBef>
              </a:pPr>
              <a:r>
                <a:rPr lang="zh-CN" altLang="en-US" i="0" baseline="-25000" dirty="0">
                  <a:latin typeface="Times New Roman" panose="02020603050405020304" pitchFamily="18" charset="0"/>
                </a:rPr>
                <a:t>右</a:t>
              </a:r>
            </a:p>
          </p:txBody>
        </p:sp>
        <p:sp>
          <p:nvSpPr>
            <p:cNvPr id="44058" name="Rectangle 106"/>
            <p:cNvSpPr/>
            <p:nvPr/>
          </p:nvSpPr>
          <p:spPr>
            <a:xfrm>
              <a:off x="1401" y="3752"/>
              <a:ext cx="392" cy="269"/>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       </a:t>
              </a:r>
            </a:p>
          </p:txBody>
        </p:sp>
        <p:sp>
          <p:nvSpPr>
            <p:cNvPr id="44059" name="Rectangle 107"/>
            <p:cNvSpPr/>
            <p:nvPr/>
          </p:nvSpPr>
          <p:spPr>
            <a:xfrm>
              <a:off x="714" y="3752"/>
              <a:ext cx="168" cy="269"/>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   </a:t>
              </a:r>
            </a:p>
          </p:txBody>
        </p:sp>
        <p:sp>
          <p:nvSpPr>
            <p:cNvPr id="44060" name="Rectangle 108"/>
            <p:cNvSpPr/>
            <p:nvPr/>
          </p:nvSpPr>
          <p:spPr>
            <a:xfrm>
              <a:off x="1093" y="3752"/>
              <a:ext cx="149" cy="269"/>
            </a:xfrm>
            <a:prstGeom prst="rect">
              <a:avLst/>
            </a:prstGeom>
            <a:noFill/>
            <a:ln w="9525">
              <a:noFill/>
            </a:ln>
          </p:spPr>
          <p:txBody>
            <a:bodyPr wrap="none" lIns="0" tIns="0" rIns="0" bIns="0">
              <a:spAutoFit/>
            </a:bodyPr>
            <a:lstStyle/>
            <a:p>
              <a:pPr>
                <a:spcBef>
                  <a:spcPct val="0"/>
                </a:spcBef>
              </a:pPr>
              <a:r>
                <a:rPr lang="en-US" altLang="zh-CN" dirty="0">
                  <a:latin typeface="Times New Roman" panose="02020603050405020304" pitchFamily="18" charset="0"/>
                </a:rPr>
                <a:t>E</a:t>
              </a:r>
              <a:endParaRPr lang="en-US" altLang="zh-CN" i="0" dirty="0">
                <a:latin typeface="Times New Roman" panose="02020603050405020304" pitchFamily="18" charset="0"/>
              </a:endParaRPr>
            </a:p>
          </p:txBody>
        </p:sp>
        <p:sp>
          <p:nvSpPr>
            <p:cNvPr id="44061" name="Rectangle 109"/>
            <p:cNvSpPr/>
            <p:nvPr/>
          </p:nvSpPr>
          <p:spPr>
            <a:xfrm>
              <a:off x="343" y="3752"/>
              <a:ext cx="205" cy="269"/>
            </a:xfrm>
            <a:prstGeom prst="rect">
              <a:avLst/>
            </a:prstGeom>
            <a:noFill/>
            <a:ln w="9525">
              <a:noFill/>
            </a:ln>
          </p:spPr>
          <p:txBody>
            <a:bodyPr wrap="none" lIns="0" tIns="0" rIns="0" bIns="0">
              <a:spAutoFit/>
            </a:bodyPr>
            <a:lstStyle/>
            <a:p>
              <a:pPr>
                <a:spcBef>
                  <a:spcPct val="0"/>
                </a:spcBef>
              </a:pPr>
              <a:r>
                <a:rPr lang="en-US" altLang="zh-CN" dirty="0">
                  <a:latin typeface="Times New Roman" panose="02020603050405020304" pitchFamily="18" charset="0"/>
                </a:rPr>
                <a:t> E</a:t>
              </a:r>
              <a:endParaRPr lang="en-US" altLang="zh-CN" i="0" dirty="0">
                <a:latin typeface="Times New Roman" panose="02020603050405020304" pitchFamily="18" charset="0"/>
              </a:endParaRPr>
            </a:p>
          </p:txBody>
        </p:sp>
        <p:sp>
          <p:nvSpPr>
            <p:cNvPr id="44062" name="Rectangle 110"/>
            <p:cNvSpPr/>
            <p:nvPr/>
          </p:nvSpPr>
          <p:spPr>
            <a:xfrm>
              <a:off x="892" y="3723"/>
              <a:ext cx="128" cy="269"/>
            </a:xfrm>
            <a:prstGeom prst="rect">
              <a:avLst/>
            </a:prstGeom>
            <a:noFill/>
            <a:ln w="9525">
              <a:noFill/>
            </a:ln>
          </p:spPr>
          <p:txBody>
            <a:bodyPr wrap="none" lIns="0" tIns="0" rIns="0" bIns="0">
              <a:spAutoFit/>
            </a:bodyPr>
            <a:lstStyle/>
            <a:p>
              <a:pPr>
                <a:spcBef>
                  <a:spcPct val="0"/>
                </a:spcBef>
              </a:pPr>
              <a:r>
                <a:rPr lang="en-US" altLang="zh-CN" i="0" dirty="0">
                  <a:latin typeface="Times New Roman" panose="02020603050405020304" pitchFamily="18" charset="0"/>
                </a:rPr>
                <a:t>&lt;</a:t>
              </a:r>
            </a:p>
          </p:txBody>
        </p:sp>
        <p:graphicFrame>
          <p:nvGraphicFramePr>
            <p:cNvPr id="44034" name="Object 111"/>
            <p:cNvGraphicFramePr>
              <a:graphicFrameLocks/>
            </p:cNvGraphicFramePr>
            <p:nvPr/>
          </p:nvGraphicFramePr>
          <p:xfrm>
            <a:off x="576" y="3720"/>
            <a:ext cx="171" cy="168"/>
          </p:xfrm>
          <a:graphic>
            <a:graphicData uri="http://schemas.openxmlformats.org/presentationml/2006/ole">
              <p:oleObj spid="_x0000_s147458" r:id="rId9" imgW="271780" imgH="266700" progId="">
                <p:embed/>
              </p:oleObj>
            </a:graphicData>
          </a:graphic>
        </p:graphicFrame>
        <p:graphicFrame>
          <p:nvGraphicFramePr>
            <p:cNvPr id="44035" name="Object 112"/>
            <p:cNvGraphicFramePr>
              <a:graphicFrameLocks/>
            </p:cNvGraphicFramePr>
            <p:nvPr/>
          </p:nvGraphicFramePr>
          <p:xfrm>
            <a:off x="1253" y="3728"/>
            <a:ext cx="171" cy="168"/>
          </p:xfrm>
          <a:graphic>
            <a:graphicData uri="http://schemas.openxmlformats.org/presentationml/2006/ole">
              <p:oleObj spid="_x0000_s147457" r:id="rId10" imgW="271780" imgH="266700" progId="">
                <p:embed/>
              </p:oleObj>
            </a:graphicData>
          </a:graphic>
        </p:graphicFrame>
      </p:grpSp>
      <p:sp>
        <p:nvSpPr>
          <p:cNvPr id="44053" name="Rectangle 113"/>
          <p:cNvSpPr/>
          <p:nvPr/>
        </p:nvSpPr>
        <p:spPr>
          <a:xfrm>
            <a:off x="0" y="5486400"/>
            <a:ext cx="1287463"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spcBef>
                <a:spcPct val="0"/>
              </a:spcBef>
            </a:pPr>
            <a:r>
              <a:rPr lang="zh-CN" altLang="en-US" sz="3000" i="0" dirty="0">
                <a:solidFill>
                  <a:srgbClr val="FF0000"/>
                </a:solidFill>
                <a:latin typeface="Arial" panose="020B0604020202020204" pitchFamily="34" charset="0"/>
                <a:ea typeface="宋体" panose="02010600030101010101" pitchFamily="2" charset="-122"/>
              </a:rPr>
              <a:t>结论</a:t>
            </a:r>
            <a:r>
              <a:rPr lang="en-US" altLang="zh-CN" sz="3000" i="0" dirty="0">
                <a:solidFill>
                  <a:srgbClr val="FF0000"/>
                </a:solidFill>
                <a:latin typeface="Arial" panose="020B0604020202020204" pitchFamily="34" charset="0"/>
                <a:ea typeface="宋体" panose="02010600030101010101" pitchFamily="2" charset="-122"/>
              </a:rPr>
              <a:t>2:</a:t>
            </a:r>
          </a:p>
        </p:txBody>
      </p:sp>
      <p:sp>
        <p:nvSpPr>
          <p:cNvPr id="149618" name="Text Box 114"/>
          <p:cNvSpPr txBox="1"/>
          <p:nvPr/>
        </p:nvSpPr>
        <p:spPr>
          <a:xfrm>
            <a:off x="1143000" y="5943600"/>
            <a:ext cx="1981200" cy="488950"/>
          </a:xfrm>
          <a:prstGeom prst="rect">
            <a:avLst/>
          </a:prstGeom>
          <a:noFill/>
          <a:ln w="12700">
            <a:noFill/>
          </a:ln>
        </p:spPr>
        <p:txBody>
          <a:bodyPr>
            <a:spAutoFit/>
          </a:bodyPr>
          <a:lstStyle/>
          <a:p>
            <a:r>
              <a:rPr lang="zh-CN" altLang="en-US" sz="2600" i="0" dirty="0">
                <a:solidFill>
                  <a:srgbClr val="0000CC"/>
                </a:solidFill>
                <a:latin typeface="Times New Roman" panose="02020603050405020304" pitchFamily="18" charset="0"/>
              </a:rPr>
              <a:t>反之，若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9538"/>
                                        </p:tgtEl>
                                        <p:attrNameLst>
                                          <p:attrName>style.visibility</p:attrName>
                                        </p:attrNameLst>
                                      </p:cBhvr>
                                      <p:to>
                                        <p:strVal val="visible"/>
                                      </p:to>
                                    </p:set>
                                    <p:animEffect transition="in" filter="wipe(left)">
                                      <p:cBhvr>
                                        <p:cTn id="17" dur="500"/>
                                        <p:tgtEl>
                                          <p:spTgt spid="14953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par>
                          <p:cTn id="28" fill="hold">
                            <p:stCondLst>
                              <p:cond delay="500"/>
                            </p:stCondLst>
                            <p:childTnLst>
                              <p:par>
                                <p:cTn id="29" presetID="55" presetClass="entr" presetSubtype="0" fill="hold" nodeType="after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p:cTn id="31" dur="1000" fill="hold"/>
                                        <p:tgtEl>
                                          <p:spTgt spid="8"/>
                                        </p:tgtEl>
                                        <p:attrNameLst>
                                          <p:attrName>ppt_w</p:attrName>
                                        </p:attrNameLst>
                                      </p:cBhvr>
                                      <p:tavLst>
                                        <p:tav tm="0">
                                          <p:val>
                                            <p:strVal val="#ppt_w*0.70"/>
                                          </p:val>
                                        </p:tav>
                                        <p:tav tm="100000">
                                          <p:val>
                                            <p:strVal val="#ppt_w"/>
                                          </p:val>
                                        </p:tav>
                                      </p:tavLst>
                                    </p:anim>
                                    <p:anim calcmode="lin" valueType="num">
                                      <p:cBhvr>
                                        <p:cTn id="32" dur="1000" fill="hold"/>
                                        <p:tgtEl>
                                          <p:spTgt spid="8"/>
                                        </p:tgtEl>
                                        <p:attrNameLst>
                                          <p:attrName>ppt_h</p:attrName>
                                        </p:attrNameLst>
                                      </p:cBhvr>
                                      <p:tavLst>
                                        <p:tav tm="0">
                                          <p:val>
                                            <p:strVal val="#ppt_h"/>
                                          </p:val>
                                        </p:tav>
                                        <p:tav tm="100000">
                                          <p:val>
                                            <p:strVal val="#ppt_h"/>
                                          </p:val>
                                        </p:tav>
                                      </p:tavLst>
                                    </p:anim>
                                    <p:animEffect transition="in" filter="fade">
                                      <p:cBhvr>
                                        <p:cTn id="33" dur="1000"/>
                                        <p:tgtEl>
                                          <p:spTgt spid="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wipe(left)">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grpId="0" nodeType="clickEffect">
                                  <p:stCondLst>
                                    <p:cond delay="0"/>
                                  </p:stCondLst>
                                  <p:childTnLst>
                                    <p:set>
                                      <p:cBhvr>
                                        <p:cTn id="47" dur="1" fill="hold">
                                          <p:stCondLst>
                                            <p:cond delay="0"/>
                                          </p:stCondLst>
                                        </p:cTn>
                                        <p:tgtEl>
                                          <p:spTgt spid="149618"/>
                                        </p:tgtEl>
                                        <p:attrNameLst>
                                          <p:attrName>style.visibility</p:attrName>
                                        </p:attrNameLst>
                                      </p:cBhvr>
                                      <p:to>
                                        <p:strVal val="visible"/>
                                      </p:to>
                                    </p:set>
                                    <p:animEffect transition="in" filter="wipe(left)">
                                      <p:cBhvr>
                                        <p:cTn id="48" dur="500"/>
                                        <p:tgtEl>
                                          <p:spTgt spid="149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38" grpId="0"/>
      <p:bldP spid="149618" grpId="0"/>
    </p:bld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5078" name="Rectangle 3"/>
          <p:cNvSpPr/>
          <p:nvPr/>
        </p:nvSpPr>
        <p:spPr>
          <a:xfrm>
            <a:off x="2438400" y="685800"/>
            <a:ext cx="6248400" cy="685800"/>
          </a:xfrm>
          <a:prstGeom prst="rect">
            <a:avLst/>
          </a:prstGeom>
          <a:noFill/>
          <a:ln w="571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48482" name="Text Box 4"/>
          <p:cNvSpPr txBox="1">
            <a:spLocks noChangeArrowheads="1"/>
          </p:cNvSpPr>
          <p:nvPr/>
        </p:nvSpPr>
        <p:spPr bwMode="auto">
          <a:xfrm>
            <a:off x="2514600" y="381000"/>
            <a:ext cx="1524000" cy="488950"/>
          </a:xfrm>
          <a:prstGeom prst="rect">
            <a:avLst/>
          </a:prstGeom>
          <a:gradFill rotWithShape="1">
            <a:gsLst>
              <a:gs pos="0">
                <a:srgbClr val="000076"/>
              </a:gs>
              <a:gs pos="50000">
                <a:srgbClr val="0000FF"/>
              </a:gs>
              <a:gs pos="100000">
                <a:srgbClr val="000076"/>
              </a:gs>
            </a:gsLst>
            <a:lin ang="5400000" scaled="1"/>
          </a:gradFill>
          <a:ln w="9525">
            <a:noFill/>
            <a:miter lim="800000"/>
          </a:ln>
          <a:effectLst>
            <a:outerShdw dist="107763" dir="2700000" algn="ctr" rotWithShape="0">
              <a:srgbClr val="00FF99"/>
            </a:outerShdw>
          </a:effectLst>
        </p:spPr>
        <p:txBody>
          <a:bodyPr>
            <a:spAutoFit/>
          </a:bodyPr>
          <a:lstStyle/>
          <a:p>
            <a:pPr marR="0" defTabSz="914400">
              <a:buClrTx/>
              <a:buSzTx/>
              <a:buFontTx/>
              <a:buNone/>
              <a:defRPr/>
            </a:pPr>
            <a:r>
              <a:rPr kumimoji="0" lang="zh-CN" altLang="en-US" sz="2600" kern="1200" cap="none" spc="0" normalizeH="0" baseline="0" noProof="0" smtClean="0">
                <a:solidFill>
                  <a:srgbClr val="FF0000"/>
                </a:solidFill>
                <a:latin typeface="Times New Roman" panose="02020603050405020304" pitchFamily="18" charset="0"/>
                <a:ea typeface="幼圆" panose="02010509060101010101" pitchFamily="49" charset="-122"/>
                <a:cs typeface="+mn-cs"/>
              </a:rPr>
              <a:t>应用 </a:t>
            </a:r>
            <a:r>
              <a:rPr kumimoji="0" lang="en-US" altLang="zh-CN" sz="2600" kern="1200" cap="none" spc="0" normalizeH="0" baseline="0" noProof="0" smtClean="0">
                <a:solidFill>
                  <a:srgbClr val="FF0000"/>
                </a:solidFill>
                <a:latin typeface="Times New Roman" panose="02020603050405020304" pitchFamily="18" charset="0"/>
                <a:ea typeface="幼圆" panose="02010509060101010101" pitchFamily="49" charset="-122"/>
                <a:cs typeface="+mn-cs"/>
              </a:rPr>
              <a:t>2</a:t>
            </a:r>
          </a:p>
        </p:txBody>
      </p:sp>
      <p:sp>
        <p:nvSpPr>
          <p:cNvPr id="45080" name="Rectangle 5"/>
          <p:cNvSpPr/>
          <p:nvPr/>
        </p:nvSpPr>
        <p:spPr>
          <a:xfrm>
            <a:off x="3886200" y="838200"/>
            <a:ext cx="4038600" cy="457200"/>
          </a:xfrm>
          <a:prstGeom prst="rect">
            <a:avLst/>
          </a:prstGeom>
          <a:gradFill rotWithShape="1">
            <a:gsLst>
              <a:gs pos="0">
                <a:srgbClr val="595959"/>
              </a:gs>
              <a:gs pos="50000">
                <a:srgbClr val="C0C0C0"/>
              </a:gs>
              <a:gs pos="100000">
                <a:srgbClr val="595959"/>
              </a:gs>
            </a:gsLst>
            <a:lin ang="5400000" scaled="1"/>
            <a:tileRect/>
          </a:gradFill>
          <a:ln w="9525">
            <a:noFill/>
          </a:ln>
        </p:spPr>
        <p:txBody>
          <a:bodyPr anchor="ctr" anchorCtr="0"/>
          <a:lstStyle/>
          <a:p>
            <a:pPr>
              <a:spcBef>
                <a:spcPct val="0"/>
              </a:spcBef>
            </a:pPr>
            <a:r>
              <a:rPr lang="zh-CN" altLang="en-US" sz="2600" dirty="0">
                <a:solidFill>
                  <a:srgbClr val="0000CC"/>
                </a:solidFill>
                <a:latin typeface="Times New Roman" panose="02020603050405020304" pitchFamily="18" charset="0"/>
              </a:rPr>
              <a:t>计算电对的标准电极电势</a:t>
            </a:r>
          </a:p>
        </p:txBody>
      </p:sp>
      <p:sp>
        <p:nvSpPr>
          <p:cNvPr id="152582" name="Line 6"/>
          <p:cNvSpPr/>
          <p:nvPr/>
        </p:nvSpPr>
        <p:spPr>
          <a:xfrm>
            <a:off x="1250950" y="5662613"/>
            <a:ext cx="2879725" cy="0"/>
          </a:xfrm>
          <a:prstGeom prst="line">
            <a:avLst/>
          </a:prstGeom>
          <a:ln w="12700" cap="sq" cmpd="sng">
            <a:solidFill>
              <a:schemeClr val="tx1"/>
            </a:solidFill>
            <a:prstDash val="solid"/>
            <a:headEnd type="none" w="sm" len="sm"/>
            <a:tailEnd type="none" w="sm" len="sm"/>
          </a:ln>
        </p:spPr>
      </p:sp>
      <p:sp>
        <p:nvSpPr>
          <p:cNvPr id="152583" name="Text Box 7"/>
          <p:cNvSpPr txBox="1"/>
          <p:nvPr/>
        </p:nvSpPr>
        <p:spPr>
          <a:xfrm>
            <a:off x="1082675" y="4910138"/>
            <a:ext cx="838200" cy="579437"/>
          </a:xfrm>
          <a:prstGeom prst="rect">
            <a:avLst/>
          </a:prstGeom>
          <a:noFill/>
          <a:ln w="12700">
            <a:noFill/>
          </a:ln>
        </p:spPr>
        <p:txBody>
          <a:bodyPr>
            <a:spAutoFit/>
          </a:bodyPr>
          <a:lstStyle/>
          <a:p>
            <a:r>
              <a:rPr lang="en-US" altLang="zh-CN" sz="3200" i="0" dirty="0">
                <a:solidFill>
                  <a:srgbClr val="336600"/>
                </a:solidFill>
                <a:latin typeface="Times New Roman" panose="02020603050405020304" pitchFamily="18" charset="0"/>
                <a:ea typeface="宋体" panose="02010600030101010101" pitchFamily="2" charset="-122"/>
              </a:rPr>
              <a:t>+</a:t>
            </a:r>
            <a:r>
              <a:rPr lang="zh-CN" altLang="en-US" sz="3200" i="0" dirty="0">
                <a:solidFill>
                  <a:srgbClr val="336600"/>
                </a:solidFill>
                <a:latin typeface="Times New Roman" panose="02020603050405020304" pitchFamily="18" charset="0"/>
                <a:ea typeface="宋体" panose="02010600030101010101" pitchFamily="2" charset="-122"/>
              </a:rPr>
              <a:t>）</a:t>
            </a:r>
          </a:p>
        </p:txBody>
      </p:sp>
      <p:grpSp>
        <p:nvGrpSpPr>
          <p:cNvPr id="2" name="Group 8"/>
          <p:cNvGrpSpPr/>
          <p:nvPr/>
        </p:nvGrpSpPr>
        <p:grpSpPr>
          <a:xfrm>
            <a:off x="1676400" y="3429000"/>
            <a:ext cx="6764338" cy="611188"/>
            <a:chOff x="1046" y="2283"/>
            <a:chExt cx="4261" cy="385"/>
          </a:xfrm>
        </p:grpSpPr>
        <p:sp>
          <p:nvSpPr>
            <p:cNvPr id="45178" name="Rectangle 9"/>
            <p:cNvSpPr/>
            <p:nvPr/>
          </p:nvSpPr>
          <p:spPr>
            <a:xfrm>
              <a:off x="4808" y="2321"/>
              <a:ext cx="352"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9" name="Rectangle 10"/>
            <p:cNvSpPr/>
            <p:nvPr/>
          </p:nvSpPr>
          <p:spPr>
            <a:xfrm>
              <a:off x="4581" y="2321"/>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0" name="Rectangle 11"/>
            <p:cNvSpPr/>
            <p:nvPr/>
          </p:nvSpPr>
          <p:spPr>
            <a:xfrm>
              <a:off x="3676" y="2321"/>
              <a:ext cx="19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1" name="Rectangle 12"/>
            <p:cNvSpPr/>
            <p:nvPr/>
          </p:nvSpPr>
          <p:spPr>
            <a:xfrm>
              <a:off x="3188" y="2321"/>
              <a:ext cx="264"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2" name="Rectangle 13"/>
            <p:cNvSpPr/>
            <p:nvPr/>
          </p:nvSpPr>
          <p:spPr>
            <a:xfrm>
              <a:off x="2812" y="2321"/>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3" name="Rectangle 14"/>
            <p:cNvSpPr/>
            <p:nvPr/>
          </p:nvSpPr>
          <p:spPr>
            <a:xfrm>
              <a:off x="1469" y="2321"/>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4" name="Rectangle 15"/>
            <p:cNvSpPr/>
            <p:nvPr/>
          </p:nvSpPr>
          <p:spPr>
            <a:xfrm>
              <a:off x="4430" y="2290"/>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5" name="Rectangle 16"/>
            <p:cNvSpPr/>
            <p:nvPr/>
          </p:nvSpPr>
          <p:spPr>
            <a:xfrm>
              <a:off x="4231" y="2290"/>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6" name="Rectangle 17"/>
            <p:cNvSpPr/>
            <p:nvPr/>
          </p:nvSpPr>
          <p:spPr>
            <a:xfrm>
              <a:off x="3443" y="2290"/>
              <a:ext cx="1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7" name="Rectangle 18"/>
            <p:cNvSpPr/>
            <p:nvPr/>
          </p:nvSpPr>
          <p:spPr>
            <a:xfrm>
              <a:off x="1277" y="2290"/>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8" name="Rectangle 19"/>
            <p:cNvSpPr/>
            <p:nvPr/>
          </p:nvSpPr>
          <p:spPr>
            <a:xfrm>
              <a:off x="1808" y="2283"/>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89" name="Rectangle 20"/>
            <p:cNvSpPr/>
            <p:nvPr/>
          </p:nvSpPr>
          <p:spPr>
            <a:xfrm>
              <a:off x="3124" y="2321"/>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0" name="Rectangle 21"/>
            <p:cNvSpPr/>
            <p:nvPr/>
          </p:nvSpPr>
          <p:spPr>
            <a:xfrm>
              <a:off x="2362" y="2321"/>
              <a:ext cx="4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1" name="Rectangle 22"/>
            <p:cNvSpPr/>
            <p:nvPr/>
          </p:nvSpPr>
          <p:spPr>
            <a:xfrm>
              <a:off x="2355" y="2321"/>
              <a:ext cx="17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B</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2" name="Rectangle 23"/>
            <p:cNvSpPr/>
            <p:nvPr/>
          </p:nvSpPr>
          <p:spPr>
            <a:xfrm>
              <a:off x="2295" y="2321"/>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3" name="Rectangle 24"/>
            <p:cNvSpPr/>
            <p:nvPr/>
          </p:nvSpPr>
          <p:spPr>
            <a:xfrm>
              <a:off x="1683" y="2321"/>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4" name="Rectangle 25"/>
            <p:cNvSpPr/>
            <p:nvPr/>
          </p:nvSpPr>
          <p:spPr>
            <a:xfrm>
              <a:off x="1046" y="2321"/>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5" name="Rectangle 26"/>
            <p:cNvSpPr/>
            <p:nvPr/>
          </p:nvSpPr>
          <p:spPr>
            <a:xfrm>
              <a:off x="5154" y="248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6" name="Rectangle 27"/>
            <p:cNvSpPr/>
            <p:nvPr/>
          </p:nvSpPr>
          <p:spPr>
            <a:xfrm>
              <a:off x="4724" y="248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7" name="Rectangle 28"/>
            <p:cNvSpPr/>
            <p:nvPr/>
          </p:nvSpPr>
          <p:spPr>
            <a:xfrm>
              <a:off x="3859" y="2486"/>
              <a:ext cx="30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m(1)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8" name="Rectangle 29"/>
            <p:cNvSpPr/>
            <p:nvPr/>
          </p:nvSpPr>
          <p:spPr>
            <a:xfrm>
              <a:off x="3616" y="2486"/>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99" name="Rectangle 30"/>
            <p:cNvSpPr/>
            <p:nvPr/>
          </p:nvSpPr>
          <p:spPr>
            <a:xfrm>
              <a:off x="2979" y="248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200" name="Rectangle 31"/>
            <p:cNvSpPr/>
            <p:nvPr/>
          </p:nvSpPr>
          <p:spPr>
            <a:xfrm>
              <a:off x="1611" y="2486"/>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5074" name="Object 32"/>
            <p:cNvGraphicFramePr>
              <a:graphicFrameLocks/>
            </p:cNvGraphicFramePr>
            <p:nvPr/>
          </p:nvGraphicFramePr>
          <p:xfrm>
            <a:off x="2976" y="2304"/>
            <a:ext cx="171" cy="168"/>
          </p:xfrm>
          <a:graphic>
            <a:graphicData uri="http://schemas.openxmlformats.org/presentationml/2006/ole">
              <p:oleObj spid="_x0000_s149524" r:id="rId4" imgW="20669250" imgH="13163550" progId="">
                <p:embed/>
              </p:oleObj>
            </a:graphicData>
          </a:graphic>
        </p:graphicFrame>
        <p:graphicFrame>
          <p:nvGraphicFramePr>
            <p:cNvPr id="45075" name="Object 33"/>
            <p:cNvGraphicFramePr>
              <a:graphicFrameLocks/>
            </p:cNvGraphicFramePr>
            <p:nvPr/>
          </p:nvGraphicFramePr>
          <p:xfrm>
            <a:off x="3904" y="2328"/>
            <a:ext cx="171" cy="168"/>
          </p:xfrm>
          <a:graphic>
            <a:graphicData uri="http://schemas.openxmlformats.org/presentationml/2006/ole">
              <p:oleObj spid="_x0000_s149523" r:id="rId5" imgW="271780" imgH="266700" progId="">
                <p:embed/>
              </p:oleObj>
            </a:graphicData>
          </a:graphic>
        </p:graphicFrame>
        <p:graphicFrame>
          <p:nvGraphicFramePr>
            <p:cNvPr id="45076" name="Object 34"/>
            <p:cNvGraphicFramePr>
              <a:graphicFrameLocks/>
            </p:cNvGraphicFramePr>
            <p:nvPr/>
          </p:nvGraphicFramePr>
          <p:xfrm>
            <a:off x="5136" y="2304"/>
            <a:ext cx="171" cy="168"/>
          </p:xfrm>
          <a:graphic>
            <a:graphicData uri="http://schemas.openxmlformats.org/presentationml/2006/ole">
              <p:oleObj spid="_x0000_s149522" r:id="rId6" imgW="271780" imgH="266700" progId="">
                <p:embed/>
              </p:oleObj>
            </a:graphicData>
          </a:graphic>
        </p:graphicFrame>
        <p:graphicFrame>
          <p:nvGraphicFramePr>
            <p:cNvPr id="45077" name="Object 35"/>
            <p:cNvGraphicFramePr>
              <a:graphicFrameLocks/>
            </p:cNvGraphicFramePr>
            <p:nvPr/>
          </p:nvGraphicFramePr>
          <p:xfrm>
            <a:off x="1884" y="2424"/>
            <a:ext cx="410" cy="129"/>
          </p:xfrm>
          <a:graphic>
            <a:graphicData uri="http://schemas.openxmlformats.org/presentationml/2006/ole">
              <p:oleObj spid="_x0000_s149521" r:id="rId7" imgW="650240" imgH="205740" progId="">
                <p:embed/>
              </p:oleObj>
            </a:graphicData>
          </a:graphic>
        </p:graphicFrame>
      </p:grpSp>
      <p:grpSp>
        <p:nvGrpSpPr>
          <p:cNvPr id="3" name="Group 36"/>
          <p:cNvGrpSpPr/>
          <p:nvPr/>
        </p:nvGrpSpPr>
        <p:grpSpPr>
          <a:xfrm>
            <a:off x="1676400" y="4176713"/>
            <a:ext cx="6827838" cy="611187"/>
            <a:chOff x="1046" y="2754"/>
            <a:chExt cx="4301" cy="385"/>
          </a:xfrm>
        </p:grpSpPr>
        <p:sp>
          <p:nvSpPr>
            <p:cNvPr id="45156" name="Rectangle 37"/>
            <p:cNvSpPr/>
            <p:nvPr/>
          </p:nvSpPr>
          <p:spPr>
            <a:xfrm>
              <a:off x="4848" y="2792"/>
              <a:ext cx="352"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7" name="Rectangle 38"/>
            <p:cNvSpPr/>
            <p:nvPr/>
          </p:nvSpPr>
          <p:spPr>
            <a:xfrm>
              <a:off x="4593" y="2792"/>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8" name="Rectangle 39"/>
            <p:cNvSpPr/>
            <p:nvPr/>
          </p:nvSpPr>
          <p:spPr>
            <a:xfrm>
              <a:off x="3688" y="2792"/>
              <a:ext cx="19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9" name="Rectangle 40"/>
            <p:cNvSpPr/>
            <p:nvPr/>
          </p:nvSpPr>
          <p:spPr>
            <a:xfrm>
              <a:off x="3136" y="2792"/>
              <a:ext cx="330"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0" name="Rectangle 41"/>
            <p:cNvSpPr/>
            <p:nvPr/>
          </p:nvSpPr>
          <p:spPr>
            <a:xfrm>
              <a:off x="2824" y="2792"/>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1" name="Rectangle 42"/>
            <p:cNvSpPr/>
            <p:nvPr/>
          </p:nvSpPr>
          <p:spPr>
            <a:xfrm>
              <a:off x="1453" y="2792"/>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2" name="Rectangle 43"/>
            <p:cNvSpPr/>
            <p:nvPr/>
          </p:nvSpPr>
          <p:spPr>
            <a:xfrm>
              <a:off x="4442" y="2761"/>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3" name="Rectangle 44"/>
            <p:cNvSpPr/>
            <p:nvPr/>
          </p:nvSpPr>
          <p:spPr>
            <a:xfrm>
              <a:off x="4243" y="2761"/>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4" name="Rectangle 45"/>
            <p:cNvSpPr/>
            <p:nvPr/>
          </p:nvSpPr>
          <p:spPr>
            <a:xfrm>
              <a:off x="3455" y="2761"/>
              <a:ext cx="1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5" name="Rectangle 46"/>
            <p:cNvSpPr/>
            <p:nvPr/>
          </p:nvSpPr>
          <p:spPr>
            <a:xfrm>
              <a:off x="1261" y="2761"/>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6" name="Rectangle 47"/>
            <p:cNvSpPr/>
            <p:nvPr/>
          </p:nvSpPr>
          <p:spPr>
            <a:xfrm>
              <a:off x="1820" y="2754"/>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7" name="Rectangle 48"/>
            <p:cNvSpPr/>
            <p:nvPr/>
          </p:nvSpPr>
          <p:spPr>
            <a:xfrm>
              <a:off x="2363" y="2792"/>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8" name="Rectangle 49"/>
            <p:cNvSpPr/>
            <p:nvPr/>
          </p:nvSpPr>
          <p:spPr>
            <a:xfrm>
              <a:off x="2307" y="2792"/>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69" name="Rectangle 50"/>
            <p:cNvSpPr/>
            <p:nvPr/>
          </p:nvSpPr>
          <p:spPr>
            <a:xfrm>
              <a:off x="1695" y="2792"/>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0" name="Rectangle 51"/>
            <p:cNvSpPr/>
            <p:nvPr/>
          </p:nvSpPr>
          <p:spPr>
            <a:xfrm>
              <a:off x="1202" y="2792"/>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1" name="Rectangle 52"/>
            <p:cNvSpPr/>
            <p:nvPr/>
          </p:nvSpPr>
          <p:spPr>
            <a:xfrm>
              <a:off x="1046" y="2792"/>
              <a:ext cx="17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B</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2" name="Rectangle 53"/>
            <p:cNvSpPr/>
            <p:nvPr/>
          </p:nvSpPr>
          <p:spPr>
            <a:xfrm>
              <a:off x="5186" y="295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3" name="Rectangle 54"/>
            <p:cNvSpPr/>
            <p:nvPr/>
          </p:nvSpPr>
          <p:spPr>
            <a:xfrm>
              <a:off x="4753" y="295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4" name="Rectangle 55"/>
            <p:cNvSpPr/>
            <p:nvPr/>
          </p:nvSpPr>
          <p:spPr>
            <a:xfrm>
              <a:off x="3871" y="2957"/>
              <a:ext cx="30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m(2)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5" name="Rectangle 56"/>
            <p:cNvSpPr/>
            <p:nvPr/>
          </p:nvSpPr>
          <p:spPr>
            <a:xfrm>
              <a:off x="3628" y="2957"/>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6" name="Rectangle 57"/>
            <p:cNvSpPr/>
            <p:nvPr/>
          </p:nvSpPr>
          <p:spPr>
            <a:xfrm>
              <a:off x="3000" y="295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77" name="Rectangle 58"/>
            <p:cNvSpPr/>
            <p:nvPr/>
          </p:nvSpPr>
          <p:spPr>
            <a:xfrm>
              <a:off x="1612" y="2957"/>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5070" name="Object 59"/>
            <p:cNvGraphicFramePr>
              <a:graphicFrameLocks/>
            </p:cNvGraphicFramePr>
            <p:nvPr/>
          </p:nvGraphicFramePr>
          <p:xfrm>
            <a:off x="2992" y="2784"/>
            <a:ext cx="171" cy="168"/>
          </p:xfrm>
          <a:graphic>
            <a:graphicData uri="http://schemas.openxmlformats.org/presentationml/2006/ole">
              <p:oleObj spid="_x0000_s149520" r:id="rId8" imgW="271780" imgH="266700" progId="">
                <p:embed/>
              </p:oleObj>
            </a:graphicData>
          </a:graphic>
        </p:graphicFrame>
        <p:graphicFrame>
          <p:nvGraphicFramePr>
            <p:cNvPr id="45071" name="Object 60"/>
            <p:cNvGraphicFramePr>
              <a:graphicFrameLocks/>
            </p:cNvGraphicFramePr>
            <p:nvPr/>
          </p:nvGraphicFramePr>
          <p:xfrm>
            <a:off x="3888" y="2784"/>
            <a:ext cx="171" cy="168"/>
          </p:xfrm>
          <a:graphic>
            <a:graphicData uri="http://schemas.openxmlformats.org/presentationml/2006/ole">
              <p:oleObj spid="_x0000_s149519" r:id="rId9" imgW="271780" imgH="266700" progId="">
                <p:embed/>
              </p:oleObj>
            </a:graphicData>
          </a:graphic>
        </p:graphicFrame>
        <p:graphicFrame>
          <p:nvGraphicFramePr>
            <p:cNvPr id="45072" name="Object 61"/>
            <p:cNvGraphicFramePr>
              <a:graphicFrameLocks/>
            </p:cNvGraphicFramePr>
            <p:nvPr/>
          </p:nvGraphicFramePr>
          <p:xfrm>
            <a:off x="5176" y="2784"/>
            <a:ext cx="171" cy="168"/>
          </p:xfrm>
          <a:graphic>
            <a:graphicData uri="http://schemas.openxmlformats.org/presentationml/2006/ole">
              <p:oleObj spid="_x0000_s149518" r:id="rId10" imgW="271780" imgH="266700" progId="">
                <p:embed/>
              </p:oleObj>
            </a:graphicData>
          </a:graphic>
        </p:graphicFrame>
        <p:graphicFrame>
          <p:nvGraphicFramePr>
            <p:cNvPr id="45073" name="Object 62"/>
            <p:cNvGraphicFramePr>
              <a:graphicFrameLocks/>
            </p:cNvGraphicFramePr>
            <p:nvPr/>
          </p:nvGraphicFramePr>
          <p:xfrm>
            <a:off x="1884" y="2888"/>
            <a:ext cx="410" cy="129"/>
          </p:xfrm>
          <a:graphic>
            <a:graphicData uri="http://schemas.openxmlformats.org/presentationml/2006/ole">
              <p:oleObj spid="_x0000_s149517" r:id="rId11" imgW="650240" imgH="205740" progId="">
                <p:embed/>
              </p:oleObj>
            </a:graphicData>
          </a:graphic>
        </p:graphicFrame>
      </p:grpSp>
      <p:grpSp>
        <p:nvGrpSpPr>
          <p:cNvPr id="4" name="Group 63"/>
          <p:cNvGrpSpPr/>
          <p:nvPr/>
        </p:nvGrpSpPr>
        <p:grpSpPr>
          <a:xfrm>
            <a:off x="1671638" y="4926013"/>
            <a:ext cx="6786562" cy="609600"/>
            <a:chOff x="1043" y="3226"/>
            <a:chExt cx="4275" cy="384"/>
          </a:xfrm>
        </p:grpSpPr>
        <p:sp>
          <p:nvSpPr>
            <p:cNvPr id="45132" name="Rectangle 64"/>
            <p:cNvSpPr/>
            <p:nvPr/>
          </p:nvSpPr>
          <p:spPr>
            <a:xfrm>
              <a:off x="4785" y="3264"/>
              <a:ext cx="352"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3" name="Rectangle 65"/>
            <p:cNvSpPr/>
            <p:nvPr/>
          </p:nvSpPr>
          <p:spPr>
            <a:xfrm>
              <a:off x="4540" y="3264"/>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4" name="Rectangle 66"/>
            <p:cNvSpPr/>
            <p:nvPr/>
          </p:nvSpPr>
          <p:spPr>
            <a:xfrm>
              <a:off x="3635" y="3264"/>
              <a:ext cx="19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5" name="Rectangle 67"/>
            <p:cNvSpPr/>
            <p:nvPr/>
          </p:nvSpPr>
          <p:spPr>
            <a:xfrm>
              <a:off x="3147" y="3264"/>
              <a:ext cx="264"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6" name="Rectangle 68"/>
            <p:cNvSpPr/>
            <p:nvPr/>
          </p:nvSpPr>
          <p:spPr>
            <a:xfrm>
              <a:off x="2835" y="3264"/>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7" name="Rectangle 69"/>
            <p:cNvSpPr/>
            <p:nvPr/>
          </p:nvSpPr>
          <p:spPr>
            <a:xfrm>
              <a:off x="1453" y="3264"/>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8" name="Rectangle 70"/>
            <p:cNvSpPr/>
            <p:nvPr/>
          </p:nvSpPr>
          <p:spPr>
            <a:xfrm>
              <a:off x="4389" y="3233"/>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9" name="Rectangle 71"/>
            <p:cNvSpPr/>
            <p:nvPr/>
          </p:nvSpPr>
          <p:spPr>
            <a:xfrm>
              <a:off x="4190" y="3233"/>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0" name="Rectangle 72"/>
            <p:cNvSpPr/>
            <p:nvPr/>
          </p:nvSpPr>
          <p:spPr>
            <a:xfrm>
              <a:off x="3402" y="3233"/>
              <a:ext cx="1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1" name="Rectangle 73"/>
            <p:cNvSpPr/>
            <p:nvPr/>
          </p:nvSpPr>
          <p:spPr>
            <a:xfrm>
              <a:off x="1261" y="3233"/>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2" name="Rectangle 74"/>
            <p:cNvSpPr/>
            <p:nvPr/>
          </p:nvSpPr>
          <p:spPr>
            <a:xfrm>
              <a:off x="1811" y="3226"/>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3" name="Rectangle 75"/>
            <p:cNvSpPr/>
            <p:nvPr/>
          </p:nvSpPr>
          <p:spPr>
            <a:xfrm>
              <a:off x="5252" y="3264"/>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4" name="Rectangle 76"/>
            <p:cNvSpPr/>
            <p:nvPr/>
          </p:nvSpPr>
          <p:spPr>
            <a:xfrm>
              <a:off x="2385" y="3264"/>
              <a:ext cx="4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5" name="Rectangle 77"/>
            <p:cNvSpPr/>
            <p:nvPr/>
          </p:nvSpPr>
          <p:spPr>
            <a:xfrm>
              <a:off x="2358" y="3264"/>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6" name="Rectangle 78"/>
            <p:cNvSpPr/>
            <p:nvPr/>
          </p:nvSpPr>
          <p:spPr>
            <a:xfrm>
              <a:off x="2298" y="3264"/>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7" name="Rectangle 79"/>
            <p:cNvSpPr/>
            <p:nvPr/>
          </p:nvSpPr>
          <p:spPr>
            <a:xfrm>
              <a:off x="1686" y="3264"/>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8" name="Rectangle 80"/>
            <p:cNvSpPr/>
            <p:nvPr/>
          </p:nvSpPr>
          <p:spPr>
            <a:xfrm>
              <a:off x="1202" y="3264"/>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49" name="Rectangle 81"/>
            <p:cNvSpPr/>
            <p:nvPr/>
          </p:nvSpPr>
          <p:spPr>
            <a:xfrm>
              <a:off x="1043" y="3264"/>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C</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0" name="Rectangle 82"/>
            <p:cNvSpPr/>
            <p:nvPr/>
          </p:nvSpPr>
          <p:spPr>
            <a:xfrm>
              <a:off x="5111" y="3428"/>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1" name="Rectangle 83"/>
            <p:cNvSpPr/>
            <p:nvPr/>
          </p:nvSpPr>
          <p:spPr>
            <a:xfrm>
              <a:off x="4695" y="3428"/>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2" name="Rectangle 84"/>
            <p:cNvSpPr/>
            <p:nvPr/>
          </p:nvSpPr>
          <p:spPr>
            <a:xfrm>
              <a:off x="3818" y="3428"/>
              <a:ext cx="305"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m(3)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3" name="Rectangle 85"/>
            <p:cNvSpPr/>
            <p:nvPr/>
          </p:nvSpPr>
          <p:spPr>
            <a:xfrm>
              <a:off x="3575" y="3428"/>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4" name="Rectangle 86"/>
            <p:cNvSpPr/>
            <p:nvPr/>
          </p:nvSpPr>
          <p:spPr>
            <a:xfrm>
              <a:off x="2989" y="3428"/>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55" name="Rectangle 87"/>
            <p:cNvSpPr/>
            <p:nvPr/>
          </p:nvSpPr>
          <p:spPr>
            <a:xfrm>
              <a:off x="1607" y="3428"/>
              <a:ext cx="76"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5066" name="Object 88"/>
            <p:cNvGraphicFramePr>
              <a:graphicFrameLocks/>
            </p:cNvGraphicFramePr>
            <p:nvPr/>
          </p:nvGraphicFramePr>
          <p:xfrm>
            <a:off x="3008" y="3256"/>
            <a:ext cx="171" cy="168"/>
          </p:xfrm>
          <a:graphic>
            <a:graphicData uri="http://schemas.openxmlformats.org/presentationml/2006/ole">
              <p:oleObj spid="_x0000_s149516" r:id="rId12" imgW="271780" imgH="266700" progId="">
                <p:embed/>
              </p:oleObj>
            </a:graphicData>
          </a:graphic>
        </p:graphicFrame>
        <p:graphicFrame>
          <p:nvGraphicFramePr>
            <p:cNvPr id="45067" name="Object 89"/>
            <p:cNvGraphicFramePr>
              <a:graphicFrameLocks/>
            </p:cNvGraphicFramePr>
            <p:nvPr/>
          </p:nvGraphicFramePr>
          <p:xfrm>
            <a:off x="3856" y="3264"/>
            <a:ext cx="171" cy="168"/>
          </p:xfrm>
          <a:graphic>
            <a:graphicData uri="http://schemas.openxmlformats.org/presentationml/2006/ole">
              <p:oleObj spid="_x0000_s149515" r:id="rId13" imgW="271780" imgH="266700" progId="">
                <p:embed/>
              </p:oleObj>
            </a:graphicData>
          </a:graphic>
        </p:graphicFrame>
        <p:graphicFrame>
          <p:nvGraphicFramePr>
            <p:cNvPr id="45068" name="Object 90"/>
            <p:cNvGraphicFramePr>
              <a:graphicFrameLocks/>
            </p:cNvGraphicFramePr>
            <p:nvPr/>
          </p:nvGraphicFramePr>
          <p:xfrm>
            <a:off x="5120" y="3256"/>
            <a:ext cx="171" cy="168"/>
          </p:xfrm>
          <a:graphic>
            <a:graphicData uri="http://schemas.openxmlformats.org/presentationml/2006/ole">
              <p:oleObj spid="_x0000_s149514" r:id="rId14" imgW="271780" imgH="266700" progId="">
                <p:embed/>
              </p:oleObj>
            </a:graphicData>
          </a:graphic>
        </p:graphicFrame>
        <p:graphicFrame>
          <p:nvGraphicFramePr>
            <p:cNvPr id="45069" name="Object 91"/>
            <p:cNvGraphicFramePr>
              <a:graphicFrameLocks/>
            </p:cNvGraphicFramePr>
            <p:nvPr/>
          </p:nvGraphicFramePr>
          <p:xfrm>
            <a:off x="1898" y="3360"/>
            <a:ext cx="410" cy="129"/>
          </p:xfrm>
          <a:graphic>
            <a:graphicData uri="http://schemas.openxmlformats.org/presentationml/2006/ole">
              <p:oleObj spid="_x0000_s149513" r:id="rId15" imgW="650240" imgH="205740" progId="">
                <p:embed/>
              </p:oleObj>
            </a:graphicData>
          </a:graphic>
        </p:graphicFrame>
      </p:grpSp>
      <p:grpSp>
        <p:nvGrpSpPr>
          <p:cNvPr id="5" name="Group 92"/>
          <p:cNvGrpSpPr/>
          <p:nvPr/>
        </p:nvGrpSpPr>
        <p:grpSpPr>
          <a:xfrm>
            <a:off x="1676400" y="5673725"/>
            <a:ext cx="6886575" cy="636588"/>
            <a:chOff x="1046" y="3697"/>
            <a:chExt cx="4338" cy="401"/>
          </a:xfrm>
        </p:grpSpPr>
        <p:sp>
          <p:nvSpPr>
            <p:cNvPr id="45105" name="Rectangle 93"/>
            <p:cNvSpPr/>
            <p:nvPr/>
          </p:nvSpPr>
          <p:spPr>
            <a:xfrm>
              <a:off x="5318" y="3735"/>
              <a:ext cx="6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06" name="Rectangle 94"/>
            <p:cNvSpPr/>
            <p:nvPr/>
          </p:nvSpPr>
          <p:spPr>
            <a:xfrm>
              <a:off x="4851" y="3735"/>
              <a:ext cx="352"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07" name="Rectangle 95"/>
            <p:cNvSpPr/>
            <p:nvPr/>
          </p:nvSpPr>
          <p:spPr>
            <a:xfrm>
              <a:off x="4595" y="3735"/>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08" name="Rectangle 96"/>
            <p:cNvSpPr/>
            <p:nvPr/>
          </p:nvSpPr>
          <p:spPr>
            <a:xfrm>
              <a:off x="3674" y="3735"/>
              <a:ext cx="19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09" name="Rectangle 97"/>
            <p:cNvSpPr/>
            <p:nvPr/>
          </p:nvSpPr>
          <p:spPr>
            <a:xfrm>
              <a:off x="3186" y="3735"/>
              <a:ext cx="264"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10" name="Rectangle 98"/>
            <p:cNvSpPr/>
            <p:nvPr/>
          </p:nvSpPr>
          <p:spPr>
            <a:xfrm>
              <a:off x="2874" y="3735"/>
              <a:ext cx="176"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11" name="Rectangle 99"/>
            <p:cNvSpPr/>
            <p:nvPr/>
          </p:nvSpPr>
          <p:spPr>
            <a:xfrm>
              <a:off x="2488" y="3735"/>
              <a:ext cx="330"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12" name="Rectangle 100"/>
            <p:cNvSpPr/>
            <p:nvPr/>
          </p:nvSpPr>
          <p:spPr>
            <a:xfrm>
              <a:off x="1469" y="3735"/>
              <a:ext cx="161" cy="317"/>
            </a:xfrm>
            <a:prstGeom prst="rect">
              <a:avLst/>
            </a:prstGeom>
            <a:noFill/>
            <a:ln w="9525">
              <a:noFill/>
            </a:ln>
          </p:spPr>
          <p:txBody>
            <a:bodyPr wrap="none" lIns="0" tIns="0" rIns="0" bIns="0">
              <a:spAutoFit/>
            </a:bodyPr>
            <a:lstStyle/>
            <a:p>
              <a:pPr>
                <a:spcBef>
                  <a:spcPct val="0"/>
                </a:spcBef>
              </a:pPr>
              <a:r>
                <a:rPr lang="en-US" altLang="zh-CN" sz="33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13" name="Rectangle 101"/>
            <p:cNvSpPr/>
            <p:nvPr/>
          </p:nvSpPr>
          <p:spPr>
            <a:xfrm>
              <a:off x="5188" y="3868"/>
              <a:ext cx="96" cy="230"/>
            </a:xfrm>
            <a:prstGeom prst="rect">
              <a:avLst/>
            </a:prstGeom>
            <a:noFill/>
            <a:ln w="9525">
              <a:noFill/>
            </a:ln>
          </p:spPr>
          <p:txBody>
            <a:bodyPr wrap="none" lIns="0" tIns="0" rIns="0" bIns="0">
              <a:spAutoFit/>
            </a:bodyPr>
            <a:lstStyle/>
            <a:p>
              <a:pPr>
                <a:spcBef>
                  <a:spcPct val="0"/>
                </a:spcBef>
              </a:pPr>
              <a:r>
                <a:rPr lang="en-US" altLang="zh-CN" sz="2400" dirty="0">
                  <a:solidFill>
                    <a:srgbClr val="336600"/>
                  </a:solidFill>
                  <a:latin typeface="Times New Roman" panose="02020603050405020304" pitchFamily="18" charset="0"/>
                  <a:ea typeface="宋体" panose="02010600030101010101" pitchFamily="2" charset="-122"/>
                </a:rPr>
                <a:t>x</a:t>
              </a:r>
            </a:p>
          </p:txBody>
        </p:sp>
        <p:sp>
          <p:nvSpPr>
            <p:cNvPr id="45114" name="Rectangle 102"/>
            <p:cNvSpPr/>
            <p:nvPr/>
          </p:nvSpPr>
          <p:spPr>
            <a:xfrm>
              <a:off x="4745" y="3868"/>
              <a:ext cx="96" cy="230"/>
            </a:xfrm>
            <a:prstGeom prst="rect">
              <a:avLst/>
            </a:prstGeom>
            <a:noFill/>
            <a:ln w="9525">
              <a:noFill/>
            </a:ln>
          </p:spPr>
          <p:txBody>
            <a:bodyPr wrap="none" lIns="0" tIns="0" rIns="0" bIns="0">
              <a:spAutoFit/>
            </a:bodyPr>
            <a:lstStyle/>
            <a:p>
              <a:pPr>
                <a:spcBef>
                  <a:spcPct val="0"/>
                </a:spcBef>
              </a:pPr>
              <a:r>
                <a:rPr lang="en-US" altLang="zh-CN" sz="2400" dirty="0">
                  <a:solidFill>
                    <a:srgbClr val="336600"/>
                  </a:solidFill>
                  <a:latin typeface="Times New Roman" panose="02020603050405020304" pitchFamily="18" charset="0"/>
                  <a:ea typeface="宋体" panose="02010600030101010101" pitchFamily="2" charset="-122"/>
                </a:rPr>
                <a:t>x</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45115" name="Rectangle 103"/>
            <p:cNvSpPr/>
            <p:nvPr/>
          </p:nvSpPr>
          <p:spPr>
            <a:xfrm>
              <a:off x="4023" y="3868"/>
              <a:ext cx="96" cy="230"/>
            </a:xfrm>
            <a:prstGeom prst="rect">
              <a:avLst/>
            </a:prstGeom>
            <a:noFill/>
            <a:ln w="9525">
              <a:noFill/>
            </a:ln>
          </p:spPr>
          <p:txBody>
            <a:bodyPr wrap="none" lIns="0" tIns="0" rIns="0" bIns="0">
              <a:spAutoFit/>
            </a:bodyPr>
            <a:lstStyle/>
            <a:p>
              <a:pPr>
                <a:spcBef>
                  <a:spcPct val="0"/>
                </a:spcBef>
              </a:pPr>
              <a:r>
                <a:rPr lang="en-US" altLang="zh-CN" sz="2400" dirty="0">
                  <a:solidFill>
                    <a:srgbClr val="336600"/>
                  </a:solidFill>
                  <a:latin typeface="Times New Roman" panose="02020603050405020304" pitchFamily="18" charset="0"/>
                  <a:ea typeface="宋体" panose="02010600030101010101" pitchFamily="2" charset="-122"/>
                </a:rPr>
                <a:t>x</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45116" name="Rectangle 104"/>
            <p:cNvSpPr/>
            <p:nvPr/>
          </p:nvSpPr>
          <p:spPr>
            <a:xfrm>
              <a:off x="3056" y="3840"/>
              <a:ext cx="96" cy="230"/>
            </a:xfrm>
            <a:prstGeom prst="rect">
              <a:avLst/>
            </a:prstGeom>
            <a:noFill/>
            <a:ln w="9525">
              <a:noFill/>
            </a:ln>
          </p:spPr>
          <p:txBody>
            <a:bodyPr wrap="none" lIns="0" tIns="0" rIns="0" bIns="0">
              <a:spAutoFit/>
            </a:bodyPr>
            <a:lstStyle/>
            <a:p>
              <a:pPr>
                <a:spcBef>
                  <a:spcPct val="0"/>
                </a:spcBef>
              </a:pPr>
              <a:r>
                <a:rPr lang="en-US" altLang="zh-CN" sz="2400" dirty="0">
                  <a:solidFill>
                    <a:srgbClr val="336600"/>
                  </a:solidFill>
                  <a:latin typeface="Times New Roman" panose="02020603050405020304" pitchFamily="18" charset="0"/>
                  <a:ea typeface="宋体" panose="02010600030101010101" pitchFamily="2" charset="-122"/>
                </a:rPr>
                <a:t>x</a:t>
              </a:r>
              <a:endParaRPr lang="en-US" altLang="zh-CN" sz="2400" i="0" dirty="0">
                <a:solidFill>
                  <a:srgbClr val="336600"/>
                </a:solidFill>
                <a:latin typeface="Arial" panose="020B0604020202020204" pitchFamily="34" charset="0"/>
                <a:ea typeface="宋体" panose="02010600030101010101" pitchFamily="2" charset="-122"/>
              </a:endParaRPr>
            </a:p>
          </p:txBody>
        </p:sp>
        <p:sp>
          <p:nvSpPr>
            <p:cNvPr id="45117" name="Rectangle 105"/>
            <p:cNvSpPr/>
            <p:nvPr/>
          </p:nvSpPr>
          <p:spPr>
            <a:xfrm>
              <a:off x="1626" y="3868"/>
              <a:ext cx="96" cy="230"/>
            </a:xfrm>
            <a:prstGeom prst="rect">
              <a:avLst/>
            </a:prstGeom>
            <a:noFill/>
            <a:ln w="9525">
              <a:noFill/>
            </a:ln>
          </p:spPr>
          <p:txBody>
            <a:bodyPr wrap="none" lIns="0" tIns="0" rIns="0" bIns="0">
              <a:spAutoFit/>
            </a:bodyPr>
            <a:lstStyle/>
            <a:p>
              <a:pPr>
                <a:spcBef>
                  <a:spcPct val="0"/>
                </a:spcBef>
              </a:pPr>
              <a:r>
                <a:rPr lang="en-US" altLang="zh-CN" sz="2400" dirty="0">
                  <a:solidFill>
                    <a:srgbClr val="336600"/>
                  </a:solidFill>
                  <a:latin typeface="Times New Roman" panose="02020603050405020304" pitchFamily="18" charset="0"/>
                  <a:ea typeface="宋体" panose="02010600030101010101" pitchFamily="2" charset="-122"/>
                </a:rPr>
                <a:t>x</a:t>
              </a:r>
            </a:p>
          </p:txBody>
        </p:sp>
        <p:sp>
          <p:nvSpPr>
            <p:cNvPr id="45118" name="Rectangle 106"/>
            <p:cNvSpPr/>
            <p:nvPr/>
          </p:nvSpPr>
          <p:spPr>
            <a:xfrm>
              <a:off x="4443" y="3704"/>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19" name="Rectangle 107"/>
            <p:cNvSpPr/>
            <p:nvPr/>
          </p:nvSpPr>
          <p:spPr>
            <a:xfrm>
              <a:off x="4244" y="3704"/>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0" name="Rectangle 108"/>
            <p:cNvSpPr/>
            <p:nvPr/>
          </p:nvSpPr>
          <p:spPr>
            <a:xfrm>
              <a:off x="3441" y="3704"/>
              <a:ext cx="16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1" name="Rectangle 109"/>
            <p:cNvSpPr/>
            <p:nvPr/>
          </p:nvSpPr>
          <p:spPr>
            <a:xfrm>
              <a:off x="1277" y="3704"/>
              <a:ext cx="145"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2" name="Rectangle 110"/>
            <p:cNvSpPr/>
            <p:nvPr/>
          </p:nvSpPr>
          <p:spPr>
            <a:xfrm>
              <a:off x="1838" y="3697"/>
              <a:ext cx="83"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3" name="Rectangle 111"/>
            <p:cNvSpPr/>
            <p:nvPr/>
          </p:nvSpPr>
          <p:spPr>
            <a:xfrm>
              <a:off x="4185" y="3735"/>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4" name="Rectangle 112"/>
            <p:cNvSpPr/>
            <p:nvPr/>
          </p:nvSpPr>
          <p:spPr>
            <a:xfrm>
              <a:off x="2806" y="3735"/>
              <a:ext cx="66"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5" name="Rectangle 113"/>
            <p:cNvSpPr/>
            <p:nvPr/>
          </p:nvSpPr>
          <p:spPr>
            <a:xfrm>
              <a:off x="2508" y="3735"/>
              <a:ext cx="132"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6" name="Rectangle 114"/>
            <p:cNvSpPr/>
            <p:nvPr/>
          </p:nvSpPr>
          <p:spPr>
            <a:xfrm>
              <a:off x="2333" y="3735"/>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7" name="Rectangle 115"/>
            <p:cNvSpPr/>
            <p:nvPr/>
          </p:nvSpPr>
          <p:spPr>
            <a:xfrm>
              <a:off x="1713" y="3735"/>
              <a:ext cx="117"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8" name="Rectangle 116"/>
            <p:cNvSpPr/>
            <p:nvPr/>
          </p:nvSpPr>
          <p:spPr>
            <a:xfrm>
              <a:off x="1046" y="3735"/>
              <a:ext cx="191" cy="317"/>
            </a:xfrm>
            <a:prstGeom prst="rect">
              <a:avLst/>
            </a:prstGeom>
            <a:noFill/>
            <a:ln w="9525">
              <a:noFill/>
            </a:ln>
          </p:spPr>
          <p:txBody>
            <a:bodyPr wrap="none" lIns="0" tIns="0" rIns="0" bIns="0">
              <a:spAutoFit/>
            </a:bodyPr>
            <a:lstStyle/>
            <a:p>
              <a:pPr>
                <a:spcBef>
                  <a:spcPct val="0"/>
                </a:spcBef>
              </a:pPr>
              <a:r>
                <a:rPr lang="en-US" altLang="zh-CN" sz="3300" i="0" dirty="0">
                  <a:solidFill>
                    <a:srgbClr val="336600"/>
                  </a:solidFill>
                  <a:latin typeface="Times New Roman" panose="02020603050405020304" pitchFamily="18" charset="0"/>
                  <a:ea typeface="宋体" panose="02010600030101010101" pitchFamily="2" charset="-122"/>
                </a:rPr>
                <a:t>A</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29" name="Rectangle 117"/>
            <p:cNvSpPr/>
            <p:nvPr/>
          </p:nvSpPr>
          <p:spPr>
            <a:xfrm>
              <a:off x="4117" y="3900"/>
              <a:ext cx="51"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0" name="Rectangle 118"/>
            <p:cNvSpPr/>
            <p:nvPr/>
          </p:nvSpPr>
          <p:spPr>
            <a:xfrm>
              <a:off x="3857" y="3900"/>
              <a:ext cx="178"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m(</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5131" name="Rectangle 119"/>
            <p:cNvSpPr/>
            <p:nvPr/>
          </p:nvSpPr>
          <p:spPr>
            <a:xfrm>
              <a:off x="3614" y="3900"/>
              <a:ext cx="67" cy="182"/>
            </a:xfrm>
            <a:prstGeom prst="rect">
              <a:avLst/>
            </a:prstGeom>
            <a:noFill/>
            <a:ln w="9525">
              <a:noFill/>
            </a:ln>
          </p:spPr>
          <p:txBody>
            <a:bodyPr wrap="none" lIns="0" tIns="0" rIns="0" bIns="0">
              <a:spAutoFit/>
            </a:bodyPr>
            <a:lstStyle/>
            <a:p>
              <a:pPr>
                <a:spcBef>
                  <a:spcPct val="0"/>
                </a:spcBef>
              </a:pPr>
              <a:r>
                <a:rPr lang="en-US" altLang="zh-CN" sz="19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5062" name="Object 120"/>
            <p:cNvGraphicFramePr>
              <a:graphicFrameLocks/>
            </p:cNvGraphicFramePr>
            <p:nvPr/>
          </p:nvGraphicFramePr>
          <p:xfrm>
            <a:off x="3048" y="3728"/>
            <a:ext cx="171" cy="168"/>
          </p:xfrm>
          <a:graphic>
            <a:graphicData uri="http://schemas.openxmlformats.org/presentationml/2006/ole">
              <p:oleObj spid="_x0000_s149512" r:id="rId16" imgW="271780" imgH="266700" progId="">
                <p:embed/>
              </p:oleObj>
            </a:graphicData>
          </a:graphic>
        </p:graphicFrame>
        <p:graphicFrame>
          <p:nvGraphicFramePr>
            <p:cNvPr id="45063" name="Object 121"/>
            <p:cNvGraphicFramePr>
              <a:graphicFrameLocks/>
            </p:cNvGraphicFramePr>
            <p:nvPr/>
          </p:nvGraphicFramePr>
          <p:xfrm>
            <a:off x="3880" y="3736"/>
            <a:ext cx="171" cy="168"/>
          </p:xfrm>
          <a:graphic>
            <a:graphicData uri="http://schemas.openxmlformats.org/presentationml/2006/ole">
              <p:oleObj spid="_x0000_s149511" r:id="rId17" imgW="271780" imgH="266700" progId="">
                <p:embed/>
              </p:oleObj>
            </a:graphicData>
          </a:graphic>
        </p:graphicFrame>
        <p:graphicFrame>
          <p:nvGraphicFramePr>
            <p:cNvPr id="45064" name="Object 122"/>
            <p:cNvGraphicFramePr>
              <a:graphicFrameLocks/>
            </p:cNvGraphicFramePr>
            <p:nvPr/>
          </p:nvGraphicFramePr>
          <p:xfrm>
            <a:off x="5184" y="3712"/>
            <a:ext cx="171" cy="168"/>
          </p:xfrm>
          <a:graphic>
            <a:graphicData uri="http://schemas.openxmlformats.org/presentationml/2006/ole">
              <p:oleObj spid="_x0000_s149510" r:id="rId18" imgW="271780" imgH="266700" progId="">
                <p:embed/>
              </p:oleObj>
            </a:graphicData>
          </a:graphic>
        </p:graphicFrame>
        <p:graphicFrame>
          <p:nvGraphicFramePr>
            <p:cNvPr id="45065" name="Object 123"/>
            <p:cNvGraphicFramePr>
              <a:graphicFrameLocks/>
            </p:cNvGraphicFramePr>
            <p:nvPr/>
          </p:nvGraphicFramePr>
          <p:xfrm>
            <a:off x="1876" y="3840"/>
            <a:ext cx="410" cy="129"/>
          </p:xfrm>
          <a:graphic>
            <a:graphicData uri="http://schemas.openxmlformats.org/presentationml/2006/ole">
              <p:oleObj spid="_x0000_s149509" r:id="rId19" imgW="650240" imgH="205740" progId="">
                <p:embed/>
              </p:oleObj>
            </a:graphicData>
          </a:graphic>
        </p:graphicFrame>
      </p:grpSp>
      <p:grpSp>
        <p:nvGrpSpPr>
          <p:cNvPr id="6" name="Group 124"/>
          <p:cNvGrpSpPr/>
          <p:nvPr/>
        </p:nvGrpSpPr>
        <p:grpSpPr>
          <a:xfrm>
            <a:off x="3581400" y="1447800"/>
            <a:ext cx="4114800" cy="2006600"/>
            <a:chOff x="1488" y="624"/>
            <a:chExt cx="2989" cy="1645"/>
          </a:xfrm>
        </p:grpSpPr>
        <p:grpSp>
          <p:nvGrpSpPr>
            <p:cNvPr id="45089" name="Group 125"/>
            <p:cNvGrpSpPr/>
            <p:nvPr/>
          </p:nvGrpSpPr>
          <p:grpSpPr>
            <a:xfrm>
              <a:off x="1488" y="624"/>
              <a:ext cx="2989" cy="796"/>
              <a:chOff x="3203" y="528"/>
              <a:chExt cx="2989" cy="796"/>
            </a:xfrm>
          </p:grpSpPr>
          <p:sp>
            <p:nvSpPr>
              <p:cNvPr id="45095" name="Rectangle 126"/>
              <p:cNvSpPr/>
              <p:nvPr/>
            </p:nvSpPr>
            <p:spPr>
              <a:xfrm>
                <a:off x="3560" y="890"/>
                <a:ext cx="553" cy="425"/>
              </a:xfrm>
              <a:prstGeom prst="rect">
                <a:avLst/>
              </a:prstGeom>
              <a:noFill/>
              <a:ln w="9525">
                <a:noFill/>
              </a:ln>
            </p:spPr>
            <p:txBody>
              <a:bodyPr wrap="none">
                <a:spAutoFit/>
              </a:bodyPr>
              <a:lstStyle/>
              <a:p>
                <a:pPr>
                  <a:spcBef>
                    <a:spcPct val="0"/>
                  </a:spcBef>
                </a:pPr>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1</a:t>
                </a:r>
                <a:r>
                  <a:rPr lang="en-US" altLang="zh-CN" dirty="0">
                    <a:latin typeface="Times New Roman" panose="02020603050405020304" pitchFamily="18" charset="0"/>
                    <a:ea typeface="宋体" panose="02010600030101010101" pitchFamily="2" charset="-122"/>
                  </a:rPr>
                  <a:t>)</a:t>
                </a:r>
              </a:p>
            </p:txBody>
          </p:sp>
          <p:sp>
            <p:nvSpPr>
              <p:cNvPr id="45096" name="Rectangle 127"/>
              <p:cNvSpPr/>
              <p:nvPr/>
            </p:nvSpPr>
            <p:spPr>
              <a:xfrm>
                <a:off x="4384" y="899"/>
                <a:ext cx="552" cy="425"/>
              </a:xfrm>
              <a:prstGeom prst="rect">
                <a:avLst/>
              </a:prstGeom>
              <a:noFill/>
              <a:ln w="9525">
                <a:noFill/>
              </a:ln>
            </p:spPr>
            <p:txBody>
              <a:bodyPr wrap="none">
                <a:spAutoFit/>
              </a:bodyPr>
              <a:lstStyle/>
              <a:p>
                <a:pPr>
                  <a:spcBef>
                    <a:spcPct val="0"/>
                  </a:spcBef>
                </a:pPr>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2</a:t>
                </a:r>
                <a:r>
                  <a:rPr lang="en-US" altLang="zh-CN" dirty="0">
                    <a:latin typeface="Times New Roman" panose="02020603050405020304" pitchFamily="18" charset="0"/>
                    <a:ea typeface="宋体" panose="02010600030101010101" pitchFamily="2" charset="-122"/>
                  </a:rPr>
                  <a:t>)</a:t>
                </a:r>
              </a:p>
            </p:txBody>
          </p:sp>
          <p:sp>
            <p:nvSpPr>
              <p:cNvPr id="45097" name="Rectangle 128"/>
              <p:cNvSpPr/>
              <p:nvPr/>
            </p:nvSpPr>
            <p:spPr>
              <a:xfrm>
                <a:off x="5304" y="892"/>
                <a:ext cx="552" cy="426"/>
              </a:xfrm>
              <a:prstGeom prst="rect">
                <a:avLst/>
              </a:prstGeom>
              <a:noFill/>
              <a:ln w="9525">
                <a:noFill/>
              </a:ln>
            </p:spPr>
            <p:txBody>
              <a:bodyPr wrap="none">
                <a:spAutoFit/>
              </a:bodyPr>
              <a:lstStyle/>
              <a:p>
                <a:pPr>
                  <a:spcBef>
                    <a:spcPct val="0"/>
                  </a:spcBef>
                </a:pPr>
                <a:r>
                  <a:rPr lang="en-US" altLang="zh-CN" dirty="0">
                    <a:latin typeface="Times New Roman" panose="02020603050405020304" pitchFamily="18" charset="0"/>
                    <a:ea typeface="宋体" panose="02010600030101010101" pitchFamily="2" charset="-122"/>
                  </a:rPr>
                  <a:t>(Z</a:t>
                </a:r>
                <a:r>
                  <a:rPr lang="en-US" altLang="zh-CN" baseline="-25000" dirty="0">
                    <a:latin typeface="Times New Roman" panose="02020603050405020304" pitchFamily="18" charset="0"/>
                    <a:ea typeface="宋体" panose="02010600030101010101" pitchFamily="2" charset="-122"/>
                  </a:rPr>
                  <a:t>3</a:t>
                </a:r>
                <a:r>
                  <a:rPr lang="en-US" altLang="zh-CN" dirty="0">
                    <a:latin typeface="Times New Roman" panose="02020603050405020304" pitchFamily="18" charset="0"/>
                    <a:ea typeface="宋体" panose="02010600030101010101" pitchFamily="2" charset="-122"/>
                  </a:rPr>
                  <a:t>)</a:t>
                </a:r>
              </a:p>
            </p:txBody>
          </p:sp>
          <p:sp>
            <p:nvSpPr>
              <p:cNvPr id="45098" name="Rectangle 129"/>
              <p:cNvSpPr/>
              <p:nvPr/>
            </p:nvSpPr>
            <p:spPr>
              <a:xfrm>
                <a:off x="3203" y="671"/>
                <a:ext cx="301" cy="425"/>
              </a:xfrm>
              <a:prstGeom prst="rect">
                <a:avLst/>
              </a:prstGeom>
              <a:noFill/>
              <a:ln w="9525">
                <a:noFill/>
              </a:ln>
            </p:spPr>
            <p:txBody>
              <a:bodyPr>
                <a:spAutoFit/>
              </a:bodyPr>
              <a:lstStyle/>
              <a:p>
                <a:pPr>
                  <a:spcBef>
                    <a:spcPct val="0"/>
                  </a:spcBef>
                </a:pPr>
                <a:r>
                  <a:rPr lang="en-US" altLang="zh-CN" i="0" dirty="0">
                    <a:latin typeface="Times New Roman" panose="02020603050405020304" pitchFamily="18" charset="0"/>
                    <a:ea typeface="宋体" panose="02010600030101010101" pitchFamily="2" charset="-122"/>
                  </a:rPr>
                  <a:t>A</a:t>
                </a:r>
              </a:p>
            </p:txBody>
          </p:sp>
          <p:sp>
            <p:nvSpPr>
              <p:cNvPr id="45099" name="Rectangle 130"/>
              <p:cNvSpPr/>
              <p:nvPr/>
            </p:nvSpPr>
            <p:spPr>
              <a:xfrm>
                <a:off x="4081" y="714"/>
                <a:ext cx="305" cy="425"/>
              </a:xfrm>
              <a:prstGeom prst="rect">
                <a:avLst/>
              </a:prstGeom>
              <a:noFill/>
              <a:ln w="9525">
                <a:noFill/>
              </a:ln>
            </p:spPr>
            <p:txBody>
              <a:bodyPr wrap="none">
                <a:spAutoFit/>
              </a:bodyPr>
              <a:lstStyle/>
              <a:p>
                <a:pPr>
                  <a:spcBef>
                    <a:spcPct val="0"/>
                  </a:spcBef>
                </a:pPr>
                <a:r>
                  <a:rPr lang="en-US" altLang="zh-CN" i="0" dirty="0">
                    <a:latin typeface="Times New Roman" panose="02020603050405020304" pitchFamily="18" charset="0"/>
                    <a:ea typeface="宋体" panose="02010600030101010101" pitchFamily="2" charset="-122"/>
                  </a:rPr>
                  <a:t>B</a:t>
                </a:r>
              </a:p>
            </p:txBody>
          </p:sp>
          <p:sp>
            <p:nvSpPr>
              <p:cNvPr id="45100" name="Rectangle 131"/>
              <p:cNvSpPr/>
              <p:nvPr/>
            </p:nvSpPr>
            <p:spPr>
              <a:xfrm>
                <a:off x="4944" y="714"/>
                <a:ext cx="321" cy="425"/>
              </a:xfrm>
              <a:prstGeom prst="rect">
                <a:avLst/>
              </a:prstGeom>
              <a:noFill/>
              <a:ln w="9525">
                <a:noFill/>
              </a:ln>
            </p:spPr>
            <p:txBody>
              <a:bodyPr>
                <a:spAutoFit/>
              </a:bodyPr>
              <a:lstStyle/>
              <a:p>
                <a:pPr>
                  <a:spcBef>
                    <a:spcPct val="0"/>
                  </a:spcBef>
                </a:pPr>
                <a:r>
                  <a:rPr lang="en-US" altLang="zh-CN" i="0" dirty="0">
                    <a:latin typeface="Times New Roman" panose="02020603050405020304" pitchFamily="18" charset="0"/>
                    <a:ea typeface="宋体" panose="02010600030101010101" pitchFamily="2" charset="-122"/>
                  </a:rPr>
                  <a:t>C</a:t>
                </a:r>
              </a:p>
            </p:txBody>
          </p:sp>
          <p:sp>
            <p:nvSpPr>
              <p:cNvPr id="45101" name="Rectangle 132"/>
              <p:cNvSpPr/>
              <p:nvPr/>
            </p:nvSpPr>
            <p:spPr>
              <a:xfrm>
                <a:off x="5856" y="671"/>
                <a:ext cx="336" cy="425"/>
              </a:xfrm>
              <a:prstGeom prst="rect">
                <a:avLst/>
              </a:prstGeom>
              <a:noFill/>
              <a:ln w="9525">
                <a:noFill/>
              </a:ln>
            </p:spPr>
            <p:txBody>
              <a:bodyPr>
                <a:spAutoFit/>
              </a:bodyPr>
              <a:lstStyle/>
              <a:p>
                <a:pPr>
                  <a:spcBef>
                    <a:spcPct val="0"/>
                  </a:spcBef>
                </a:pPr>
                <a:r>
                  <a:rPr lang="en-US" altLang="zh-CN" i="0" dirty="0">
                    <a:latin typeface="Times New Roman" panose="02020603050405020304" pitchFamily="18" charset="0"/>
                    <a:ea typeface="宋体" panose="02010600030101010101" pitchFamily="2" charset="-122"/>
                  </a:rPr>
                  <a:t>D</a:t>
                </a:r>
              </a:p>
            </p:txBody>
          </p:sp>
          <p:sp>
            <p:nvSpPr>
              <p:cNvPr id="45102" name="Line 133"/>
              <p:cNvSpPr/>
              <p:nvPr/>
            </p:nvSpPr>
            <p:spPr>
              <a:xfrm>
                <a:off x="3504" y="864"/>
                <a:ext cx="576" cy="0"/>
              </a:xfrm>
              <a:prstGeom prst="line">
                <a:avLst/>
              </a:prstGeom>
              <a:ln w="9525" cap="flat" cmpd="sng">
                <a:solidFill>
                  <a:schemeClr val="tx1"/>
                </a:solidFill>
                <a:prstDash val="solid"/>
                <a:headEnd type="none" w="sm" len="sm"/>
                <a:tailEnd type="none" w="sm" len="sm"/>
              </a:ln>
            </p:spPr>
          </p:sp>
          <p:sp>
            <p:nvSpPr>
              <p:cNvPr id="45103" name="Line 134"/>
              <p:cNvSpPr/>
              <p:nvPr/>
            </p:nvSpPr>
            <p:spPr>
              <a:xfrm>
                <a:off x="5280" y="864"/>
                <a:ext cx="576" cy="0"/>
              </a:xfrm>
              <a:prstGeom prst="line">
                <a:avLst/>
              </a:prstGeom>
              <a:ln w="9525" cap="flat" cmpd="sng">
                <a:solidFill>
                  <a:schemeClr val="tx1"/>
                </a:solidFill>
                <a:prstDash val="solid"/>
                <a:headEnd type="none" w="sm" len="sm"/>
                <a:tailEnd type="none" w="sm" len="sm"/>
              </a:ln>
            </p:spPr>
          </p:sp>
          <p:sp>
            <p:nvSpPr>
              <p:cNvPr id="45104" name="Line 135"/>
              <p:cNvSpPr/>
              <p:nvPr/>
            </p:nvSpPr>
            <p:spPr>
              <a:xfrm>
                <a:off x="4368" y="864"/>
                <a:ext cx="576" cy="0"/>
              </a:xfrm>
              <a:prstGeom prst="line">
                <a:avLst/>
              </a:prstGeom>
              <a:ln w="9525" cap="flat" cmpd="sng">
                <a:solidFill>
                  <a:schemeClr val="tx1"/>
                </a:solidFill>
                <a:prstDash val="solid"/>
                <a:headEnd type="none" w="sm" len="sm"/>
                <a:tailEnd type="none" w="sm" len="sm"/>
              </a:ln>
            </p:spPr>
          </p:sp>
          <p:graphicFrame>
            <p:nvGraphicFramePr>
              <p:cNvPr id="45059" name="Object 136"/>
              <p:cNvGraphicFramePr>
                <a:graphicFrameLocks/>
              </p:cNvGraphicFramePr>
              <p:nvPr/>
            </p:nvGraphicFramePr>
            <p:xfrm>
              <a:off x="3648" y="528"/>
              <a:ext cx="354" cy="302"/>
            </p:xfrm>
            <a:graphic>
              <a:graphicData uri="http://schemas.openxmlformats.org/presentationml/2006/ole">
                <p:oleObj spid="_x0000_s149508" r:id="rId20" imgW="561340" imgH="480060" progId="">
                  <p:embed/>
                </p:oleObj>
              </a:graphicData>
            </a:graphic>
          </p:graphicFrame>
          <p:graphicFrame>
            <p:nvGraphicFramePr>
              <p:cNvPr id="45060" name="Object 137"/>
              <p:cNvGraphicFramePr>
                <a:graphicFrameLocks/>
              </p:cNvGraphicFramePr>
              <p:nvPr/>
            </p:nvGraphicFramePr>
            <p:xfrm>
              <a:off x="4464" y="528"/>
              <a:ext cx="355" cy="302"/>
            </p:xfrm>
            <a:graphic>
              <a:graphicData uri="http://schemas.openxmlformats.org/presentationml/2006/ole">
                <p:oleObj spid="_x0000_s149507" r:id="rId21" imgW="563880" imgH="480060" progId="">
                  <p:embed/>
                </p:oleObj>
              </a:graphicData>
            </a:graphic>
          </p:graphicFrame>
          <p:graphicFrame>
            <p:nvGraphicFramePr>
              <p:cNvPr id="45061" name="Object 138"/>
              <p:cNvGraphicFramePr>
                <a:graphicFrameLocks/>
              </p:cNvGraphicFramePr>
              <p:nvPr/>
            </p:nvGraphicFramePr>
            <p:xfrm>
              <a:off x="5405" y="528"/>
              <a:ext cx="355" cy="304"/>
            </p:xfrm>
            <a:graphic>
              <a:graphicData uri="http://schemas.openxmlformats.org/presentationml/2006/ole">
                <p:oleObj spid="_x0000_s149506" r:id="rId22" imgW="563880" imgH="482600" progId="">
                  <p:embed/>
                </p:oleObj>
              </a:graphicData>
            </a:graphic>
          </p:graphicFrame>
        </p:grpSp>
        <p:grpSp>
          <p:nvGrpSpPr>
            <p:cNvPr id="45090" name="Group 139"/>
            <p:cNvGrpSpPr/>
            <p:nvPr/>
          </p:nvGrpSpPr>
          <p:grpSpPr>
            <a:xfrm>
              <a:off x="1632" y="1104"/>
              <a:ext cx="2648" cy="1165"/>
              <a:chOff x="1632" y="1008"/>
              <a:chExt cx="2648" cy="1165"/>
            </a:xfrm>
          </p:grpSpPr>
          <p:sp>
            <p:nvSpPr>
              <p:cNvPr id="45091" name="Line 140"/>
              <p:cNvSpPr/>
              <p:nvPr/>
            </p:nvSpPr>
            <p:spPr>
              <a:xfrm>
                <a:off x="1632" y="1008"/>
                <a:ext cx="0" cy="768"/>
              </a:xfrm>
              <a:prstGeom prst="line">
                <a:avLst/>
              </a:prstGeom>
              <a:ln w="12700" cap="sq" cmpd="sng">
                <a:solidFill>
                  <a:schemeClr val="tx1"/>
                </a:solidFill>
                <a:prstDash val="solid"/>
                <a:headEnd type="none" w="sm" len="sm"/>
                <a:tailEnd type="none" w="sm" len="sm"/>
              </a:ln>
            </p:spPr>
          </p:sp>
          <p:sp>
            <p:nvSpPr>
              <p:cNvPr id="45092" name="Line 141"/>
              <p:cNvSpPr/>
              <p:nvPr/>
            </p:nvSpPr>
            <p:spPr>
              <a:xfrm>
                <a:off x="4272" y="1008"/>
                <a:ext cx="0" cy="768"/>
              </a:xfrm>
              <a:prstGeom prst="line">
                <a:avLst/>
              </a:prstGeom>
              <a:ln w="12700" cap="sq" cmpd="sng">
                <a:solidFill>
                  <a:schemeClr val="tx1"/>
                </a:solidFill>
                <a:prstDash val="solid"/>
                <a:headEnd type="none" w="sm" len="sm"/>
                <a:tailEnd type="none" w="sm" len="sm"/>
              </a:ln>
            </p:spPr>
          </p:sp>
          <p:sp>
            <p:nvSpPr>
              <p:cNvPr id="45093" name="Text Box 142"/>
              <p:cNvSpPr txBox="1"/>
              <p:nvPr/>
            </p:nvSpPr>
            <p:spPr>
              <a:xfrm>
                <a:off x="2592" y="1747"/>
                <a:ext cx="672" cy="426"/>
              </a:xfrm>
              <a:prstGeom prst="rect">
                <a:avLst/>
              </a:prstGeom>
              <a:noFill/>
              <a:ln w="12700">
                <a:noFill/>
              </a:ln>
            </p:spPr>
            <p:txBody>
              <a:bodyPr>
                <a:spAutoFit/>
              </a:bodyPr>
              <a:lstStyle/>
              <a:p>
                <a:r>
                  <a:rPr lang="en-US" altLang="zh-CN" dirty="0">
                    <a:latin typeface="Times New Roman" panose="02020603050405020304" pitchFamily="18" charset="0"/>
                    <a:ea typeface="宋体" panose="02010600030101010101" pitchFamily="2" charset="-122"/>
                  </a:rPr>
                  <a:t>( Z</a:t>
                </a:r>
                <a:r>
                  <a:rPr lang="en-US" altLang="zh-CN" baseline="-25000" dirty="0">
                    <a:latin typeface="Times New Roman" panose="02020603050405020304" pitchFamily="18" charset="0"/>
                    <a:ea typeface="宋体" panose="02010600030101010101" pitchFamily="2" charset="-122"/>
                  </a:rPr>
                  <a:t>x</a:t>
                </a:r>
                <a:r>
                  <a:rPr lang="en-US" altLang="zh-CN" dirty="0">
                    <a:latin typeface="Times New Roman" panose="02020603050405020304" pitchFamily="18" charset="0"/>
                    <a:ea typeface="宋体" panose="02010600030101010101" pitchFamily="2" charset="-122"/>
                  </a:rPr>
                  <a:t> )</a:t>
                </a:r>
              </a:p>
            </p:txBody>
          </p:sp>
          <p:sp>
            <p:nvSpPr>
              <p:cNvPr id="45094" name="Line 143"/>
              <p:cNvSpPr/>
              <p:nvPr/>
            </p:nvSpPr>
            <p:spPr>
              <a:xfrm>
                <a:off x="1632" y="1776"/>
                <a:ext cx="2648" cy="0"/>
              </a:xfrm>
              <a:prstGeom prst="line">
                <a:avLst/>
              </a:prstGeom>
              <a:ln w="12700" cap="flat" cmpd="sng">
                <a:solidFill>
                  <a:schemeClr val="tx1"/>
                </a:solidFill>
                <a:prstDash val="solid"/>
                <a:headEnd type="none" w="sm" len="sm"/>
                <a:tailEnd type="none" w="sm" len="sm"/>
              </a:ln>
            </p:spPr>
          </p:sp>
          <p:graphicFrame>
            <p:nvGraphicFramePr>
              <p:cNvPr id="45058" name="Object 144"/>
              <p:cNvGraphicFramePr>
                <a:graphicFrameLocks/>
              </p:cNvGraphicFramePr>
              <p:nvPr/>
            </p:nvGraphicFramePr>
            <p:xfrm>
              <a:off x="2688" y="1454"/>
              <a:ext cx="354" cy="322"/>
            </p:xfrm>
            <a:graphic>
              <a:graphicData uri="http://schemas.openxmlformats.org/presentationml/2006/ole">
                <p:oleObj spid="_x0000_s149505" r:id="rId23" imgW="561340" imgH="510540" progId="">
                  <p:embed/>
                </p:oleObj>
              </a:graphicData>
            </a:graphic>
          </p:graphicFrame>
        </p:grpSp>
      </p:grpSp>
      <p:sp>
        <p:nvSpPr>
          <p:cNvPr id="152721" name="Rectangle 145"/>
          <p:cNvSpPr>
            <a:spLocks noChangeArrowheads="1"/>
          </p:cNvSpPr>
          <p:nvPr/>
        </p:nvSpPr>
        <p:spPr bwMode="auto">
          <a:xfrm>
            <a:off x="228600" y="5334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52583"/>
                                        </p:tgtEl>
                                        <p:attrNameLst>
                                          <p:attrName>style.visibility</p:attrName>
                                        </p:attrNameLst>
                                      </p:cBhvr>
                                      <p:to>
                                        <p:strVal val="visible"/>
                                      </p:to>
                                    </p:set>
                                    <p:animEffect transition="in" filter="wipe(left)">
                                      <p:cBhvr>
                                        <p:cTn id="27" dur="500"/>
                                        <p:tgtEl>
                                          <p:spTgt spid="15258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2582"/>
                                        </p:tgtEl>
                                        <p:attrNameLst>
                                          <p:attrName>style.visibility</p:attrName>
                                        </p:attrNameLst>
                                      </p:cBhvr>
                                      <p:to>
                                        <p:strVal val="visible"/>
                                      </p:to>
                                    </p:set>
                                    <p:animEffect transition="in" filter="wipe(left)">
                                      <p:cBhvr>
                                        <p:cTn id="32" dur="500"/>
                                        <p:tgtEl>
                                          <p:spTgt spid="15258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83" grpId="0"/>
    </p:bld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Group 2"/>
          <p:cNvGrpSpPr/>
          <p:nvPr/>
        </p:nvGrpSpPr>
        <p:grpSpPr>
          <a:xfrm>
            <a:off x="3581400" y="381000"/>
            <a:ext cx="3017838" cy="617538"/>
            <a:chOff x="767" y="470"/>
            <a:chExt cx="1901" cy="389"/>
          </a:xfrm>
        </p:grpSpPr>
        <p:sp>
          <p:nvSpPr>
            <p:cNvPr id="46223" name="Rectangle 3"/>
            <p:cNvSpPr/>
            <p:nvPr/>
          </p:nvSpPr>
          <p:spPr>
            <a:xfrm>
              <a:off x="2416" y="501"/>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4" name="Rectangle 4"/>
            <p:cNvSpPr/>
            <p:nvPr/>
          </p:nvSpPr>
          <p:spPr>
            <a:xfrm>
              <a:off x="1867" y="501"/>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5" name="Rectangle 5"/>
            <p:cNvSpPr/>
            <p:nvPr/>
          </p:nvSpPr>
          <p:spPr>
            <a:xfrm>
              <a:off x="1349" y="501"/>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6" name="Rectangle 6"/>
            <p:cNvSpPr/>
            <p:nvPr/>
          </p:nvSpPr>
          <p:spPr>
            <a:xfrm>
              <a:off x="767" y="501"/>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7" name="Rectangle 7"/>
            <p:cNvSpPr/>
            <p:nvPr/>
          </p:nvSpPr>
          <p:spPr>
            <a:xfrm>
              <a:off x="952" y="667"/>
              <a:ext cx="80" cy="192"/>
            </a:xfrm>
            <a:prstGeom prst="rect">
              <a:avLst/>
            </a:prstGeom>
            <a:noFill/>
            <a:ln w="9525">
              <a:noFill/>
            </a:ln>
          </p:spPr>
          <p:txBody>
            <a:bodyPr wrap="none" lIns="0" tIns="0" rIns="0" bIns="0">
              <a:spAutoFit/>
            </a:bodyPr>
            <a:lstStyle/>
            <a:p>
              <a:pPr>
                <a:spcBef>
                  <a:spcPct val="0"/>
                </a:spcBef>
              </a:pPr>
              <a:r>
                <a:rPr lang="en-US" altLang="zh-CN" sz="2000" dirty="0">
                  <a:solidFill>
                    <a:srgbClr val="336600"/>
                  </a:solidFill>
                  <a:latin typeface="Times New Roman" panose="02020603050405020304" pitchFamily="18" charset="0"/>
                  <a:ea typeface="宋体" panose="02010600030101010101" pitchFamily="2" charset="-122"/>
                </a:rPr>
                <a:t>x</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8" name="Rectangle 8"/>
            <p:cNvSpPr/>
            <p:nvPr/>
          </p:nvSpPr>
          <p:spPr>
            <a:xfrm>
              <a:off x="2588" y="667"/>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9" name="Rectangle 9"/>
            <p:cNvSpPr/>
            <p:nvPr/>
          </p:nvSpPr>
          <p:spPr>
            <a:xfrm>
              <a:off x="2044" y="667"/>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30" name="Rectangle 10"/>
            <p:cNvSpPr/>
            <p:nvPr/>
          </p:nvSpPr>
          <p:spPr>
            <a:xfrm>
              <a:off x="1508" y="667"/>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31" name="Rectangle 11"/>
            <p:cNvSpPr/>
            <p:nvPr/>
          </p:nvSpPr>
          <p:spPr>
            <a:xfrm>
              <a:off x="2203" y="470"/>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32" name="Rectangle 12"/>
            <p:cNvSpPr/>
            <p:nvPr/>
          </p:nvSpPr>
          <p:spPr>
            <a:xfrm>
              <a:off x="1654" y="470"/>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33" name="Rectangle 13"/>
            <p:cNvSpPr/>
            <p:nvPr/>
          </p:nvSpPr>
          <p:spPr>
            <a:xfrm>
              <a:off x="1123" y="470"/>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pSp>
      <p:grpSp>
        <p:nvGrpSpPr>
          <p:cNvPr id="3" name="Group 14"/>
          <p:cNvGrpSpPr/>
          <p:nvPr/>
        </p:nvGrpSpPr>
        <p:grpSpPr>
          <a:xfrm>
            <a:off x="2133600" y="1066800"/>
            <a:ext cx="6419850" cy="617538"/>
            <a:chOff x="763" y="913"/>
            <a:chExt cx="4044" cy="389"/>
          </a:xfrm>
        </p:grpSpPr>
        <p:sp>
          <p:nvSpPr>
            <p:cNvPr id="46202" name="Rectangle 15"/>
            <p:cNvSpPr/>
            <p:nvPr/>
          </p:nvSpPr>
          <p:spPr>
            <a:xfrm>
              <a:off x="4284" y="944"/>
              <a:ext cx="19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3" name="Rectangle 16"/>
            <p:cNvSpPr/>
            <p:nvPr/>
          </p:nvSpPr>
          <p:spPr>
            <a:xfrm>
              <a:off x="3216" y="944"/>
              <a:ext cx="19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4" name="Rectangle 17"/>
            <p:cNvSpPr/>
            <p:nvPr/>
          </p:nvSpPr>
          <p:spPr>
            <a:xfrm>
              <a:off x="2148" y="944"/>
              <a:ext cx="19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5" name="Rectangle 18"/>
            <p:cNvSpPr/>
            <p:nvPr/>
          </p:nvSpPr>
          <p:spPr>
            <a:xfrm>
              <a:off x="1023" y="944"/>
              <a:ext cx="19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G</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6" name="Rectangle 19"/>
            <p:cNvSpPr/>
            <p:nvPr/>
          </p:nvSpPr>
          <p:spPr>
            <a:xfrm>
              <a:off x="1429" y="1110"/>
              <a:ext cx="80" cy="192"/>
            </a:xfrm>
            <a:prstGeom prst="rect">
              <a:avLst/>
            </a:prstGeom>
            <a:noFill/>
            <a:ln w="9525">
              <a:noFill/>
            </a:ln>
          </p:spPr>
          <p:txBody>
            <a:bodyPr wrap="none" lIns="0" tIns="0" rIns="0" bIns="0">
              <a:spAutoFit/>
            </a:bodyPr>
            <a:lstStyle/>
            <a:p>
              <a:pPr>
                <a:spcBef>
                  <a:spcPct val="0"/>
                </a:spcBef>
              </a:pPr>
              <a:r>
                <a:rPr lang="en-US" altLang="zh-CN" sz="2000" dirty="0">
                  <a:solidFill>
                    <a:srgbClr val="336600"/>
                  </a:solidFill>
                  <a:latin typeface="Times New Roman" panose="02020603050405020304" pitchFamily="18" charset="0"/>
                  <a:ea typeface="宋体" panose="02010600030101010101" pitchFamily="2" charset="-122"/>
                </a:rPr>
                <a:t>x</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7" name="Rectangle 20"/>
            <p:cNvSpPr/>
            <p:nvPr/>
          </p:nvSpPr>
          <p:spPr>
            <a:xfrm>
              <a:off x="4488" y="1110"/>
              <a:ext cx="319"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m(3)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8" name="Rectangle 21"/>
            <p:cNvSpPr/>
            <p:nvPr/>
          </p:nvSpPr>
          <p:spPr>
            <a:xfrm>
              <a:off x="4217" y="1110"/>
              <a:ext cx="7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9" name="Rectangle 22"/>
            <p:cNvSpPr/>
            <p:nvPr/>
          </p:nvSpPr>
          <p:spPr>
            <a:xfrm>
              <a:off x="3420" y="1110"/>
              <a:ext cx="319"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m(2)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0" name="Rectangle 23"/>
            <p:cNvSpPr/>
            <p:nvPr/>
          </p:nvSpPr>
          <p:spPr>
            <a:xfrm>
              <a:off x="3149" y="1110"/>
              <a:ext cx="7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1" name="Rectangle 24"/>
            <p:cNvSpPr/>
            <p:nvPr/>
          </p:nvSpPr>
          <p:spPr>
            <a:xfrm>
              <a:off x="2352" y="1110"/>
              <a:ext cx="319"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m(1)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2" name="Rectangle 25"/>
            <p:cNvSpPr/>
            <p:nvPr/>
          </p:nvSpPr>
          <p:spPr>
            <a:xfrm>
              <a:off x="2081" y="1110"/>
              <a:ext cx="7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3" name="Rectangle 26"/>
            <p:cNvSpPr/>
            <p:nvPr/>
          </p:nvSpPr>
          <p:spPr>
            <a:xfrm>
              <a:off x="1516" y="1110"/>
              <a:ext cx="53"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4" name="Rectangle 27"/>
            <p:cNvSpPr/>
            <p:nvPr/>
          </p:nvSpPr>
          <p:spPr>
            <a:xfrm>
              <a:off x="1227" y="1110"/>
              <a:ext cx="186"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m(</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5" name="Rectangle 28"/>
            <p:cNvSpPr/>
            <p:nvPr/>
          </p:nvSpPr>
          <p:spPr>
            <a:xfrm>
              <a:off x="956" y="1110"/>
              <a:ext cx="71"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r</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6" name="Rectangle 29"/>
            <p:cNvSpPr/>
            <p:nvPr/>
          </p:nvSpPr>
          <p:spPr>
            <a:xfrm>
              <a:off x="4024" y="913"/>
              <a:ext cx="16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7" name="Rectangle 30"/>
            <p:cNvSpPr/>
            <p:nvPr/>
          </p:nvSpPr>
          <p:spPr>
            <a:xfrm>
              <a:off x="3816" y="91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8" name="Rectangle 31"/>
            <p:cNvSpPr/>
            <p:nvPr/>
          </p:nvSpPr>
          <p:spPr>
            <a:xfrm>
              <a:off x="2956" y="913"/>
              <a:ext cx="16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19" name="Rectangle 32"/>
            <p:cNvSpPr/>
            <p:nvPr/>
          </p:nvSpPr>
          <p:spPr>
            <a:xfrm>
              <a:off x="2748" y="91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0" name="Rectangle 33"/>
            <p:cNvSpPr/>
            <p:nvPr/>
          </p:nvSpPr>
          <p:spPr>
            <a:xfrm>
              <a:off x="1888" y="913"/>
              <a:ext cx="16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1" name="Rectangle 34"/>
            <p:cNvSpPr/>
            <p:nvPr/>
          </p:nvSpPr>
          <p:spPr>
            <a:xfrm>
              <a:off x="1666" y="91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22" name="Rectangle 35"/>
            <p:cNvSpPr/>
            <p:nvPr/>
          </p:nvSpPr>
          <p:spPr>
            <a:xfrm>
              <a:off x="763" y="913"/>
              <a:ext cx="167"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D</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6097" name="Object 36"/>
            <p:cNvGraphicFramePr>
              <a:graphicFrameLocks/>
            </p:cNvGraphicFramePr>
            <p:nvPr/>
          </p:nvGraphicFramePr>
          <p:xfrm>
            <a:off x="1248" y="920"/>
            <a:ext cx="171" cy="168"/>
          </p:xfrm>
          <a:graphic>
            <a:graphicData uri="http://schemas.openxmlformats.org/presentationml/2006/ole">
              <p:oleObj spid="_x0000_s151571" r:id="rId4" imgW="20669250" imgH="13163550" progId="">
                <p:embed/>
              </p:oleObj>
            </a:graphicData>
          </a:graphic>
        </p:graphicFrame>
        <p:graphicFrame>
          <p:nvGraphicFramePr>
            <p:cNvPr id="46098" name="Object 37"/>
            <p:cNvGraphicFramePr>
              <a:graphicFrameLocks/>
            </p:cNvGraphicFramePr>
            <p:nvPr/>
          </p:nvGraphicFramePr>
          <p:xfrm>
            <a:off x="2384" y="920"/>
            <a:ext cx="171" cy="168"/>
          </p:xfrm>
          <a:graphic>
            <a:graphicData uri="http://schemas.openxmlformats.org/presentationml/2006/ole">
              <p:oleObj spid="_x0000_s151570" r:id="rId5" imgW="271780" imgH="266700" progId="">
                <p:embed/>
              </p:oleObj>
            </a:graphicData>
          </a:graphic>
        </p:graphicFrame>
        <p:graphicFrame>
          <p:nvGraphicFramePr>
            <p:cNvPr id="46099" name="Object 38"/>
            <p:cNvGraphicFramePr>
              <a:graphicFrameLocks/>
            </p:cNvGraphicFramePr>
            <p:nvPr/>
          </p:nvGraphicFramePr>
          <p:xfrm>
            <a:off x="3456" y="920"/>
            <a:ext cx="171" cy="168"/>
          </p:xfrm>
          <a:graphic>
            <a:graphicData uri="http://schemas.openxmlformats.org/presentationml/2006/ole">
              <p:oleObj spid="_x0000_s151569" r:id="rId6" imgW="271780" imgH="266700" progId="">
                <p:embed/>
              </p:oleObj>
            </a:graphicData>
          </a:graphic>
        </p:graphicFrame>
        <p:graphicFrame>
          <p:nvGraphicFramePr>
            <p:cNvPr id="46100" name="Object 39"/>
            <p:cNvGraphicFramePr>
              <a:graphicFrameLocks/>
            </p:cNvGraphicFramePr>
            <p:nvPr/>
          </p:nvGraphicFramePr>
          <p:xfrm>
            <a:off x="4512" y="936"/>
            <a:ext cx="171" cy="168"/>
          </p:xfrm>
          <a:graphic>
            <a:graphicData uri="http://schemas.openxmlformats.org/presentationml/2006/ole">
              <p:oleObj spid="_x0000_s151568" r:id="rId7" imgW="271780" imgH="266700" progId="">
                <p:embed/>
              </p:oleObj>
            </a:graphicData>
          </a:graphic>
        </p:graphicFrame>
      </p:grpSp>
      <p:grpSp>
        <p:nvGrpSpPr>
          <p:cNvPr id="4" name="Group 40"/>
          <p:cNvGrpSpPr/>
          <p:nvPr/>
        </p:nvGrpSpPr>
        <p:grpSpPr>
          <a:xfrm>
            <a:off x="1828800" y="1752600"/>
            <a:ext cx="6946900" cy="617538"/>
            <a:chOff x="763" y="1388"/>
            <a:chExt cx="4376" cy="389"/>
          </a:xfrm>
        </p:grpSpPr>
        <p:sp>
          <p:nvSpPr>
            <p:cNvPr id="46180" name="Rectangle 41"/>
            <p:cNvSpPr/>
            <p:nvPr/>
          </p:nvSpPr>
          <p:spPr>
            <a:xfrm>
              <a:off x="4639" y="1419"/>
              <a:ext cx="362"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1" name="Rectangle 42"/>
            <p:cNvSpPr/>
            <p:nvPr/>
          </p:nvSpPr>
          <p:spPr>
            <a:xfrm>
              <a:off x="4366" y="1419"/>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2" name="Rectangle 43"/>
            <p:cNvSpPr/>
            <p:nvPr/>
          </p:nvSpPr>
          <p:spPr>
            <a:xfrm>
              <a:off x="3571" y="1419"/>
              <a:ext cx="362"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3" name="Rectangle 44"/>
            <p:cNvSpPr/>
            <p:nvPr/>
          </p:nvSpPr>
          <p:spPr>
            <a:xfrm>
              <a:off x="3288" y="1419"/>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4" name="Rectangle 45"/>
            <p:cNvSpPr/>
            <p:nvPr/>
          </p:nvSpPr>
          <p:spPr>
            <a:xfrm>
              <a:off x="2494" y="1419"/>
              <a:ext cx="362"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5" name="Rectangle 46"/>
            <p:cNvSpPr/>
            <p:nvPr/>
          </p:nvSpPr>
          <p:spPr>
            <a:xfrm>
              <a:off x="2242" y="1419"/>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6" name="Rectangle 47"/>
            <p:cNvSpPr/>
            <p:nvPr/>
          </p:nvSpPr>
          <p:spPr>
            <a:xfrm>
              <a:off x="1256" y="1419"/>
              <a:ext cx="362"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FE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7" name="Rectangle 48"/>
            <p:cNvSpPr/>
            <p:nvPr/>
          </p:nvSpPr>
          <p:spPr>
            <a:xfrm>
              <a:off x="971" y="1419"/>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8" name="Rectangle 49"/>
            <p:cNvSpPr/>
            <p:nvPr/>
          </p:nvSpPr>
          <p:spPr>
            <a:xfrm>
              <a:off x="1156" y="1585"/>
              <a:ext cx="80" cy="192"/>
            </a:xfrm>
            <a:prstGeom prst="rect">
              <a:avLst/>
            </a:prstGeom>
            <a:noFill/>
            <a:ln w="9525">
              <a:noFill/>
            </a:ln>
          </p:spPr>
          <p:txBody>
            <a:bodyPr wrap="none" lIns="0" tIns="0" rIns="0" bIns="0">
              <a:spAutoFit/>
            </a:bodyPr>
            <a:lstStyle/>
            <a:p>
              <a:pPr>
                <a:spcBef>
                  <a:spcPct val="0"/>
                </a:spcBef>
              </a:pPr>
              <a:r>
                <a:rPr lang="en-US" altLang="zh-CN" sz="2000" dirty="0">
                  <a:solidFill>
                    <a:srgbClr val="336600"/>
                  </a:solidFill>
                  <a:latin typeface="Times New Roman" panose="02020603050405020304" pitchFamily="18" charset="0"/>
                  <a:ea typeface="宋体" panose="02010600030101010101" pitchFamily="2" charset="-122"/>
                </a:rPr>
                <a:t>x</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89" name="Rectangle 50"/>
            <p:cNvSpPr/>
            <p:nvPr/>
          </p:nvSpPr>
          <p:spPr>
            <a:xfrm>
              <a:off x="4091" y="1419"/>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0" name="Rectangle 51"/>
            <p:cNvSpPr/>
            <p:nvPr/>
          </p:nvSpPr>
          <p:spPr>
            <a:xfrm>
              <a:off x="3014" y="1419"/>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1" name="Rectangle 52"/>
            <p:cNvSpPr/>
            <p:nvPr/>
          </p:nvSpPr>
          <p:spPr>
            <a:xfrm>
              <a:off x="4984"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2" name="Rectangle 53"/>
            <p:cNvSpPr/>
            <p:nvPr/>
          </p:nvSpPr>
          <p:spPr>
            <a:xfrm>
              <a:off x="4538"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3" name="Rectangle 54"/>
            <p:cNvSpPr/>
            <p:nvPr/>
          </p:nvSpPr>
          <p:spPr>
            <a:xfrm>
              <a:off x="3921"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4" name="Rectangle 55"/>
            <p:cNvSpPr/>
            <p:nvPr/>
          </p:nvSpPr>
          <p:spPr>
            <a:xfrm>
              <a:off x="3466"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5" name="Rectangle 56"/>
            <p:cNvSpPr/>
            <p:nvPr/>
          </p:nvSpPr>
          <p:spPr>
            <a:xfrm>
              <a:off x="2825"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6" name="Rectangle 57"/>
            <p:cNvSpPr/>
            <p:nvPr/>
          </p:nvSpPr>
          <p:spPr>
            <a:xfrm>
              <a:off x="2401" y="1585"/>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7" name="Rectangle 58"/>
            <p:cNvSpPr/>
            <p:nvPr/>
          </p:nvSpPr>
          <p:spPr>
            <a:xfrm>
              <a:off x="4158" y="1388"/>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8" name="Rectangle 59"/>
            <p:cNvSpPr/>
            <p:nvPr/>
          </p:nvSpPr>
          <p:spPr>
            <a:xfrm>
              <a:off x="3080" y="1388"/>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99" name="Rectangle 60"/>
            <p:cNvSpPr/>
            <p:nvPr/>
          </p:nvSpPr>
          <p:spPr>
            <a:xfrm>
              <a:off x="2073" y="1388"/>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0" name="Rectangle 61"/>
            <p:cNvSpPr/>
            <p:nvPr/>
          </p:nvSpPr>
          <p:spPr>
            <a:xfrm>
              <a:off x="1852" y="1388"/>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201" name="Rectangle 62"/>
            <p:cNvSpPr/>
            <p:nvPr/>
          </p:nvSpPr>
          <p:spPr>
            <a:xfrm>
              <a:off x="763" y="1388"/>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6093" name="Object 63"/>
            <p:cNvGraphicFramePr>
              <a:graphicFrameLocks/>
            </p:cNvGraphicFramePr>
            <p:nvPr/>
          </p:nvGraphicFramePr>
          <p:xfrm>
            <a:off x="1616" y="1408"/>
            <a:ext cx="171" cy="168"/>
          </p:xfrm>
          <a:graphic>
            <a:graphicData uri="http://schemas.openxmlformats.org/presentationml/2006/ole">
              <p:oleObj spid="_x0000_s151567" r:id="rId8" imgW="271780" imgH="266700" progId="">
                <p:embed/>
              </p:oleObj>
            </a:graphicData>
          </a:graphic>
        </p:graphicFrame>
        <p:graphicFrame>
          <p:nvGraphicFramePr>
            <p:cNvPr id="46094" name="Object 64"/>
            <p:cNvGraphicFramePr>
              <a:graphicFrameLocks/>
            </p:cNvGraphicFramePr>
            <p:nvPr/>
          </p:nvGraphicFramePr>
          <p:xfrm>
            <a:off x="2824" y="1408"/>
            <a:ext cx="171" cy="168"/>
          </p:xfrm>
          <a:graphic>
            <a:graphicData uri="http://schemas.openxmlformats.org/presentationml/2006/ole">
              <p:oleObj spid="_x0000_s151566" r:id="rId9" imgW="271780" imgH="266700" progId="">
                <p:embed/>
              </p:oleObj>
            </a:graphicData>
          </a:graphic>
        </p:graphicFrame>
        <p:graphicFrame>
          <p:nvGraphicFramePr>
            <p:cNvPr id="46095" name="Object 65"/>
            <p:cNvGraphicFramePr>
              <a:graphicFrameLocks/>
            </p:cNvGraphicFramePr>
            <p:nvPr/>
          </p:nvGraphicFramePr>
          <p:xfrm>
            <a:off x="3896" y="1408"/>
            <a:ext cx="171" cy="168"/>
          </p:xfrm>
          <a:graphic>
            <a:graphicData uri="http://schemas.openxmlformats.org/presentationml/2006/ole">
              <p:oleObj spid="_x0000_s151565" r:id="rId10" imgW="271780" imgH="266700" progId="">
                <p:embed/>
              </p:oleObj>
            </a:graphicData>
          </a:graphic>
        </p:graphicFrame>
        <p:graphicFrame>
          <p:nvGraphicFramePr>
            <p:cNvPr id="46096" name="Object 66"/>
            <p:cNvGraphicFramePr>
              <a:graphicFrameLocks/>
            </p:cNvGraphicFramePr>
            <p:nvPr/>
          </p:nvGraphicFramePr>
          <p:xfrm>
            <a:off x="4968" y="1400"/>
            <a:ext cx="171" cy="168"/>
          </p:xfrm>
          <a:graphic>
            <a:graphicData uri="http://schemas.openxmlformats.org/presentationml/2006/ole">
              <p:oleObj spid="_x0000_s151564" r:id="rId11" imgW="271780" imgH="266700" progId="">
                <p:embed/>
              </p:oleObj>
            </a:graphicData>
          </a:graphic>
        </p:graphicFrame>
      </p:grpSp>
      <p:grpSp>
        <p:nvGrpSpPr>
          <p:cNvPr id="5" name="Group 67"/>
          <p:cNvGrpSpPr/>
          <p:nvPr/>
        </p:nvGrpSpPr>
        <p:grpSpPr>
          <a:xfrm>
            <a:off x="2895600" y="2438400"/>
            <a:ext cx="4849813" cy="617538"/>
            <a:chOff x="1052" y="1963"/>
            <a:chExt cx="3055" cy="389"/>
          </a:xfrm>
        </p:grpSpPr>
        <p:sp>
          <p:nvSpPr>
            <p:cNvPr id="46161" name="Rectangle 68"/>
            <p:cNvSpPr/>
            <p:nvPr/>
          </p:nvSpPr>
          <p:spPr>
            <a:xfrm>
              <a:off x="3761" y="1994"/>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2" name="Rectangle 69"/>
            <p:cNvSpPr/>
            <p:nvPr/>
          </p:nvSpPr>
          <p:spPr>
            <a:xfrm>
              <a:off x="3489" y="1994"/>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3" name="Rectangle 70"/>
            <p:cNvSpPr/>
            <p:nvPr/>
          </p:nvSpPr>
          <p:spPr>
            <a:xfrm>
              <a:off x="2862" y="1994"/>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4" name="Rectangle 71"/>
            <p:cNvSpPr/>
            <p:nvPr/>
          </p:nvSpPr>
          <p:spPr>
            <a:xfrm>
              <a:off x="2579" y="1994"/>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5" name="Rectangle 72"/>
            <p:cNvSpPr/>
            <p:nvPr/>
          </p:nvSpPr>
          <p:spPr>
            <a:xfrm>
              <a:off x="1953" y="1994"/>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6" name="Rectangle 73"/>
            <p:cNvSpPr/>
            <p:nvPr/>
          </p:nvSpPr>
          <p:spPr>
            <a:xfrm>
              <a:off x="1701" y="1994"/>
              <a:ext cx="166"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Z</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7" name="Rectangle 74"/>
            <p:cNvSpPr/>
            <p:nvPr/>
          </p:nvSpPr>
          <p:spPr>
            <a:xfrm>
              <a:off x="1052" y="1994"/>
              <a:ext cx="181" cy="326"/>
            </a:xfrm>
            <a:prstGeom prst="rect">
              <a:avLst/>
            </a:prstGeom>
            <a:noFill/>
            <a:ln w="9525">
              <a:noFill/>
            </a:ln>
          </p:spPr>
          <p:txBody>
            <a:bodyPr wrap="none" lIns="0" tIns="0" rIns="0" bIns="0">
              <a:spAutoFit/>
            </a:bodyPr>
            <a:lstStyle/>
            <a:p>
              <a:pPr>
                <a:spcBef>
                  <a:spcPct val="0"/>
                </a:spcBef>
              </a:pPr>
              <a:r>
                <a:rPr lang="en-US" altLang="zh-CN" sz="3400" dirty="0">
                  <a:solidFill>
                    <a:srgbClr val="336600"/>
                  </a:solidFill>
                  <a:latin typeface="Times New Roman" panose="02020603050405020304" pitchFamily="18" charset="0"/>
                  <a:ea typeface="宋体" panose="02010600030101010101" pitchFamily="2" charset="-122"/>
                </a:rPr>
                <a:t>E</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8" name="Rectangle 75"/>
            <p:cNvSpPr/>
            <p:nvPr/>
          </p:nvSpPr>
          <p:spPr>
            <a:xfrm>
              <a:off x="1237" y="2160"/>
              <a:ext cx="80" cy="192"/>
            </a:xfrm>
            <a:prstGeom prst="rect">
              <a:avLst/>
            </a:prstGeom>
            <a:noFill/>
            <a:ln w="9525">
              <a:noFill/>
            </a:ln>
          </p:spPr>
          <p:txBody>
            <a:bodyPr wrap="none" lIns="0" tIns="0" rIns="0" bIns="0">
              <a:spAutoFit/>
            </a:bodyPr>
            <a:lstStyle/>
            <a:p>
              <a:pPr>
                <a:spcBef>
                  <a:spcPct val="0"/>
                </a:spcBef>
              </a:pPr>
              <a:r>
                <a:rPr lang="en-US" altLang="zh-CN" sz="2000" dirty="0">
                  <a:solidFill>
                    <a:srgbClr val="336600"/>
                  </a:solidFill>
                  <a:latin typeface="Times New Roman" panose="02020603050405020304" pitchFamily="18" charset="0"/>
                  <a:ea typeface="宋体" panose="02010600030101010101" pitchFamily="2" charset="-122"/>
                </a:rPr>
                <a:t>x</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69" name="Rectangle 76"/>
            <p:cNvSpPr/>
            <p:nvPr/>
          </p:nvSpPr>
          <p:spPr>
            <a:xfrm>
              <a:off x="3209" y="1994"/>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0" name="Rectangle 77"/>
            <p:cNvSpPr/>
            <p:nvPr/>
          </p:nvSpPr>
          <p:spPr>
            <a:xfrm>
              <a:off x="2300" y="1994"/>
              <a:ext cx="68"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Times New Roman" panose="02020603050405020304" pitchFamily="18" charset="0"/>
                  <a:ea typeface="宋体" panose="02010600030101010101" pitchFamily="2" charset="-122"/>
                </a:rPr>
                <a:t> </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1" name="Rectangle 78"/>
            <p:cNvSpPr/>
            <p:nvPr/>
          </p:nvSpPr>
          <p:spPr>
            <a:xfrm>
              <a:off x="3933"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2" name="Rectangle 79"/>
            <p:cNvSpPr/>
            <p:nvPr/>
          </p:nvSpPr>
          <p:spPr>
            <a:xfrm>
              <a:off x="3661"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3</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3" name="Rectangle 80"/>
            <p:cNvSpPr/>
            <p:nvPr/>
          </p:nvSpPr>
          <p:spPr>
            <a:xfrm>
              <a:off x="3039"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4" name="Rectangle 81"/>
            <p:cNvSpPr/>
            <p:nvPr/>
          </p:nvSpPr>
          <p:spPr>
            <a:xfrm>
              <a:off x="2757"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2</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5" name="Rectangle 82"/>
            <p:cNvSpPr/>
            <p:nvPr/>
          </p:nvSpPr>
          <p:spPr>
            <a:xfrm>
              <a:off x="2112"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6" name="Rectangle 83"/>
            <p:cNvSpPr/>
            <p:nvPr/>
          </p:nvSpPr>
          <p:spPr>
            <a:xfrm>
              <a:off x="1860" y="2160"/>
              <a:ext cx="80" cy="192"/>
            </a:xfrm>
            <a:prstGeom prst="rect">
              <a:avLst/>
            </a:prstGeom>
            <a:noFill/>
            <a:ln w="9525">
              <a:noFill/>
            </a:ln>
          </p:spPr>
          <p:txBody>
            <a:bodyPr wrap="none" lIns="0" tIns="0" rIns="0" bIns="0">
              <a:spAutoFit/>
            </a:bodyPr>
            <a:lstStyle/>
            <a:p>
              <a:pPr>
                <a:spcBef>
                  <a:spcPct val="0"/>
                </a:spcBef>
              </a:pPr>
              <a:r>
                <a:rPr lang="en-US" altLang="zh-CN" sz="2000" i="0" dirty="0">
                  <a:solidFill>
                    <a:srgbClr val="336600"/>
                  </a:solidFill>
                  <a:latin typeface="Times New Roman" panose="02020603050405020304" pitchFamily="18" charset="0"/>
                  <a:ea typeface="宋体" panose="02010600030101010101" pitchFamily="2" charset="-122"/>
                </a:rPr>
                <a:t>1</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7" name="Rectangle 84"/>
            <p:cNvSpPr/>
            <p:nvPr/>
          </p:nvSpPr>
          <p:spPr>
            <a:xfrm>
              <a:off x="3276" y="196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8" name="Rectangle 85"/>
            <p:cNvSpPr/>
            <p:nvPr/>
          </p:nvSpPr>
          <p:spPr>
            <a:xfrm>
              <a:off x="2367" y="196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sp>
          <p:nvSpPr>
            <p:cNvPr id="46179" name="Rectangle 86"/>
            <p:cNvSpPr/>
            <p:nvPr/>
          </p:nvSpPr>
          <p:spPr>
            <a:xfrm>
              <a:off x="1475" y="1963"/>
              <a:ext cx="149" cy="326"/>
            </a:xfrm>
            <a:prstGeom prst="rect">
              <a:avLst/>
            </a:prstGeom>
            <a:noFill/>
            <a:ln w="9525">
              <a:noFill/>
            </a:ln>
          </p:spPr>
          <p:txBody>
            <a:bodyPr wrap="none" lIns="0" tIns="0" rIns="0" bIns="0">
              <a:spAutoFit/>
            </a:bodyPr>
            <a:lstStyle/>
            <a:p>
              <a:pPr>
                <a:spcBef>
                  <a:spcPct val="0"/>
                </a:spcBef>
              </a:pPr>
              <a:r>
                <a:rPr lang="en-US" altLang="zh-CN" sz="3400" i="0" dirty="0">
                  <a:solidFill>
                    <a:srgbClr val="336600"/>
                  </a:solidFill>
                  <a:latin typeface="Symbol" panose="05050102010706020507" pitchFamily="18" charset="2"/>
                  <a:ea typeface="宋体" panose="02010600030101010101" pitchFamily="2" charset="-122"/>
                </a:rPr>
                <a:t>=</a:t>
              </a:r>
              <a:endParaRPr lang="en-US" altLang="zh-CN" sz="1800" i="0" dirty="0">
                <a:solidFill>
                  <a:srgbClr val="336600"/>
                </a:solidFill>
                <a:latin typeface="Arial" panose="020B0604020202020204" pitchFamily="34" charset="0"/>
                <a:ea typeface="宋体" panose="02010600030101010101" pitchFamily="2" charset="-122"/>
              </a:endParaRPr>
            </a:p>
          </p:txBody>
        </p:sp>
        <p:graphicFrame>
          <p:nvGraphicFramePr>
            <p:cNvPr id="46089" name="Object 87"/>
            <p:cNvGraphicFramePr>
              <a:graphicFrameLocks/>
            </p:cNvGraphicFramePr>
            <p:nvPr/>
          </p:nvGraphicFramePr>
          <p:xfrm>
            <a:off x="1232" y="1988"/>
            <a:ext cx="171" cy="168"/>
          </p:xfrm>
          <a:graphic>
            <a:graphicData uri="http://schemas.openxmlformats.org/presentationml/2006/ole">
              <p:oleObj spid="_x0000_s151563" r:id="rId12" imgW="271780" imgH="266700" progId="">
                <p:embed/>
              </p:oleObj>
            </a:graphicData>
          </a:graphic>
        </p:graphicFrame>
        <p:graphicFrame>
          <p:nvGraphicFramePr>
            <p:cNvPr id="46090" name="Object 88"/>
            <p:cNvGraphicFramePr>
              <a:graphicFrameLocks/>
            </p:cNvGraphicFramePr>
            <p:nvPr/>
          </p:nvGraphicFramePr>
          <p:xfrm>
            <a:off x="2128" y="1988"/>
            <a:ext cx="171" cy="168"/>
          </p:xfrm>
          <a:graphic>
            <a:graphicData uri="http://schemas.openxmlformats.org/presentationml/2006/ole">
              <p:oleObj spid="_x0000_s151562" r:id="rId13" imgW="271780" imgH="266700" progId="">
                <p:embed/>
              </p:oleObj>
            </a:graphicData>
          </a:graphic>
        </p:graphicFrame>
        <p:graphicFrame>
          <p:nvGraphicFramePr>
            <p:cNvPr id="46091" name="Object 89"/>
            <p:cNvGraphicFramePr>
              <a:graphicFrameLocks/>
            </p:cNvGraphicFramePr>
            <p:nvPr/>
          </p:nvGraphicFramePr>
          <p:xfrm>
            <a:off x="3032" y="1988"/>
            <a:ext cx="171" cy="168"/>
          </p:xfrm>
          <a:graphic>
            <a:graphicData uri="http://schemas.openxmlformats.org/presentationml/2006/ole">
              <p:oleObj spid="_x0000_s151561" r:id="rId14" imgW="271780" imgH="266700" progId="">
                <p:embed/>
              </p:oleObj>
            </a:graphicData>
          </a:graphic>
        </p:graphicFrame>
        <p:graphicFrame>
          <p:nvGraphicFramePr>
            <p:cNvPr id="46092" name="Object 90"/>
            <p:cNvGraphicFramePr>
              <a:graphicFrameLocks/>
            </p:cNvGraphicFramePr>
            <p:nvPr/>
          </p:nvGraphicFramePr>
          <p:xfrm>
            <a:off x="3936" y="1988"/>
            <a:ext cx="171" cy="168"/>
          </p:xfrm>
          <a:graphic>
            <a:graphicData uri="http://schemas.openxmlformats.org/presentationml/2006/ole">
              <p:oleObj spid="_x0000_s151560" r:id="rId15" imgW="271780" imgH="266700" progId="">
                <p:embed/>
              </p:oleObj>
            </a:graphicData>
          </a:graphic>
        </p:graphicFrame>
      </p:grpSp>
      <p:grpSp>
        <p:nvGrpSpPr>
          <p:cNvPr id="6" name="Group 91"/>
          <p:cNvGrpSpPr/>
          <p:nvPr/>
        </p:nvGrpSpPr>
        <p:grpSpPr>
          <a:xfrm>
            <a:off x="2971800" y="3124200"/>
            <a:ext cx="5111750" cy="1185863"/>
            <a:chOff x="1148" y="2587"/>
            <a:chExt cx="3220" cy="747"/>
          </a:xfrm>
        </p:grpSpPr>
        <p:grpSp>
          <p:nvGrpSpPr>
            <p:cNvPr id="46135" name="Group 92"/>
            <p:cNvGrpSpPr/>
            <p:nvPr/>
          </p:nvGrpSpPr>
          <p:grpSpPr>
            <a:xfrm>
              <a:off x="2768" y="2976"/>
              <a:ext cx="265" cy="358"/>
              <a:chOff x="767" y="1994"/>
              <a:chExt cx="265" cy="358"/>
            </a:xfrm>
          </p:grpSpPr>
          <p:sp>
            <p:nvSpPr>
              <p:cNvPr id="46159" name="Rectangle 93"/>
              <p:cNvSpPr/>
              <p:nvPr/>
            </p:nvSpPr>
            <p:spPr>
              <a:xfrm>
                <a:off x="767" y="1994"/>
                <a:ext cx="166"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Z</a:t>
                </a:r>
                <a:endParaRPr lang="en-US" altLang="zh-CN" sz="1800" i="0" dirty="0">
                  <a:latin typeface="Arial" panose="020B0604020202020204" pitchFamily="34" charset="0"/>
                  <a:ea typeface="宋体" panose="02010600030101010101" pitchFamily="2" charset="-122"/>
                </a:endParaRPr>
              </a:p>
            </p:txBody>
          </p:sp>
          <p:sp>
            <p:nvSpPr>
              <p:cNvPr id="46160" name="Rectangle 94"/>
              <p:cNvSpPr/>
              <p:nvPr/>
            </p:nvSpPr>
            <p:spPr>
              <a:xfrm>
                <a:off x="952" y="2160"/>
                <a:ext cx="80" cy="192"/>
              </a:xfrm>
              <a:prstGeom prst="rect">
                <a:avLst/>
              </a:prstGeom>
              <a:noFill/>
              <a:ln w="9525">
                <a:noFill/>
              </a:ln>
            </p:spPr>
            <p:txBody>
              <a:bodyPr wrap="none" lIns="0" tIns="0" rIns="0" bIns="0">
                <a:spAutoFit/>
              </a:bodyPr>
              <a:lstStyle/>
              <a:p>
                <a:pPr>
                  <a:spcBef>
                    <a:spcPct val="0"/>
                  </a:spcBef>
                </a:pPr>
                <a:r>
                  <a:rPr lang="en-US" altLang="zh-CN" sz="2000" dirty="0">
                    <a:latin typeface="Times New Roman" panose="02020603050405020304" pitchFamily="18" charset="0"/>
                    <a:ea typeface="宋体" panose="02010600030101010101" pitchFamily="2" charset="-122"/>
                  </a:rPr>
                  <a:t>x</a:t>
                </a:r>
                <a:endParaRPr lang="en-US" altLang="zh-CN" sz="1800" i="0" dirty="0">
                  <a:latin typeface="Arial" panose="020B0604020202020204" pitchFamily="34" charset="0"/>
                  <a:ea typeface="宋体" panose="02010600030101010101" pitchFamily="2" charset="-122"/>
                </a:endParaRPr>
              </a:p>
            </p:txBody>
          </p:sp>
        </p:grpSp>
        <p:grpSp>
          <p:nvGrpSpPr>
            <p:cNvPr id="46136" name="Group 95"/>
            <p:cNvGrpSpPr/>
            <p:nvPr/>
          </p:nvGrpSpPr>
          <p:grpSpPr>
            <a:xfrm>
              <a:off x="1148" y="2779"/>
              <a:ext cx="572" cy="389"/>
              <a:chOff x="1148" y="2539"/>
              <a:chExt cx="572" cy="389"/>
            </a:xfrm>
          </p:grpSpPr>
          <p:sp>
            <p:nvSpPr>
              <p:cNvPr id="46156" name="Rectangle 96"/>
              <p:cNvSpPr/>
              <p:nvPr/>
            </p:nvSpPr>
            <p:spPr>
              <a:xfrm>
                <a:off x="1148" y="2570"/>
                <a:ext cx="181"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E</a:t>
                </a:r>
                <a:endParaRPr lang="en-US" altLang="zh-CN" sz="1800" i="0" dirty="0">
                  <a:latin typeface="Arial" panose="020B0604020202020204" pitchFamily="34" charset="0"/>
                  <a:ea typeface="宋体" panose="02010600030101010101" pitchFamily="2" charset="-122"/>
                </a:endParaRPr>
              </a:p>
            </p:txBody>
          </p:sp>
          <p:sp>
            <p:nvSpPr>
              <p:cNvPr id="46157" name="Rectangle 97"/>
              <p:cNvSpPr/>
              <p:nvPr/>
            </p:nvSpPr>
            <p:spPr>
              <a:xfrm>
                <a:off x="1333" y="2736"/>
                <a:ext cx="80" cy="192"/>
              </a:xfrm>
              <a:prstGeom prst="rect">
                <a:avLst/>
              </a:prstGeom>
              <a:noFill/>
              <a:ln w="9525">
                <a:noFill/>
              </a:ln>
            </p:spPr>
            <p:txBody>
              <a:bodyPr wrap="none" lIns="0" tIns="0" rIns="0" bIns="0">
                <a:spAutoFit/>
              </a:bodyPr>
              <a:lstStyle/>
              <a:p>
                <a:pPr>
                  <a:spcBef>
                    <a:spcPct val="0"/>
                  </a:spcBef>
                </a:pPr>
                <a:r>
                  <a:rPr lang="en-US" altLang="zh-CN" sz="2000" dirty="0">
                    <a:latin typeface="Times New Roman" panose="02020603050405020304" pitchFamily="18" charset="0"/>
                    <a:ea typeface="宋体" panose="02010600030101010101" pitchFamily="2" charset="-122"/>
                  </a:rPr>
                  <a:t>x</a:t>
                </a:r>
                <a:endParaRPr lang="en-US" altLang="zh-CN" sz="1800" i="0" dirty="0">
                  <a:latin typeface="Arial" panose="020B0604020202020204" pitchFamily="34" charset="0"/>
                  <a:ea typeface="宋体" panose="02010600030101010101" pitchFamily="2" charset="-122"/>
                </a:endParaRPr>
              </a:p>
            </p:txBody>
          </p:sp>
          <p:sp>
            <p:nvSpPr>
              <p:cNvPr id="46158" name="Rectangle 98"/>
              <p:cNvSpPr/>
              <p:nvPr/>
            </p:nvSpPr>
            <p:spPr>
              <a:xfrm>
                <a:off x="1571" y="2539"/>
                <a:ext cx="149" cy="326"/>
              </a:xfrm>
              <a:prstGeom prst="rect">
                <a:avLst/>
              </a:prstGeom>
              <a:noFill/>
              <a:ln w="9525">
                <a:noFill/>
              </a:ln>
            </p:spPr>
            <p:txBody>
              <a:bodyPr wrap="none" lIns="0" tIns="0" rIns="0" bIns="0">
                <a:spAutoFit/>
              </a:bodyPr>
              <a:lstStyle/>
              <a:p>
                <a:pPr>
                  <a:spcBef>
                    <a:spcPct val="0"/>
                  </a:spcBef>
                </a:pPr>
                <a:r>
                  <a:rPr lang="en-US" altLang="zh-CN" sz="3400" i="0" dirty="0">
                    <a:latin typeface="Symbol" panose="05050102010706020507" pitchFamily="18" charset="2"/>
                    <a:ea typeface="宋体" panose="02010600030101010101" pitchFamily="2" charset="-122"/>
                  </a:rPr>
                  <a:t>=</a:t>
                </a:r>
                <a:endParaRPr lang="en-US" altLang="zh-CN" sz="1800" i="0" dirty="0">
                  <a:latin typeface="Arial" panose="020B0604020202020204" pitchFamily="34" charset="0"/>
                  <a:ea typeface="宋体" panose="02010600030101010101" pitchFamily="2" charset="-122"/>
                </a:endParaRPr>
              </a:p>
            </p:txBody>
          </p:sp>
          <p:graphicFrame>
            <p:nvGraphicFramePr>
              <p:cNvPr id="46088" name="Object 99"/>
              <p:cNvGraphicFramePr>
                <a:graphicFrameLocks/>
              </p:cNvGraphicFramePr>
              <p:nvPr/>
            </p:nvGraphicFramePr>
            <p:xfrm>
              <a:off x="1328" y="2564"/>
              <a:ext cx="171" cy="168"/>
            </p:xfrm>
            <a:graphic>
              <a:graphicData uri="http://schemas.openxmlformats.org/presentationml/2006/ole">
                <p:oleObj spid="_x0000_s151559" r:id="rId16" imgW="271780" imgH="266700" progId="">
                  <p:embed/>
                </p:oleObj>
              </a:graphicData>
            </a:graphic>
          </p:graphicFrame>
        </p:grpSp>
        <p:grpSp>
          <p:nvGrpSpPr>
            <p:cNvPr id="46137" name="Group 100"/>
            <p:cNvGrpSpPr/>
            <p:nvPr/>
          </p:nvGrpSpPr>
          <p:grpSpPr>
            <a:xfrm>
              <a:off x="1893" y="2587"/>
              <a:ext cx="2475" cy="389"/>
              <a:chOff x="1797" y="2539"/>
              <a:chExt cx="2475" cy="389"/>
            </a:xfrm>
          </p:grpSpPr>
          <p:sp>
            <p:nvSpPr>
              <p:cNvPr id="46139" name="Rectangle 101"/>
              <p:cNvSpPr/>
              <p:nvPr/>
            </p:nvSpPr>
            <p:spPr>
              <a:xfrm>
                <a:off x="3857" y="2570"/>
                <a:ext cx="181"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E</a:t>
                </a:r>
                <a:endParaRPr lang="en-US" altLang="zh-CN" sz="1800" i="0" dirty="0">
                  <a:latin typeface="Arial" panose="020B0604020202020204" pitchFamily="34" charset="0"/>
                  <a:ea typeface="宋体" panose="02010600030101010101" pitchFamily="2" charset="-122"/>
                </a:endParaRPr>
              </a:p>
            </p:txBody>
          </p:sp>
          <p:sp>
            <p:nvSpPr>
              <p:cNvPr id="46140" name="Rectangle 102"/>
              <p:cNvSpPr/>
              <p:nvPr/>
            </p:nvSpPr>
            <p:spPr>
              <a:xfrm>
                <a:off x="3585" y="2570"/>
                <a:ext cx="166"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Z</a:t>
                </a:r>
                <a:endParaRPr lang="en-US" altLang="zh-CN" sz="1800" i="0" dirty="0">
                  <a:latin typeface="Arial" panose="020B0604020202020204" pitchFamily="34" charset="0"/>
                  <a:ea typeface="宋体" panose="02010600030101010101" pitchFamily="2" charset="-122"/>
                </a:endParaRPr>
              </a:p>
            </p:txBody>
          </p:sp>
          <p:sp>
            <p:nvSpPr>
              <p:cNvPr id="46141" name="Rectangle 103"/>
              <p:cNvSpPr/>
              <p:nvPr/>
            </p:nvSpPr>
            <p:spPr>
              <a:xfrm>
                <a:off x="2958" y="2570"/>
                <a:ext cx="181"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E</a:t>
                </a:r>
                <a:endParaRPr lang="en-US" altLang="zh-CN" sz="1800" i="0" dirty="0">
                  <a:latin typeface="Arial" panose="020B0604020202020204" pitchFamily="34" charset="0"/>
                  <a:ea typeface="宋体" panose="02010600030101010101" pitchFamily="2" charset="-122"/>
                </a:endParaRPr>
              </a:p>
            </p:txBody>
          </p:sp>
          <p:sp>
            <p:nvSpPr>
              <p:cNvPr id="46142" name="Rectangle 104"/>
              <p:cNvSpPr/>
              <p:nvPr/>
            </p:nvSpPr>
            <p:spPr>
              <a:xfrm>
                <a:off x="2675" y="2570"/>
                <a:ext cx="166"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Z</a:t>
                </a:r>
                <a:endParaRPr lang="en-US" altLang="zh-CN" sz="1800" i="0" dirty="0">
                  <a:latin typeface="Arial" panose="020B0604020202020204" pitchFamily="34" charset="0"/>
                  <a:ea typeface="宋体" panose="02010600030101010101" pitchFamily="2" charset="-122"/>
                </a:endParaRPr>
              </a:p>
            </p:txBody>
          </p:sp>
          <p:sp>
            <p:nvSpPr>
              <p:cNvPr id="46143" name="Rectangle 105"/>
              <p:cNvSpPr/>
              <p:nvPr/>
            </p:nvSpPr>
            <p:spPr>
              <a:xfrm>
                <a:off x="2049" y="2570"/>
                <a:ext cx="181"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E</a:t>
                </a:r>
                <a:endParaRPr lang="en-US" altLang="zh-CN" sz="1800" i="0" dirty="0">
                  <a:latin typeface="Arial" panose="020B0604020202020204" pitchFamily="34" charset="0"/>
                  <a:ea typeface="宋体" panose="02010600030101010101" pitchFamily="2" charset="-122"/>
                </a:endParaRPr>
              </a:p>
            </p:txBody>
          </p:sp>
          <p:sp>
            <p:nvSpPr>
              <p:cNvPr id="46144" name="Rectangle 106"/>
              <p:cNvSpPr/>
              <p:nvPr/>
            </p:nvSpPr>
            <p:spPr>
              <a:xfrm>
                <a:off x="1797" y="2570"/>
                <a:ext cx="166" cy="326"/>
              </a:xfrm>
              <a:prstGeom prst="rect">
                <a:avLst/>
              </a:prstGeom>
              <a:noFill/>
              <a:ln w="9525">
                <a:noFill/>
              </a:ln>
            </p:spPr>
            <p:txBody>
              <a:bodyPr wrap="none" lIns="0" tIns="0" rIns="0" bIns="0">
                <a:spAutoFit/>
              </a:bodyPr>
              <a:lstStyle/>
              <a:p>
                <a:pPr>
                  <a:spcBef>
                    <a:spcPct val="0"/>
                  </a:spcBef>
                </a:pPr>
                <a:r>
                  <a:rPr lang="en-US" altLang="zh-CN" sz="3400" dirty="0">
                    <a:latin typeface="Times New Roman" panose="02020603050405020304" pitchFamily="18" charset="0"/>
                    <a:ea typeface="宋体" panose="02010600030101010101" pitchFamily="2" charset="-122"/>
                  </a:rPr>
                  <a:t>Z</a:t>
                </a:r>
                <a:endParaRPr lang="en-US" altLang="zh-CN" sz="1800" i="0" dirty="0">
                  <a:latin typeface="Arial" panose="020B0604020202020204" pitchFamily="34" charset="0"/>
                  <a:ea typeface="宋体" panose="02010600030101010101" pitchFamily="2" charset="-122"/>
                </a:endParaRPr>
              </a:p>
            </p:txBody>
          </p:sp>
          <p:sp>
            <p:nvSpPr>
              <p:cNvPr id="46145" name="Rectangle 107"/>
              <p:cNvSpPr/>
              <p:nvPr/>
            </p:nvSpPr>
            <p:spPr>
              <a:xfrm>
                <a:off x="4204" y="2570"/>
                <a:ext cx="68" cy="326"/>
              </a:xfrm>
              <a:prstGeom prst="rect">
                <a:avLst/>
              </a:prstGeom>
              <a:noFill/>
              <a:ln w="9525">
                <a:noFill/>
              </a:ln>
            </p:spPr>
            <p:txBody>
              <a:bodyPr wrap="none" lIns="0" tIns="0" rIns="0" bIns="0">
                <a:spAutoFit/>
              </a:bodyPr>
              <a:lstStyle/>
              <a:p>
                <a:pPr>
                  <a:spcBef>
                    <a:spcPct val="0"/>
                  </a:spcBef>
                </a:pPr>
                <a:r>
                  <a:rPr lang="en-US" altLang="zh-CN" sz="3400" i="0" dirty="0">
                    <a:latin typeface="Times New Roman" panose="02020603050405020304" pitchFamily="18" charset="0"/>
                    <a:ea typeface="宋体" panose="02010600030101010101" pitchFamily="2" charset="-122"/>
                  </a:rPr>
                  <a:t> </a:t>
                </a:r>
                <a:endParaRPr lang="en-US" altLang="zh-CN" sz="1800" i="0" dirty="0">
                  <a:latin typeface="Arial" panose="020B0604020202020204" pitchFamily="34" charset="0"/>
                  <a:ea typeface="宋体" panose="02010600030101010101" pitchFamily="2" charset="-122"/>
                </a:endParaRPr>
              </a:p>
            </p:txBody>
          </p:sp>
          <p:sp>
            <p:nvSpPr>
              <p:cNvPr id="46146" name="Rectangle 108"/>
              <p:cNvSpPr/>
              <p:nvPr/>
            </p:nvSpPr>
            <p:spPr>
              <a:xfrm>
                <a:off x="3305" y="2570"/>
                <a:ext cx="68" cy="326"/>
              </a:xfrm>
              <a:prstGeom prst="rect">
                <a:avLst/>
              </a:prstGeom>
              <a:noFill/>
              <a:ln w="9525">
                <a:noFill/>
              </a:ln>
            </p:spPr>
            <p:txBody>
              <a:bodyPr wrap="none" lIns="0" tIns="0" rIns="0" bIns="0">
                <a:spAutoFit/>
              </a:bodyPr>
              <a:lstStyle/>
              <a:p>
                <a:pPr>
                  <a:spcBef>
                    <a:spcPct val="0"/>
                  </a:spcBef>
                </a:pPr>
                <a:r>
                  <a:rPr lang="en-US" altLang="zh-CN" sz="3400" i="0" dirty="0">
                    <a:latin typeface="Times New Roman" panose="02020603050405020304" pitchFamily="18" charset="0"/>
                    <a:ea typeface="宋体" panose="02010600030101010101" pitchFamily="2" charset="-122"/>
                  </a:rPr>
                  <a:t> </a:t>
                </a:r>
                <a:endParaRPr lang="en-US" altLang="zh-CN" sz="1800" i="0" dirty="0">
                  <a:latin typeface="Arial" panose="020B0604020202020204" pitchFamily="34" charset="0"/>
                  <a:ea typeface="宋体" panose="02010600030101010101" pitchFamily="2" charset="-122"/>
                </a:endParaRPr>
              </a:p>
            </p:txBody>
          </p:sp>
          <p:sp>
            <p:nvSpPr>
              <p:cNvPr id="46147" name="Rectangle 109"/>
              <p:cNvSpPr/>
              <p:nvPr/>
            </p:nvSpPr>
            <p:spPr>
              <a:xfrm>
                <a:off x="2396" y="2570"/>
                <a:ext cx="68" cy="326"/>
              </a:xfrm>
              <a:prstGeom prst="rect">
                <a:avLst/>
              </a:prstGeom>
              <a:noFill/>
              <a:ln w="9525">
                <a:noFill/>
              </a:ln>
            </p:spPr>
            <p:txBody>
              <a:bodyPr wrap="none" lIns="0" tIns="0" rIns="0" bIns="0">
                <a:spAutoFit/>
              </a:bodyPr>
              <a:lstStyle/>
              <a:p>
                <a:pPr>
                  <a:spcBef>
                    <a:spcPct val="0"/>
                  </a:spcBef>
                </a:pPr>
                <a:r>
                  <a:rPr lang="en-US" altLang="zh-CN" sz="3400" i="0" dirty="0">
                    <a:latin typeface="Times New Roman" panose="02020603050405020304" pitchFamily="18" charset="0"/>
                    <a:ea typeface="宋体" panose="02010600030101010101" pitchFamily="2" charset="-122"/>
                  </a:rPr>
                  <a:t> </a:t>
                </a:r>
                <a:endParaRPr lang="en-US" altLang="zh-CN" sz="1800" i="0" dirty="0">
                  <a:latin typeface="Arial" panose="020B0604020202020204" pitchFamily="34" charset="0"/>
                  <a:ea typeface="宋体" panose="02010600030101010101" pitchFamily="2" charset="-122"/>
                </a:endParaRPr>
              </a:p>
            </p:txBody>
          </p:sp>
          <p:sp>
            <p:nvSpPr>
              <p:cNvPr id="46148" name="Rectangle 110"/>
              <p:cNvSpPr/>
              <p:nvPr/>
            </p:nvSpPr>
            <p:spPr>
              <a:xfrm>
                <a:off x="4029"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3</a:t>
                </a:r>
                <a:endParaRPr lang="en-US" altLang="zh-CN" sz="1800" i="0" dirty="0">
                  <a:latin typeface="Arial" panose="020B0604020202020204" pitchFamily="34" charset="0"/>
                  <a:ea typeface="宋体" panose="02010600030101010101" pitchFamily="2" charset="-122"/>
                </a:endParaRPr>
              </a:p>
            </p:txBody>
          </p:sp>
          <p:sp>
            <p:nvSpPr>
              <p:cNvPr id="46149" name="Rectangle 111"/>
              <p:cNvSpPr/>
              <p:nvPr/>
            </p:nvSpPr>
            <p:spPr>
              <a:xfrm>
                <a:off x="3757"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3</a:t>
                </a:r>
                <a:endParaRPr lang="en-US" altLang="zh-CN" sz="1800" i="0" dirty="0">
                  <a:latin typeface="Arial" panose="020B0604020202020204" pitchFamily="34" charset="0"/>
                  <a:ea typeface="宋体" panose="02010600030101010101" pitchFamily="2" charset="-122"/>
                </a:endParaRPr>
              </a:p>
            </p:txBody>
          </p:sp>
          <p:sp>
            <p:nvSpPr>
              <p:cNvPr id="46150" name="Rectangle 112"/>
              <p:cNvSpPr/>
              <p:nvPr/>
            </p:nvSpPr>
            <p:spPr>
              <a:xfrm>
                <a:off x="3135"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46151" name="Rectangle 113"/>
              <p:cNvSpPr/>
              <p:nvPr/>
            </p:nvSpPr>
            <p:spPr>
              <a:xfrm>
                <a:off x="2853"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2</a:t>
                </a:r>
                <a:endParaRPr lang="en-US" altLang="zh-CN" sz="1800" i="0" dirty="0">
                  <a:latin typeface="Arial" panose="020B0604020202020204" pitchFamily="34" charset="0"/>
                  <a:ea typeface="宋体" panose="02010600030101010101" pitchFamily="2" charset="-122"/>
                </a:endParaRPr>
              </a:p>
            </p:txBody>
          </p:sp>
          <p:sp>
            <p:nvSpPr>
              <p:cNvPr id="46152" name="Rectangle 114"/>
              <p:cNvSpPr/>
              <p:nvPr/>
            </p:nvSpPr>
            <p:spPr>
              <a:xfrm>
                <a:off x="2208"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46153" name="Rectangle 115"/>
              <p:cNvSpPr/>
              <p:nvPr/>
            </p:nvSpPr>
            <p:spPr>
              <a:xfrm>
                <a:off x="1956" y="2736"/>
                <a:ext cx="80" cy="192"/>
              </a:xfrm>
              <a:prstGeom prst="rect">
                <a:avLst/>
              </a:prstGeom>
              <a:noFill/>
              <a:ln w="9525">
                <a:noFill/>
              </a:ln>
            </p:spPr>
            <p:txBody>
              <a:bodyPr wrap="none" lIns="0" tIns="0" rIns="0" bIns="0">
                <a:spAutoFit/>
              </a:bodyPr>
              <a:lstStyle/>
              <a:p>
                <a:pPr>
                  <a:spcBef>
                    <a:spcPct val="0"/>
                  </a:spcBef>
                </a:pPr>
                <a:r>
                  <a:rPr lang="en-US" altLang="zh-CN" sz="2000" i="0" dirty="0">
                    <a:latin typeface="Times New Roman" panose="02020603050405020304" pitchFamily="18" charset="0"/>
                    <a:ea typeface="宋体" panose="02010600030101010101" pitchFamily="2" charset="-122"/>
                  </a:rPr>
                  <a:t>1</a:t>
                </a:r>
                <a:endParaRPr lang="en-US" altLang="zh-CN" sz="1800" i="0" dirty="0">
                  <a:latin typeface="Arial" panose="020B0604020202020204" pitchFamily="34" charset="0"/>
                  <a:ea typeface="宋体" panose="02010600030101010101" pitchFamily="2" charset="-122"/>
                </a:endParaRPr>
              </a:p>
            </p:txBody>
          </p:sp>
          <p:sp>
            <p:nvSpPr>
              <p:cNvPr id="46154" name="Rectangle 116"/>
              <p:cNvSpPr/>
              <p:nvPr/>
            </p:nvSpPr>
            <p:spPr>
              <a:xfrm>
                <a:off x="3372" y="2539"/>
                <a:ext cx="149" cy="326"/>
              </a:xfrm>
              <a:prstGeom prst="rect">
                <a:avLst/>
              </a:prstGeom>
              <a:noFill/>
              <a:ln w="9525">
                <a:noFill/>
              </a:ln>
            </p:spPr>
            <p:txBody>
              <a:bodyPr wrap="none" lIns="0" tIns="0" rIns="0" bIns="0">
                <a:spAutoFit/>
              </a:bodyPr>
              <a:lstStyle/>
              <a:p>
                <a:pPr>
                  <a:spcBef>
                    <a:spcPct val="0"/>
                  </a:spcBef>
                </a:pPr>
                <a:r>
                  <a:rPr lang="en-US" altLang="zh-CN" sz="3400" i="0" dirty="0">
                    <a:latin typeface="Symbol" panose="05050102010706020507" pitchFamily="18" charset="2"/>
                    <a:ea typeface="宋体" panose="02010600030101010101" pitchFamily="2" charset="-122"/>
                  </a:rPr>
                  <a:t>+</a:t>
                </a:r>
                <a:endParaRPr lang="en-US" altLang="zh-CN" sz="1800" i="0" dirty="0">
                  <a:latin typeface="Arial" panose="020B0604020202020204" pitchFamily="34" charset="0"/>
                  <a:ea typeface="宋体" panose="02010600030101010101" pitchFamily="2" charset="-122"/>
                </a:endParaRPr>
              </a:p>
            </p:txBody>
          </p:sp>
          <p:sp>
            <p:nvSpPr>
              <p:cNvPr id="46155" name="Rectangle 117"/>
              <p:cNvSpPr/>
              <p:nvPr/>
            </p:nvSpPr>
            <p:spPr>
              <a:xfrm>
                <a:off x="2463" y="2539"/>
                <a:ext cx="149" cy="326"/>
              </a:xfrm>
              <a:prstGeom prst="rect">
                <a:avLst/>
              </a:prstGeom>
              <a:noFill/>
              <a:ln w="9525">
                <a:noFill/>
              </a:ln>
            </p:spPr>
            <p:txBody>
              <a:bodyPr wrap="none" lIns="0" tIns="0" rIns="0" bIns="0">
                <a:spAutoFit/>
              </a:bodyPr>
              <a:lstStyle/>
              <a:p>
                <a:pPr>
                  <a:spcBef>
                    <a:spcPct val="0"/>
                  </a:spcBef>
                </a:pPr>
                <a:r>
                  <a:rPr lang="en-US" altLang="zh-CN" sz="3400" i="0" dirty="0">
                    <a:latin typeface="Symbol" panose="05050102010706020507" pitchFamily="18" charset="2"/>
                    <a:ea typeface="宋体" panose="02010600030101010101" pitchFamily="2" charset="-122"/>
                  </a:rPr>
                  <a:t>+</a:t>
                </a:r>
                <a:endParaRPr lang="en-US" altLang="zh-CN" sz="1800" i="0" dirty="0">
                  <a:latin typeface="Arial" panose="020B0604020202020204" pitchFamily="34" charset="0"/>
                  <a:ea typeface="宋体" panose="02010600030101010101" pitchFamily="2" charset="-122"/>
                </a:endParaRPr>
              </a:p>
            </p:txBody>
          </p:sp>
          <p:graphicFrame>
            <p:nvGraphicFramePr>
              <p:cNvPr id="46085" name="Object 118"/>
              <p:cNvGraphicFramePr>
                <a:graphicFrameLocks/>
              </p:cNvGraphicFramePr>
              <p:nvPr/>
            </p:nvGraphicFramePr>
            <p:xfrm>
              <a:off x="2224" y="2564"/>
              <a:ext cx="171" cy="168"/>
            </p:xfrm>
            <a:graphic>
              <a:graphicData uri="http://schemas.openxmlformats.org/presentationml/2006/ole">
                <p:oleObj spid="_x0000_s151558" r:id="rId17" imgW="271780" imgH="266700" progId="">
                  <p:embed/>
                </p:oleObj>
              </a:graphicData>
            </a:graphic>
          </p:graphicFrame>
          <p:graphicFrame>
            <p:nvGraphicFramePr>
              <p:cNvPr id="46086" name="Object 119"/>
              <p:cNvGraphicFramePr>
                <a:graphicFrameLocks/>
              </p:cNvGraphicFramePr>
              <p:nvPr/>
            </p:nvGraphicFramePr>
            <p:xfrm>
              <a:off x="3128" y="2564"/>
              <a:ext cx="171" cy="168"/>
            </p:xfrm>
            <a:graphic>
              <a:graphicData uri="http://schemas.openxmlformats.org/presentationml/2006/ole">
                <p:oleObj spid="_x0000_s151557" r:id="rId18" imgW="271780" imgH="266700" progId="">
                  <p:embed/>
                </p:oleObj>
              </a:graphicData>
            </a:graphic>
          </p:graphicFrame>
          <p:graphicFrame>
            <p:nvGraphicFramePr>
              <p:cNvPr id="46087" name="Object 120"/>
              <p:cNvGraphicFramePr>
                <a:graphicFrameLocks/>
              </p:cNvGraphicFramePr>
              <p:nvPr/>
            </p:nvGraphicFramePr>
            <p:xfrm>
              <a:off x="4032" y="2564"/>
              <a:ext cx="171" cy="168"/>
            </p:xfrm>
            <a:graphic>
              <a:graphicData uri="http://schemas.openxmlformats.org/presentationml/2006/ole">
                <p:oleObj spid="_x0000_s151556" r:id="rId19" imgW="271780" imgH="266700" progId="">
                  <p:embed/>
                </p:oleObj>
              </a:graphicData>
            </a:graphic>
          </p:graphicFrame>
        </p:grpSp>
        <p:sp>
          <p:nvSpPr>
            <p:cNvPr id="46138" name="Line 121"/>
            <p:cNvSpPr/>
            <p:nvPr/>
          </p:nvSpPr>
          <p:spPr>
            <a:xfrm>
              <a:off x="1776" y="2976"/>
              <a:ext cx="2592" cy="0"/>
            </a:xfrm>
            <a:prstGeom prst="line">
              <a:avLst/>
            </a:prstGeom>
            <a:ln w="9525" cap="flat" cmpd="sng">
              <a:solidFill>
                <a:schemeClr val="tx1"/>
              </a:solidFill>
              <a:prstDash val="solid"/>
              <a:headEnd type="none" w="sm" len="sm"/>
              <a:tailEnd type="none" w="sm" len="sm"/>
            </a:ln>
          </p:spPr>
        </p:sp>
      </p:grpSp>
      <p:sp>
        <p:nvSpPr>
          <p:cNvPr id="46106" name="Text Box 123"/>
          <p:cNvSpPr txBox="1"/>
          <p:nvPr/>
        </p:nvSpPr>
        <p:spPr>
          <a:xfrm>
            <a:off x="152400" y="4114800"/>
            <a:ext cx="6172200" cy="488950"/>
          </a:xfrm>
          <a:prstGeom prst="rect">
            <a:avLst/>
          </a:prstGeom>
          <a:noFill/>
          <a:ln w="12700">
            <a:noFill/>
          </a:ln>
        </p:spPr>
        <p:txBody>
          <a:bodyPr>
            <a:spAutoFit/>
          </a:bodyPr>
          <a:lstStyle/>
          <a:p>
            <a:r>
              <a:rPr lang="zh-CN" altLang="en-US" sz="2600" i="0" dirty="0">
                <a:solidFill>
                  <a:srgbClr val="0000CC"/>
                </a:solidFill>
                <a:latin typeface="楷体_GB2312" pitchFamily="49" charset="-122"/>
              </a:rPr>
              <a:t>已知</a:t>
            </a:r>
            <a:r>
              <a:rPr lang="en-US" altLang="zh-CN" sz="2600" i="0" dirty="0">
                <a:solidFill>
                  <a:srgbClr val="0000CC"/>
                </a:solidFill>
                <a:latin typeface="楷体_GB2312" pitchFamily="49" charset="-122"/>
              </a:rPr>
              <a:t>Br</a:t>
            </a:r>
            <a:r>
              <a:rPr lang="zh-CN" altLang="en-US" sz="2600" i="0" dirty="0">
                <a:solidFill>
                  <a:srgbClr val="0000CC"/>
                </a:solidFill>
                <a:latin typeface="楷体_GB2312" pitchFamily="49" charset="-122"/>
              </a:rPr>
              <a:t>的元素电势图如下</a:t>
            </a:r>
          </a:p>
        </p:txBody>
      </p:sp>
      <p:grpSp>
        <p:nvGrpSpPr>
          <p:cNvPr id="46107" name="Group 124"/>
          <p:cNvGrpSpPr/>
          <p:nvPr/>
        </p:nvGrpSpPr>
        <p:grpSpPr>
          <a:xfrm>
            <a:off x="1371600" y="4343400"/>
            <a:ext cx="7489825" cy="2300288"/>
            <a:chOff x="614" y="370"/>
            <a:chExt cx="4718" cy="1877"/>
          </a:xfrm>
        </p:grpSpPr>
        <p:sp>
          <p:nvSpPr>
            <p:cNvPr id="46110" name="Line 125"/>
            <p:cNvSpPr/>
            <p:nvPr/>
          </p:nvSpPr>
          <p:spPr>
            <a:xfrm>
              <a:off x="1192" y="1166"/>
              <a:ext cx="845" cy="1"/>
            </a:xfrm>
            <a:prstGeom prst="line">
              <a:avLst/>
            </a:prstGeom>
            <a:ln w="15875" cap="flat" cmpd="sng">
              <a:solidFill>
                <a:srgbClr val="000000"/>
              </a:solidFill>
              <a:prstDash val="solid"/>
              <a:headEnd type="none" w="med" len="med"/>
              <a:tailEnd type="none" w="med" len="med"/>
            </a:ln>
          </p:spPr>
        </p:sp>
        <p:sp>
          <p:nvSpPr>
            <p:cNvPr id="46111" name="Line 126"/>
            <p:cNvSpPr/>
            <p:nvPr/>
          </p:nvSpPr>
          <p:spPr>
            <a:xfrm>
              <a:off x="2657" y="1166"/>
              <a:ext cx="968" cy="1"/>
            </a:xfrm>
            <a:prstGeom prst="line">
              <a:avLst/>
            </a:prstGeom>
            <a:ln w="15875" cap="flat" cmpd="sng">
              <a:solidFill>
                <a:srgbClr val="000000"/>
              </a:solidFill>
              <a:prstDash val="solid"/>
              <a:headEnd type="none" w="med" len="med"/>
              <a:tailEnd type="none" w="med" len="med"/>
            </a:ln>
          </p:spPr>
        </p:sp>
        <p:sp>
          <p:nvSpPr>
            <p:cNvPr id="46112" name="Line 127"/>
            <p:cNvSpPr/>
            <p:nvPr/>
          </p:nvSpPr>
          <p:spPr>
            <a:xfrm>
              <a:off x="4036" y="1166"/>
              <a:ext cx="906" cy="1"/>
            </a:xfrm>
            <a:prstGeom prst="line">
              <a:avLst/>
            </a:prstGeom>
            <a:ln w="15875" cap="flat" cmpd="sng">
              <a:solidFill>
                <a:srgbClr val="000000"/>
              </a:solidFill>
              <a:prstDash val="solid"/>
              <a:headEnd type="none" w="med" len="med"/>
              <a:tailEnd type="none" w="med" len="med"/>
            </a:ln>
          </p:spPr>
        </p:sp>
        <p:sp>
          <p:nvSpPr>
            <p:cNvPr id="46113" name="Rectangle 128"/>
            <p:cNvSpPr/>
            <p:nvPr/>
          </p:nvSpPr>
          <p:spPr>
            <a:xfrm>
              <a:off x="5249" y="958"/>
              <a:ext cx="83" cy="236"/>
            </a:xfrm>
            <a:prstGeom prst="rect">
              <a:avLst/>
            </a:prstGeom>
            <a:noFill/>
            <a:ln w="9525">
              <a:noFill/>
            </a:ln>
          </p:spPr>
          <p:txBody>
            <a:bodyPr wrap="none" lIns="0" tIns="0" rIns="0" bIns="0">
              <a:spAutoFit/>
            </a:bodyPr>
            <a:lstStyle/>
            <a:p>
              <a:pPr>
                <a:spcBef>
                  <a:spcPct val="0"/>
                </a:spcBef>
              </a:pPr>
              <a:r>
                <a:rPr lang="en-US" altLang="zh-CN" i="0" baseline="30000" dirty="0">
                  <a:solidFill>
                    <a:srgbClr val="000000"/>
                  </a:solidFill>
                  <a:latin typeface="Symbol" panose="05050102010706020507" pitchFamily="18" charset="2"/>
                  <a:ea typeface="宋体" panose="02010600030101010101" pitchFamily="2" charset="-122"/>
                </a:rPr>
                <a:t>-</a:t>
              </a:r>
              <a:endParaRPr lang="en-US" altLang="zh-CN" i="0" baseline="30000" dirty="0">
                <a:solidFill>
                  <a:schemeClr val="tx1"/>
                </a:solidFill>
                <a:latin typeface="Arial" panose="020B0604020202020204" pitchFamily="34" charset="0"/>
                <a:ea typeface="宋体" panose="02010600030101010101" pitchFamily="2" charset="-122"/>
              </a:endParaRPr>
            </a:p>
          </p:txBody>
        </p:sp>
        <p:sp>
          <p:nvSpPr>
            <p:cNvPr id="46114" name="Rectangle 129"/>
            <p:cNvSpPr/>
            <p:nvPr/>
          </p:nvSpPr>
          <p:spPr>
            <a:xfrm>
              <a:off x="2514" y="958"/>
              <a:ext cx="123"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15" name="Rectangle 130"/>
            <p:cNvSpPr/>
            <p:nvPr/>
          </p:nvSpPr>
          <p:spPr>
            <a:xfrm>
              <a:off x="1049" y="958"/>
              <a:ext cx="123"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Symbol" panose="05050102010706020507" pitchFamily="18" charset="2"/>
                  <a:ea typeface="宋体" panose="02010600030101010101" pitchFamily="2" charset="-122"/>
                </a:rPr>
                <a:t>-</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16" name="Rectangle 131"/>
            <p:cNvSpPr/>
            <p:nvPr/>
          </p:nvSpPr>
          <p:spPr>
            <a:xfrm>
              <a:off x="4985" y="997"/>
              <a:ext cx="248"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Br</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17" name="Rectangle 132"/>
            <p:cNvSpPr/>
            <p:nvPr/>
          </p:nvSpPr>
          <p:spPr>
            <a:xfrm>
              <a:off x="4140" y="830"/>
              <a:ext cx="616"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1.0774</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18" name="Rectangle 133"/>
            <p:cNvSpPr/>
            <p:nvPr/>
          </p:nvSpPr>
          <p:spPr>
            <a:xfrm>
              <a:off x="3668" y="997"/>
              <a:ext cx="248"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Br</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19" name="Rectangle 134"/>
            <p:cNvSpPr/>
            <p:nvPr/>
          </p:nvSpPr>
          <p:spPr>
            <a:xfrm>
              <a:off x="2803" y="830"/>
              <a:ext cx="616"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0.4556</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20" name="Rectangle 135"/>
            <p:cNvSpPr/>
            <p:nvPr/>
          </p:nvSpPr>
          <p:spPr>
            <a:xfrm>
              <a:off x="2079" y="997"/>
              <a:ext cx="422"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BrO</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21" name="Rectangle 136"/>
            <p:cNvSpPr/>
            <p:nvPr/>
          </p:nvSpPr>
          <p:spPr>
            <a:xfrm>
              <a:off x="1831" y="1203"/>
              <a:ext cx="168"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   </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22" name="Rectangle 137"/>
            <p:cNvSpPr/>
            <p:nvPr/>
          </p:nvSpPr>
          <p:spPr>
            <a:xfrm>
              <a:off x="614" y="997"/>
              <a:ext cx="422" cy="348"/>
            </a:xfrm>
            <a:prstGeom prst="rect">
              <a:avLst/>
            </a:prstGeom>
            <a:noFill/>
            <a:ln w="9525">
              <a:noFill/>
            </a:ln>
          </p:spPr>
          <p:txBody>
            <a:bodyPr wrap="none" lIns="0" tIns="0" rIns="0" bIns="0">
              <a:spAutoFit/>
            </a:bodyPr>
            <a:lstStyle/>
            <a:p>
              <a:pPr>
                <a:spcBef>
                  <a:spcPct val="0"/>
                </a:spcBef>
              </a:pPr>
              <a:r>
                <a:rPr lang="en-US" altLang="zh-CN" i="0" dirty="0">
                  <a:solidFill>
                    <a:srgbClr val="000000"/>
                  </a:solidFill>
                  <a:latin typeface="Times New Roman" panose="02020603050405020304" pitchFamily="18" charset="0"/>
                  <a:ea typeface="宋体" panose="02010600030101010101" pitchFamily="2" charset="-122"/>
                </a:rPr>
                <a:t>BrO</a:t>
              </a:r>
              <a:endParaRPr lang="en-US" altLang="zh-CN" i="0" dirty="0">
                <a:solidFill>
                  <a:schemeClr val="tx1"/>
                </a:solidFill>
                <a:latin typeface="Arial" panose="020B0604020202020204" pitchFamily="34" charset="0"/>
                <a:ea typeface="宋体" panose="02010600030101010101" pitchFamily="2" charset="-122"/>
              </a:endParaRPr>
            </a:p>
          </p:txBody>
        </p:sp>
        <p:sp>
          <p:nvSpPr>
            <p:cNvPr id="46123" name="Rectangle 138"/>
            <p:cNvSpPr/>
            <p:nvPr/>
          </p:nvSpPr>
          <p:spPr>
            <a:xfrm>
              <a:off x="3901" y="1160"/>
              <a:ext cx="76" cy="236"/>
            </a:xfrm>
            <a:prstGeom prst="rect">
              <a:avLst/>
            </a:prstGeom>
            <a:noFill/>
            <a:ln w="9525">
              <a:noFill/>
            </a:ln>
          </p:spPr>
          <p:txBody>
            <a:bodyPr wrap="none" lIns="0" tIns="0" rIns="0" bIns="0">
              <a:spAutoFit/>
            </a:bodyPr>
            <a:lstStyle/>
            <a:p>
              <a:pPr>
                <a:spcBef>
                  <a:spcPct val="0"/>
                </a:spcBef>
              </a:pPr>
              <a:r>
                <a:rPr lang="en-US" altLang="zh-CN" i="0" baseline="-25000" dirty="0">
                  <a:solidFill>
                    <a:srgbClr val="000000"/>
                  </a:solidFill>
                  <a:latin typeface="Times New Roman" panose="02020603050405020304" pitchFamily="18" charset="0"/>
                  <a:ea typeface="宋体" panose="02010600030101010101" pitchFamily="2" charset="-122"/>
                </a:rPr>
                <a:t>2</a:t>
              </a:r>
              <a:endParaRPr lang="en-US" altLang="zh-CN" i="0" baseline="-25000" dirty="0">
                <a:solidFill>
                  <a:schemeClr val="tx1"/>
                </a:solidFill>
                <a:latin typeface="Arial" panose="020B0604020202020204" pitchFamily="34" charset="0"/>
                <a:ea typeface="宋体" panose="02010600030101010101" pitchFamily="2" charset="-122"/>
              </a:endParaRPr>
            </a:p>
          </p:txBody>
        </p:sp>
        <p:sp>
          <p:nvSpPr>
            <p:cNvPr id="46124" name="Rectangle 139"/>
            <p:cNvSpPr/>
            <p:nvPr/>
          </p:nvSpPr>
          <p:spPr>
            <a:xfrm>
              <a:off x="1044" y="1160"/>
              <a:ext cx="76" cy="236"/>
            </a:xfrm>
            <a:prstGeom prst="rect">
              <a:avLst/>
            </a:prstGeom>
            <a:noFill/>
            <a:ln w="9525">
              <a:noFill/>
            </a:ln>
          </p:spPr>
          <p:txBody>
            <a:bodyPr wrap="none" lIns="0" tIns="0" rIns="0" bIns="0">
              <a:spAutoFit/>
            </a:bodyPr>
            <a:lstStyle/>
            <a:p>
              <a:pPr>
                <a:spcBef>
                  <a:spcPct val="0"/>
                </a:spcBef>
              </a:pPr>
              <a:r>
                <a:rPr lang="en-US" altLang="zh-CN" i="0" baseline="-25000" dirty="0">
                  <a:solidFill>
                    <a:srgbClr val="000000"/>
                  </a:solidFill>
                  <a:latin typeface="Times New Roman" panose="02020603050405020304" pitchFamily="18" charset="0"/>
                  <a:ea typeface="宋体" panose="02010600030101010101" pitchFamily="2" charset="-122"/>
                </a:rPr>
                <a:t>3</a:t>
              </a:r>
              <a:endParaRPr lang="en-US" altLang="zh-CN" i="0" baseline="-25000" dirty="0">
                <a:solidFill>
                  <a:schemeClr val="tx1"/>
                </a:solidFill>
                <a:latin typeface="Arial" panose="020B0604020202020204" pitchFamily="34" charset="0"/>
                <a:ea typeface="宋体" panose="02010600030101010101" pitchFamily="2" charset="-122"/>
              </a:endParaRPr>
            </a:p>
          </p:txBody>
        </p:sp>
        <p:sp>
          <p:nvSpPr>
            <p:cNvPr id="46125" name="Line 140"/>
            <p:cNvSpPr/>
            <p:nvPr/>
          </p:nvSpPr>
          <p:spPr>
            <a:xfrm>
              <a:off x="768" y="1344"/>
              <a:ext cx="0" cy="864"/>
            </a:xfrm>
            <a:prstGeom prst="line">
              <a:avLst/>
            </a:prstGeom>
            <a:ln w="12700" cap="sq" cmpd="sng">
              <a:solidFill>
                <a:schemeClr val="tx1"/>
              </a:solidFill>
              <a:prstDash val="solid"/>
              <a:headEnd type="none" w="sm" len="sm"/>
              <a:tailEnd type="none" w="sm" len="sm"/>
            </a:ln>
          </p:spPr>
        </p:sp>
        <p:sp>
          <p:nvSpPr>
            <p:cNvPr id="46126" name="Line 141"/>
            <p:cNvSpPr/>
            <p:nvPr/>
          </p:nvSpPr>
          <p:spPr>
            <a:xfrm>
              <a:off x="768" y="2208"/>
              <a:ext cx="4424" cy="0"/>
            </a:xfrm>
            <a:prstGeom prst="line">
              <a:avLst/>
            </a:prstGeom>
            <a:ln w="12700" cap="sq" cmpd="sng">
              <a:solidFill>
                <a:schemeClr val="tx1"/>
              </a:solidFill>
              <a:prstDash val="solid"/>
              <a:headEnd type="none" w="sm" len="sm"/>
              <a:tailEnd type="none" w="sm" len="sm"/>
            </a:ln>
          </p:spPr>
        </p:sp>
        <p:sp>
          <p:nvSpPr>
            <p:cNvPr id="46127" name="Line 142"/>
            <p:cNvSpPr/>
            <p:nvPr/>
          </p:nvSpPr>
          <p:spPr>
            <a:xfrm>
              <a:off x="5184" y="1344"/>
              <a:ext cx="0" cy="864"/>
            </a:xfrm>
            <a:prstGeom prst="line">
              <a:avLst/>
            </a:prstGeom>
            <a:ln w="12700" cap="sq" cmpd="sng">
              <a:solidFill>
                <a:schemeClr val="tx1"/>
              </a:solidFill>
              <a:prstDash val="solid"/>
              <a:headEnd type="none" w="sm" len="sm"/>
              <a:tailEnd type="none" w="sm" len="sm"/>
            </a:ln>
          </p:spPr>
        </p:sp>
        <p:sp>
          <p:nvSpPr>
            <p:cNvPr id="46128" name="Line 143"/>
            <p:cNvSpPr/>
            <p:nvPr/>
          </p:nvSpPr>
          <p:spPr>
            <a:xfrm>
              <a:off x="816" y="1344"/>
              <a:ext cx="0" cy="480"/>
            </a:xfrm>
            <a:prstGeom prst="line">
              <a:avLst/>
            </a:prstGeom>
            <a:ln w="12700" cap="sq" cmpd="sng">
              <a:solidFill>
                <a:schemeClr val="tx1"/>
              </a:solidFill>
              <a:prstDash val="solid"/>
              <a:headEnd type="none" w="sm" len="sm"/>
              <a:tailEnd type="none" w="sm" len="sm"/>
            </a:ln>
          </p:spPr>
        </p:sp>
        <p:sp>
          <p:nvSpPr>
            <p:cNvPr id="46129" name="Line 144"/>
            <p:cNvSpPr/>
            <p:nvPr/>
          </p:nvSpPr>
          <p:spPr>
            <a:xfrm>
              <a:off x="816" y="1824"/>
              <a:ext cx="3024" cy="0"/>
            </a:xfrm>
            <a:prstGeom prst="line">
              <a:avLst/>
            </a:prstGeom>
            <a:ln w="12700" cap="sq" cmpd="sng">
              <a:solidFill>
                <a:schemeClr val="tx1"/>
              </a:solidFill>
              <a:prstDash val="solid"/>
              <a:headEnd type="none" w="sm" len="sm"/>
              <a:tailEnd type="none" w="sm" len="sm"/>
            </a:ln>
          </p:spPr>
        </p:sp>
        <p:sp>
          <p:nvSpPr>
            <p:cNvPr id="46130" name="Line 145"/>
            <p:cNvSpPr/>
            <p:nvPr/>
          </p:nvSpPr>
          <p:spPr>
            <a:xfrm flipV="1">
              <a:off x="2256" y="672"/>
              <a:ext cx="0" cy="336"/>
            </a:xfrm>
            <a:prstGeom prst="line">
              <a:avLst/>
            </a:prstGeom>
            <a:ln w="12700" cap="sq" cmpd="sng">
              <a:solidFill>
                <a:schemeClr val="tx1"/>
              </a:solidFill>
              <a:prstDash val="solid"/>
              <a:headEnd type="none" w="sm" len="sm"/>
              <a:tailEnd type="none" w="sm" len="sm"/>
            </a:ln>
          </p:spPr>
        </p:sp>
        <p:sp>
          <p:nvSpPr>
            <p:cNvPr id="46131" name="Line 146"/>
            <p:cNvSpPr/>
            <p:nvPr/>
          </p:nvSpPr>
          <p:spPr>
            <a:xfrm>
              <a:off x="2256" y="672"/>
              <a:ext cx="2928" cy="0"/>
            </a:xfrm>
            <a:prstGeom prst="line">
              <a:avLst/>
            </a:prstGeom>
            <a:ln w="12700" cap="sq" cmpd="sng">
              <a:solidFill>
                <a:schemeClr val="tx1"/>
              </a:solidFill>
              <a:prstDash val="solid"/>
              <a:headEnd type="none" w="sm" len="sm"/>
              <a:tailEnd type="none" w="sm" len="sm"/>
            </a:ln>
          </p:spPr>
        </p:sp>
        <p:sp>
          <p:nvSpPr>
            <p:cNvPr id="46132" name="Line 147"/>
            <p:cNvSpPr/>
            <p:nvPr/>
          </p:nvSpPr>
          <p:spPr>
            <a:xfrm flipV="1">
              <a:off x="5184" y="672"/>
              <a:ext cx="0" cy="336"/>
            </a:xfrm>
            <a:prstGeom prst="line">
              <a:avLst/>
            </a:prstGeom>
            <a:ln w="12700" cap="sq" cmpd="sng">
              <a:solidFill>
                <a:schemeClr val="tx1"/>
              </a:solidFill>
              <a:prstDash val="solid"/>
              <a:headEnd type="none" w="sm" len="sm"/>
              <a:tailEnd type="none" w="sm" len="sm"/>
            </a:ln>
          </p:spPr>
        </p:sp>
        <p:sp>
          <p:nvSpPr>
            <p:cNvPr id="46133" name="Line 148"/>
            <p:cNvSpPr/>
            <p:nvPr/>
          </p:nvSpPr>
          <p:spPr>
            <a:xfrm>
              <a:off x="3840" y="1344"/>
              <a:ext cx="0" cy="480"/>
            </a:xfrm>
            <a:prstGeom prst="line">
              <a:avLst/>
            </a:prstGeom>
            <a:ln w="12700" cap="sq" cmpd="sng">
              <a:solidFill>
                <a:schemeClr val="tx1"/>
              </a:solidFill>
              <a:prstDash val="solid"/>
              <a:headEnd type="none" w="sm" len="sm"/>
              <a:tailEnd type="none" w="sm" len="sm"/>
            </a:ln>
          </p:spPr>
        </p:sp>
        <p:sp>
          <p:nvSpPr>
            <p:cNvPr id="46134" name="Text Box 149"/>
            <p:cNvSpPr txBox="1"/>
            <p:nvPr/>
          </p:nvSpPr>
          <p:spPr>
            <a:xfrm>
              <a:off x="2736" y="1823"/>
              <a:ext cx="1056" cy="424"/>
            </a:xfrm>
            <a:prstGeom prst="rect">
              <a:avLst/>
            </a:prstGeom>
            <a:noFill/>
            <a:ln w="12700">
              <a:noFill/>
            </a:ln>
          </p:spPr>
          <p:txBody>
            <a:bodyPr>
              <a:spAutoFit/>
            </a:bodyPr>
            <a:lstStyle/>
            <a:p>
              <a:r>
                <a:rPr lang="en-US" altLang="zh-CN" i="0" dirty="0">
                  <a:solidFill>
                    <a:schemeClr val="tx1"/>
                  </a:solidFill>
                  <a:latin typeface="Times New Roman" panose="02020603050405020304" pitchFamily="18" charset="0"/>
                  <a:ea typeface="宋体" panose="02010600030101010101" pitchFamily="2" charset="-122"/>
                </a:rPr>
                <a:t>0.6126</a:t>
              </a:r>
            </a:p>
          </p:txBody>
        </p:sp>
        <p:graphicFrame>
          <p:nvGraphicFramePr>
            <p:cNvPr id="46082" name="Object 150"/>
            <p:cNvGraphicFramePr>
              <a:graphicFrameLocks/>
            </p:cNvGraphicFramePr>
            <p:nvPr/>
          </p:nvGraphicFramePr>
          <p:xfrm>
            <a:off x="3552" y="370"/>
            <a:ext cx="355" cy="302"/>
          </p:xfrm>
          <a:graphic>
            <a:graphicData uri="http://schemas.openxmlformats.org/presentationml/2006/ole">
              <p:oleObj spid="_x0000_s151555" r:id="rId20" imgW="563880" imgH="480060" progId="">
                <p:embed/>
              </p:oleObj>
            </a:graphicData>
          </a:graphic>
        </p:graphicFrame>
        <p:graphicFrame>
          <p:nvGraphicFramePr>
            <p:cNvPr id="46083" name="Object 151"/>
            <p:cNvGraphicFramePr>
              <a:graphicFrameLocks/>
            </p:cNvGraphicFramePr>
            <p:nvPr/>
          </p:nvGraphicFramePr>
          <p:xfrm>
            <a:off x="2112" y="1488"/>
            <a:ext cx="355" cy="304"/>
          </p:xfrm>
          <a:graphic>
            <a:graphicData uri="http://schemas.openxmlformats.org/presentationml/2006/ole">
              <p:oleObj spid="_x0000_s151554" r:id="rId21" imgW="563880" imgH="482600" progId="">
                <p:embed/>
              </p:oleObj>
            </a:graphicData>
          </a:graphic>
        </p:graphicFrame>
        <p:graphicFrame>
          <p:nvGraphicFramePr>
            <p:cNvPr id="46084" name="Object 152"/>
            <p:cNvGraphicFramePr>
              <a:graphicFrameLocks/>
            </p:cNvGraphicFramePr>
            <p:nvPr/>
          </p:nvGraphicFramePr>
          <p:xfrm>
            <a:off x="1536" y="848"/>
            <a:ext cx="354" cy="302"/>
          </p:xfrm>
          <a:graphic>
            <a:graphicData uri="http://schemas.openxmlformats.org/presentationml/2006/ole">
              <p:oleObj spid="_x0000_s151553" r:id="rId22" imgW="561340" imgH="480060" progId="">
                <p:embed/>
              </p:oleObj>
            </a:graphicData>
          </a:graphic>
        </p:graphicFrame>
      </p:grpSp>
      <p:sp>
        <p:nvSpPr>
          <p:cNvPr id="46108" name="Rectangle 153"/>
          <p:cNvSpPr/>
          <p:nvPr/>
        </p:nvSpPr>
        <p:spPr>
          <a:xfrm>
            <a:off x="228600" y="4572000"/>
            <a:ext cx="949325" cy="549275"/>
          </a:xfrm>
          <a:prstGeom prst="rect">
            <a:avLst/>
          </a:prstGeom>
          <a:gradFill rotWithShape="1">
            <a:gsLst>
              <a:gs pos="0">
                <a:srgbClr val="000076"/>
              </a:gs>
              <a:gs pos="50000">
                <a:srgbClr val="0000FF"/>
              </a:gs>
              <a:gs pos="100000">
                <a:srgbClr val="000076"/>
              </a:gs>
            </a:gsLst>
            <a:lin ang="5400000" scaled="1"/>
            <a:tileRect/>
          </a:gradFill>
          <a:ln w="9525">
            <a:noFill/>
          </a:ln>
        </p:spPr>
        <p:txBody>
          <a:bodyPr wrap="none">
            <a:spAutoFit/>
          </a:bodyPr>
          <a:lstStyle/>
          <a:p>
            <a:pPr>
              <a:spcBef>
                <a:spcPct val="0"/>
              </a:spcBef>
            </a:pPr>
            <a:r>
              <a:rPr lang="zh-CN" altLang="en-US" sz="3000" i="0" dirty="0">
                <a:solidFill>
                  <a:srgbClr val="FF0000"/>
                </a:solidFill>
                <a:latin typeface="Arial" panose="020B0604020202020204" pitchFamily="34" charset="0"/>
                <a:ea typeface="宋体" panose="02010600030101010101" pitchFamily="2" charset="-122"/>
              </a:rPr>
              <a:t>例题</a:t>
            </a:r>
          </a:p>
        </p:txBody>
      </p:sp>
      <p:sp>
        <p:nvSpPr>
          <p:cNvPr id="151706" name="Rectangle 154"/>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checkerboard(across)">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checkerboard(across)">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5"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checkerboard(across)">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0530" name="Rectangle 2"/>
          <p:cNvSpPr/>
          <p:nvPr/>
        </p:nvSpPr>
        <p:spPr>
          <a:xfrm>
            <a:off x="2743200" y="914400"/>
            <a:ext cx="3984625" cy="396875"/>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楷体_GB2312" pitchFamily="49" charset="-122"/>
              </a:rPr>
              <a:t>(2)</a:t>
            </a:r>
            <a:r>
              <a:rPr lang="zh-CN" altLang="en-US" sz="2600" i="0" dirty="0">
                <a:solidFill>
                  <a:srgbClr val="0000CC"/>
                </a:solidFill>
                <a:latin typeface="楷体_GB2312" pitchFamily="49" charset="-122"/>
              </a:rPr>
              <a:t>判断哪些物种可以歧化</a:t>
            </a:r>
            <a:r>
              <a:rPr lang="en-US" altLang="zh-CN" sz="2600" i="0" dirty="0">
                <a:solidFill>
                  <a:srgbClr val="0000CC"/>
                </a:solidFill>
                <a:latin typeface="楷体_GB2312" pitchFamily="49" charset="-122"/>
              </a:rPr>
              <a:t>?</a:t>
            </a:r>
          </a:p>
        </p:txBody>
      </p:sp>
      <p:grpSp>
        <p:nvGrpSpPr>
          <p:cNvPr id="2" name="Group 3"/>
          <p:cNvGrpSpPr/>
          <p:nvPr/>
        </p:nvGrpSpPr>
        <p:grpSpPr>
          <a:xfrm>
            <a:off x="2743200" y="381000"/>
            <a:ext cx="3544888" cy="454025"/>
            <a:chOff x="1192" y="2520"/>
            <a:chExt cx="2233" cy="399"/>
          </a:xfrm>
        </p:grpSpPr>
        <p:sp>
          <p:nvSpPr>
            <p:cNvPr id="47151" name="Rectangle 4"/>
            <p:cNvSpPr/>
            <p:nvPr/>
          </p:nvSpPr>
          <p:spPr>
            <a:xfrm>
              <a:off x="3230" y="2538"/>
              <a:ext cx="104" cy="34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rPr>
                <a:t>  </a:t>
              </a:r>
            </a:p>
          </p:txBody>
        </p:sp>
        <p:sp>
          <p:nvSpPr>
            <p:cNvPr id="47152" name="Rectangle 5"/>
            <p:cNvSpPr/>
            <p:nvPr/>
          </p:nvSpPr>
          <p:spPr>
            <a:xfrm>
              <a:off x="2086" y="2538"/>
              <a:ext cx="52" cy="34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rPr>
                <a:t> </a:t>
              </a:r>
            </a:p>
          </p:txBody>
        </p:sp>
        <p:sp>
          <p:nvSpPr>
            <p:cNvPr id="47153" name="Rectangle 6"/>
            <p:cNvSpPr/>
            <p:nvPr/>
          </p:nvSpPr>
          <p:spPr>
            <a:xfrm>
              <a:off x="1475" y="2538"/>
              <a:ext cx="52" cy="34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rPr>
                <a:t> </a:t>
              </a:r>
            </a:p>
          </p:txBody>
        </p:sp>
        <p:sp>
          <p:nvSpPr>
            <p:cNvPr id="47154" name="Rectangle 7"/>
            <p:cNvSpPr/>
            <p:nvPr/>
          </p:nvSpPr>
          <p:spPr>
            <a:xfrm>
              <a:off x="1192" y="2538"/>
              <a:ext cx="242" cy="349"/>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rPr>
                <a:t>(1)</a:t>
              </a:r>
            </a:p>
          </p:txBody>
        </p:sp>
        <p:sp>
          <p:nvSpPr>
            <p:cNvPr id="47155" name="Rectangle 8"/>
            <p:cNvSpPr/>
            <p:nvPr/>
          </p:nvSpPr>
          <p:spPr>
            <a:xfrm>
              <a:off x="3083" y="2692"/>
              <a:ext cx="68" cy="227"/>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rPr>
                <a:t>3</a:t>
              </a:r>
            </a:p>
          </p:txBody>
        </p:sp>
        <p:sp>
          <p:nvSpPr>
            <p:cNvPr id="47156" name="Rectangle 9"/>
            <p:cNvSpPr/>
            <p:nvPr/>
          </p:nvSpPr>
          <p:spPr>
            <a:xfrm>
              <a:off x="2539" y="2692"/>
              <a:ext cx="68" cy="227"/>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rPr>
                <a:t>2</a:t>
              </a:r>
            </a:p>
          </p:txBody>
        </p:sp>
        <p:sp>
          <p:nvSpPr>
            <p:cNvPr id="47157" name="Rectangle 10"/>
            <p:cNvSpPr/>
            <p:nvPr/>
          </p:nvSpPr>
          <p:spPr>
            <a:xfrm>
              <a:off x="1951" y="2691"/>
              <a:ext cx="68" cy="228"/>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0000CC"/>
                  </a:solidFill>
                  <a:latin typeface="Times New Roman" panose="02020603050405020304" pitchFamily="18" charset="0"/>
                </a:rPr>
                <a:t>1</a:t>
              </a:r>
            </a:p>
          </p:txBody>
        </p:sp>
        <p:sp>
          <p:nvSpPr>
            <p:cNvPr id="47158" name="Rectangle 11"/>
            <p:cNvSpPr/>
            <p:nvPr/>
          </p:nvSpPr>
          <p:spPr>
            <a:xfrm>
              <a:off x="3321" y="2547"/>
              <a:ext cx="104" cy="348"/>
            </a:xfrm>
            <a:prstGeom prst="rect">
              <a:avLst/>
            </a:prstGeom>
            <a:noFill/>
            <a:ln w="9525">
              <a:noFill/>
            </a:ln>
          </p:spPr>
          <p:txBody>
            <a:bodyPr wrap="none" lIns="0" tIns="0" rIns="0" bIns="0">
              <a:spAutoFit/>
            </a:bodyPr>
            <a:lstStyle/>
            <a:p>
              <a:pPr>
                <a:spcBef>
                  <a:spcPct val="0"/>
                </a:spcBef>
              </a:pPr>
              <a:r>
                <a:rPr lang="en-US" altLang="zh-CN" sz="2600" i="0" dirty="0">
                  <a:solidFill>
                    <a:srgbClr val="0000CC"/>
                  </a:solidFill>
                  <a:latin typeface="Times New Roman" panose="02020603050405020304" pitchFamily="18" charset="0"/>
                </a:rPr>
                <a:t>?</a:t>
              </a:r>
            </a:p>
          </p:txBody>
        </p:sp>
        <p:sp>
          <p:nvSpPr>
            <p:cNvPr id="47159" name="Rectangle 12"/>
            <p:cNvSpPr/>
            <p:nvPr/>
          </p:nvSpPr>
          <p:spPr>
            <a:xfrm>
              <a:off x="2670" y="2546"/>
              <a:ext cx="209" cy="349"/>
            </a:xfrm>
            <a:prstGeom prst="rect">
              <a:avLst/>
            </a:prstGeom>
            <a:noFill/>
            <a:ln w="9525">
              <a:noFill/>
            </a:ln>
          </p:spPr>
          <p:txBody>
            <a:bodyPr wrap="none" lIns="0" tIns="0" rIns="0" bIns="0">
              <a:spAutoFit/>
            </a:bodyPr>
            <a:lstStyle/>
            <a:p>
              <a:pPr>
                <a:spcBef>
                  <a:spcPct val="0"/>
                </a:spcBef>
              </a:pPr>
              <a:r>
                <a:rPr lang="zh-CN" altLang="en-US" sz="2600" i="0" dirty="0">
                  <a:solidFill>
                    <a:srgbClr val="0000CC"/>
                  </a:solidFill>
                  <a:latin typeface="Times New Roman" panose="02020603050405020304" pitchFamily="18" charset="0"/>
                </a:rPr>
                <a:t>和</a:t>
              </a:r>
            </a:p>
          </p:txBody>
        </p:sp>
        <p:sp>
          <p:nvSpPr>
            <p:cNvPr id="47160" name="Rectangle 13"/>
            <p:cNvSpPr/>
            <p:nvPr/>
          </p:nvSpPr>
          <p:spPr>
            <a:xfrm>
              <a:off x="2122" y="2546"/>
              <a:ext cx="209" cy="349"/>
            </a:xfrm>
            <a:prstGeom prst="rect">
              <a:avLst/>
            </a:prstGeom>
            <a:noFill/>
            <a:ln w="9525">
              <a:noFill/>
            </a:ln>
          </p:spPr>
          <p:txBody>
            <a:bodyPr wrap="none" lIns="0" tIns="0" rIns="0" bIns="0">
              <a:spAutoFit/>
            </a:bodyPr>
            <a:lstStyle/>
            <a:p>
              <a:pPr>
                <a:spcBef>
                  <a:spcPct val="0"/>
                </a:spcBef>
              </a:pPr>
              <a:r>
                <a:rPr lang="zh-CN" altLang="en-US" sz="2600" i="0" dirty="0">
                  <a:solidFill>
                    <a:srgbClr val="0000CC"/>
                  </a:solidFill>
                  <a:latin typeface="Times New Roman" panose="02020603050405020304" pitchFamily="18" charset="0"/>
                </a:rPr>
                <a:t>、</a:t>
              </a:r>
            </a:p>
          </p:txBody>
        </p:sp>
        <p:sp>
          <p:nvSpPr>
            <p:cNvPr id="47161" name="Rectangle 14"/>
            <p:cNvSpPr/>
            <p:nvPr/>
          </p:nvSpPr>
          <p:spPr>
            <a:xfrm>
              <a:off x="1526" y="2547"/>
              <a:ext cx="209" cy="348"/>
            </a:xfrm>
            <a:prstGeom prst="rect">
              <a:avLst/>
            </a:prstGeom>
            <a:noFill/>
            <a:ln w="9525">
              <a:noFill/>
            </a:ln>
          </p:spPr>
          <p:txBody>
            <a:bodyPr wrap="none" lIns="0" tIns="0" rIns="0" bIns="0">
              <a:spAutoFit/>
            </a:bodyPr>
            <a:lstStyle/>
            <a:p>
              <a:pPr>
                <a:spcBef>
                  <a:spcPct val="0"/>
                </a:spcBef>
              </a:pPr>
              <a:r>
                <a:rPr lang="zh-CN" altLang="en-US" sz="2600" i="0" dirty="0">
                  <a:solidFill>
                    <a:srgbClr val="0000CC"/>
                  </a:solidFill>
                  <a:latin typeface="Times New Roman" panose="02020603050405020304" pitchFamily="18" charset="0"/>
                </a:rPr>
                <a:t>求</a:t>
              </a:r>
            </a:p>
          </p:txBody>
        </p:sp>
        <p:sp>
          <p:nvSpPr>
            <p:cNvPr id="47162" name="Rectangle 15"/>
            <p:cNvSpPr/>
            <p:nvPr/>
          </p:nvSpPr>
          <p:spPr>
            <a:xfrm>
              <a:off x="2922" y="2538"/>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rPr>
                <a:t>E</a:t>
              </a:r>
              <a:endParaRPr lang="en-US" altLang="zh-CN" sz="2600" i="0" dirty="0">
                <a:solidFill>
                  <a:srgbClr val="0000CC"/>
                </a:solidFill>
                <a:latin typeface="Times New Roman" panose="02020603050405020304" pitchFamily="18" charset="0"/>
              </a:endParaRPr>
            </a:p>
          </p:txBody>
        </p:sp>
        <p:sp>
          <p:nvSpPr>
            <p:cNvPr id="47163" name="Rectangle 16"/>
            <p:cNvSpPr/>
            <p:nvPr/>
          </p:nvSpPr>
          <p:spPr>
            <a:xfrm>
              <a:off x="2374" y="2538"/>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rPr>
                <a:t>E</a:t>
              </a:r>
              <a:endParaRPr lang="en-US" altLang="zh-CN" sz="2600" i="0" dirty="0">
                <a:solidFill>
                  <a:srgbClr val="0000CC"/>
                </a:solidFill>
                <a:latin typeface="Times New Roman" panose="02020603050405020304" pitchFamily="18" charset="0"/>
              </a:endParaRPr>
            </a:p>
          </p:txBody>
        </p:sp>
        <p:sp>
          <p:nvSpPr>
            <p:cNvPr id="47164" name="Rectangle 17"/>
            <p:cNvSpPr/>
            <p:nvPr/>
          </p:nvSpPr>
          <p:spPr>
            <a:xfrm>
              <a:off x="1778" y="2538"/>
              <a:ext cx="139" cy="349"/>
            </a:xfrm>
            <a:prstGeom prst="rect">
              <a:avLst/>
            </a:prstGeom>
            <a:noFill/>
            <a:ln w="9525">
              <a:noFill/>
            </a:ln>
          </p:spPr>
          <p:txBody>
            <a:bodyPr wrap="none" lIns="0" tIns="0" rIns="0" bIns="0">
              <a:spAutoFit/>
            </a:bodyPr>
            <a:lstStyle/>
            <a:p>
              <a:pPr>
                <a:spcBef>
                  <a:spcPct val="0"/>
                </a:spcBef>
              </a:pPr>
              <a:r>
                <a:rPr lang="en-US" altLang="zh-CN" sz="2600" dirty="0">
                  <a:solidFill>
                    <a:srgbClr val="0000CC"/>
                  </a:solidFill>
                  <a:latin typeface="Times New Roman" panose="02020603050405020304" pitchFamily="18" charset="0"/>
                </a:rPr>
                <a:t>E</a:t>
              </a:r>
              <a:endParaRPr lang="en-US" altLang="zh-CN" sz="2600" i="0" dirty="0">
                <a:solidFill>
                  <a:srgbClr val="0000CC"/>
                </a:solidFill>
                <a:latin typeface="Times New Roman" panose="02020603050405020304" pitchFamily="18" charset="0"/>
              </a:endParaRPr>
            </a:p>
          </p:txBody>
        </p:sp>
        <p:graphicFrame>
          <p:nvGraphicFramePr>
            <p:cNvPr id="47113" name="Object 18"/>
            <p:cNvGraphicFramePr>
              <a:graphicFrameLocks/>
            </p:cNvGraphicFramePr>
            <p:nvPr/>
          </p:nvGraphicFramePr>
          <p:xfrm>
            <a:off x="1936" y="2520"/>
            <a:ext cx="171" cy="168"/>
          </p:xfrm>
          <a:graphic>
            <a:graphicData uri="http://schemas.openxmlformats.org/presentationml/2006/ole">
              <p:oleObj spid="_x0000_s153610" r:id="rId4" imgW="20669250" imgH="13163550" progId="">
                <p:embed/>
              </p:oleObj>
            </a:graphicData>
          </a:graphic>
        </p:graphicFrame>
        <p:graphicFrame>
          <p:nvGraphicFramePr>
            <p:cNvPr id="47114" name="Object 19"/>
            <p:cNvGraphicFramePr>
              <a:graphicFrameLocks/>
            </p:cNvGraphicFramePr>
            <p:nvPr/>
          </p:nvGraphicFramePr>
          <p:xfrm>
            <a:off x="2528" y="2520"/>
            <a:ext cx="171" cy="168"/>
          </p:xfrm>
          <a:graphic>
            <a:graphicData uri="http://schemas.openxmlformats.org/presentationml/2006/ole">
              <p:oleObj spid="_x0000_s153609" r:id="rId5" imgW="271780" imgH="266700" progId="">
                <p:embed/>
              </p:oleObj>
            </a:graphicData>
          </a:graphic>
        </p:graphicFrame>
        <p:graphicFrame>
          <p:nvGraphicFramePr>
            <p:cNvPr id="47115" name="Object 20"/>
            <p:cNvGraphicFramePr>
              <a:graphicFrameLocks/>
            </p:cNvGraphicFramePr>
            <p:nvPr/>
          </p:nvGraphicFramePr>
          <p:xfrm>
            <a:off x="3072" y="2528"/>
            <a:ext cx="171" cy="168"/>
          </p:xfrm>
          <a:graphic>
            <a:graphicData uri="http://schemas.openxmlformats.org/presentationml/2006/ole">
              <p:oleObj spid="_x0000_s153608" r:id="rId6" imgW="271780" imgH="266700" progId="">
                <p:embed/>
              </p:oleObj>
            </a:graphicData>
          </a:graphic>
        </p:graphicFrame>
      </p:grpSp>
      <p:grpSp>
        <p:nvGrpSpPr>
          <p:cNvPr id="3" name="Group 21"/>
          <p:cNvGrpSpPr/>
          <p:nvPr/>
        </p:nvGrpSpPr>
        <p:grpSpPr>
          <a:xfrm>
            <a:off x="2286000" y="1295400"/>
            <a:ext cx="6629400" cy="952500"/>
            <a:chOff x="576" y="3253"/>
            <a:chExt cx="4896" cy="767"/>
          </a:xfrm>
        </p:grpSpPr>
        <p:sp>
          <p:nvSpPr>
            <p:cNvPr id="47150" name="Rectangle 22"/>
            <p:cNvSpPr/>
            <p:nvPr/>
          </p:nvSpPr>
          <p:spPr>
            <a:xfrm>
              <a:off x="576" y="3253"/>
              <a:ext cx="4896" cy="767"/>
            </a:xfrm>
            <a:prstGeom prst="rect">
              <a:avLst/>
            </a:prstGeom>
            <a:noFill/>
            <a:ln w="9525">
              <a:noFill/>
            </a:ln>
          </p:spPr>
          <p:txBody>
            <a:bodyPr lIns="0" tIns="0" rIns="0" bIns="0">
              <a:spAutoFit/>
            </a:bodyPr>
            <a:lstStyle/>
            <a:p>
              <a:pPr>
                <a:lnSpc>
                  <a:spcPct val="120000"/>
                </a:lnSpc>
                <a:spcBef>
                  <a:spcPct val="0"/>
                </a:spcBef>
              </a:pPr>
              <a:r>
                <a:rPr lang="en-US" altLang="zh-CN" sz="2600" i="0" dirty="0">
                  <a:solidFill>
                    <a:srgbClr val="0000CC"/>
                  </a:solidFill>
                  <a:latin typeface="楷体_GB2312" pitchFamily="49" charset="-122"/>
                </a:rPr>
                <a:t>   </a:t>
              </a:r>
              <a:r>
                <a:rPr lang="en-US" altLang="zh-CN" sz="2600" i="0" dirty="0">
                  <a:solidFill>
                    <a:srgbClr val="0000CC"/>
                  </a:solidFill>
                  <a:latin typeface="Times New Roman" panose="02020603050405020304" pitchFamily="18" charset="0"/>
                </a:rPr>
                <a:t>(3) Br</a:t>
              </a:r>
              <a:r>
                <a:rPr lang="en-US" altLang="zh-CN" sz="2600" i="0" baseline="-25000" dirty="0">
                  <a:solidFill>
                    <a:srgbClr val="0000CC"/>
                  </a:solidFill>
                  <a:latin typeface="Times New Roman" panose="02020603050405020304" pitchFamily="18" charset="0"/>
                </a:rPr>
                <a:t>2</a:t>
              </a:r>
              <a:r>
                <a:rPr lang="en-US" altLang="zh-CN" sz="2600" i="0" dirty="0">
                  <a:solidFill>
                    <a:srgbClr val="0000CC"/>
                  </a:solidFill>
                  <a:latin typeface="Times New Roman" panose="02020603050405020304" pitchFamily="18" charset="0"/>
                </a:rPr>
                <a:t>(l)</a:t>
              </a:r>
              <a:r>
                <a:rPr lang="zh-CN" altLang="en-US" sz="2600" i="0" dirty="0">
                  <a:solidFill>
                    <a:srgbClr val="0000CC"/>
                  </a:solidFill>
                  <a:latin typeface="Times New Roman" panose="02020603050405020304" pitchFamily="18" charset="0"/>
                </a:rPr>
                <a:t>和</a:t>
              </a:r>
              <a:r>
                <a:rPr lang="en-US" altLang="zh-CN" sz="2600" i="0" dirty="0">
                  <a:solidFill>
                    <a:srgbClr val="0000CC"/>
                  </a:solidFill>
                  <a:latin typeface="Times New Roman" panose="02020603050405020304" pitchFamily="18" charset="0"/>
                </a:rPr>
                <a:t>NaOH(aq)</a:t>
              </a:r>
              <a:r>
                <a:rPr lang="zh-CN" altLang="en-US" sz="2600" i="0" dirty="0">
                  <a:solidFill>
                    <a:srgbClr val="0000CC"/>
                  </a:solidFill>
                  <a:latin typeface="Times New Roman" panose="02020603050405020304" pitchFamily="18" charset="0"/>
                </a:rPr>
                <a:t>混合最稳定的产物是什么？写出反应方程式并求其</a:t>
              </a:r>
              <a:r>
                <a:rPr lang="zh-CN" altLang="en-US" sz="2600" i="0" dirty="0">
                  <a:solidFill>
                    <a:srgbClr val="0000CC"/>
                  </a:solidFill>
                  <a:latin typeface="楷体_GB2312" pitchFamily="49" charset="-122"/>
                </a:rPr>
                <a:t>   。</a:t>
              </a:r>
            </a:p>
          </p:txBody>
        </p:sp>
        <p:graphicFrame>
          <p:nvGraphicFramePr>
            <p:cNvPr id="47112" name="Object 23"/>
            <p:cNvGraphicFramePr>
              <a:graphicFrameLocks/>
            </p:cNvGraphicFramePr>
            <p:nvPr/>
          </p:nvGraphicFramePr>
          <p:xfrm>
            <a:off x="3792" y="3672"/>
            <a:ext cx="376" cy="256"/>
          </p:xfrm>
          <a:graphic>
            <a:graphicData uri="http://schemas.openxmlformats.org/presentationml/2006/ole">
              <p:oleObj spid="_x0000_s153607" r:id="rId7" imgW="596900" imgH="406400" progId="">
                <p:embed/>
              </p:oleObj>
            </a:graphicData>
          </a:graphic>
        </p:graphicFrame>
      </p:grpSp>
      <p:grpSp>
        <p:nvGrpSpPr>
          <p:cNvPr id="4" name="Group 25"/>
          <p:cNvGrpSpPr/>
          <p:nvPr/>
        </p:nvGrpSpPr>
        <p:grpSpPr>
          <a:xfrm>
            <a:off x="1905000" y="2363788"/>
            <a:ext cx="6975475" cy="836612"/>
            <a:chOff x="406" y="2208"/>
            <a:chExt cx="5306" cy="666"/>
          </a:xfrm>
        </p:grpSpPr>
        <p:graphicFrame>
          <p:nvGraphicFramePr>
            <p:cNvPr id="47110" name="Object 26"/>
            <p:cNvGraphicFramePr>
              <a:graphicFrameLocks/>
            </p:cNvGraphicFramePr>
            <p:nvPr/>
          </p:nvGraphicFramePr>
          <p:xfrm>
            <a:off x="406" y="2208"/>
            <a:ext cx="5306" cy="666"/>
          </p:xfrm>
          <a:graphic>
            <a:graphicData uri="http://schemas.openxmlformats.org/presentationml/2006/ole">
              <p:oleObj spid="_x0000_s153606" r:id="rId8" imgW="3327400" imgH="393700" progId="Equation.3">
                <p:embed/>
              </p:oleObj>
            </a:graphicData>
          </a:graphic>
        </p:graphicFrame>
        <p:graphicFrame>
          <p:nvGraphicFramePr>
            <p:cNvPr id="47111" name="Object 27"/>
            <p:cNvGraphicFramePr>
              <a:graphicFrameLocks/>
            </p:cNvGraphicFramePr>
            <p:nvPr/>
          </p:nvGraphicFramePr>
          <p:xfrm>
            <a:off x="600" y="2352"/>
            <a:ext cx="171" cy="168"/>
          </p:xfrm>
          <a:graphic>
            <a:graphicData uri="http://schemas.openxmlformats.org/presentationml/2006/ole">
              <p:oleObj spid="_x0000_s153605" r:id="rId9" imgW="20669250" imgH="13163550" progId="">
                <p:embed/>
              </p:oleObj>
            </a:graphicData>
          </a:graphic>
        </p:graphicFrame>
      </p:grpSp>
      <p:grpSp>
        <p:nvGrpSpPr>
          <p:cNvPr id="5" name="Group 28"/>
          <p:cNvGrpSpPr/>
          <p:nvPr/>
        </p:nvGrpSpPr>
        <p:grpSpPr>
          <a:xfrm>
            <a:off x="2133600" y="3200400"/>
            <a:ext cx="5791200" cy="762000"/>
            <a:chOff x="624" y="2880"/>
            <a:chExt cx="4416" cy="675"/>
          </a:xfrm>
        </p:grpSpPr>
        <p:graphicFrame>
          <p:nvGraphicFramePr>
            <p:cNvPr id="47108" name="Object 29"/>
            <p:cNvGraphicFramePr>
              <a:graphicFrameLocks/>
            </p:cNvGraphicFramePr>
            <p:nvPr/>
          </p:nvGraphicFramePr>
          <p:xfrm>
            <a:off x="624" y="2880"/>
            <a:ext cx="4416" cy="675"/>
          </p:xfrm>
          <a:graphic>
            <a:graphicData uri="http://schemas.openxmlformats.org/presentationml/2006/ole">
              <p:oleObj spid="_x0000_s153604" r:id="rId10" imgW="2578100" imgH="393700" progId="Equation.3">
                <p:embed/>
              </p:oleObj>
            </a:graphicData>
          </a:graphic>
        </p:graphicFrame>
        <p:graphicFrame>
          <p:nvGraphicFramePr>
            <p:cNvPr id="47109" name="Object 30"/>
            <p:cNvGraphicFramePr>
              <a:graphicFrameLocks/>
            </p:cNvGraphicFramePr>
            <p:nvPr/>
          </p:nvGraphicFramePr>
          <p:xfrm>
            <a:off x="848" y="3024"/>
            <a:ext cx="171" cy="168"/>
          </p:xfrm>
          <a:graphic>
            <a:graphicData uri="http://schemas.openxmlformats.org/presentationml/2006/ole">
              <p:oleObj spid="_x0000_s153603" r:id="rId11" imgW="271780" imgH="266700" progId="">
                <p:embed/>
              </p:oleObj>
            </a:graphicData>
          </a:graphic>
        </p:graphicFrame>
      </p:grpSp>
      <p:grpSp>
        <p:nvGrpSpPr>
          <p:cNvPr id="6" name="Group 31"/>
          <p:cNvGrpSpPr/>
          <p:nvPr/>
        </p:nvGrpSpPr>
        <p:grpSpPr>
          <a:xfrm>
            <a:off x="2362200" y="4038600"/>
            <a:ext cx="5638800" cy="838200"/>
            <a:chOff x="624" y="3593"/>
            <a:chExt cx="4512" cy="679"/>
          </a:xfrm>
        </p:grpSpPr>
        <p:graphicFrame>
          <p:nvGraphicFramePr>
            <p:cNvPr id="47106" name="Object 32"/>
            <p:cNvGraphicFramePr>
              <a:graphicFrameLocks/>
            </p:cNvGraphicFramePr>
            <p:nvPr/>
          </p:nvGraphicFramePr>
          <p:xfrm>
            <a:off x="624" y="3593"/>
            <a:ext cx="4512" cy="679"/>
          </p:xfrm>
          <a:graphic>
            <a:graphicData uri="http://schemas.openxmlformats.org/presentationml/2006/ole">
              <p:oleObj spid="_x0000_s153602" r:id="rId12" imgW="2616200" imgH="393700" progId="Equation.3">
                <p:embed/>
              </p:oleObj>
            </a:graphicData>
          </a:graphic>
        </p:graphicFrame>
        <p:graphicFrame>
          <p:nvGraphicFramePr>
            <p:cNvPr id="47107" name="Object 33"/>
            <p:cNvGraphicFramePr>
              <a:graphicFrameLocks/>
            </p:cNvGraphicFramePr>
            <p:nvPr/>
          </p:nvGraphicFramePr>
          <p:xfrm>
            <a:off x="848" y="3752"/>
            <a:ext cx="171" cy="168"/>
          </p:xfrm>
          <a:graphic>
            <a:graphicData uri="http://schemas.openxmlformats.org/presentationml/2006/ole">
              <p:oleObj spid="_x0000_s153601" r:id="rId13" imgW="271780" imgH="266700" progId="">
                <p:embed/>
              </p:oleObj>
            </a:graphicData>
          </a:graphic>
        </p:graphicFrame>
      </p:grpSp>
      <p:sp>
        <p:nvSpPr>
          <p:cNvPr id="47122" name="Text Box 34"/>
          <p:cNvSpPr txBox="1"/>
          <p:nvPr/>
        </p:nvSpPr>
        <p:spPr>
          <a:xfrm>
            <a:off x="1066800" y="5105400"/>
            <a:ext cx="838200" cy="519113"/>
          </a:xfrm>
          <a:prstGeom prst="rect">
            <a:avLst/>
          </a:prstGeom>
          <a:noFill/>
          <a:ln w="12700">
            <a:noFill/>
          </a:ln>
        </p:spPr>
        <p:txBody>
          <a:bodyPr>
            <a:spAutoFit/>
          </a:bodyPr>
          <a:lstStyle/>
          <a:p>
            <a:r>
              <a:rPr lang="en-US" altLang="zh-CN" i="0" dirty="0">
                <a:latin typeface="Times New Roman" panose="02020603050405020304" pitchFamily="18" charset="0"/>
                <a:ea typeface="宋体" panose="02010600030101010101" pitchFamily="2" charset="-122"/>
              </a:rPr>
              <a:t>(2)</a:t>
            </a:r>
          </a:p>
        </p:txBody>
      </p:sp>
      <p:grpSp>
        <p:nvGrpSpPr>
          <p:cNvPr id="47123" name="Group 36"/>
          <p:cNvGrpSpPr/>
          <p:nvPr/>
        </p:nvGrpSpPr>
        <p:grpSpPr>
          <a:xfrm>
            <a:off x="2286000" y="4724400"/>
            <a:ext cx="6289675" cy="1824038"/>
            <a:chOff x="610" y="2179"/>
            <a:chExt cx="4724" cy="1549"/>
          </a:xfrm>
        </p:grpSpPr>
        <p:sp>
          <p:nvSpPr>
            <p:cNvPr id="47126" name="Text Box 37"/>
            <p:cNvSpPr txBox="1"/>
            <p:nvPr/>
          </p:nvSpPr>
          <p:spPr>
            <a:xfrm>
              <a:off x="1824" y="3313"/>
              <a:ext cx="960" cy="415"/>
            </a:xfrm>
            <a:prstGeom prst="rect">
              <a:avLst/>
            </a:prstGeom>
            <a:noFill/>
            <a:ln w="12700">
              <a:noFill/>
            </a:ln>
          </p:spPr>
          <p:txBody>
            <a:bodyPr>
              <a:spAutoFit/>
            </a:bodyPr>
            <a:lstStyle/>
            <a:p>
              <a:r>
                <a:rPr lang="en-US" altLang="zh-CN" sz="2600" i="0" dirty="0">
                  <a:solidFill>
                    <a:srgbClr val="336600"/>
                  </a:solidFill>
                  <a:latin typeface="Times New Roman" panose="02020603050405020304" pitchFamily="18" charset="0"/>
                  <a:ea typeface="宋体" panose="02010600030101010101" pitchFamily="2" charset="-122"/>
                </a:rPr>
                <a:t>0.5196</a:t>
              </a:r>
            </a:p>
          </p:txBody>
        </p:sp>
        <p:sp>
          <p:nvSpPr>
            <p:cNvPr id="47127" name="Text Box 38"/>
            <p:cNvSpPr txBox="1"/>
            <p:nvPr/>
          </p:nvSpPr>
          <p:spPr>
            <a:xfrm>
              <a:off x="3312" y="2179"/>
              <a:ext cx="864" cy="415"/>
            </a:xfrm>
            <a:prstGeom prst="rect">
              <a:avLst/>
            </a:prstGeom>
            <a:noFill/>
            <a:ln w="12700">
              <a:noFill/>
            </a:ln>
          </p:spPr>
          <p:txBody>
            <a:bodyPr>
              <a:spAutoFit/>
            </a:bodyPr>
            <a:lstStyle/>
            <a:p>
              <a:r>
                <a:rPr lang="en-US" altLang="zh-CN" sz="2600" i="0" dirty="0">
                  <a:solidFill>
                    <a:srgbClr val="336600"/>
                  </a:solidFill>
                  <a:latin typeface="Times New Roman" panose="02020603050405020304" pitchFamily="18" charset="0"/>
                  <a:ea typeface="宋体" panose="02010600030101010101" pitchFamily="2" charset="-122"/>
                </a:rPr>
                <a:t>0.7665</a:t>
              </a:r>
            </a:p>
          </p:txBody>
        </p:sp>
        <p:sp>
          <p:nvSpPr>
            <p:cNvPr id="47128" name="Line 39"/>
            <p:cNvSpPr/>
            <p:nvPr/>
          </p:nvSpPr>
          <p:spPr>
            <a:xfrm>
              <a:off x="1188" y="3004"/>
              <a:ext cx="845" cy="1"/>
            </a:xfrm>
            <a:prstGeom prst="line">
              <a:avLst/>
            </a:prstGeom>
            <a:ln w="15875" cap="flat" cmpd="sng">
              <a:solidFill>
                <a:srgbClr val="000000"/>
              </a:solidFill>
              <a:prstDash val="solid"/>
              <a:headEnd type="none" w="med" len="med"/>
              <a:tailEnd type="none" w="med" len="med"/>
            </a:ln>
          </p:spPr>
        </p:sp>
        <p:sp>
          <p:nvSpPr>
            <p:cNvPr id="47129" name="Line 40"/>
            <p:cNvSpPr/>
            <p:nvPr/>
          </p:nvSpPr>
          <p:spPr>
            <a:xfrm>
              <a:off x="2653" y="3004"/>
              <a:ext cx="968" cy="1"/>
            </a:xfrm>
            <a:prstGeom prst="line">
              <a:avLst/>
            </a:prstGeom>
            <a:ln w="15875" cap="flat" cmpd="sng">
              <a:solidFill>
                <a:srgbClr val="000000"/>
              </a:solidFill>
              <a:prstDash val="solid"/>
              <a:headEnd type="none" w="med" len="med"/>
              <a:tailEnd type="none" w="med" len="med"/>
            </a:ln>
          </p:spPr>
        </p:sp>
        <p:sp>
          <p:nvSpPr>
            <p:cNvPr id="47130" name="Line 41"/>
            <p:cNvSpPr/>
            <p:nvPr/>
          </p:nvSpPr>
          <p:spPr>
            <a:xfrm>
              <a:off x="4032" y="3004"/>
              <a:ext cx="906" cy="1"/>
            </a:xfrm>
            <a:prstGeom prst="line">
              <a:avLst/>
            </a:prstGeom>
            <a:ln w="15875" cap="flat" cmpd="sng">
              <a:solidFill>
                <a:srgbClr val="000000"/>
              </a:solidFill>
              <a:prstDash val="solid"/>
              <a:headEnd type="none" w="med" len="med"/>
              <a:tailEnd type="none" w="med" len="med"/>
            </a:ln>
          </p:spPr>
        </p:sp>
        <p:sp>
          <p:nvSpPr>
            <p:cNvPr id="47131" name="Rectangle 42"/>
            <p:cNvSpPr/>
            <p:nvPr/>
          </p:nvSpPr>
          <p:spPr>
            <a:xfrm>
              <a:off x="5245" y="2795"/>
              <a:ext cx="89" cy="220"/>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7132" name="Rectangle 43"/>
            <p:cNvSpPr/>
            <p:nvPr/>
          </p:nvSpPr>
          <p:spPr>
            <a:xfrm>
              <a:off x="2511" y="2795"/>
              <a:ext cx="89" cy="220"/>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7133" name="Rectangle 44"/>
            <p:cNvSpPr/>
            <p:nvPr/>
          </p:nvSpPr>
          <p:spPr>
            <a:xfrm>
              <a:off x="1045" y="2795"/>
              <a:ext cx="90" cy="220"/>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7134" name="Rectangle 45"/>
            <p:cNvSpPr/>
            <p:nvPr/>
          </p:nvSpPr>
          <p:spPr>
            <a:xfrm>
              <a:off x="4982" y="2836"/>
              <a:ext cx="276"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35" name="Rectangle 46"/>
            <p:cNvSpPr/>
            <p:nvPr/>
          </p:nvSpPr>
          <p:spPr>
            <a:xfrm>
              <a:off x="4136" y="2666"/>
              <a:ext cx="682"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1.0774</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36" name="Rectangle 47"/>
            <p:cNvSpPr/>
            <p:nvPr/>
          </p:nvSpPr>
          <p:spPr>
            <a:xfrm>
              <a:off x="3664" y="2836"/>
              <a:ext cx="275"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37" name="Rectangle 48"/>
            <p:cNvSpPr/>
            <p:nvPr/>
          </p:nvSpPr>
          <p:spPr>
            <a:xfrm>
              <a:off x="2799" y="2666"/>
              <a:ext cx="682"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0.4556</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38" name="Rectangle 49"/>
            <p:cNvSpPr/>
            <p:nvPr/>
          </p:nvSpPr>
          <p:spPr>
            <a:xfrm>
              <a:off x="2074" y="2836"/>
              <a:ext cx="469"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39" name="Rectangle 50"/>
            <p:cNvSpPr/>
            <p:nvPr/>
          </p:nvSpPr>
          <p:spPr>
            <a:xfrm>
              <a:off x="1829" y="3041"/>
              <a:ext cx="186"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40" name="Rectangle 51"/>
            <p:cNvSpPr/>
            <p:nvPr/>
          </p:nvSpPr>
          <p:spPr>
            <a:xfrm>
              <a:off x="610" y="2836"/>
              <a:ext cx="469" cy="337"/>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7141" name="Rectangle 52"/>
            <p:cNvSpPr/>
            <p:nvPr/>
          </p:nvSpPr>
          <p:spPr>
            <a:xfrm>
              <a:off x="3898" y="2997"/>
              <a:ext cx="82" cy="220"/>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7142" name="Rectangle 53"/>
            <p:cNvSpPr/>
            <p:nvPr/>
          </p:nvSpPr>
          <p:spPr>
            <a:xfrm>
              <a:off x="1040" y="2997"/>
              <a:ext cx="82" cy="220"/>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3</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7143" name="Line 54"/>
            <p:cNvSpPr/>
            <p:nvPr/>
          </p:nvSpPr>
          <p:spPr>
            <a:xfrm>
              <a:off x="812" y="3182"/>
              <a:ext cx="0" cy="480"/>
            </a:xfrm>
            <a:prstGeom prst="line">
              <a:avLst/>
            </a:prstGeom>
            <a:ln w="12700" cap="sq" cmpd="sng">
              <a:solidFill>
                <a:schemeClr val="tx1"/>
              </a:solidFill>
              <a:prstDash val="solid"/>
              <a:headEnd type="none" w="sm" len="sm"/>
              <a:tailEnd type="none" w="sm" len="sm"/>
            </a:ln>
          </p:spPr>
        </p:sp>
        <p:sp>
          <p:nvSpPr>
            <p:cNvPr id="47144" name="Line 55"/>
            <p:cNvSpPr/>
            <p:nvPr/>
          </p:nvSpPr>
          <p:spPr>
            <a:xfrm>
              <a:off x="812" y="3662"/>
              <a:ext cx="3024" cy="0"/>
            </a:xfrm>
            <a:prstGeom prst="line">
              <a:avLst/>
            </a:prstGeom>
            <a:ln w="12700" cap="sq" cmpd="sng">
              <a:solidFill>
                <a:schemeClr val="tx1"/>
              </a:solidFill>
              <a:prstDash val="solid"/>
              <a:headEnd type="none" w="sm" len="sm"/>
              <a:tailEnd type="none" w="sm" len="sm"/>
            </a:ln>
          </p:spPr>
        </p:sp>
        <p:sp>
          <p:nvSpPr>
            <p:cNvPr id="47145" name="Line 56"/>
            <p:cNvSpPr/>
            <p:nvPr/>
          </p:nvSpPr>
          <p:spPr>
            <a:xfrm flipV="1">
              <a:off x="2252" y="2510"/>
              <a:ext cx="0" cy="336"/>
            </a:xfrm>
            <a:prstGeom prst="line">
              <a:avLst/>
            </a:prstGeom>
            <a:ln w="12700" cap="sq" cmpd="sng">
              <a:solidFill>
                <a:schemeClr val="tx1"/>
              </a:solidFill>
              <a:prstDash val="solid"/>
              <a:headEnd type="none" w="sm" len="sm"/>
              <a:tailEnd type="none" w="sm" len="sm"/>
            </a:ln>
          </p:spPr>
        </p:sp>
        <p:sp>
          <p:nvSpPr>
            <p:cNvPr id="47146" name="Line 57"/>
            <p:cNvSpPr/>
            <p:nvPr/>
          </p:nvSpPr>
          <p:spPr>
            <a:xfrm>
              <a:off x="2252" y="2510"/>
              <a:ext cx="2928" cy="0"/>
            </a:xfrm>
            <a:prstGeom prst="line">
              <a:avLst/>
            </a:prstGeom>
            <a:ln w="12700" cap="sq" cmpd="sng">
              <a:solidFill>
                <a:schemeClr val="tx1"/>
              </a:solidFill>
              <a:prstDash val="solid"/>
              <a:headEnd type="none" w="sm" len="sm"/>
              <a:tailEnd type="none" w="sm" len="sm"/>
            </a:ln>
          </p:spPr>
        </p:sp>
        <p:sp>
          <p:nvSpPr>
            <p:cNvPr id="47147" name="Line 58"/>
            <p:cNvSpPr/>
            <p:nvPr/>
          </p:nvSpPr>
          <p:spPr>
            <a:xfrm flipV="1">
              <a:off x="5180" y="2510"/>
              <a:ext cx="0" cy="336"/>
            </a:xfrm>
            <a:prstGeom prst="line">
              <a:avLst/>
            </a:prstGeom>
            <a:ln w="12700" cap="sq" cmpd="sng">
              <a:solidFill>
                <a:schemeClr val="tx1"/>
              </a:solidFill>
              <a:prstDash val="solid"/>
              <a:headEnd type="none" w="sm" len="sm"/>
              <a:tailEnd type="none" w="sm" len="sm"/>
            </a:ln>
          </p:spPr>
        </p:sp>
        <p:sp>
          <p:nvSpPr>
            <p:cNvPr id="47148" name="Line 59"/>
            <p:cNvSpPr/>
            <p:nvPr/>
          </p:nvSpPr>
          <p:spPr>
            <a:xfrm>
              <a:off x="3836" y="3182"/>
              <a:ext cx="0" cy="480"/>
            </a:xfrm>
            <a:prstGeom prst="line">
              <a:avLst/>
            </a:prstGeom>
            <a:ln w="12700" cap="sq" cmpd="sng">
              <a:solidFill>
                <a:schemeClr val="tx1"/>
              </a:solidFill>
              <a:prstDash val="solid"/>
              <a:headEnd type="none" w="sm" len="sm"/>
              <a:tailEnd type="none" w="sm" len="sm"/>
            </a:ln>
          </p:spPr>
        </p:sp>
        <p:sp>
          <p:nvSpPr>
            <p:cNvPr id="47149" name="Text Box 60"/>
            <p:cNvSpPr txBox="1"/>
            <p:nvPr/>
          </p:nvSpPr>
          <p:spPr>
            <a:xfrm>
              <a:off x="1200" y="2640"/>
              <a:ext cx="863" cy="415"/>
            </a:xfrm>
            <a:prstGeom prst="rect">
              <a:avLst/>
            </a:prstGeom>
            <a:noFill/>
            <a:ln w="12700">
              <a:noFill/>
            </a:ln>
          </p:spPr>
          <p:txBody>
            <a:bodyPr>
              <a:spAutoFit/>
            </a:bodyPr>
            <a:lstStyle/>
            <a:p>
              <a:r>
                <a:rPr lang="en-US" altLang="zh-CN" sz="2600" i="0" dirty="0">
                  <a:solidFill>
                    <a:srgbClr val="336600"/>
                  </a:solidFill>
                  <a:latin typeface="Times New Roman" panose="02020603050405020304" pitchFamily="18" charset="0"/>
                  <a:ea typeface="宋体" panose="02010600030101010101" pitchFamily="2" charset="-122"/>
                </a:rPr>
                <a:t>0.5357</a:t>
              </a:r>
            </a:p>
          </p:txBody>
        </p:sp>
      </p:grpSp>
      <p:sp>
        <p:nvSpPr>
          <p:cNvPr id="47124" name="Text Box 61"/>
          <p:cNvSpPr txBox="1"/>
          <p:nvPr/>
        </p:nvSpPr>
        <p:spPr>
          <a:xfrm>
            <a:off x="914400" y="2286000"/>
            <a:ext cx="838200" cy="519113"/>
          </a:xfrm>
          <a:prstGeom prst="rect">
            <a:avLst/>
          </a:prstGeom>
          <a:noFill/>
          <a:ln w="12700">
            <a:noFill/>
          </a:ln>
        </p:spPr>
        <p:txBody>
          <a:bodyPr>
            <a:spAutoFit/>
          </a:bodyPr>
          <a:lstStyle/>
          <a:p>
            <a:r>
              <a:rPr lang="en-US" altLang="zh-CN" i="0" dirty="0">
                <a:latin typeface="Times New Roman" panose="02020603050405020304" pitchFamily="18" charset="0"/>
                <a:ea typeface="宋体" panose="02010600030101010101" pitchFamily="2" charset="-122"/>
              </a:rPr>
              <a:t>(1)</a:t>
            </a:r>
          </a:p>
        </p:txBody>
      </p:sp>
      <p:sp>
        <p:nvSpPr>
          <p:cNvPr id="150590" name="Rectangle 62"/>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0530"/>
                                        </p:tgtEl>
                                        <p:attrNameLst>
                                          <p:attrName>style.visibility</p:attrName>
                                        </p:attrNameLst>
                                      </p:cBhvr>
                                      <p:to>
                                        <p:strVal val="visible"/>
                                      </p:to>
                                    </p:set>
                                    <p:animEffect transition="in" filter="wipe(left)">
                                      <p:cBhvr>
                                        <p:cTn id="12" dur="500"/>
                                        <p:tgtEl>
                                          <p:spTgt spid="1505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wipe(left)">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wipe(left)">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48130" name="Object 2"/>
          <p:cNvGraphicFramePr>
            <a:graphicFrameLocks/>
          </p:cNvGraphicFramePr>
          <p:nvPr>
            <p:ph/>
          </p:nvPr>
        </p:nvGraphicFramePr>
        <p:xfrm>
          <a:off x="3276600" y="457200"/>
          <a:ext cx="3276600" cy="533400"/>
        </p:xfrm>
        <a:graphic>
          <a:graphicData uri="http://schemas.openxmlformats.org/presentationml/2006/ole">
            <p:oleObj spid="_x0000_s155656" r:id="rId4" imgW="1371600" imgH="228600" progId="Equation.3">
              <p:embed/>
            </p:oleObj>
          </a:graphicData>
        </a:graphic>
      </p:graphicFrame>
      <p:grpSp>
        <p:nvGrpSpPr>
          <p:cNvPr id="2" name="Group 5"/>
          <p:cNvGrpSpPr/>
          <p:nvPr/>
        </p:nvGrpSpPr>
        <p:grpSpPr>
          <a:xfrm>
            <a:off x="1905000" y="4114800"/>
            <a:ext cx="4672013" cy="442913"/>
            <a:chOff x="1188" y="2578"/>
            <a:chExt cx="3769" cy="279"/>
          </a:xfrm>
        </p:grpSpPr>
        <p:sp>
          <p:nvSpPr>
            <p:cNvPr id="48251" name="Rectangle 6"/>
            <p:cNvSpPr/>
            <p:nvPr/>
          </p:nvSpPr>
          <p:spPr>
            <a:xfrm>
              <a:off x="4765" y="2607"/>
              <a:ext cx="19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2" name="Rectangle 7"/>
            <p:cNvSpPr/>
            <p:nvPr/>
          </p:nvSpPr>
          <p:spPr>
            <a:xfrm>
              <a:off x="4181" y="2607"/>
              <a:ext cx="533"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5578</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3" name="Rectangle 8"/>
            <p:cNvSpPr/>
            <p:nvPr/>
          </p:nvSpPr>
          <p:spPr>
            <a:xfrm>
              <a:off x="4108" y="2607"/>
              <a:ext cx="6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4" name="Rectangle 9"/>
            <p:cNvSpPr/>
            <p:nvPr/>
          </p:nvSpPr>
          <p:spPr>
            <a:xfrm>
              <a:off x="3962" y="2607"/>
              <a:ext cx="133"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5" name="Rectangle 10"/>
            <p:cNvSpPr/>
            <p:nvPr/>
          </p:nvSpPr>
          <p:spPr>
            <a:xfrm>
              <a:off x="2654" y="2607"/>
              <a:ext cx="92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0.5196V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6" name="Rectangle 11"/>
            <p:cNvSpPr/>
            <p:nvPr/>
          </p:nvSpPr>
          <p:spPr>
            <a:xfrm>
              <a:off x="1602" y="2607"/>
              <a:ext cx="72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0774V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7" name="Rectangle 12"/>
            <p:cNvSpPr/>
            <p:nvPr/>
          </p:nvSpPr>
          <p:spPr>
            <a:xfrm>
              <a:off x="1529" y="2607"/>
              <a:ext cx="6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8" name="Rectangle 13"/>
            <p:cNvSpPr/>
            <p:nvPr/>
          </p:nvSpPr>
          <p:spPr>
            <a:xfrm>
              <a:off x="1383" y="2607"/>
              <a:ext cx="133"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9" name="Rectangle 14"/>
            <p:cNvSpPr/>
            <p:nvPr/>
          </p:nvSpPr>
          <p:spPr>
            <a:xfrm>
              <a:off x="3739" y="2578"/>
              <a:ext cx="114" cy="250"/>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60" name="Rectangle 15"/>
            <p:cNvSpPr/>
            <p:nvPr/>
          </p:nvSpPr>
          <p:spPr>
            <a:xfrm>
              <a:off x="2450" y="2578"/>
              <a:ext cx="14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61" name="Rectangle 16"/>
            <p:cNvSpPr/>
            <p:nvPr/>
          </p:nvSpPr>
          <p:spPr>
            <a:xfrm>
              <a:off x="1188" y="2578"/>
              <a:ext cx="14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grpSp>
      <p:grpSp>
        <p:nvGrpSpPr>
          <p:cNvPr id="3" name="Group 17"/>
          <p:cNvGrpSpPr/>
          <p:nvPr/>
        </p:nvGrpSpPr>
        <p:grpSpPr>
          <a:xfrm>
            <a:off x="304800" y="2590800"/>
            <a:ext cx="2938463" cy="563563"/>
            <a:chOff x="595" y="1357"/>
            <a:chExt cx="2395" cy="355"/>
          </a:xfrm>
        </p:grpSpPr>
        <p:sp>
          <p:nvSpPr>
            <p:cNvPr id="48239" name="Rectangle 18"/>
            <p:cNvSpPr/>
            <p:nvPr/>
          </p:nvSpPr>
          <p:spPr>
            <a:xfrm>
              <a:off x="1017" y="1549"/>
              <a:ext cx="76" cy="163"/>
            </a:xfrm>
            <a:prstGeom prst="rect">
              <a:avLst/>
            </a:prstGeom>
            <a:noFill/>
            <a:ln w="9525">
              <a:noFill/>
            </a:ln>
          </p:spPr>
          <p:txBody>
            <a:bodyPr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240" name="Rectangle 19"/>
            <p:cNvSpPr/>
            <p:nvPr/>
          </p:nvSpPr>
          <p:spPr>
            <a:xfrm>
              <a:off x="2855" y="1394"/>
              <a:ext cx="13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1" name="Rectangle 20"/>
            <p:cNvSpPr/>
            <p:nvPr/>
          </p:nvSpPr>
          <p:spPr>
            <a:xfrm>
              <a:off x="2769" y="1394"/>
              <a:ext cx="89"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2" name="Rectangle 21"/>
            <p:cNvSpPr/>
            <p:nvPr/>
          </p:nvSpPr>
          <p:spPr>
            <a:xfrm>
              <a:off x="2487" y="1394"/>
              <a:ext cx="28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3" name="Rectangle 22"/>
            <p:cNvSpPr/>
            <p:nvPr/>
          </p:nvSpPr>
          <p:spPr>
            <a:xfrm>
              <a:off x="2384" y="1394"/>
              <a:ext cx="90"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4" name="Rectangle 23"/>
            <p:cNvSpPr/>
            <p:nvPr/>
          </p:nvSpPr>
          <p:spPr>
            <a:xfrm>
              <a:off x="1672" y="1394"/>
              <a:ext cx="553"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6OH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5" name="Rectangle 24"/>
            <p:cNvSpPr/>
            <p:nvPr/>
          </p:nvSpPr>
          <p:spPr>
            <a:xfrm>
              <a:off x="1316" y="1394"/>
              <a:ext cx="89"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6" name="Rectangle 25"/>
            <p:cNvSpPr/>
            <p:nvPr/>
          </p:nvSpPr>
          <p:spPr>
            <a:xfrm>
              <a:off x="1235" y="1394"/>
              <a:ext cx="7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l</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7" name="Rectangle 26"/>
            <p:cNvSpPr/>
            <p:nvPr/>
          </p:nvSpPr>
          <p:spPr>
            <a:xfrm>
              <a:off x="1135" y="1394"/>
              <a:ext cx="89"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8" name="Rectangle 27"/>
            <p:cNvSpPr/>
            <p:nvPr/>
          </p:nvSpPr>
          <p:spPr>
            <a:xfrm>
              <a:off x="595" y="1394"/>
              <a:ext cx="433"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3Br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49" name="Rectangle 28"/>
            <p:cNvSpPr/>
            <p:nvPr/>
          </p:nvSpPr>
          <p:spPr>
            <a:xfrm>
              <a:off x="1463" y="1365"/>
              <a:ext cx="199" cy="250"/>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50" name="Rectangle 29"/>
            <p:cNvSpPr/>
            <p:nvPr/>
          </p:nvSpPr>
          <p:spPr>
            <a:xfrm>
              <a:off x="2259" y="1357"/>
              <a:ext cx="97" cy="163"/>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grpSp>
      <p:grpSp>
        <p:nvGrpSpPr>
          <p:cNvPr id="4" name="Group 30"/>
          <p:cNvGrpSpPr/>
          <p:nvPr/>
        </p:nvGrpSpPr>
        <p:grpSpPr>
          <a:xfrm>
            <a:off x="6172200" y="2133600"/>
            <a:ext cx="2422525" cy="563563"/>
            <a:chOff x="58" y="941"/>
            <a:chExt cx="1971" cy="355"/>
          </a:xfrm>
        </p:grpSpPr>
        <p:sp>
          <p:nvSpPr>
            <p:cNvPr id="48227" name="Rectangle 31"/>
            <p:cNvSpPr/>
            <p:nvPr/>
          </p:nvSpPr>
          <p:spPr>
            <a:xfrm>
              <a:off x="893" y="1133"/>
              <a:ext cx="87"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3</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228" name="Rectangle 32"/>
            <p:cNvSpPr/>
            <p:nvPr/>
          </p:nvSpPr>
          <p:spPr>
            <a:xfrm>
              <a:off x="1373" y="978"/>
              <a:ext cx="29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29" name="Rectangle 33"/>
            <p:cNvSpPr/>
            <p:nvPr/>
          </p:nvSpPr>
          <p:spPr>
            <a:xfrm>
              <a:off x="1231" y="978"/>
              <a:ext cx="13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30" name="Rectangle 34"/>
            <p:cNvSpPr/>
            <p:nvPr/>
          </p:nvSpPr>
          <p:spPr>
            <a:xfrm>
              <a:off x="1045" y="985"/>
              <a:ext cx="270"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Times New Roman" panose="02020603050405020304" pitchFamily="18" charset="0"/>
                  <a:ea typeface="宋体" panose="02010600030101010101" pitchFamily="2" charset="-122"/>
                </a:rPr>
                <a:t>和</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48231" name="Rectangle 35"/>
            <p:cNvSpPr/>
            <p:nvPr/>
          </p:nvSpPr>
          <p:spPr>
            <a:xfrm>
              <a:off x="1013" y="978"/>
              <a:ext cx="6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32" name="Rectangle 36"/>
            <p:cNvSpPr/>
            <p:nvPr/>
          </p:nvSpPr>
          <p:spPr>
            <a:xfrm>
              <a:off x="386" y="978"/>
              <a:ext cx="50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33" name="Rectangle 37"/>
            <p:cNvSpPr/>
            <p:nvPr/>
          </p:nvSpPr>
          <p:spPr>
            <a:xfrm>
              <a:off x="316" y="978"/>
              <a:ext cx="6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34" name="Rectangle 38"/>
            <p:cNvSpPr/>
            <p:nvPr/>
          </p:nvSpPr>
          <p:spPr>
            <a:xfrm>
              <a:off x="244" y="978"/>
              <a:ext cx="6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35" name="Rectangle 39"/>
            <p:cNvSpPr/>
            <p:nvPr/>
          </p:nvSpPr>
          <p:spPr>
            <a:xfrm>
              <a:off x="58" y="985"/>
              <a:ext cx="270"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Times New Roman" panose="02020603050405020304" pitchFamily="18" charset="0"/>
                  <a:ea typeface="宋体" panose="02010600030101010101" pitchFamily="2" charset="-122"/>
                </a:rPr>
                <a:t>是</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48236" name="Rectangle 40"/>
            <p:cNvSpPr/>
            <p:nvPr/>
          </p:nvSpPr>
          <p:spPr>
            <a:xfrm>
              <a:off x="1684" y="941"/>
              <a:ext cx="84" cy="163"/>
            </a:xfrm>
            <a:prstGeom prst="rect">
              <a:avLst/>
            </a:prstGeom>
            <a:noFill/>
            <a:ln w="9525">
              <a:noFill/>
            </a:ln>
          </p:spPr>
          <p:txBody>
            <a:bodyPr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237" name="Rectangle 41"/>
            <p:cNvSpPr/>
            <p:nvPr/>
          </p:nvSpPr>
          <p:spPr>
            <a:xfrm>
              <a:off x="898" y="941"/>
              <a:ext cx="97" cy="163"/>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238" name="Rectangle 42"/>
            <p:cNvSpPr/>
            <p:nvPr/>
          </p:nvSpPr>
          <p:spPr>
            <a:xfrm>
              <a:off x="1759" y="985"/>
              <a:ext cx="270"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a:t>
              </a:r>
              <a:endParaRPr lang="zh-CN" altLang="en-US" sz="2600" i="0" dirty="0">
                <a:solidFill>
                  <a:srgbClr val="336600"/>
                </a:solidFill>
                <a:latin typeface="Arial" panose="020B0604020202020204" pitchFamily="34" charset="0"/>
                <a:ea typeface="宋体" panose="02010600030101010101" pitchFamily="2" charset="-122"/>
              </a:endParaRPr>
            </a:p>
          </p:txBody>
        </p:sp>
      </p:grpSp>
      <p:grpSp>
        <p:nvGrpSpPr>
          <p:cNvPr id="5" name="Group 43"/>
          <p:cNvGrpSpPr/>
          <p:nvPr/>
        </p:nvGrpSpPr>
        <p:grpSpPr>
          <a:xfrm>
            <a:off x="0" y="1676400"/>
            <a:ext cx="7162800" cy="431800"/>
            <a:chOff x="741" y="564"/>
            <a:chExt cx="4395" cy="511"/>
          </a:xfrm>
        </p:grpSpPr>
        <p:sp>
          <p:nvSpPr>
            <p:cNvPr id="48219" name="Rectangle 44"/>
            <p:cNvSpPr/>
            <p:nvPr/>
          </p:nvSpPr>
          <p:spPr>
            <a:xfrm>
              <a:off x="1599" y="720"/>
              <a:ext cx="97" cy="342"/>
            </a:xfrm>
            <a:prstGeom prst="rect">
              <a:avLst/>
            </a:prstGeom>
            <a:noFill/>
            <a:ln w="9525">
              <a:noFill/>
            </a:ln>
          </p:spPr>
          <p:txBody>
            <a:bodyPr lIns="0" tIns="0" rIns="0" bIns="0">
              <a:spAutoFit/>
            </a:bodyPr>
            <a:lstStyle/>
            <a:p>
              <a:pPr>
                <a:spcBef>
                  <a:spcPct val="0"/>
                </a:spcBef>
              </a:pPr>
              <a:r>
                <a:rPr lang="en-US" altLang="zh-CN" i="0" baseline="-25000" dirty="0">
                  <a:solidFill>
                    <a:srgbClr val="336600"/>
                  </a:solidFill>
                  <a:latin typeface="Times New Roman" panose="02020603050405020304" pitchFamily="18" charset="0"/>
                  <a:ea typeface="宋体" panose="02010600030101010101" pitchFamily="2" charset="-122"/>
                </a:rPr>
                <a:t>2</a:t>
              </a:r>
              <a:endParaRPr lang="en-US" altLang="zh-CN" i="0" baseline="-25000" dirty="0">
                <a:solidFill>
                  <a:srgbClr val="336600"/>
                </a:solidFill>
                <a:latin typeface="Arial" panose="020B0604020202020204" pitchFamily="34" charset="0"/>
                <a:ea typeface="宋体" panose="02010600030101010101" pitchFamily="2" charset="-122"/>
              </a:endParaRPr>
            </a:p>
          </p:txBody>
        </p:sp>
        <p:sp>
          <p:nvSpPr>
            <p:cNvPr id="48220" name="Rectangle 45"/>
            <p:cNvSpPr/>
            <p:nvPr/>
          </p:nvSpPr>
          <p:spPr>
            <a:xfrm>
              <a:off x="3083" y="570"/>
              <a:ext cx="2053" cy="505"/>
            </a:xfrm>
            <a:prstGeom prst="rect">
              <a:avLst/>
            </a:prstGeom>
            <a:noFill/>
            <a:ln w="9525">
              <a:noFill/>
            </a:ln>
          </p:spPr>
          <p:txBody>
            <a:bodyPr lIns="0" tIns="0" rIns="0" bIns="0">
              <a:spAutoFit/>
            </a:bodyPr>
            <a:lstStyle/>
            <a:p>
              <a:pPr>
                <a:spcBef>
                  <a:spcPct val="0"/>
                </a:spcBef>
              </a:pPr>
              <a:r>
                <a:rPr lang="zh-CN" altLang="en-US" i="0" dirty="0">
                  <a:solidFill>
                    <a:srgbClr val="336600"/>
                  </a:solidFill>
                  <a:latin typeface="Times New Roman" panose="02020603050405020304" pitchFamily="18" charset="0"/>
                  <a:ea typeface="宋体" panose="02010600030101010101" pitchFamily="2" charset="-122"/>
                </a:rPr>
                <a:t>混合最稳定的产物</a:t>
              </a:r>
              <a:endParaRPr lang="zh-CN" altLang="en-US" i="0" dirty="0">
                <a:solidFill>
                  <a:srgbClr val="336600"/>
                </a:solidFill>
                <a:latin typeface="Arial" panose="020B0604020202020204" pitchFamily="34" charset="0"/>
                <a:ea typeface="宋体" panose="02010600030101010101" pitchFamily="2" charset="-122"/>
              </a:endParaRPr>
            </a:p>
          </p:txBody>
        </p:sp>
        <p:sp>
          <p:nvSpPr>
            <p:cNvPr id="48221" name="Rectangle 46"/>
            <p:cNvSpPr/>
            <p:nvPr/>
          </p:nvSpPr>
          <p:spPr>
            <a:xfrm>
              <a:off x="2325" y="564"/>
              <a:ext cx="606" cy="505"/>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NaOH</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8222" name="Rectangle 47"/>
            <p:cNvSpPr/>
            <p:nvPr/>
          </p:nvSpPr>
          <p:spPr>
            <a:xfrm>
              <a:off x="2175" y="564"/>
              <a:ext cx="109" cy="505"/>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  </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8223" name="Rectangle 48"/>
            <p:cNvSpPr/>
            <p:nvPr/>
          </p:nvSpPr>
          <p:spPr>
            <a:xfrm>
              <a:off x="1989" y="570"/>
              <a:ext cx="219" cy="505"/>
            </a:xfrm>
            <a:prstGeom prst="rect">
              <a:avLst/>
            </a:prstGeom>
            <a:noFill/>
            <a:ln w="9525">
              <a:noFill/>
            </a:ln>
          </p:spPr>
          <p:txBody>
            <a:bodyPr wrap="none" lIns="0" tIns="0" rIns="0" bIns="0">
              <a:spAutoFit/>
            </a:bodyPr>
            <a:lstStyle/>
            <a:p>
              <a:pPr>
                <a:spcBef>
                  <a:spcPct val="0"/>
                </a:spcBef>
              </a:pPr>
              <a:r>
                <a:rPr lang="zh-CN" altLang="en-US" i="0" dirty="0">
                  <a:solidFill>
                    <a:srgbClr val="336600"/>
                  </a:solidFill>
                  <a:latin typeface="Times New Roman" panose="02020603050405020304" pitchFamily="18" charset="0"/>
                  <a:ea typeface="宋体" panose="02010600030101010101" pitchFamily="2" charset="-122"/>
                </a:rPr>
                <a:t>与</a:t>
              </a:r>
              <a:endParaRPr lang="zh-CN" altLang="en-US" i="0" dirty="0">
                <a:solidFill>
                  <a:srgbClr val="336600"/>
                </a:solidFill>
                <a:latin typeface="Arial" panose="020B0604020202020204" pitchFamily="34" charset="0"/>
                <a:ea typeface="宋体" panose="02010600030101010101" pitchFamily="2" charset="-122"/>
              </a:endParaRPr>
            </a:p>
          </p:txBody>
        </p:sp>
        <p:sp>
          <p:nvSpPr>
            <p:cNvPr id="48224" name="Rectangle 49"/>
            <p:cNvSpPr/>
            <p:nvPr/>
          </p:nvSpPr>
          <p:spPr>
            <a:xfrm>
              <a:off x="1680" y="564"/>
              <a:ext cx="207" cy="505"/>
            </a:xfrm>
            <a:prstGeom prst="rect">
              <a:avLst/>
            </a:prstGeom>
            <a:noFill/>
            <a:ln w="9525">
              <a:noFill/>
            </a:ln>
          </p:spPr>
          <p:txBody>
            <a:bodyPr wrap="none"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(l)</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8225" name="Rectangle 50"/>
            <p:cNvSpPr/>
            <p:nvPr/>
          </p:nvSpPr>
          <p:spPr>
            <a:xfrm>
              <a:off x="1323" y="564"/>
              <a:ext cx="241" cy="506"/>
            </a:xfrm>
            <a:prstGeom prst="rect">
              <a:avLst/>
            </a:prstGeom>
            <a:noFill/>
            <a:ln w="9525">
              <a:noFill/>
            </a:ln>
          </p:spPr>
          <p:txBody>
            <a:bodyPr lIns="0" tIns="0" rIns="0" bIns="0">
              <a:spAutoFit/>
            </a:bodyPr>
            <a:lstStyle/>
            <a:p>
              <a:pPr>
                <a:spcBef>
                  <a:spcPct val="0"/>
                </a:spcBef>
              </a:pPr>
              <a:r>
                <a:rPr lang="en-US" altLang="zh-CN" i="0" dirty="0">
                  <a:solidFill>
                    <a:srgbClr val="336600"/>
                  </a:solidFill>
                  <a:latin typeface="Times New Roman" panose="02020603050405020304" pitchFamily="18" charset="0"/>
                  <a:ea typeface="宋体" panose="02010600030101010101" pitchFamily="2" charset="-122"/>
                </a:rPr>
                <a:t>Br</a:t>
              </a:r>
              <a:endParaRPr lang="en-US" altLang="zh-CN" i="0" dirty="0">
                <a:solidFill>
                  <a:srgbClr val="336600"/>
                </a:solidFill>
                <a:latin typeface="Arial" panose="020B0604020202020204" pitchFamily="34" charset="0"/>
                <a:ea typeface="宋体" panose="02010600030101010101" pitchFamily="2" charset="-122"/>
              </a:endParaRPr>
            </a:p>
          </p:txBody>
        </p:sp>
        <p:sp>
          <p:nvSpPr>
            <p:cNvPr id="48226" name="Rectangle 51"/>
            <p:cNvSpPr/>
            <p:nvPr/>
          </p:nvSpPr>
          <p:spPr>
            <a:xfrm>
              <a:off x="741" y="570"/>
              <a:ext cx="450" cy="505"/>
            </a:xfrm>
            <a:prstGeom prst="rect">
              <a:avLst/>
            </a:prstGeom>
            <a:noFill/>
            <a:ln w="9525">
              <a:noFill/>
            </a:ln>
          </p:spPr>
          <p:txBody>
            <a:bodyPr lIns="0" tIns="0" rIns="0" bIns="0">
              <a:spAutoFit/>
            </a:bodyPr>
            <a:lstStyle/>
            <a:p>
              <a:pPr>
                <a:spcBef>
                  <a:spcPct val="0"/>
                </a:spcBef>
              </a:pPr>
              <a:endParaRPr lang="zh-CN" altLang="zh-CN" i="0" dirty="0">
                <a:solidFill>
                  <a:srgbClr val="336600"/>
                </a:solidFill>
                <a:latin typeface="Arial" panose="020B0604020202020204" pitchFamily="34" charset="0"/>
                <a:ea typeface="宋体" panose="02010600030101010101" pitchFamily="2" charset="-122"/>
              </a:endParaRPr>
            </a:p>
          </p:txBody>
        </p:sp>
      </p:grpSp>
      <p:grpSp>
        <p:nvGrpSpPr>
          <p:cNvPr id="6" name="Group 52"/>
          <p:cNvGrpSpPr/>
          <p:nvPr/>
        </p:nvGrpSpPr>
        <p:grpSpPr>
          <a:xfrm>
            <a:off x="2209800" y="1066800"/>
            <a:ext cx="5770563" cy="466725"/>
            <a:chOff x="721" y="137"/>
            <a:chExt cx="3588" cy="294"/>
          </a:xfrm>
        </p:grpSpPr>
        <p:sp>
          <p:nvSpPr>
            <p:cNvPr id="48208" name="Rectangle 53"/>
            <p:cNvSpPr/>
            <p:nvPr/>
          </p:nvSpPr>
          <p:spPr>
            <a:xfrm>
              <a:off x="4095" y="174"/>
              <a:ext cx="20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grpSp>
          <p:nvGrpSpPr>
            <p:cNvPr id="48209" name="Group 54"/>
            <p:cNvGrpSpPr/>
            <p:nvPr/>
          </p:nvGrpSpPr>
          <p:grpSpPr>
            <a:xfrm>
              <a:off x="721" y="137"/>
              <a:ext cx="3588" cy="294"/>
              <a:chOff x="384" y="137"/>
              <a:chExt cx="3588" cy="294"/>
            </a:xfrm>
          </p:grpSpPr>
          <p:sp>
            <p:nvSpPr>
              <p:cNvPr id="48210" name="Rectangle 55"/>
              <p:cNvSpPr/>
              <p:nvPr/>
            </p:nvSpPr>
            <p:spPr>
              <a:xfrm>
                <a:off x="2592" y="174"/>
                <a:ext cx="20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11" name="Rectangle 56"/>
              <p:cNvSpPr/>
              <p:nvPr/>
            </p:nvSpPr>
            <p:spPr>
              <a:xfrm>
                <a:off x="1950" y="181"/>
                <a:ext cx="619"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Times New Roman" panose="02020603050405020304" pitchFamily="18" charset="0"/>
                    <a:ea typeface="宋体" panose="02010600030101010101" pitchFamily="2" charset="-122"/>
                  </a:rPr>
                  <a:t>能歧化</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48212" name="Rectangle 57"/>
              <p:cNvSpPr/>
              <p:nvPr/>
            </p:nvSpPr>
            <p:spPr>
              <a:xfrm>
                <a:off x="1917" y="174"/>
                <a:ext cx="51"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13" name="Rectangle 58"/>
              <p:cNvSpPr/>
              <p:nvPr/>
            </p:nvSpPr>
            <p:spPr>
              <a:xfrm>
                <a:off x="1291" y="174"/>
                <a:ext cx="38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14" name="Rectangle 59"/>
              <p:cNvSpPr/>
              <p:nvPr/>
            </p:nvSpPr>
            <p:spPr>
              <a:xfrm>
                <a:off x="670" y="174"/>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15" name="Rectangle 60"/>
              <p:cNvSpPr/>
              <p:nvPr/>
            </p:nvSpPr>
            <p:spPr>
              <a:xfrm>
                <a:off x="384" y="174"/>
                <a:ext cx="239" cy="250"/>
              </a:xfrm>
              <a:prstGeom prst="rect">
                <a:avLst/>
              </a:prstGeom>
              <a:noFill/>
              <a:ln w="9525">
                <a:noFill/>
              </a:ln>
            </p:spPr>
            <p:txBody>
              <a:bodyPr wrap="none" lIns="0" tIns="0" rIns="0" bIns="0">
                <a:spAutoFit/>
              </a:bodyPr>
              <a:lstStyle/>
              <a:p>
                <a:pPr>
                  <a:spcBef>
                    <a:spcPct val="0"/>
                  </a:spcBef>
                </a:pPr>
                <a:r>
                  <a:rPr lang="en-US" altLang="zh-CN" sz="2600" i="0" dirty="0">
                    <a:latin typeface="Times New Roman" panose="02020603050405020304" pitchFamily="18" charset="0"/>
                    <a:ea typeface="宋体" panose="02010600030101010101" pitchFamily="2" charset="-122"/>
                  </a:rPr>
                  <a:t>(3)</a:t>
                </a:r>
                <a:endParaRPr lang="en-US" altLang="zh-CN" sz="2600" i="0" dirty="0">
                  <a:latin typeface="Arial" panose="020B0604020202020204" pitchFamily="34" charset="0"/>
                  <a:ea typeface="宋体" panose="02010600030101010101" pitchFamily="2" charset="-122"/>
                </a:endParaRPr>
              </a:p>
            </p:txBody>
          </p:sp>
          <p:sp>
            <p:nvSpPr>
              <p:cNvPr id="48216" name="Rectangle 61"/>
              <p:cNvSpPr/>
              <p:nvPr/>
            </p:nvSpPr>
            <p:spPr>
              <a:xfrm>
                <a:off x="1802" y="137"/>
                <a:ext cx="74" cy="163"/>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217" name="Rectangle 62"/>
              <p:cNvSpPr/>
              <p:nvPr/>
            </p:nvSpPr>
            <p:spPr>
              <a:xfrm>
                <a:off x="2847" y="181"/>
                <a:ext cx="1125" cy="250"/>
              </a:xfrm>
              <a:prstGeom prst="rect">
                <a:avLst/>
              </a:prstGeom>
              <a:noFill/>
              <a:ln w="9525">
                <a:noFill/>
              </a:ln>
            </p:spPr>
            <p:txBody>
              <a:bodyPr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，不稳定。</a:t>
                </a:r>
                <a:endParaRPr lang="zh-CN" altLang="en-US" sz="2600" i="0" dirty="0">
                  <a:solidFill>
                    <a:srgbClr val="336600"/>
                  </a:solidFill>
                  <a:latin typeface="Arial" panose="020B0604020202020204" pitchFamily="34" charset="0"/>
                  <a:ea typeface="宋体" panose="02010600030101010101" pitchFamily="2" charset="-122"/>
                </a:endParaRPr>
              </a:p>
            </p:txBody>
          </p:sp>
          <p:sp>
            <p:nvSpPr>
              <p:cNvPr id="48218" name="Rectangle 63"/>
              <p:cNvSpPr/>
              <p:nvPr/>
            </p:nvSpPr>
            <p:spPr>
              <a:xfrm>
                <a:off x="707" y="181"/>
                <a:ext cx="412" cy="250"/>
              </a:xfrm>
              <a:prstGeom prst="rect">
                <a:avLst/>
              </a:prstGeom>
              <a:noFill/>
              <a:ln w="9525">
                <a:noFill/>
              </a:ln>
            </p:spPr>
            <p:txBody>
              <a:bodyPr wrap="none" lIns="0" tIns="0" rIns="0" bIns="0">
                <a:spAutoFit/>
              </a:bodyPr>
              <a:lstStyle/>
              <a:p>
                <a:pPr>
                  <a:spcBef>
                    <a:spcPct val="0"/>
                  </a:spcBef>
                </a:pPr>
                <a:r>
                  <a:rPr lang="zh-CN" altLang="en-US" sz="2600" i="0" dirty="0">
                    <a:solidFill>
                      <a:srgbClr val="336600"/>
                    </a:solidFill>
                    <a:latin typeface="宋体" panose="02010600030101010101" pitchFamily="2" charset="-122"/>
                    <a:ea typeface="宋体" panose="02010600030101010101" pitchFamily="2" charset="-122"/>
                  </a:rPr>
                  <a:t>因为</a:t>
                </a:r>
                <a:endParaRPr lang="zh-CN" altLang="en-US" sz="2600" i="0" dirty="0">
                  <a:solidFill>
                    <a:srgbClr val="336600"/>
                  </a:solidFill>
                  <a:latin typeface="Arial" panose="020B0604020202020204" pitchFamily="34" charset="0"/>
                  <a:ea typeface="宋体" panose="02010600030101010101" pitchFamily="2" charset="-122"/>
                </a:endParaRPr>
              </a:p>
            </p:txBody>
          </p:sp>
        </p:grpSp>
      </p:grpSp>
      <p:grpSp>
        <p:nvGrpSpPr>
          <p:cNvPr id="8" name="Group 64"/>
          <p:cNvGrpSpPr/>
          <p:nvPr/>
        </p:nvGrpSpPr>
        <p:grpSpPr>
          <a:xfrm>
            <a:off x="3124200" y="2667000"/>
            <a:ext cx="5594350" cy="561975"/>
            <a:chOff x="1424" y="1771"/>
            <a:chExt cx="4184" cy="354"/>
          </a:xfrm>
        </p:grpSpPr>
        <p:sp>
          <p:nvSpPr>
            <p:cNvPr id="48192" name="Rectangle 65"/>
            <p:cNvSpPr/>
            <p:nvPr/>
          </p:nvSpPr>
          <p:spPr>
            <a:xfrm>
              <a:off x="4897" y="1962"/>
              <a:ext cx="8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93" name="Rectangle 66"/>
            <p:cNvSpPr/>
            <p:nvPr/>
          </p:nvSpPr>
          <p:spPr>
            <a:xfrm>
              <a:off x="3654" y="1962"/>
              <a:ext cx="81" cy="16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3</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94" name="Rectangle 67"/>
            <p:cNvSpPr/>
            <p:nvPr/>
          </p:nvSpPr>
          <p:spPr>
            <a:xfrm>
              <a:off x="4991" y="1808"/>
              <a:ext cx="61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O(aq)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5" name="Rectangle 68"/>
            <p:cNvSpPr/>
            <p:nvPr/>
          </p:nvSpPr>
          <p:spPr>
            <a:xfrm>
              <a:off x="4519" y="1808"/>
              <a:ext cx="31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3H</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6" name="Rectangle 69"/>
            <p:cNvSpPr/>
            <p:nvPr/>
          </p:nvSpPr>
          <p:spPr>
            <a:xfrm>
              <a:off x="4170" y="1808"/>
              <a:ext cx="8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7" name="Rectangle 70"/>
            <p:cNvSpPr/>
            <p:nvPr/>
          </p:nvSpPr>
          <p:spPr>
            <a:xfrm>
              <a:off x="3885" y="1808"/>
              <a:ext cx="261"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8" name="Rectangle 71"/>
            <p:cNvSpPr/>
            <p:nvPr/>
          </p:nvSpPr>
          <p:spPr>
            <a:xfrm>
              <a:off x="3784" y="1808"/>
              <a:ext cx="8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9" name="Rectangle 72"/>
            <p:cNvSpPr/>
            <p:nvPr/>
          </p:nvSpPr>
          <p:spPr>
            <a:xfrm>
              <a:off x="3144" y="1808"/>
              <a:ext cx="467"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0" name="Rectangle 73"/>
            <p:cNvSpPr/>
            <p:nvPr/>
          </p:nvSpPr>
          <p:spPr>
            <a:xfrm>
              <a:off x="2783" y="1808"/>
              <a:ext cx="8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1" name="Rectangle 74"/>
            <p:cNvSpPr/>
            <p:nvPr/>
          </p:nvSpPr>
          <p:spPr>
            <a:xfrm>
              <a:off x="2503" y="1808"/>
              <a:ext cx="283" cy="250"/>
            </a:xfrm>
            <a:prstGeom prst="rect">
              <a:avLst/>
            </a:prstGeom>
            <a:noFill/>
            <a:ln w="9525">
              <a:noFill/>
            </a:ln>
          </p:spPr>
          <p:txBody>
            <a:bodyPr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aq</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2" name="Rectangle 75"/>
            <p:cNvSpPr/>
            <p:nvPr/>
          </p:nvSpPr>
          <p:spPr>
            <a:xfrm>
              <a:off x="2404" y="1808"/>
              <a:ext cx="81"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3" name="Rectangle 76"/>
            <p:cNvSpPr/>
            <p:nvPr/>
          </p:nvSpPr>
          <p:spPr>
            <a:xfrm>
              <a:off x="1816" y="1808"/>
              <a:ext cx="39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5Br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4" name="Rectangle 77"/>
            <p:cNvSpPr/>
            <p:nvPr/>
          </p:nvSpPr>
          <p:spPr>
            <a:xfrm>
              <a:off x="4316" y="1779"/>
              <a:ext cx="136"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5" name="Rectangle 78"/>
            <p:cNvSpPr/>
            <p:nvPr/>
          </p:nvSpPr>
          <p:spPr>
            <a:xfrm>
              <a:off x="2931" y="1779"/>
              <a:ext cx="135"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206" name="Rectangle 79"/>
            <p:cNvSpPr/>
            <p:nvPr/>
          </p:nvSpPr>
          <p:spPr>
            <a:xfrm>
              <a:off x="3657" y="1771"/>
              <a:ext cx="83" cy="163"/>
            </a:xfrm>
            <a:prstGeom prst="rect">
              <a:avLst/>
            </a:prstGeom>
            <a:noFill/>
            <a:ln w="9525">
              <a:noFill/>
            </a:ln>
          </p:spPr>
          <p:txBody>
            <a:bodyPr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207" name="Rectangle 80"/>
            <p:cNvSpPr/>
            <p:nvPr/>
          </p:nvSpPr>
          <p:spPr>
            <a:xfrm>
              <a:off x="2274" y="1771"/>
              <a:ext cx="89" cy="163"/>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graphicFrame>
          <p:nvGraphicFramePr>
            <p:cNvPr id="48137" name="Object 81"/>
            <p:cNvGraphicFramePr>
              <a:graphicFrameLocks/>
            </p:cNvGraphicFramePr>
            <p:nvPr/>
          </p:nvGraphicFramePr>
          <p:xfrm>
            <a:off x="1424" y="1904"/>
            <a:ext cx="410" cy="129"/>
          </p:xfrm>
          <a:graphic>
            <a:graphicData uri="http://schemas.openxmlformats.org/presentationml/2006/ole">
              <p:oleObj spid="_x0000_s155655" r:id="rId5" imgW="650240" imgH="205740" progId="">
                <p:embed/>
              </p:oleObj>
            </a:graphicData>
          </a:graphic>
        </p:graphicFrame>
      </p:grpSp>
      <p:grpSp>
        <p:nvGrpSpPr>
          <p:cNvPr id="9" name="Group 82"/>
          <p:cNvGrpSpPr/>
          <p:nvPr/>
        </p:nvGrpSpPr>
        <p:grpSpPr>
          <a:xfrm>
            <a:off x="838200" y="4800600"/>
            <a:ext cx="7329488" cy="935038"/>
            <a:chOff x="600" y="2992"/>
            <a:chExt cx="4617" cy="660"/>
          </a:xfrm>
        </p:grpSpPr>
        <p:sp>
          <p:nvSpPr>
            <p:cNvPr id="48175" name="Line 83"/>
            <p:cNvSpPr/>
            <p:nvPr/>
          </p:nvSpPr>
          <p:spPr>
            <a:xfrm>
              <a:off x="1576" y="3337"/>
              <a:ext cx="1047" cy="1"/>
            </a:xfrm>
            <a:prstGeom prst="line">
              <a:avLst/>
            </a:prstGeom>
            <a:ln w="19050" cap="flat" cmpd="sng">
              <a:solidFill>
                <a:srgbClr val="000000"/>
              </a:solidFill>
              <a:prstDash val="solid"/>
              <a:headEnd type="none" w="med" len="med"/>
              <a:tailEnd type="none" w="med" len="med"/>
            </a:ln>
          </p:spPr>
        </p:sp>
        <p:sp>
          <p:nvSpPr>
            <p:cNvPr id="48176" name="Line 84"/>
            <p:cNvSpPr/>
            <p:nvPr/>
          </p:nvSpPr>
          <p:spPr>
            <a:xfrm>
              <a:off x="2933" y="3337"/>
              <a:ext cx="1406" cy="1"/>
            </a:xfrm>
            <a:prstGeom prst="line">
              <a:avLst/>
            </a:prstGeom>
            <a:ln w="19050" cap="flat" cmpd="sng">
              <a:solidFill>
                <a:srgbClr val="000000"/>
              </a:solidFill>
              <a:prstDash val="solid"/>
              <a:headEnd type="none" w="med" len="med"/>
              <a:tailEnd type="none" w="med" len="med"/>
            </a:ln>
          </p:spPr>
        </p:sp>
        <p:sp>
          <p:nvSpPr>
            <p:cNvPr id="48177" name="Rectangle 85"/>
            <p:cNvSpPr/>
            <p:nvPr/>
          </p:nvSpPr>
          <p:spPr>
            <a:xfrm>
              <a:off x="2141" y="3171"/>
              <a:ext cx="211" cy="183"/>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78" name="Rectangle 86"/>
            <p:cNvSpPr/>
            <p:nvPr/>
          </p:nvSpPr>
          <p:spPr>
            <a:xfrm>
              <a:off x="5009" y="3177"/>
              <a:ext cx="208"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11</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9" name="Rectangle 87"/>
            <p:cNvSpPr/>
            <p:nvPr/>
          </p:nvSpPr>
          <p:spPr>
            <a:xfrm>
              <a:off x="4936" y="3177"/>
              <a:ext cx="52"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0" name="Rectangle 88"/>
            <p:cNvSpPr/>
            <p:nvPr/>
          </p:nvSpPr>
          <p:spPr>
            <a:xfrm>
              <a:off x="4644" y="3177"/>
              <a:ext cx="208"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47</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1" name="Rectangle 89"/>
            <p:cNvSpPr/>
            <p:nvPr/>
          </p:nvSpPr>
          <p:spPr>
            <a:xfrm>
              <a:off x="3128" y="3372"/>
              <a:ext cx="722"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0.0592V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2" name="Rectangle 90"/>
            <p:cNvSpPr/>
            <p:nvPr/>
          </p:nvSpPr>
          <p:spPr>
            <a:xfrm>
              <a:off x="3308" y="3019"/>
              <a:ext cx="722"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0.5578V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3" name="Rectangle 91"/>
            <p:cNvSpPr/>
            <p:nvPr/>
          </p:nvSpPr>
          <p:spPr>
            <a:xfrm>
              <a:off x="2943" y="3019"/>
              <a:ext cx="104"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5</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4" name="Rectangle 92"/>
            <p:cNvSpPr/>
            <p:nvPr/>
          </p:nvSpPr>
          <p:spPr>
            <a:xfrm>
              <a:off x="1592" y="3372"/>
              <a:ext cx="722"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0.0592V</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5" name="Rectangle 93"/>
            <p:cNvSpPr/>
            <p:nvPr/>
          </p:nvSpPr>
          <p:spPr>
            <a:xfrm>
              <a:off x="600" y="3176"/>
              <a:ext cx="162"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lg</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6" name="Rectangle 94"/>
            <p:cNvSpPr/>
            <p:nvPr/>
          </p:nvSpPr>
          <p:spPr>
            <a:xfrm>
              <a:off x="4416" y="3147"/>
              <a:ext cx="114"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7" name="Rectangle 95"/>
            <p:cNvSpPr/>
            <p:nvPr/>
          </p:nvSpPr>
          <p:spPr>
            <a:xfrm>
              <a:off x="3056" y="3012"/>
              <a:ext cx="209"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8" name="Rectangle 96"/>
            <p:cNvSpPr/>
            <p:nvPr/>
          </p:nvSpPr>
          <p:spPr>
            <a:xfrm>
              <a:off x="2700" y="3147"/>
              <a:ext cx="114"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89" name="Rectangle 97"/>
            <p:cNvSpPr/>
            <p:nvPr/>
          </p:nvSpPr>
          <p:spPr>
            <a:xfrm>
              <a:off x="1344" y="3147"/>
              <a:ext cx="114" cy="28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0" name="Rectangle 98"/>
            <p:cNvSpPr/>
            <p:nvPr/>
          </p:nvSpPr>
          <p:spPr>
            <a:xfrm>
              <a:off x="1795" y="3019"/>
              <a:ext cx="266" cy="28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ZE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91" name="Rectangle 99"/>
            <p:cNvSpPr/>
            <p:nvPr/>
          </p:nvSpPr>
          <p:spPr>
            <a:xfrm>
              <a:off x="878" y="3176"/>
              <a:ext cx="139" cy="28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K</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48135" name="Object 100"/>
            <p:cNvGraphicFramePr>
              <a:graphicFrameLocks/>
            </p:cNvGraphicFramePr>
            <p:nvPr/>
          </p:nvGraphicFramePr>
          <p:xfrm>
            <a:off x="2160" y="2992"/>
            <a:ext cx="171" cy="168"/>
          </p:xfrm>
          <a:graphic>
            <a:graphicData uri="http://schemas.openxmlformats.org/presentationml/2006/ole">
              <p:oleObj spid="_x0000_s155654" r:id="rId6" imgW="271780" imgH="266700" progId="">
                <p:embed/>
              </p:oleObj>
            </a:graphicData>
          </a:graphic>
        </p:graphicFrame>
        <p:graphicFrame>
          <p:nvGraphicFramePr>
            <p:cNvPr id="48136" name="Object 101"/>
            <p:cNvGraphicFramePr>
              <a:graphicFrameLocks/>
            </p:cNvGraphicFramePr>
            <p:nvPr/>
          </p:nvGraphicFramePr>
          <p:xfrm>
            <a:off x="1064" y="3160"/>
            <a:ext cx="171" cy="168"/>
          </p:xfrm>
          <a:graphic>
            <a:graphicData uri="http://schemas.openxmlformats.org/presentationml/2006/ole">
              <p:oleObj spid="_x0000_s155653" r:id="rId7" imgW="271780" imgH="266700" progId="">
                <p:embed/>
              </p:oleObj>
            </a:graphicData>
          </a:graphic>
        </p:graphicFrame>
      </p:grpSp>
      <p:grpSp>
        <p:nvGrpSpPr>
          <p:cNvPr id="10" name="Group 102"/>
          <p:cNvGrpSpPr/>
          <p:nvPr/>
        </p:nvGrpSpPr>
        <p:grpSpPr>
          <a:xfrm>
            <a:off x="2590800" y="5943600"/>
            <a:ext cx="2984500" cy="442913"/>
            <a:chOff x="613" y="3699"/>
            <a:chExt cx="1880" cy="279"/>
          </a:xfrm>
        </p:grpSpPr>
        <p:sp>
          <p:nvSpPr>
            <p:cNvPr id="48167" name="Rectangle 103"/>
            <p:cNvSpPr/>
            <p:nvPr/>
          </p:nvSpPr>
          <p:spPr>
            <a:xfrm>
              <a:off x="2285" y="3707"/>
              <a:ext cx="20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47</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68" name="Rectangle 104"/>
            <p:cNvSpPr/>
            <p:nvPr/>
          </p:nvSpPr>
          <p:spPr>
            <a:xfrm>
              <a:off x="1982" y="3728"/>
              <a:ext cx="20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10</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69" name="Rectangle 105"/>
            <p:cNvSpPr/>
            <p:nvPr/>
          </p:nvSpPr>
          <p:spPr>
            <a:xfrm>
              <a:off x="1494" y="3728"/>
              <a:ext cx="208"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29</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0" name="Rectangle 106"/>
            <p:cNvSpPr/>
            <p:nvPr/>
          </p:nvSpPr>
          <p:spPr>
            <a:xfrm>
              <a:off x="1421" y="3728"/>
              <a:ext cx="52"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1" name="Rectangle 107"/>
            <p:cNvSpPr/>
            <p:nvPr/>
          </p:nvSpPr>
          <p:spPr>
            <a:xfrm>
              <a:off x="1276" y="3728"/>
              <a:ext cx="10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1</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2" name="Rectangle 108"/>
            <p:cNvSpPr/>
            <p:nvPr/>
          </p:nvSpPr>
          <p:spPr>
            <a:xfrm>
              <a:off x="1757" y="3723"/>
              <a:ext cx="209"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3" name="Rectangle 109"/>
            <p:cNvSpPr/>
            <p:nvPr/>
          </p:nvSpPr>
          <p:spPr>
            <a:xfrm>
              <a:off x="1080" y="3699"/>
              <a:ext cx="114" cy="250"/>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74" name="Rectangle 110"/>
            <p:cNvSpPr/>
            <p:nvPr/>
          </p:nvSpPr>
          <p:spPr>
            <a:xfrm>
              <a:off x="613" y="3728"/>
              <a:ext cx="139" cy="250"/>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K</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48134" name="Object 111"/>
            <p:cNvGraphicFramePr>
              <a:graphicFrameLocks/>
            </p:cNvGraphicFramePr>
            <p:nvPr/>
          </p:nvGraphicFramePr>
          <p:xfrm>
            <a:off x="816" y="3704"/>
            <a:ext cx="171" cy="168"/>
          </p:xfrm>
          <a:graphic>
            <a:graphicData uri="http://schemas.openxmlformats.org/presentationml/2006/ole">
              <p:oleObj spid="_x0000_s155652" r:id="rId8" imgW="271780" imgH="266700" progId="">
                <p:embed/>
              </p:oleObj>
            </a:graphicData>
          </a:graphic>
        </p:graphicFrame>
      </p:grpSp>
      <p:grpSp>
        <p:nvGrpSpPr>
          <p:cNvPr id="11" name="Group 112"/>
          <p:cNvGrpSpPr/>
          <p:nvPr/>
        </p:nvGrpSpPr>
        <p:grpSpPr>
          <a:xfrm>
            <a:off x="1143000" y="3429000"/>
            <a:ext cx="6100763" cy="541338"/>
            <a:chOff x="613" y="2187"/>
            <a:chExt cx="4046" cy="442"/>
          </a:xfrm>
        </p:grpSpPr>
        <p:sp>
          <p:nvSpPr>
            <p:cNvPr id="48149" name="Rectangle 113"/>
            <p:cNvSpPr/>
            <p:nvPr/>
          </p:nvSpPr>
          <p:spPr>
            <a:xfrm>
              <a:off x="4443" y="2378"/>
              <a:ext cx="71" cy="21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50" name="Rectangle 114"/>
            <p:cNvSpPr/>
            <p:nvPr/>
          </p:nvSpPr>
          <p:spPr>
            <a:xfrm>
              <a:off x="3965" y="2378"/>
              <a:ext cx="72" cy="21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3</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51" name="Rectangle 115"/>
            <p:cNvSpPr/>
            <p:nvPr/>
          </p:nvSpPr>
          <p:spPr>
            <a:xfrm>
              <a:off x="2140" y="2378"/>
              <a:ext cx="70" cy="21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2</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52" name="Rectangle 116"/>
            <p:cNvSpPr/>
            <p:nvPr/>
          </p:nvSpPr>
          <p:spPr>
            <a:xfrm>
              <a:off x="796" y="2378"/>
              <a:ext cx="222" cy="211"/>
            </a:xfrm>
            <a:prstGeom prst="rect">
              <a:avLst/>
            </a:prstGeom>
            <a:noFill/>
            <a:ln w="9525">
              <a:noFill/>
            </a:ln>
          </p:spPr>
          <p:txBody>
            <a:bodyPr wrap="none" lIns="0" tIns="0" rIns="0" bIns="0">
              <a:spAutoFit/>
            </a:bodyPr>
            <a:lstStyle/>
            <a:p>
              <a:pPr>
                <a:spcBef>
                  <a:spcPct val="0"/>
                </a:spcBef>
              </a:pPr>
              <a:r>
                <a:rPr lang="en-US" altLang="zh-CN" sz="2600" i="0" baseline="-25000" dirty="0">
                  <a:solidFill>
                    <a:srgbClr val="336600"/>
                  </a:solidFill>
                  <a:latin typeface="Times New Roman" panose="02020603050405020304" pitchFamily="18" charset="0"/>
                  <a:ea typeface="宋体" panose="02010600030101010101" pitchFamily="2" charset="-122"/>
                </a:rPr>
                <a:t>MF</a:t>
              </a:r>
              <a:endParaRPr lang="en-US" altLang="zh-CN" sz="2600" i="0" baseline="-25000" dirty="0">
                <a:solidFill>
                  <a:srgbClr val="336600"/>
                </a:solidFill>
                <a:latin typeface="Arial" panose="020B0604020202020204" pitchFamily="34" charset="0"/>
                <a:ea typeface="宋体" panose="02010600030101010101" pitchFamily="2" charset="-122"/>
              </a:endParaRPr>
            </a:p>
          </p:txBody>
        </p:sp>
        <p:sp>
          <p:nvSpPr>
            <p:cNvPr id="48153" name="Rectangle 117"/>
            <p:cNvSpPr/>
            <p:nvPr/>
          </p:nvSpPr>
          <p:spPr>
            <a:xfrm>
              <a:off x="4083" y="2223"/>
              <a:ext cx="304" cy="32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54" name="Rectangle 118"/>
            <p:cNvSpPr/>
            <p:nvPr/>
          </p:nvSpPr>
          <p:spPr>
            <a:xfrm>
              <a:off x="3456" y="2223"/>
              <a:ext cx="486" cy="32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(BrO</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55" name="Rectangle 119"/>
            <p:cNvSpPr/>
            <p:nvPr/>
          </p:nvSpPr>
          <p:spPr>
            <a:xfrm>
              <a:off x="2244" y="2223"/>
              <a:ext cx="304" cy="32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56" name="Rectangle 120"/>
            <p:cNvSpPr/>
            <p:nvPr/>
          </p:nvSpPr>
          <p:spPr>
            <a:xfrm>
              <a:off x="1776" y="2223"/>
              <a:ext cx="316" cy="32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(Br</a:t>
              </a:r>
            </a:p>
          </p:txBody>
        </p:sp>
        <p:sp>
          <p:nvSpPr>
            <p:cNvPr id="48157" name="Rectangle 121"/>
            <p:cNvSpPr/>
            <p:nvPr/>
          </p:nvSpPr>
          <p:spPr>
            <a:xfrm>
              <a:off x="1287" y="2223"/>
              <a:ext cx="54" cy="324"/>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 </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58" name="Rectangle 122"/>
            <p:cNvSpPr/>
            <p:nvPr/>
          </p:nvSpPr>
          <p:spPr>
            <a:xfrm>
              <a:off x="2886" y="2193"/>
              <a:ext cx="119" cy="32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59" name="Rectangle 123"/>
            <p:cNvSpPr/>
            <p:nvPr/>
          </p:nvSpPr>
          <p:spPr>
            <a:xfrm>
              <a:off x="1137" y="2193"/>
              <a:ext cx="119" cy="325"/>
            </a:xfrm>
            <a:prstGeom prst="rect">
              <a:avLst/>
            </a:prstGeom>
            <a:noFill/>
            <a:ln w="9525">
              <a:noFill/>
            </a:ln>
          </p:spPr>
          <p:txBody>
            <a:bodyPr wrap="none" lIns="0" tIns="0" rIns="0" bIns="0">
              <a:spAutoFit/>
            </a:bodyPr>
            <a:lstStyle/>
            <a:p>
              <a:pPr>
                <a:spcBef>
                  <a:spcPct val="0"/>
                </a:spcBef>
              </a:pPr>
              <a:r>
                <a:rPr lang="en-US" altLang="zh-CN" sz="2600" i="0" dirty="0">
                  <a:solidFill>
                    <a:srgbClr val="336600"/>
                  </a:solidFill>
                  <a:latin typeface="Symbol" panose="05050102010706020507" pitchFamily="18" charset="2"/>
                  <a:ea typeface="宋体" panose="02010600030101010101" pitchFamily="2" charset="-122"/>
                </a:rPr>
                <a:t>=</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60" name="Rectangle 124"/>
            <p:cNvSpPr/>
            <p:nvPr/>
          </p:nvSpPr>
          <p:spPr>
            <a:xfrm>
              <a:off x="3970" y="2187"/>
              <a:ext cx="78" cy="21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161" name="Rectangle 125"/>
            <p:cNvSpPr/>
            <p:nvPr/>
          </p:nvSpPr>
          <p:spPr>
            <a:xfrm>
              <a:off x="2638" y="2187"/>
              <a:ext cx="79" cy="211"/>
            </a:xfrm>
            <a:prstGeom prst="rect">
              <a:avLst/>
            </a:prstGeom>
            <a:noFill/>
            <a:ln w="9525">
              <a:noFill/>
            </a:ln>
          </p:spPr>
          <p:txBody>
            <a:bodyPr wrap="none" lIns="0" tIns="0" rIns="0" bIns="0">
              <a:spAutoFit/>
            </a:bodyPr>
            <a:lstStyle/>
            <a:p>
              <a:pPr>
                <a:spcBef>
                  <a:spcPct val="0"/>
                </a:spcBef>
              </a:pPr>
              <a:r>
                <a:rPr lang="en-US" altLang="zh-CN" sz="2600" i="0" baseline="30000" dirty="0">
                  <a:solidFill>
                    <a:srgbClr val="336600"/>
                  </a:solidFill>
                  <a:latin typeface="Symbol" panose="05050102010706020507" pitchFamily="18" charset="2"/>
                  <a:ea typeface="宋体" panose="02010600030101010101" pitchFamily="2" charset="-122"/>
                </a:rPr>
                <a:t>-</a:t>
              </a:r>
              <a:endParaRPr lang="en-US" altLang="zh-CN" sz="2600" i="0" baseline="30000" dirty="0">
                <a:solidFill>
                  <a:srgbClr val="336600"/>
                </a:solidFill>
                <a:latin typeface="Arial" panose="020B0604020202020204" pitchFamily="34" charset="0"/>
                <a:ea typeface="宋体" panose="02010600030101010101" pitchFamily="2" charset="-122"/>
              </a:endParaRPr>
            </a:p>
          </p:txBody>
        </p:sp>
        <p:sp>
          <p:nvSpPr>
            <p:cNvPr id="48162" name="Rectangle 126"/>
            <p:cNvSpPr/>
            <p:nvPr/>
          </p:nvSpPr>
          <p:spPr>
            <a:xfrm>
              <a:off x="3104" y="2223"/>
              <a:ext cx="146" cy="324"/>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63" name="Rectangle 127"/>
            <p:cNvSpPr/>
            <p:nvPr/>
          </p:nvSpPr>
          <p:spPr>
            <a:xfrm>
              <a:off x="1365" y="2223"/>
              <a:ext cx="146" cy="324"/>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sp>
          <p:nvSpPr>
            <p:cNvPr id="48164" name="Rectangle 128"/>
            <p:cNvSpPr/>
            <p:nvPr/>
          </p:nvSpPr>
          <p:spPr>
            <a:xfrm>
              <a:off x="613" y="2223"/>
              <a:ext cx="146" cy="324"/>
            </a:xfrm>
            <a:prstGeom prst="rect">
              <a:avLst/>
            </a:prstGeom>
            <a:noFill/>
            <a:ln w="9525">
              <a:noFill/>
            </a:ln>
          </p:spPr>
          <p:txBody>
            <a:bodyPr wrap="none" lIns="0" tIns="0" rIns="0" bIns="0">
              <a:spAutoFit/>
            </a:bodyPr>
            <a:lstStyle/>
            <a:p>
              <a:pPr>
                <a:spcBef>
                  <a:spcPct val="0"/>
                </a:spcBef>
              </a:pPr>
              <a:r>
                <a:rPr lang="en-US" altLang="zh-CN" sz="2600" dirty="0">
                  <a:solidFill>
                    <a:srgbClr val="336600"/>
                  </a:solidFill>
                  <a:latin typeface="Times New Roman" panose="02020603050405020304" pitchFamily="18" charset="0"/>
                  <a:ea typeface="宋体" panose="02010600030101010101" pitchFamily="2" charset="-122"/>
                </a:rPr>
                <a:t>E</a:t>
              </a:r>
              <a:endParaRPr lang="en-US" altLang="zh-CN" sz="2600" i="0" dirty="0">
                <a:solidFill>
                  <a:srgbClr val="336600"/>
                </a:solidFill>
                <a:latin typeface="Arial" panose="020B0604020202020204" pitchFamily="34" charset="0"/>
                <a:ea typeface="宋体" panose="02010600030101010101" pitchFamily="2" charset="-122"/>
              </a:endParaRPr>
            </a:p>
          </p:txBody>
        </p:sp>
        <p:graphicFrame>
          <p:nvGraphicFramePr>
            <p:cNvPr id="48131" name="Object 129"/>
            <p:cNvGraphicFramePr>
              <a:graphicFrameLocks/>
            </p:cNvGraphicFramePr>
            <p:nvPr/>
          </p:nvGraphicFramePr>
          <p:xfrm>
            <a:off x="808" y="2200"/>
            <a:ext cx="171" cy="168"/>
          </p:xfrm>
          <a:graphic>
            <a:graphicData uri="http://schemas.openxmlformats.org/presentationml/2006/ole">
              <p:oleObj spid="_x0000_s155651" r:id="rId9" imgW="20669250" imgH="13163550" progId="">
                <p:embed/>
              </p:oleObj>
            </a:graphicData>
          </a:graphic>
        </p:graphicFrame>
        <p:graphicFrame>
          <p:nvGraphicFramePr>
            <p:cNvPr id="48132" name="Object 130"/>
            <p:cNvGraphicFramePr>
              <a:graphicFrameLocks/>
            </p:cNvGraphicFramePr>
            <p:nvPr/>
          </p:nvGraphicFramePr>
          <p:xfrm>
            <a:off x="1536" y="2208"/>
            <a:ext cx="171" cy="168"/>
          </p:xfrm>
          <a:graphic>
            <a:graphicData uri="http://schemas.openxmlformats.org/presentationml/2006/ole">
              <p:oleObj spid="_x0000_s155650" r:id="rId10" imgW="271780" imgH="266700" progId="">
                <p:embed/>
              </p:oleObj>
            </a:graphicData>
          </a:graphic>
        </p:graphicFrame>
        <p:graphicFrame>
          <p:nvGraphicFramePr>
            <p:cNvPr id="48133" name="Object 131"/>
            <p:cNvGraphicFramePr>
              <a:graphicFrameLocks/>
            </p:cNvGraphicFramePr>
            <p:nvPr/>
          </p:nvGraphicFramePr>
          <p:xfrm>
            <a:off x="3264" y="2208"/>
            <a:ext cx="171" cy="168"/>
          </p:xfrm>
          <a:graphic>
            <a:graphicData uri="http://schemas.openxmlformats.org/presentationml/2006/ole">
              <p:oleObj spid="_x0000_s155649" r:id="rId11" imgW="271780" imgH="266700" progId="">
                <p:embed/>
              </p:oleObj>
            </a:graphicData>
          </a:graphic>
        </p:graphicFrame>
        <p:sp>
          <p:nvSpPr>
            <p:cNvPr id="48165" name="Rectangle 132"/>
            <p:cNvSpPr/>
            <p:nvPr/>
          </p:nvSpPr>
          <p:spPr>
            <a:xfrm>
              <a:off x="2688" y="2230"/>
              <a:ext cx="185" cy="399"/>
            </a:xfrm>
            <a:prstGeom prst="rect">
              <a:avLst/>
            </a:prstGeom>
            <a:noFill/>
            <a:ln w="9525">
              <a:noFill/>
            </a:ln>
          </p:spPr>
          <p:txBody>
            <a:bodyPr>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p>
          </p:txBody>
        </p:sp>
        <p:sp>
          <p:nvSpPr>
            <p:cNvPr id="48166" name="Rectangle 133"/>
            <p:cNvSpPr/>
            <p:nvPr/>
          </p:nvSpPr>
          <p:spPr>
            <a:xfrm>
              <a:off x="4464" y="2214"/>
              <a:ext cx="195" cy="399"/>
            </a:xfrm>
            <a:prstGeom prst="rect">
              <a:avLst/>
            </a:prstGeom>
            <a:noFill/>
            <a:ln w="9525">
              <a:noFill/>
            </a:ln>
          </p:spPr>
          <p:txBody>
            <a:bodyPr wrap="none">
              <a:spAutoFit/>
            </a:bodyPr>
            <a:lstStyle/>
            <a:p>
              <a:pPr>
                <a:spcBef>
                  <a:spcPct val="0"/>
                </a:spcBef>
              </a:pPr>
              <a:r>
                <a:rPr lang="en-US" altLang="zh-CN" sz="2600" i="0" dirty="0">
                  <a:solidFill>
                    <a:srgbClr val="336600"/>
                  </a:solidFill>
                  <a:latin typeface="Times New Roman" panose="02020603050405020304" pitchFamily="18" charset="0"/>
                  <a:ea typeface="宋体" panose="02010600030101010101" pitchFamily="2" charset="-122"/>
                </a:rPr>
                <a:t>)</a:t>
              </a:r>
            </a:p>
          </p:txBody>
        </p:sp>
      </p:grpSp>
      <p:sp>
        <p:nvSpPr>
          <p:cNvPr id="48147" name="Rectangle 143"/>
          <p:cNvSpPr/>
          <p:nvPr/>
        </p:nvSpPr>
        <p:spPr>
          <a:xfrm>
            <a:off x="7924800" y="1143000"/>
            <a:ext cx="847725" cy="488950"/>
          </a:xfrm>
          <a:prstGeom prst="rect">
            <a:avLst/>
          </a:prstGeom>
          <a:noFill/>
          <a:ln w="9525">
            <a:noFill/>
          </a:ln>
        </p:spPr>
        <p:txBody>
          <a:bodyPr wrap="none">
            <a:spAutoFit/>
          </a:bodyPr>
          <a:lstStyle/>
          <a:p>
            <a:pPr>
              <a:spcBef>
                <a:spcPct val="0"/>
              </a:spcBef>
            </a:pPr>
            <a:r>
              <a:rPr lang="zh-CN" altLang="en-US" sz="2600" i="0" dirty="0">
                <a:solidFill>
                  <a:srgbClr val="336600"/>
                </a:solidFill>
                <a:latin typeface="Arial" panose="020B0604020202020204" pitchFamily="34" charset="0"/>
                <a:ea typeface="宋体" panose="02010600030101010101" pitchFamily="2" charset="-122"/>
              </a:rPr>
              <a:t>所以</a:t>
            </a:r>
          </a:p>
        </p:txBody>
      </p:sp>
      <p:sp>
        <p:nvSpPr>
          <p:cNvPr id="148624" name="Rectangle 144"/>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wipe(left)">
                                      <p:cBhvr>
                                        <p:cTn id="4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8066" name="Rectangle 2"/>
          <p:cNvSpPr/>
          <p:nvPr/>
        </p:nvSpPr>
        <p:spPr>
          <a:xfrm>
            <a:off x="4191000" y="533400"/>
            <a:ext cx="4267200" cy="658813"/>
          </a:xfrm>
          <a:prstGeom prst="rect">
            <a:avLst/>
          </a:prstGeom>
          <a:gradFill rotWithShape="1">
            <a:gsLst>
              <a:gs pos="0">
                <a:srgbClr val="595959"/>
              </a:gs>
              <a:gs pos="50000">
                <a:srgbClr val="C0C0C0"/>
              </a:gs>
              <a:gs pos="100000">
                <a:srgbClr val="595959"/>
              </a:gs>
            </a:gsLst>
            <a:lin ang="5400000" scaled="1"/>
            <a:tileRect/>
          </a:gradFill>
          <a:ln w="9525">
            <a:noFill/>
          </a:ln>
        </p:spPr>
        <p:txBody>
          <a:bodyPr anchor="ctr" anchorCtr="0"/>
          <a:lstStyle/>
          <a:p>
            <a:pPr>
              <a:spcBef>
                <a:spcPct val="0"/>
              </a:spcBef>
            </a:pPr>
            <a:r>
              <a:rPr lang="zh-CN" altLang="en-US" sz="2600" dirty="0">
                <a:solidFill>
                  <a:srgbClr val="0000CC"/>
                </a:solidFill>
                <a:latin typeface="Times New Roman" panose="02020603050405020304" pitchFamily="18" charset="0"/>
              </a:rPr>
              <a:t>解释元素的氧化还原特性</a:t>
            </a:r>
          </a:p>
        </p:txBody>
      </p:sp>
      <p:grpSp>
        <p:nvGrpSpPr>
          <p:cNvPr id="88067" name="Group 3"/>
          <p:cNvGrpSpPr/>
          <p:nvPr/>
        </p:nvGrpSpPr>
        <p:grpSpPr>
          <a:xfrm>
            <a:off x="2362200" y="115888"/>
            <a:ext cx="6553200" cy="1255712"/>
            <a:chOff x="336" y="336"/>
            <a:chExt cx="5280" cy="480"/>
          </a:xfrm>
        </p:grpSpPr>
        <p:sp>
          <p:nvSpPr>
            <p:cNvPr id="88108" name="Rectangle 4"/>
            <p:cNvSpPr/>
            <p:nvPr/>
          </p:nvSpPr>
          <p:spPr>
            <a:xfrm>
              <a:off x="336" y="432"/>
              <a:ext cx="5280" cy="384"/>
            </a:xfrm>
            <a:prstGeom prst="rect">
              <a:avLst/>
            </a:prstGeom>
            <a:noFill/>
            <a:ln w="57150" cap="flat" cmpd="sng">
              <a:solidFill>
                <a:schemeClr val="tx1"/>
              </a:solidFill>
              <a:prstDash val="solid"/>
              <a:miter/>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156676" name="Text Box 5"/>
            <p:cNvSpPr txBox="1">
              <a:spLocks noChangeArrowheads="1"/>
            </p:cNvSpPr>
            <p:nvPr/>
          </p:nvSpPr>
          <p:spPr bwMode="auto">
            <a:xfrm>
              <a:off x="432" y="336"/>
              <a:ext cx="1296" cy="187"/>
            </a:xfrm>
            <a:prstGeom prst="rect">
              <a:avLst/>
            </a:prstGeom>
            <a:gradFill rotWithShape="1">
              <a:gsLst>
                <a:gs pos="0">
                  <a:srgbClr val="000076"/>
                </a:gs>
                <a:gs pos="50000">
                  <a:srgbClr val="0000FF"/>
                </a:gs>
                <a:gs pos="100000">
                  <a:srgbClr val="000076"/>
                </a:gs>
              </a:gsLst>
              <a:lin ang="5400000" scaled="1"/>
            </a:gradFill>
            <a:ln w="9525">
              <a:noFill/>
              <a:miter lim="800000"/>
            </a:ln>
            <a:effectLst>
              <a:outerShdw dist="107763" dir="2700000" algn="ctr" rotWithShape="0">
                <a:srgbClr val="00FF99"/>
              </a:outerShdw>
            </a:effectLst>
          </p:spPr>
          <p:txBody>
            <a:bodyPr>
              <a:spAutoFit/>
            </a:bodyPr>
            <a:lstStyle/>
            <a:p>
              <a:pPr marR="0" defTabSz="914400">
                <a:buClrTx/>
                <a:buSzTx/>
                <a:buFontTx/>
                <a:buNone/>
                <a:defRPr/>
              </a:pPr>
              <a:r>
                <a:rPr kumimoji="0" lang="zh-CN" altLang="en-US" sz="2600" kern="1200" cap="none" spc="0" normalizeH="0" baseline="0" noProof="0" smtClean="0">
                  <a:solidFill>
                    <a:srgbClr val="FF5050"/>
                  </a:solidFill>
                  <a:latin typeface="Times New Roman" panose="02020603050405020304" pitchFamily="18" charset="0"/>
                  <a:ea typeface="幼圆" panose="02010509060101010101" pitchFamily="49" charset="-122"/>
                  <a:cs typeface="+mn-cs"/>
                </a:rPr>
                <a:t>应用 </a:t>
              </a:r>
              <a:r>
                <a:rPr kumimoji="0" lang="en-US" altLang="zh-CN" sz="2600" kern="1200" cap="none" spc="0" normalizeH="0" baseline="0" noProof="0" smtClean="0">
                  <a:solidFill>
                    <a:srgbClr val="FF5050"/>
                  </a:solidFill>
                  <a:latin typeface="Times New Roman" panose="02020603050405020304" pitchFamily="18" charset="0"/>
                  <a:ea typeface="幼圆" panose="02010509060101010101" pitchFamily="49" charset="-122"/>
                  <a:cs typeface="+mn-cs"/>
                </a:rPr>
                <a:t>3</a:t>
              </a:r>
            </a:p>
          </p:txBody>
        </p:sp>
      </p:grpSp>
      <p:sp>
        <p:nvSpPr>
          <p:cNvPr id="147462" name="Rectangle 6"/>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
        <p:nvSpPr>
          <p:cNvPr id="147463" name="Text Box 7"/>
          <p:cNvSpPr txBox="1"/>
          <p:nvPr/>
        </p:nvSpPr>
        <p:spPr>
          <a:xfrm>
            <a:off x="2057400" y="3962400"/>
            <a:ext cx="6858000" cy="488950"/>
          </a:xfrm>
          <a:prstGeom prst="rect">
            <a:avLst/>
          </a:prstGeom>
          <a:noFill/>
          <a:ln w="9525">
            <a:noFill/>
          </a:ln>
        </p:spPr>
        <p:txBody>
          <a:bodyPr>
            <a:spAutoFit/>
          </a:bodyPr>
          <a:lstStyle/>
          <a:p>
            <a:pPr algn="ctr"/>
            <a:r>
              <a:rPr lang="en-US" altLang="zh-CN" sz="2600" i="0" dirty="0">
                <a:solidFill>
                  <a:srgbClr val="0000CC"/>
                </a:solidFill>
                <a:latin typeface="Times New Roman" panose="02020603050405020304" pitchFamily="18" charset="0"/>
                <a:ea typeface="幼圆" panose="02010509060101010101" pitchFamily="49" charset="-122"/>
              </a:rPr>
              <a:t>Fe + 2H</a:t>
            </a:r>
            <a:r>
              <a:rPr lang="en-US" altLang="zh-CN" sz="2600" i="0" baseline="3000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  </a:t>
            </a:r>
            <a:r>
              <a:rPr lang="en-US" altLang="zh-CN" sz="2600" i="0" dirty="0">
                <a:solidFill>
                  <a:srgbClr val="0000CC"/>
                </a:solidFill>
                <a:latin typeface="宋体" panose="02010600030101010101" pitchFamily="2" charset="-122"/>
                <a:ea typeface="宋体" panose="02010600030101010101" pitchFamily="2" charset="-122"/>
              </a:rPr>
              <a:t>→</a:t>
            </a:r>
            <a:r>
              <a:rPr lang="en-US" altLang="zh-CN" sz="2600" i="0" dirty="0">
                <a:solidFill>
                  <a:srgbClr val="0000CC"/>
                </a:solidFill>
                <a:latin typeface="Times New Roman" panose="02020603050405020304" pitchFamily="18" charset="0"/>
                <a:ea typeface="幼圆" panose="02010509060101010101" pitchFamily="49" charset="-122"/>
              </a:rPr>
              <a:t>  Fe</a:t>
            </a:r>
            <a:r>
              <a:rPr lang="en-US" altLang="zh-CN" sz="2600" i="0" baseline="30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 + H</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a:t>
            </a:r>
          </a:p>
        </p:txBody>
      </p:sp>
      <p:sp>
        <p:nvSpPr>
          <p:cNvPr id="147464" name="Text Box 8"/>
          <p:cNvSpPr txBox="1">
            <a:spLocks noChangeArrowheads="1"/>
          </p:cNvSpPr>
          <p:nvPr/>
        </p:nvSpPr>
        <p:spPr bwMode="auto">
          <a:xfrm>
            <a:off x="457200" y="2971800"/>
            <a:ext cx="8382000" cy="885825"/>
          </a:xfrm>
          <a:prstGeom prst="rect">
            <a:avLst/>
          </a:prstGeom>
          <a:gradFill rotWithShape="1">
            <a:gsLst>
              <a:gs pos="0">
                <a:srgbClr val="595959"/>
              </a:gs>
              <a:gs pos="50000">
                <a:srgbClr val="C0C0C0"/>
              </a:gs>
              <a:gs pos="100000">
                <a:srgbClr val="595959"/>
              </a:gs>
            </a:gsLst>
            <a:lin ang="5400000" scaled="1"/>
          </a:gradFill>
          <a:ln w="9525">
            <a:noFill/>
            <a:miter lim="800000"/>
          </a:ln>
          <a:effectLst>
            <a:outerShdw dist="107763" dir="2700000" algn="ctr" rotWithShape="0">
              <a:schemeClr val="bg2"/>
            </a:outerShdw>
          </a:effectLst>
        </p:spPr>
        <p:txBody>
          <a:bodyPr lIns="36000" rIns="36000">
            <a:spAutoFit/>
          </a:bodyPr>
          <a:lstStyle/>
          <a:p>
            <a:pPr marR="0" defTabSz="914400">
              <a:buClrTx/>
              <a:buSzTx/>
              <a:buFontTx/>
              <a:buNone/>
              <a:defRPr/>
            </a:pPr>
            <a:r>
              <a:rPr kumimoji="0" lang="en-US" altLang="zh-CN" sz="2600" i="0" kern="1200" cap="none" spc="0" normalizeH="0" baseline="0" noProof="0" smtClean="0">
                <a:solidFill>
                  <a:srgbClr val="0000CC"/>
                </a:solidFill>
                <a:latin typeface="楷体_GB2312" pitchFamily="49" charset="-122"/>
                <a:ea typeface="楷体_GB2312" pitchFamily="49" charset="-122"/>
                <a:cs typeface="+mn-cs"/>
              </a:rPr>
              <a:t>    </a:t>
            </a: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故在非氧化性稀酸</a:t>
            </a:r>
            <a:r>
              <a:rPr kumimoji="0" lang="en-US" altLang="zh-CN" sz="2600" i="0" kern="1200" cap="none" spc="0" normalizeH="0" baseline="0" noProof="0" smtClean="0">
                <a:solidFill>
                  <a:srgbClr val="0000CC"/>
                </a:solidFill>
                <a:latin typeface="楷体_GB2312" pitchFamily="49" charset="-122"/>
                <a:ea typeface="楷体_GB2312" pitchFamily="49" charset="-122"/>
                <a:cs typeface="+mn-cs"/>
              </a:rPr>
              <a:t>(</a:t>
            </a: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如稀盐酸或稀硫酸</a:t>
            </a:r>
            <a:r>
              <a:rPr kumimoji="0" lang="en-US" altLang="zh-CN" sz="2600" i="0" kern="1200" cap="none" spc="0" normalizeH="0" baseline="0" noProof="0" smtClean="0">
                <a:solidFill>
                  <a:srgbClr val="0000CC"/>
                </a:solidFill>
                <a:latin typeface="楷体_GB2312" pitchFamily="49" charset="-122"/>
                <a:ea typeface="楷体_GB2312" pitchFamily="49" charset="-122"/>
                <a:cs typeface="+mn-cs"/>
              </a:rPr>
              <a:t>)</a:t>
            </a: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中金属铁只能被氧化为</a:t>
            </a:r>
            <a:r>
              <a:rPr kumimoji="0" lang="en-US" altLang="zh-CN" sz="2600" i="0" kern="1200" cap="none" spc="0" normalizeH="0" baseline="0" noProof="0" smtClean="0">
                <a:solidFill>
                  <a:srgbClr val="0000CC"/>
                </a:solidFill>
                <a:latin typeface="楷体_GB2312" pitchFamily="49" charset="-122"/>
                <a:ea typeface="楷体_GB2312" pitchFamily="49" charset="-122"/>
                <a:cs typeface="+mn-cs"/>
              </a:rPr>
              <a:t>Fe</a:t>
            </a:r>
            <a:r>
              <a:rPr kumimoji="0" lang="en-US" altLang="zh-CN" sz="2600" i="0" kern="1200" cap="none" spc="0" normalizeH="0" baseline="30000" noProof="0" smtClean="0">
                <a:solidFill>
                  <a:srgbClr val="0000CC"/>
                </a:solidFill>
                <a:latin typeface="楷体_GB2312" pitchFamily="49" charset="-122"/>
                <a:ea typeface="楷体_GB2312" pitchFamily="49" charset="-122"/>
                <a:cs typeface="+mn-cs"/>
              </a:rPr>
              <a:t>2+</a:t>
            </a: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a:t>
            </a:r>
            <a:r>
              <a:rPr kumimoji="0" lang="zh-CN" altLang="en-US" sz="2600" kern="1200" cap="none" spc="0" normalizeH="0" baseline="0" noProof="0" smtClean="0">
                <a:solidFill>
                  <a:srgbClr val="0000CC"/>
                </a:solidFill>
                <a:latin typeface="楷体_GB2312" pitchFamily="49" charset="-122"/>
                <a:ea typeface="楷体_GB2312" pitchFamily="49" charset="-122"/>
                <a:cs typeface="+mn-cs"/>
              </a:rPr>
              <a:t>都大于</a:t>
            </a:r>
            <a:r>
              <a:rPr kumimoji="0" lang="en-US" altLang="zh-CN" sz="2600" kern="1200" cap="none" spc="0" normalizeH="0" baseline="0" noProof="0" smtClean="0">
                <a:solidFill>
                  <a:srgbClr val="0000CC"/>
                </a:solidFill>
                <a:latin typeface="楷体_GB2312" pitchFamily="49" charset="-122"/>
                <a:ea typeface="楷体_GB2312" pitchFamily="49" charset="-122"/>
                <a:cs typeface="+mn-cs"/>
              </a:rPr>
              <a:t>0.2V</a:t>
            </a:r>
            <a:r>
              <a:rPr kumimoji="0" lang="zh-CN" altLang="en-US" sz="2600" kern="1200" cap="none" spc="0" normalizeH="0" baseline="0" noProof="0" smtClean="0">
                <a:solidFill>
                  <a:srgbClr val="0000CC"/>
                </a:solidFill>
                <a:latin typeface="楷体_GB2312" pitchFamily="49" charset="-122"/>
                <a:ea typeface="楷体_GB2312" pitchFamily="49" charset="-122"/>
                <a:cs typeface="+mn-cs"/>
              </a:rPr>
              <a:t>、或小于</a:t>
            </a:r>
            <a:r>
              <a:rPr kumimoji="0" lang="en-US" altLang="zh-CN" sz="2600" kern="1200" cap="none" spc="0" normalizeH="0" baseline="0" noProof="0" smtClean="0">
                <a:solidFill>
                  <a:srgbClr val="0000CC"/>
                </a:solidFill>
                <a:latin typeface="楷体_GB2312" pitchFamily="49" charset="-122"/>
                <a:ea typeface="楷体_GB2312" pitchFamily="49" charset="-122"/>
                <a:cs typeface="+mn-cs"/>
              </a:rPr>
              <a:t>-0.2V</a:t>
            </a:r>
            <a:r>
              <a:rPr kumimoji="0" lang="zh-CN" altLang="en-US" sz="2600" i="0" kern="1200" cap="none" spc="0" normalizeH="0" baseline="0" noProof="0" smtClean="0">
                <a:solidFill>
                  <a:srgbClr val="0000CC"/>
                </a:solidFill>
                <a:latin typeface="楷体_GB2312" pitchFamily="49" charset="-122"/>
                <a:ea typeface="楷体_GB2312" pitchFamily="49" charset="-122"/>
                <a:cs typeface="+mn-cs"/>
              </a:rPr>
              <a:t>）</a:t>
            </a:r>
          </a:p>
        </p:txBody>
      </p:sp>
      <p:grpSp>
        <p:nvGrpSpPr>
          <p:cNvPr id="88071" name="Group 9"/>
          <p:cNvGrpSpPr/>
          <p:nvPr/>
        </p:nvGrpSpPr>
        <p:grpSpPr>
          <a:xfrm>
            <a:off x="1752600" y="1371600"/>
            <a:ext cx="7010400" cy="842963"/>
            <a:chOff x="240" y="864"/>
            <a:chExt cx="5376" cy="690"/>
          </a:xfrm>
        </p:grpSpPr>
        <p:sp>
          <p:nvSpPr>
            <p:cNvPr id="88096" name="Text Box 10"/>
            <p:cNvSpPr txBox="1"/>
            <p:nvPr/>
          </p:nvSpPr>
          <p:spPr>
            <a:xfrm>
              <a:off x="912" y="1036"/>
              <a:ext cx="289" cy="400"/>
            </a:xfrm>
            <a:prstGeom prst="rect">
              <a:avLst/>
            </a:prstGeom>
            <a:noFill/>
            <a:ln w="9525">
              <a:noFill/>
            </a:ln>
          </p:spPr>
          <p:txBody>
            <a:bodyPr>
              <a:spAutoFit/>
            </a:bodyPr>
            <a:lstStyle/>
            <a:p>
              <a:r>
                <a:rPr lang="en-US" altLang="zh-CN" sz="2600" dirty="0">
                  <a:solidFill>
                    <a:srgbClr val="336600"/>
                  </a:solidFill>
                  <a:latin typeface="Times New Roman" panose="02020603050405020304" pitchFamily="18" charset="0"/>
                  <a:ea typeface="Arial Unicode MS" panose="020B0604020202020204" charset="-122"/>
                </a:rPr>
                <a:t>E</a:t>
              </a:r>
            </a:p>
          </p:txBody>
        </p:sp>
        <p:sp>
          <p:nvSpPr>
            <p:cNvPr id="88097" name="Text Box 11"/>
            <p:cNvSpPr txBox="1"/>
            <p:nvPr/>
          </p:nvSpPr>
          <p:spPr>
            <a:xfrm>
              <a:off x="1201" y="1036"/>
              <a:ext cx="575" cy="400"/>
            </a:xfrm>
            <a:prstGeom prst="rect">
              <a:avLst/>
            </a:prstGeom>
            <a:noFill/>
            <a:ln w="9525">
              <a:noFill/>
            </a:ln>
          </p:spPr>
          <p:txBody>
            <a:bodyPr>
              <a:spAutoFit/>
            </a:bodyPr>
            <a:lstStyle/>
            <a:p>
              <a:r>
                <a:rPr lang="en-US" altLang="zh-CN" sz="2600" i="0" dirty="0">
                  <a:solidFill>
                    <a:srgbClr val="336600"/>
                  </a:solidFill>
                  <a:latin typeface="Times New Roman" panose="02020603050405020304" pitchFamily="18" charset="0"/>
                  <a:ea typeface="Arial Unicode MS" panose="020B0604020202020204" charset="-122"/>
                </a:rPr>
                <a:t>/V</a:t>
              </a:r>
            </a:p>
          </p:txBody>
        </p:sp>
        <p:sp>
          <p:nvSpPr>
            <p:cNvPr id="88098" name="Text Box 12"/>
            <p:cNvSpPr txBox="1"/>
            <p:nvPr/>
          </p:nvSpPr>
          <p:spPr>
            <a:xfrm>
              <a:off x="1104" y="1207"/>
              <a:ext cx="191" cy="287"/>
            </a:xfrm>
            <a:prstGeom prst="rect">
              <a:avLst/>
            </a:prstGeom>
            <a:noFill/>
            <a:ln w="9525">
              <a:noFill/>
            </a:ln>
          </p:spPr>
          <p:txBody>
            <a:bodyPr>
              <a:spAutoFit/>
            </a:bodyPr>
            <a:lstStyle/>
            <a:p>
              <a:r>
                <a:rPr lang="en-US" altLang="zh-CN" sz="2600" i="0" baseline="-25000" dirty="0">
                  <a:solidFill>
                    <a:srgbClr val="336600"/>
                  </a:solidFill>
                  <a:latin typeface="Times New Roman" panose="02020603050405020304" pitchFamily="18" charset="0"/>
                  <a:ea typeface="Arial Unicode MS" panose="020B0604020202020204" charset="-122"/>
                </a:rPr>
                <a:t>A</a:t>
              </a:r>
            </a:p>
          </p:txBody>
        </p:sp>
        <p:grpSp>
          <p:nvGrpSpPr>
            <p:cNvPr id="88099" name="Group 13"/>
            <p:cNvGrpSpPr/>
            <p:nvPr/>
          </p:nvGrpSpPr>
          <p:grpSpPr>
            <a:xfrm>
              <a:off x="2064" y="1008"/>
              <a:ext cx="3552" cy="546"/>
              <a:chOff x="2064" y="1008"/>
              <a:chExt cx="3552" cy="546"/>
            </a:xfrm>
          </p:grpSpPr>
          <p:sp>
            <p:nvSpPr>
              <p:cNvPr id="88104" name="Text Box 14"/>
              <p:cNvSpPr txBox="1"/>
              <p:nvPr/>
            </p:nvSpPr>
            <p:spPr>
              <a:xfrm>
                <a:off x="2064" y="1154"/>
                <a:ext cx="3552" cy="400"/>
              </a:xfrm>
              <a:prstGeom prst="rect">
                <a:avLst/>
              </a:prstGeom>
              <a:noFill/>
              <a:ln w="9525">
                <a:noFill/>
              </a:ln>
            </p:spPr>
            <p:txBody>
              <a:bodyPr>
                <a:spAutoFit/>
              </a:bodyPr>
              <a:lstStyle/>
              <a:p>
                <a:r>
                  <a:rPr lang="en-US" altLang="zh-CN" sz="2600" i="0" dirty="0">
                    <a:solidFill>
                      <a:srgbClr val="336600"/>
                    </a:solidFill>
                    <a:latin typeface="Times New Roman" panose="02020603050405020304" pitchFamily="18" charset="0"/>
                    <a:ea typeface="Arial Unicode MS" panose="020B0604020202020204" charset="-122"/>
                  </a:rPr>
                  <a:t>    Fe</a:t>
                </a:r>
                <a:r>
                  <a:rPr lang="en-US" altLang="zh-CN" sz="2600" i="0" baseline="30000" dirty="0">
                    <a:solidFill>
                      <a:srgbClr val="336600"/>
                    </a:solidFill>
                    <a:latin typeface="Times New Roman" panose="02020603050405020304" pitchFamily="18" charset="0"/>
                    <a:ea typeface="宋体" panose="02010600030101010101" pitchFamily="2" charset="-122"/>
                  </a:rPr>
                  <a:t>3+</a:t>
                </a:r>
                <a:r>
                  <a:rPr lang="en-US" altLang="zh-CN" sz="2600" i="0" baseline="-25000" dirty="0">
                    <a:solidFill>
                      <a:srgbClr val="336600"/>
                    </a:solidFill>
                    <a:latin typeface="Times New Roman" panose="02020603050405020304" pitchFamily="18" charset="0"/>
                    <a:ea typeface="Arial Unicode MS" panose="020B0604020202020204" charset="-122"/>
                  </a:rPr>
                  <a:t>                    </a:t>
                </a:r>
                <a:r>
                  <a:rPr lang="en-US" altLang="zh-CN" sz="2600" i="0" dirty="0">
                    <a:solidFill>
                      <a:srgbClr val="336600"/>
                    </a:solidFill>
                    <a:latin typeface="Times New Roman" panose="02020603050405020304" pitchFamily="18" charset="0"/>
                    <a:ea typeface="Arial Unicode MS" panose="020B0604020202020204" charset="-122"/>
                  </a:rPr>
                  <a:t>Fe</a:t>
                </a:r>
                <a:r>
                  <a:rPr lang="en-US" altLang="zh-CN" sz="2600" i="0" baseline="30000" dirty="0">
                    <a:solidFill>
                      <a:srgbClr val="336600"/>
                    </a:solidFill>
                    <a:latin typeface="Times New Roman" panose="02020603050405020304" pitchFamily="18" charset="0"/>
                    <a:ea typeface="宋体" panose="02010600030101010101" pitchFamily="2" charset="-122"/>
                  </a:rPr>
                  <a:t>2+</a:t>
                </a:r>
                <a:r>
                  <a:rPr lang="en-US" altLang="zh-CN" sz="2600" i="0" baseline="-25000" dirty="0">
                    <a:solidFill>
                      <a:srgbClr val="336600"/>
                    </a:solidFill>
                    <a:latin typeface="Times New Roman" panose="02020603050405020304" pitchFamily="18" charset="0"/>
                    <a:ea typeface="Arial Unicode MS" panose="020B0604020202020204" charset="-122"/>
                  </a:rPr>
                  <a:t>                   </a:t>
                </a:r>
                <a:r>
                  <a:rPr lang="en-US" altLang="zh-CN" sz="2600" i="0" dirty="0">
                    <a:solidFill>
                      <a:srgbClr val="336600"/>
                    </a:solidFill>
                    <a:latin typeface="Times New Roman" panose="02020603050405020304" pitchFamily="18" charset="0"/>
                    <a:ea typeface="Arial Unicode MS" panose="020B0604020202020204" charset="-122"/>
                  </a:rPr>
                  <a:t>Fe</a:t>
                </a:r>
                <a:endParaRPr lang="en-US" altLang="zh-CN" sz="2600" i="0" baseline="30000" dirty="0">
                  <a:solidFill>
                    <a:srgbClr val="336600"/>
                  </a:solidFill>
                  <a:latin typeface="宋体" panose="02010600030101010101" pitchFamily="2" charset="-122"/>
                  <a:ea typeface="宋体" panose="02010600030101010101" pitchFamily="2" charset="-122"/>
                </a:endParaRPr>
              </a:p>
            </p:txBody>
          </p:sp>
          <p:sp>
            <p:nvSpPr>
              <p:cNvPr id="88105" name="Text Box 15"/>
              <p:cNvSpPr txBox="1"/>
              <p:nvPr/>
            </p:nvSpPr>
            <p:spPr>
              <a:xfrm>
                <a:off x="2785" y="1008"/>
                <a:ext cx="2208" cy="400"/>
              </a:xfrm>
              <a:prstGeom prst="rect">
                <a:avLst/>
              </a:prstGeom>
              <a:noFill/>
              <a:ln w="9525">
                <a:noFill/>
              </a:ln>
            </p:spPr>
            <p:txBody>
              <a:bodyPr>
                <a:spAutoFit/>
              </a:bodyPr>
              <a:lstStyle/>
              <a:p>
                <a:r>
                  <a:rPr lang="en-US" altLang="zh-CN" sz="2600" i="0" dirty="0">
                    <a:solidFill>
                      <a:srgbClr val="336600"/>
                    </a:solidFill>
                    <a:latin typeface="Times New Roman" panose="02020603050405020304" pitchFamily="18" charset="0"/>
                    <a:ea typeface="Arial Unicode MS" panose="020B0604020202020204" charset="-122"/>
                  </a:rPr>
                  <a:t> 0.771           -0.44 </a:t>
                </a:r>
              </a:p>
            </p:txBody>
          </p:sp>
          <p:sp>
            <p:nvSpPr>
              <p:cNvPr id="88106" name="Line 16"/>
              <p:cNvSpPr/>
              <p:nvPr/>
            </p:nvSpPr>
            <p:spPr>
              <a:xfrm>
                <a:off x="2832" y="1344"/>
                <a:ext cx="768" cy="0"/>
              </a:xfrm>
              <a:prstGeom prst="line">
                <a:avLst/>
              </a:prstGeom>
              <a:ln w="28575" cap="flat" cmpd="sng">
                <a:solidFill>
                  <a:schemeClr val="tx1"/>
                </a:solidFill>
                <a:prstDash val="solid"/>
                <a:headEnd type="none" w="med" len="med"/>
                <a:tailEnd type="none" w="med" len="med"/>
              </a:ln>
            </p:spPr>
          </p:sp>
          <p:sp>
            <p:nvSpPr>
              <p:cNvPr id="88107" name="Line 17"/>
              <p:cNvSpPr/>
              <p:nvPr/>
            </p:nvSpPr>
            <p:spPr>
              <a:xfrm>
                <a:off x="4224" y="1344"/>
                <a:ext cx="672" cy="0"/>
              </a:xfrm>
              <a:prstGeom prst="line">
                <a:avLst/>
              </a:prstGeom>
              <a:ln w="28575" cap="flat" cmpd="sng">
                <a:solidFill>
                  <a:schemeClr val="tx1"/>
                </a:solidFill>
                <a:prstDash val="solid"/>
                <a:headEnd type="none" w="med" len="med"/>
                <a:tailEnd type="none" w="med" len="med"/>
              </a:ln>
            </p:spPr>
          </p:sp>
        </p:grpSp>
        <p:sp>
          <p:nvSpPr>
            <p:cNvPr id="88100" name="Text Box 18"/>
            <p:cNvSpPr txBox="1"/>
            <p:nvPr/>
          </p:nvSpPr>
          <p:spPr>
            <a:xfrm>
              <a:off x="240" y="864"/>
              <a:ext cx="383" cy="400"/>
            </a:xfrm>
            <a:prstGeom prst="rect">
              <a:avLst/>
            </a:prstGeom>
            <a:noFill/>
            <a:ln w="9525">
              <a:noFill/>
            </a:ln>
          </p:spPr>
          <p:txBody>
            <a:bodyPr>
              <a:spAutoFit/>
            </a:bodyPr>
            <a:lstStyle/>
            <a:p>
              <a:r>
                <a:rPr lang="zh-CN" altLang="en-US" sz="2600" i="0" dirty="0">
                  <a:solidFill>
                    <a:srgbClr val="336600"/>
                  </a:solidFill>
                  <a:latin typeface="Times New Roman" panose="02020603050405020304" pitchFamily="18" charset="0"/>
                  <a:ea typeface="幼圆" panose="02010509060101010101" pitchFamily="49" charset="-122"/>
                </a:rPr>
                <a:t>如</a:t>
              </a:r>
            </a:p>
          </p:txBody>
        </p:sp>
        <p:grpSp>
          <p:nvGrpSpPr>
            <p:cNvPr id="88101" name="Group 19"/>
            <p:cNvGrpSpPr/>
            <p:nvPr/>
          </p:nvGrpSpPr>
          <p:grpSpPr>
            <a:xfrm>
              <a:off x="1190" y="1105"/>
              <a:ext cx="91" cy="91"/>
              <a:chOff x="975" y="1842"/>
              <a:chExt cx="136" cy="137"/>
            </a:xfrm>
          </p:grpSpPr>
          <p:sp>
            <p:nvSpPr>
              <p:cNvPr id="88102" name="Oval 20"/>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103" name="Line 21"/>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grpSp>
        <p:nvGrpSpPr>
          <p:cNvPr id="6" name="Group 22"/>
          <p:cNvGrpSpPr/>
          <p:nvPr/>
        </p:nvGrpSpPr>
        <p:grpSpPr>
          <a:xfrm>
            <a:off x="1066800" y="2362200"/>
            <a:ext cx="6477000" cy="508000"/>
            <a:chOff x="240" y="1744"/>
            <a:chExt cx="5520" cy="320"/>
          </a:xfrm>
        </p:grpSpPr>
        <p:sp>
          <p:nvSpPr>
            <p:cNvPr id="88085" name="Text Box 23"/>
            <p:cNvSpPr txBox="1"/>
            <p:nvPr/>
          </p:nvSpPr>
          <p:spPr>
            <a:xfrm>
              <a:off x="240" y="1744"/>
              <a:ext cx="5520" cy="308"/>
            </a:xfrm>
            <a:prstGeom prst="rect">
              <a:avLst/>
            </a:prstGeom>
            <a:noFill/>
            <a:ln w="9525">
              <a:noFill/>
            </a:ln>
          </p:spPr>
          <p:txBody>
            <a:bodyPr>
              <a:spAutoFit/>
            </a:bodyPr>
            <a:lstStyle/>
            <a:p>
              <a:r>
                <a:rPr lang="en-US" altLang="zh-CN" sz="2600" i="0" dirty="0">
                  <a:solidFill>
                    <a:srgbClr val="0000CC"/>
                  </a:solidFill>
                  <a:latin typeface="Times New Roman" panose="02020603050405020304" pitchFamily="18" charset="0"/>
                  <a:ea typeface="幼圆" panose="02010509060101010101" pitchFamily="49" charset="-122"/>
                </a:rPr>
                <a:t>(1) </a:t>
              </a:r>
              <a:r>
                <a:rPr lang="zh-CN" altLang="en-US" sz="2600" i="0" dirty="0">
                  <a:solidFill>
                    <a:srgbClr val="0000CC"/>
                  </a:solidFill>
                  <a:latin typeface="Times New Roman" panose="02020603050405020304" pitchFamily="18" charset="0"/>
                  <a:ea typeface="幼圆" panose="02010509060101010101" pitchFamily="49" charset="-122"/>
                </a:rPr>
                <a:t>因        </a:t>
              </a:r>
              <a:r>
                <a:rPr lang="en-US" altLang="zh-CN" sz="2600" i="0" dirty="0">
                  <a:solidFill>
                    <a:srgbClr val="0000CC"/>
                  </a:solidFill>
                  <a:latin typeface="Times New Roman" panose="02020603050405020304" pitchFamily="18" charset="0"/>
                  <a:ea typeface="幼圆" panose="02010509060101010101" pitchFamily="49" charset="-122"/>
                </a:rPr>
                <a:t>(Fe</a:t>
              </a:r>
              <a:r>
                <a:rPr lang="en-US" altLang="zh-CN" sz="2600" i="0" baseline="30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/Fe) </a:t>
              </a:r>
              <a:r>
                <a:rPr lang="en-US" altLang="zh-CN" sz="2600" i="0" dirty="0">
                  <a:solidFill>
                    <a:srgbClr val="FF0000"/>
                  </a:solidFill>
                  <a:latin typeface="Times New Roman" panose="02020603050405020304" pitchFamily="18" charset="0"/>
                  <a:ea typeface="幼圆" panose="02010509060101010101" pitchFamily="49" charset="-122"/>
                </a:rPr>
                <a:t>&lt; </a:t>
              </a:r>
              <a:r>
                <a:rPr lang="en-US" altLang="zh-CN" sz="2600" i="0" dirty="0">
                  <a:solidFill>
                    <a:srgbClr val="0000CC"/>
                  </a:solidFill>
                  <a:latin typeface="Times New Roman" panose="02020603050405020304" pitchFamily="18" charset="0"/>
                  <a:ea typeface="幼圆" panose="02010509060101010101" pitchFamily="49" charset="-122"/>
                </a:rPr>
                <a:t>0</a:t>
              </a:r>
              <a:r>
                <a:rPr lang="zh-CN" altLang="en-US" sz="2600" i="0" dirty="0">
                  <a:solidFill>
                    <a:srgbClr val="0000CC"/>
                  </a:solidFill>
                  <a:latin typeface="Times New Roman" panose="02020603050405020304" pitchFamily="18" charset="0"/>
                  <a:ea typeface="幼圆" panose="02010509060101010101" pitchFamily="49" charset="-122"/>
                </a:rPr>
                <a:t>，而     </a:t>
              </a:r>
              <a:r>
                <a:rPr lang="en-US" altLang="zh-CN" sz="2600" i="0" dirty="0">
                  <a:solidFill>
                    <a:srgbClr val="0000CC"/>
                  </a:solidFill>
                  <a:latin typeface="Times New Roman" panose="02020603050405020304" pitchFamily="18" charset="0"/>
                  <a:ea typeface="幼圆" panose="02010509060101010101" pitchFamily="49" charset="-122"/>
                </a:rPr>
                <a:t>(Fe</a:t>
              </a:r>
              <a:r>
                <a:rPr lang="en-US" altLang="zh-CN" sz="2600" i="0" baseline="30000" dirty="0">
                  <a:solidFill>
                    <a:srgbClr val="0000CC"/>
                  </a:solidFill>
                  <a:latin typeface="Times New Roman" panose="02020603050405020304" pitchFamily="18" charset="0"/>
                  <a:ea typeface="幼圆" panose="02010509060101010101" pitchFamily="49" charset="-122"/>
                </a:rPr>
                <a:t>3+</a:t>
              </a:r>
              <a:r>
                <a:rPr lang="en-US" altLang="zh-CN" sz="2600" i="0" dirty="0">
                  <a:solidFill>
                    <a:srgbClr val="0000CC"/>
                  </a:solidFill>
                  <a:latin typeface="Times New Roman" panose="02020603050405020304" pitchFamily="18" charset="0"/>
                  <a:ea typeface="幼圆" panose="02010509060101010101" pitchFamily="49" charset="-122"/>
                </a:rPr>
                <a:t>/Fe</a:t>
              </a:r>
              <a:r>
                <a:rPr lang="en-US" altLang="zh-CN" sz="2600" i="0" baseline="30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 </a:t>
              </a:r>
              <a:r>
                <a:rPr lang="en-US" altLang="zh-CN" sz="2600" i="0" dirty="0">
                  <a:solidFill>
                    <a:srgbClr val="FF0000"/>
                  </a:solidFill>
                  <a:latin typeface="Times New Roman" panose="02020603050405020304" pitchFamily="18" charset="0"/>
                  <a:ea typeface="幼圆" panose="02010509060101010101" pitchFamily="49" charset="-122"/>
                </a:rPr>
                <a:t>&gt;</a:t>
              </a:r>
              <a:r>
                <a:rPr lang="en-US" altLang="zh-CN" sz="2600" i="0" dirty="0">
                  <a:solidFill>
                    <a:srgbClr val="0000CC"/>
                  </a:solidFill>
                  <a:latin typeface="Times New Roman" panose="02020603050405020304" pitchFamily="18" charset="0"/>
                  <a:ea typeface="幼圆" panose="02010509060101010101" pitchFamily="49" charset="-122"/>
                </a:rPr>
                <a:t> 0 </a:t>
              </a:r>
            </a:p>
          </p:txBody>
        </p:sp>
        <p:grpSp>
          <p:nvGrpSpPr>
            <p:cNvPr id="88086" name="Group 24"/>
            <p:cNvGrpSpPr/>
            <p:nvPr/>
          </p:nvGrpSpPr>
          <p:grpSpPr>
            <a:xfrm>
              <a:off x="1104" y="1756"/>
              <a:ext cx="2822" cy="308"/>
              <a:chOff x="1104" y="1756"/>
              <a:chExt cx="2822" cy="308"/>
            </a:xfrm>
          </p:grpSpPr>
          <p:sp>
            <p:nvSpPr>
              <p:cNvPr id="88087" name="Text Box 25"/>
              <p:cNvSpPr txBox="1"/>
              <p:nvPr/>
            </p:nvSpPr>
            <p:spPr>
              <a:xfrm>
                <a:off x="3575" y="1756"/>
                <a:ext cx="288" cy="308"/>
              </a:xfrm>
              <a:prstGeom prst="rect">
                <a:avLst/>
              </a:prstGeom>
              <a:noFill/>
              <a:ln w="9525">
                <a:noFill/>
              </a:ln>
            </p:spPr>
            <p:txBody>
              <a:bodyPr>
                <a:spAutoFit/>
              </a:bodyPr>
              <a:lstStyle/>
              <a:p>
                <a:r>
                  <a:rPr lang="en-US" altLang="zh-CN" sz="2600" dirty="0">
                    <a:solidFill>
                      <a:srgbClr val="0000CC"/>
                    </a:solidFill>
                    <a:latin typeface="Times New Roman" panose="02020603050405020304" pitchFamily="18" charset="0"/>
                    <a:ea typeface="Arial Unicode MS" panose="020B0604020202020204" charset="-122"/>
                  </a:rPr>
                  <a:t>E</a:t>
                </a:r>
              </a:p>
            </p:txBody>
          </p:sp>
          <p:sp>
            <p:nvSpPr>
              <p:cNvPr id="88088" name="Text Box 26"/>
              <p:cNvSpPr txBox="1"/>
              <p:nvPr/>
            </p:nvSpPr>
            <p:spPr>
              <a:xfrm>
                <a:off x="1104" y="1756"/>
                <a:ext cx="288" cy="308"/>
              </a:xfrm>
              <a:prstGeom prst="rect">
                <a:avLst/>
              </a:prstGeom>
              <a:noFill/>
              <a:ln w="9525">
                <a:noFill/>
              </a:ln>
            </p:spPr>
            <p:txBody>
              <a:bodyPr>
                <a:spAutoFit/>
              </a:bodyPr>
              <a:lstStyle/>
              <a:p>
                <a:r>
                  <a:rPr lang="en-US" altLang="zh-CN" sz="2600" dirty="0">
                    <a:solidFill>
                      <a:srgbClr val="0000CC"/>
                    </a:solidFill>
                    <a:latin typeface="Times New Roman" panose="02020603050405020304" pitchFamily="18" charset="0"/>
                    <a:ea typeface="Arial Unicode MS" panose="020B0604020202020204" charset="-122"/>
                  </a:rPr>
                  <a:t>E</a:t>
                </a:r>
              </a:p>
            </p:txBody>
          </p:sp>
          <p:grpSp>
            <p:nvGrpSpPr>
              <p:cNvPr id="88089" name="Group 27"/>
              <p:cNvGrpSpPr/>
              <p:nvPr/>
            </p:nvGrpSpPr>
            <p:grpSpPr>
              <a:xfrm>
                <a:off x="1371" y="1830"/>
                <a:ext cx="2555" cy="94"/>
                <a:chOff x="1371" y="1830"/>
                <a:chExt cx="2555" cy="94"/>
              </a:xfrm>
            </p:grpSpPr>
            <p:grpSp>
              <p:nvGrpSpPr>
                <p:cNvPr id="88090" name="Group 28"/>
                <p:cNvGrpSpPr/>
                <p:nvPr/>
              </p:nvGrpSpPr>
              <p:grpSpPr>
                <a:xfrm>
                  <a:off x="1371" y="1833"/>
                  <a:ext cx="91" cy="91"/>
                  <a:chOff x="975" y="1842"/>
                  <a:chExt cx="136" cy="137"/>
                </a:xfrm>
              </p:grpSpPr>
              <p:sp>
                <p:nvSpPr>
                  <p:cNvPr id="88094" name="Oval 29"/>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95" name="Line 30"/>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nvGrpSpPr>
                <p:cNvPr id="88091" name="Group 31"/>
                <p:cNvGrpSpPr/>
                <p:nvPr/>
              </p:nvGrpSpPr>
              <p:grpSpPr>
                <a:xfrm>
                  <a:off x="3835" y="1830"/>
                  <a:ext cx="91" cy="91"/>
                  <a:chOff x="975" y="1842"/>
                  <a:chExt cx="136" cy="137"/>
                </a:xfrm>
              </p:grpSpPr>
              <p:sp>
                <p:nvSpPr>
                  <p:cNvPr id="88092" name="Oval 32"/>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93" name="Line 33"/>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grpSp>
      </p:grpSp>
      <p:sp>
        <p:nvSpPr>
          <p:cNvPr id="147490" name="Text Box 34"/>
          <p:cNvSpPr txBox="1"/>
          <p:nvPr/>
        </p:nvSpPr>
        <p:spPr>
          <a:xfrm>
            <a:off x="1143000" y="5867400"/>
            <a:ext cx="7391400" cy="488950"/>
          </a:xfrm>
          <a:prstGeom prst="rect">
            <a:avLst/>
          </a:prstGeom>
          <a:noFill/>
          <a:ln w="9525">
            <a:noFill/>
          </a:ln>
        </p:spPr>
        <p:txBody>
          <a:bodyPr>
            <a:spAutoFit/>
          </a:bodyPr>
          <a:lstStyle/>
          <a:p>
            <a:pPr algn="ctr"/>
            <a:r>
              <a:rPr lang="en-US" altLang="zh-CN" sz="2600" i="0" dirty="0">
                <a:solidFill>
                  <a:srgbClr val="0000CC"/>
                </a:solidFill>
                <a:latin typeface="Times New Roman" panose="02020603050405020304" pitchFamily="18" charset="0"/>
                <a:ea typeface="幼圆" panose="02010509060101010101" pitchFamily="49" charset="-122"/>
              </a:rPr>
              <a:t>4Fe</a:t>
            </a:r>
            <a:r>
              <a:rPr lang="en-US" altLang="zh-CN" sz="2600" i="0" baseline="30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 + O</a:t>
            </a:r>
            <a:r>
              <a:rPr lang="en-US" altLang="zh-CN" sz="2600" i="0" baseline="-25000" dirty="0">
                <a:solidFill>
                  <a:srgbClr val="0000CC"/>
                </a:solidFill>
                <a:latin typeface="Times New Roman" panose="02020603050405020304" pitchFamily="18" charset="0"/>
                <a:ea typeface="幼圆" panose="02010509060101010101" pitchFamily="49" charset="-122"/>
              </a:rPr>
              <a:t>2 </a:t>
            </a:r>
            <a:r>
              <a:rPr lang="en-US" altLang="zh-CN" sz="2600" i="0" dirty="0">
                <a:solidFill>
                  <a:srgbClr val="0000CC"/>
                </a:solidFill>
                <a:latin typeface="Times New Roman" panose="02020603050405020304" pitchFamily="18" charset="0"/>
                <a:ea typeface="幼圆" panose="02010509060101010101" pitchFamily="49" charset="-122"/>
              </a:rPr>
              <a:t>+ 2H</a:t>
            </a:r>
            <a:r>
              <a:rPr lang="en-US" altLang="zh-CN" sz="2600" i="0" baseline="3000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幼圆" panose="02010509060101010101" pitchFamily="49" charset="-122"/>
              </a:rPr>
              <a:t>  </a:t>
            </a:r>
            <a:r>
              <a:rPr lang="en-US" altLang="zh-CN" sz="2600" i="0" dirty="0">
                <a:solidFill>
                  <a:srgbClr val="0000CC"/>
                </a:solidFill>
                <a:latin typeface="宋体" panose="02010600030101010101" pitchFamily="2" charset="-122"/>
                <a:ea typeface="宋体" panose="02010600030101010101" pitchFamily="2" charset="-122"/>
              </a:rPr>
              <a:t>→</a:t>
            </a:r>
            <a:r>
              <a:rPr lang="en-US" altLang="zh-CN" sz="2600" i="0" dirty="0">
                <a:solidFill>
                  <a:srgbClr val="0000CC"/>
                </a:solidFill>
                <a:latin typeface="Times New Roman" panose="02020603050405020304" pitchFamily="18" charset="0"/>
                <a:ea typeface="幼圆" panose="02010509060101010101" pitchFamily="49" charset="-122"/>
              </a:rPr>
              <a:t>  4Fe</a:t>
            </a:r>
            <a:r>
              <a:rPr lang="en-US" altLang="zh-CN" sz="2600" i="0" baseline="30000" dirty="0">
                <a:solidFill>
                  <a:srgbClr val="0000CC"/>
                </a:solidFill>
                <a:latin typeface="Times New Roman" panose="02020603050405020304" pitchFamily="18" charset="0"/>
                <a:ea typeface="幼圆" panose="02010509060101010101" pitchFamily="49" charset="-122"/>
              </a:rPr>
              <a:t>3+</a:t>
            </a:r>
            <a:r>
              <a:rPr lang="en-US" altLang="zh-CN" sz="2600" i="0" dirty="0">
                <a:solidFill>
                  <a:srgbClr val="0000CC"/>
                </a:solidFill>
                <a:latin typeface="Times New Roman" panose="02020603050405020304" pitchFamily="18" charset="0"/>
                <a:ea typeface="幼圆" panose="02010509060101010101" pitchFamily="49" charset="-122"/>
              </a:rPr>
              <a:t> + 2H</a:t>
            </a:r>
            <a:r>
              <a:rPr lang="en-US" altLang="zh-CN" sz="2600" i="0" baseline="-25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Arial Unicode MS" panose="020B0604020202020204" charset="-122"/>
              </a:rPr>
              <a:t>O</a:t>
            </a:r>
            <a:endParaRPr lang="en-US" altLang="zh-CN" sz="2600" i="0" dirty="0">
              <a:solidFill>
                <a:srgbClr val="0000CC"/>
              </a:solidFill>
              <a:latin typeface="Times New Roman" panose="02020603050405020304" pitchFamily="18" charset="0"/>
              <a:ea typeface="幼圆" panose="02010509060101010101" pitchFamily="49" charset="-122"/>
            </a:endParaRPr>
          </a:p>
        </p:txBody>
      </p:sp>
      <p:sp>
        <p:nvSpPr>
          <p:cNvPr id="88074" name="Text Box 36"/>
          <p:cNvSpPr txBox="1"/>
          <p:nvPr/>
        </p:nvSpPr>
        <p:spPr>
          <a:xfrm>
            <a:off x="5334000" y="4648200"/>
            <a:ext cx="457200" cy="488950"/>
          </a:xfrm>
          <a:prstGeom prst="rect">
            <a:avLst/>
          </a:prstGeom>
          <a:noFill/>
          <a:ln w="9525">
            <a:noFill/>
          </a:ln>
        </p:spPr>
        <p:txBody>
          <a:bodyPr>
            <a:spAutoFit/>
          </a:bodyPr>
          <a:lstStyle/>
          <a:p>
            <a:r>
              <a:rPr lang="en-US" altLang="zh-CN" sz="2600" dirty="0">
                <a:solidFill>
                  <a:srgbClr val="336600"/>
                </a:solidFill>
                <a:latin typeface="Times New Roman" panose="02020603050405020304" pitchFamily="18" charset="0"/>
                <a:ea typeface="Arial Unicode MS" panose="020B0604020202020204" charset="-122"/>
              </a:rPr>
              <a:t>E</a:t>
            </a:r>
          </a:p>
        </p:txBody>
      </p:sp>
      <p:sp>
        <p:nvSpPr>
          <p:cNvPr id="88075" name="Text Box 37"/>
          <p:cNvSpPr txBox="1"/>
          <p:nvPr/>
        </p:nvSpPr>
        <p:spPr>
          <a:xfrm>
            <a:off x="1981200" y="4648200"/>
            <a:ext cx="457200" cy="488950"/>
          </a:xfrm>
          <a:prstGeom prst="rect">
            <a:avLst/>
          </a:prstGeom>
          <a:noFill/>
          <a:ln w="9525">
            <a:noFill/>
          </a:ln>
        </p:spPr>
        <p:txBody>
          <a:bodyPr>
            <a:spAutoFit/>
          </a:bodyPr>
          <a:lstStyle/>
          <a:p>
            <a:r>
              <a:rPr lang="en-US" altLang="zh-CN" sz="2600" dirty="0">
                <a:solidFill>
                  <a:srgbClr val="336600"/>
                </a:solidFill>
                <a:latin typeface="Times New Roman" panose="02020603050405020304" pitchFamily="18" charset="0"/>
                <a:ea typeface="Arial Unicode MS" panose="020B0604020202020204" charset="-122"/>
              </a:rPr>
              <a:t>E</a:t>
            </a:r>
          </a:p>
        </p:txBody>
      </p:sp>
      <p:grpSp>
        <p:nvGrpSpPr>
          <p:cNvPr id="11" name="Group 38"/>
          <p:cNvGrpSpPr/>
          <p:nvPr/>
        </p:nvGrpSpPr>
        <p:grpSpPr>
          <a:xfrm>
            <a:off x="1143000" y="4572000"/>
            <a:ext cx="6553200" cy="488950"/>
            <a:chOff x="349" y="1700"/>
            <a:chExt cx="5520" cy="308"/>
          </a:xfrm>
        </p:grpSpPr>
        <p:sp>
          <p:nvSpPr>
            <p:cNvPr id="88078" name="Text Box 39"/>
            <p:cNvSpPr txBox="1"/>
            <p:nvPr/>
          </p:nvSpPr>
          <p:spPr>
            <a:xfrm>
              <a:off x="349" y="1700"/>
              <a:ext cx="5520" cy="308"/>
            </a:xfrm>
            <a:prstGeom prst="rect">
              <a:avLst/>
            </a:prstGeom>
            <a:noFill/>
            <a:ln w="9525">
              <a:noFill/>
            </a:ln>
          </p:spPr>
          <p:txBody>
            <a:bodyPr>
              <a:spAutoFit/>
            </a:bodyPr>
            <a:lstStyle/>
            <a:p>
              <a:r>
                <a:rPr lang="en-US" altLang="zh-CN" sz="2600" i="0" dirty="0">
                  <a:solidFill>
                    <a:srgbClr val="0000CC"/>
                  </a:solidFill>
                  <a:latin typeface="Times New Roman" panose="02020603050405020304" pitchFamily="18" charset="0"/>
                  <a:ea typeface="幼圆" panose="02010509060101010101" pitchFamily="49" charset="-122"/>
                </a:rPr>
                <a:t>(2) </a:t>
              </a:r>
              <a:r>
                <a:rPr lang="zh-CN" altLang="en-US" sz="2600" i="0" dirty="0">
                  <a:solidFill>
                    <a:srgbClr val="0000CC"/>
                  </a:solidFill>
                  <a:latin typeface="Times New Roman" panose="02020603050405020304" pitchFamily="18" charset="0"/>
                  <a:ea typeface="幼圆" panose="02010509060101010101" pitchFamily="49" charset="-122"/>
                </a:rPr>
                <a:t>因        </a:t>
              </a:r>
              <a:r>
                <a:rPr lang="en-US" altLang="zh-CN" sz="2600" i="0" dirty="0">
                  <a:solidFill>
                    <a:srgbClr val="0000CC"/>
                  </a:solidFill>
                  <a:latin typeface="Times New Roman" panose="02020603050405020304" pitchFamily="18" charset="0"/>
                  <a:ea typeface="幼圆" panose="02010509060101010101" pitchFamily="49" charset="-122"/>
                </a:rPr>
                <a:t>(</a:t>
              </a:r>
              <a:r>
                <a:rPr lang="en-US" altLang="zh-CN" sz="2600" i="0" dirty="0">
                  <a:solidFill>
                    <a:srgbClr val="0000CC"/>
                  </a:solidFill>
                  <a:latin typeface="Times New Roman" panose="02020603050405020304" pitchFamily="18" charset="0"/>
                  <a:ea typeface="宋体" panose="02010600030101010101" pitchFamily="2" charset="-122"/>
                </a:rPr>
                <a:t>O</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/H</a:t>
              </a:r>
              <a:r>
                <a:rPr lang="en-US" altLang="zh-CN" sz="2600" i="0" baseline="-30000" dirty="0">
                  <a:solidFill>
                    <a:srgbClr val="0000CC"/>
                  </a:solidFill>
                  <a:latin typeface="Times New Roman" panose="02020603050405020304" pitchFamily="18" charset="0"/>
                  <a:ea typeface="宋体" panose="02010600030101010101" pitchFamily="2" charset="-122"/>
                </a:rPr>
                <a:t>2</a:t>
              </a:r>
              <a:r>
                <a:rPr lang="en-US" altLang="zh-CN" sz="2600" i="0" dirty="0">
                  <a:solidFill>
                    <a:srgbClr val="0000CC"/>
                  </a:solidFill>
                  <a:latin typeface="Times New Roman" panose="02020603050405020304" pitchFamily="18" charset="0"/>
                  <a:ea typeface="宋体" panose="02010600030101010101" pitchFamily="2" charset="-122"/>
                </a:rPr>
                <a:t>O</a:t>
              </a:r>
              <a:r>
                <a:rPr lang="en-US" altLang="zh-CN" sz="2600" i="0" dirty="0">
                  <a:solidFill>
                    <a:srgbClr val="0000CC"/>
                  </a:solidFill>
                  <a:latin typeface="Times New Roman" panose="02020603050405020304" pitchFamily="18" charset="0"/>
                  <a:ea typeface="幼圆" panose="02010509060101010101" pitchFamily="49" charset="-122"/>
                </a:rPr>
                <a:t>)=1.229V</a:t>
              </a:r>
              <a:r>
                <a:rPr lang="en-US" altLang="zh-CN" sz="2600" i="0" dirty="0">
                  <a:solidFill>
                    <a:srgbClr val="FF0000"/>
                  </a:solidFill>
                  <a:latin typeface="Times New Roman" panose="02020603050405020304" pitchFamily="18" charset="0"/>
                  <a:ea typeface="幼圆" panose="02010509060101010101" pitchFamily="49" charset="-122"/>
                </a:rPr>
                <a:t> &gt; </a:t>
              </a:r>
              <a:r>
                <a:rPr lang="en-US" altLang="zh-CN" sz="2600" i="0" dirty="0">
                  <a:solidFill>
                    <a:srgbClr val="0000CC"/>
                  </a:solidFill>
                  <a:latin typeface="Times New Roman" panose="02020603050405020304" pitchFamily="18" charset="0"/>
                  <a:ea typeface="幼圆" panose="02010509060101010101" pitchFamily="49" charset="-122"/>
                </a:rPr>
                <a:t>     (Fe</a:t>
              </a:r>
              <a:r>
                <a:rPr lang="en-US" altLang="zh-CN" sz="2600" i="0" baseline="30000" dirty="0">
                  <a:solidFill>
                    <a:srgbClr val="0000CC"/>
                  </a:solidFill>
                  <a:latin typeface="Times New Roman" panose="02020603050405020304" pitchFamily="18" charset="0"/>
                  <a:ea typeface="幼圆" panose="02010509060101010101" pitchFamily="49" charset="-122"/>
                </a:rPr>
                <a:t>3+</a:t>
              </a:r>
              <a:r>
                <a:rPr lang="en-US" altLang="zh-CN" sz="2600" i="0" dirty="0">
                  <a:solidFill>
                    <a:srgbClr val="0000CC"/>
                  </a:solidFill>
                  <a:latin typeface="Times New Roman" panose="02020603050405020304" pitchFamily="18" charset="0"/>
                  <a:ea typeface="幼圆" panose="02010509060101010101" pitchFamily="49" charset="-122"/>
                </a:rPr>
                <a:t>/Fe</a:t>
              </a:r>
              <a:r>
                <a:rPr lang="en-US" altLang="zh-CN" sz="2600" i="0" baseline="30000" dirty="0">
                  <a:solidFill>
                    <a:srgbClr val="0000CC"/>
                  </a:solidFill>
                  <a:latin typeface="Times New Roman" panose="02020603050405020304" pitchFamily="18" charset="0"/>
                  <a:ea typeface="幼圆" panose="02010509060101010101" pitchFamily="49" charset="-122"/>
                </a:rPr>
                <a:t>2+</a:t>
              </a:r>
              <a:r>
                <a:rPr lang="en-US" altLang="zh-CN" sz="2600" i="0" dirty="0">
                  <a:solidFill>
                    <a:srgbClr val="0000CC"/>
                  </a:solidFill>
                  <a:latin typeface="Times New Roman" panose="02020603050405020304" pitchFamily="18" charset="0"/>
                  <a:ea typeface="幼圆" panose="02010509060101010101" pitchFamily="49" charset="-122"/>
                </a:rPr>
                <a:t>) </a:t>
              </a:r>
            </a:p>
          </p:txBody>
        </p:sp>
        <p:grpSp>
          <p:nvGrpSpPr>
            <p:cNvPr id="88079" name="Group 40"/>
            <p:cNvGrpSpPr/>
            <p:nvPr/>
          </p:nvGrpSpPr>
          <p:grpSpPr>
            <a:xfrm>
              <a:off x="1474" y="1797"/>
              <a:ext cx="91" cy="91"/>
              <a:chOff x="975" y="1842"/>
              <a:chExt cx="136" cy="137"/>
            </a:xfrm>
          </p:grpSpPr>
          <p:sp>
            <p:nvSpPr>
              <p:cNvPr id="88083" name="Oval 41"/>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84" name="Line 42"/>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nvGrpSpPr>
            <p:cNvPr id="88080" name="Group 43"/>
            <p:cNvGrpSpPr/>
            <p:nvPr/>
          </p:nvGrpSpPr>
          <p:grpSpPr>
            <a:xfrm>
              <a:off x="4241" y="1791"/>
              <a:ext cx="91" cy="91"/>
              <a:chOff x="975" y="1842"/>
              <a:chExt cx="136" cy="137"/>
            </a:xfrm>
          </p:grpSpPr>
          <p:sp>
            <p:nvSpPr>
              <p:cNvPr id="88081" name="Oval 44"/>
              <p:cNvSpPr/>
              <p:nvPr/>
            </p:nvSpPr>
            <p:spPr>
              <a:xfrm>
                <a:off x="975" y="1842"/>
                <a:ext cx="136" cy="137"/>
              </a:xfrm>
              <a:prstGeom prst="ellipse">
                <a:avLst/>
              </a:prstGeom>
              <a:noFill/>
              <a:ln w="9525" cap="flat" cmpd="sng">
                <a:solidFill>
                  <a:schemeClr val="tx1"/>
                </a:solidFill>
                <a:prstDash val="solid"/>
                <a:headEnd type="none" w="med" len="med"/>
                <a:tailEnd type="none" w="med" len="med"/>
              </a:ln>
            </p:spPr>
            <p:txBody>
              <a:bodyPr wrap="none" anchor="ctr" anchorCtr="0"/>
              <a:lstStyle/>
              <a:p>
                <a:endParaRPr lang="zh-CN" altLang="en-US" dirty="0">
                  <a:latin typeface="Times New Roman" panose="02020603050405020304" pitchFamily="18" charset="0"/>
                </a:endParaRPr>
              </a:p>
            </p:txBody>
          </p:sp>
          <p:sp>
            <p:nvSpPr>
              <p:cNvPr id="88082" name="Line 45"/>
              <p:cNvSpPr/>
              <p:nvPr/>
            </p:nvSpPr>
            <p:spPr>
              <a:xfrm>
                <a:off x="975" y="1909"/>
                <a:ext cx="136" cy="0"/>
              </a:xfrm>
              <a:prstGeom prst="line">
                <a:avLst/>
              </a:prstGeom>
              <a:ln w="9525" cap="flat" cmpd="sng">
                <a:solidFill>
                  <a:schemeClr val="tx1"/>
                </a:solidFill>
                <a:prstDash val="solid"/>
                <a:headEnd type="none" w="med" len="med"/>
                <a:tailEnd type="none" w="med" len="med"/>
              </a:ln>
            </p:spPr>
          </p:sp>
        </p:grpSp>
      </p:grpSp>
      <p:sp>
        <p:nvSpPr>
          <p:cNvPr id="88077" name="Rectangle 46"/>
          <p:cNvSpPr/>
          <p:nvPr/>
        </p:nvSpPr>
        <p:spPr>
          <a:xfrm>
            <a:off x="762000" y="5257800"/>
            <a:ext cx="7312025" cy="488950"/>
          </a:xfrm>
          <a:prstGeom prst="rect">
            <a:avLst/>
          </a:prstGeom>
          <a:gradFill rotWithShape="1">
            <a:gsLst>
              <a:gs pos="0">
                <a:srgbClr val="595959"/>
              </a:gs>
              <a:gs pos="50000">
                <a:srgbClr val="C0C0C0"/>
              </a:gs>
              <a:gs pos="100000">
                <a:srgbClr val="595959"/>
              </a:gs>
            </a:gsLst>
            <a:lin ang="5400000" scaled="1"/>
            <a:tileRect/>
          </a:gradFill>
          <a:ln w="9525">
            <a:noFill/>
          </a:ln>
        </p:spPr>
        <p:txBody>
          <a:bodyPr wrap="none">
            <a:spAutoFit/>
          </a:bodyPr>
          <a:lstStyle/>
          <a:p>
            <a:pPr>
              <a:spcBef>
                <a:spcPct val="0"/>
              </a:spcBef>
            </a:pPr>
            <a:r>
              <a:rPr lang="zh-CN" altLang="en-US" sz="2600" i="0" dirty="0">
                <a:solidFill>
                  <a:srgbClr val="0000CC"/>
                </a:solidFill>
                <a:latin typeface="Times New Roman" panose="02020603050405020304" pitchFamily="18" charset="0"/>
              </a:rPr>
              <a:t>所以</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2+</a:t>
            </a:r>
            <a:r>
              <a:rPr lang="zh-CN" altLang="en-US" sz="2600" i="0" dirty="0">
                <a:solidFill>
                  <a:srgbClr val="0000CC"/>
                </a:solidFill>
                <a:latin typeface="Times New Roman" panose="02020603050405020304" pitchFamily="18" charset="0"/>
              </a:rPr>
              <a:t>在空气中不稳定易被空气中氧氧化为</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3+</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1000"/>
                                        <p:tgtEl>
                                          <p:spTgt spid="6"/>
                                        </p:tgtEl>
                                      </p:cBhvr>
                                    </p:animEffect>
                                  </p:childTnLst>
                                </p:cTn>
                              </p:par>
                            </p:childTnLst>
                          </p:cTn>
                        </p:par>
                        <p:par>
                          <p:cTn id="8" fill="hold">
                            <p:stCondLst>
                              <p:cond delay="1000"/>
                            </p:stCondLst>
                            <p:childTnLst>
                              <p:par>
                                <p:cTn id="9" presetID="55" presetClass="entr" presetSubtype="0" fill="hold" grpId="0" nodeType="afterEffect">
                                  <p:stCondLst>
                                    <p:cond delay="0"/>
                                  </p:stCondLst>
                                  <p:childTnLst>
                                    <p:set>
                                      <p:cBhvr>
                                        <p:cTn id="10" dur="1" fill="hold">
                                          <p:stCondLst>
                                            <p:cond delay="0"/>
                                          </p:stCondLst>
                                        </p:cTn>
                                        <p:tgtEl>
                                          <p:spTgt spid="147464"/>
                                        </p:tgtEl>
                                        <p:attrNameLst>
                                          <p:attrName>style.visibility</p:attrName>
                                        </p:attrNameLst>
                                      </p:cBhvr>
                                      <p:to>
                                        <p:strVal val="visible"/>
                                      </p:to>
                                    </p:set>
                                    <p:anim calcmode="lin" valueType="num">
                                      <p:cBhvr>
                                        <p:cTn id="11" dur="1000" fill="hold"/>
                                        <p:tgtEl>
                                          <p:spTgt spid="147464"/>
                                        </p:tgtEl>
                                        <p:attrNameLst>
                                          <p:attrName>ppt_w</p:attrName>
                                        </p:attrNameLst>
                                      </p:cBhvr>
                                      <p:tavLst>
                                        <p:tav tm="0">
                                          <p:val>
                                            <p:strVal val="#ppt_w*0.70"/>
                                          </p:val>
                                        </p:tav>
                                        <p:tav tm="100000">
                                          <p:val>
                                            <p:strVal val="#ppt_w"/>
                                          </p:val>
                                        </p:tav>
                                      </p:tavLst>
                                    </p:anim>
                                    <p:anim calcmode="lin" valueType="num">
                                      <p:cBhvr>
                                        <p:cTn id="12" dur="1000" fill="hold"/>
                                        <p:tgtEl>
                                          <p:spTgt spid="147464"/>
                                        </p:tgtEl>
                                        <p:attrNameLst>
                                          <p:attrName>ppt_h</p:attrName>
                                        </p:attrNameLst>
                                      </p:cBhvr>
                                      <p:tavLst>
                                        <p:tav tm="0">
                                          <p:val>
                                            <p:strVal val="#ppt_h"/>
                                          </p:val>
                                        </p:tav>
                                        <p:tav tm="100000">
                                          <p:val>
                                            <p:strVal val="#ppt_h"/>
                                          </p:val>
                                        </p:tav>
                                      </p:tavLst>
                                    </p:anim>
                                    <p:animEffect transition="in" filter="fade">
                                      <p:cBhvr>
                                        <p:cTn id="13" dur="1000"/>
                                        <p:tgtEl>
                                          <p:spTgt spid="147464"/>
                                        </p:tgtEl>
                                      </p:cBhvr>
                                    </p:animEffect>
                                  </p:childTnLst>
                                </p:cTn>
                              </p:par>
                            </p:childTnLst>
                          </p:cTn>
                        </p:par>
                        <p:par>
                          <p:cTn id="14" fill="hold">
                            <p:stCondLst>
                              <p:cond delay="2000"/>
                            </p:stCondLst>
                            <p:childTnLst>
                              <p:par>
                                <p:cTn id="15" presetID="12" presetClass="entr" presetSubtype="4" fill="hold" grpId="0" nodeType="afterEffect">
                                  <p:stCondLst>
                                    <p:cond delay="0"/>
                                  </p:stCondLst>
                                  <p:childTnLst>
                                    <p:set>
                                      <p:cBhvr>
                                        <p:cTn id="16" dur="1" fill="hold">
                                          <p:stCondLst>
                                            <p:cond delay="0"/>
                                          </p:stCondLst>
                                        </p:cTn>
                                        <p:tgtEl>
                                          <p:spTgt spid="147463"/>
                                        </p:tgtEl>
                                        <p:attrNameLst>
                                          <p:attrName>style.visibility</p:attrName>
                                        </p:attrNameLst>
                                      </p:cBhvr>
                                      <p:to>
                                        <p:strVal val="visible"/>
                                      </p:to>
                                    </p:set>
                                    <p:animEffect transition="in" filter="slide(fromBottom)">
                                      <p:cBhvr>
                                        <p:cTn id="17" dur="500"/>
                                        <p:tgtEl>
                                          <p:spTgt spid="147463"/>
                                        </p:tgtEl>
                                      </p:cBhvr>
                                    </p:animEffect>
                                  </p:childTnLst>
                                </p:cTn>
                              </p:par>
                              <p:par>
                                <p:cTn id="18" presetID="4" presetClass="entr" presetSubtype="16" fill="hold" nodeType="with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box(in)">
                                      <p:cBhvr>
                                        <p:cTn id="20" dur="1000"/>
                                        <p:tgtEl>
                                          <p:spTgt spid="11"/>
                                        </p:tgtEl>
                                      </p:cBhvr>
                                    </p:animEffect>
                                  </p:childTnLst>
                                </p:cTn>
                              </p:par>
                            </p:childTnLst>
                          </p:cTn>
                        </p:par>
                        <p:par>
                          <p:cTn id="21" fill="hold">
                            <p:stCondLst>
                              <p:cond delay="2500"/>
                            </p:stCondLst>
                            <p:childTnLst>
                              <p:par>
                                <p:cTn id="22" presetID="12" presetClass="entr" presetSubtype="4" fill="hold" grpId="0" nodeType="afterEffect">
                                  <p:stCondLst>
                                    <p:cond delay="0"/>
                                  </p:stCondLst>
                                  <p:childTnLst>
                                    <p:set>
                                      <p:cBhvr>
                                        <p:cTn id="23" dur="1" fill="hold">
                                          <p:stCondLst>
                                            <p:cond delay="0"/>
                                          </p:stCondLst>
                                        </p:cTn>
                                        <p:tgtEl>
                                          <p:spTgt spid="147490"/>
                                        </p:tgtEl>
                                        <p:attrNameLst>
                                          <p:attrName>style.visibility</p:attrName>
                                        </p:attrNameLst>
                                      </p:cBhvr>
                                      <p:to>
                                        <p:strVal val="visible"/>
                                      </p:to>
                                    </p:set>
                                    <p:animEffect transition="in" filter="slide(fromBottom)">
                                      <p:cBhvr>
                                        <p:cTn id="24" dur="1000"/>
                                        <p:tgtEl>
                                          <p:spTgt spid="1474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63" grpId="0"/>
      <p:bldP spid="147464" grpId="0" animBg="1"/>
      <p:bldP spid="147490" grpId="0"/>
    </p:bld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6436" name="Text Box 4"/>
          <p:cNvSpPr txBox="1"/>
          <p:nvPr/>
        </p:nvSpPr>
        <p:spPr>
          <a:xfrm>
            <a:off x="3124200" y="1524000"/>
            <a:ext cx="4724400" cy="519113"/>
          </a:xfrm>
          <a:prstGeom prst="rect">
            <a:avLst/>
          </a:prstGeom>
          <a:noFill/>
          <a:ln w="9525">
            <a:noFill/>
          </a:ln>
        </p:spPr>
        <p:txBody>
          <a:bodyPr>
            <a:spAutoFit/>
          </a:bodyPr>
          <a:lstStyle/>
          <a:p>
            <a:pPr algn="ctr"/>
            <a:r>
              <a:rPr lang="en-US" altLang="zh-CN" i="0" dirty="0">
                <a:solidFill>
                  <a:srgbClr val="0000CC"/>
                </a:solidFill>
                <a:latin typeface="Times New Roman" panose="02020603050405020304" pitchFamily="18" charset="0"/>
                <a:ea typeface="幼圆" panose="02010509060101010101" pitchFamily="49" charset="-122"/>
              </a:rPr>
              <a:t>   </a:t>
            </a:r>
            <a:r>
              <a:rPr lang="en-US" altLang="zh-CN" i="0" dirty="0">
                <a:solidFill>
                  <a:srgbClr val="336600"/>
                </a:solidFill>
                <a:latin typeface="Times New Roman" panose="02020603050405020304" pitchFamily="18" charset="0"/>
                <a:ea typeface="幼圆" panose="02010509060101010101" pitchFamily="49" charset="-122"/>
              </a:rPr>
              <a:t>Fe + 2Fe</a:t>
            </a:r>
            <a:r>
              <a:rPr lang="en-US" altLang="zh-CN" i="0" baseline="30000" dirty="0">
                <a:solidFill>
                  <a:srgbClr val="336600"/>
                </a:solidFill>
                <a:latin typeface="Times New Roman" panose="02020603050405020304" pitchFamily="18" charset="0"/>
                <a:ea typeface="幼圆" panose="02010509060101010101" pitchFamily="49" charset="-122"/>
              </a:rPr>
              <a:t>3+</a:t>
            </a:r>
            <a:r>
              <a:rPr lang="en-US" altLang="zh-CN" i="0" dirty="0">
                <a:solidFill>
                  <a:srgbClr val="336600"/>
                </a:solidFill>
                <a:latin typeface="Times New Roman" panose="02020603050405020304" pitchFamily="18" charset="0"/>
                <a:ea typeface="幼圆" panose="02010509060101010101" pitchFamily="49" charset="-122"/>
              </a:rPr>
              <a:t> </a:t>
            </a:r>
            <a:r>
              <a:rPr lang="en-US" altLang="zh-CN" i="0" dirty="0">
                <a:solidFill>
                  <a:srgbClr val="336600"/>
                </a:solidFill>
                <a:latin typeface="宋体" panose="02010600030101010101" pitchFamily="2" charset="-122"/>
                <a:ea typeface="宋体" panose="02010600030101010101" pitchFamily="2" charset="-122"/>
              </a:rPr>
              <a:t>→</a:t>
            </a:r>
            <a:r>
              <a:rPr lang="en-US" altLang="zh-CN" i="0" dirty="0">
                <a:solidFill>
                  <a:srgbClr val="336600"/>
                </a:solidFill>
                <a:latin typeface="Times New Roman" panose="02020603050405020304" pitchFamily="18" charset="0"/>
                <a:ea typeface="幼圆" panose="02010509060101010101" pitchFamily="49" charset="-122"/>
              </a:rPr>
              <a:t> 3Fe</a:t>
            </a:r>
            <a:r>
              <a:rPr lang="en-US" altLang="zh-CN" i="0" baseline="30000" dirty="0">
                <a:solidFill>
                  <a:srgbClr val="336600"/>
                </a:solidFill>
                <a:latin typeface="Times New Roman" panose="02020603050405020304" pitchFamily="18" charset="0"/>
                <a:ea typeface="幼圆" panose="02010509060101010101" pitchFamily="49" charset="-122"/>
              </a:rPr>
              <a:t>2+</a:t>
            </a:r>
            <a:r>
              <a:rPr lang="en-US" altLang="zh-CN" i="0" dirty="0">
                <a:solidFill>
                  <a:srgbClr val="0000CC"/>
                </a:solidFill>
                <a:latin typeface="Times New Roman" panose="02020603050405020304" pitchFamily="18" charset="0"/>
                <a:ea typeface="幼圆" panose="02010509060101010101" pitchFamily="49" charset="-122"/>
              </a:rPr>
              <a:t> </a:t>
            </a:r>
          </a:p>
        </p:txBody>
      </p:sp>
      <p:sp>
        <p:nvSpPr>
          <p:cNvPr id="89091" name="Rectangle 5"/>
          <p:cNvSpPr/>
          <p:nvPr/>
        </p:nvSpPr>
        <p:spPr>
          <a:xfrm>
            <a:off x="3200400" y="457200"/>
            <a:ext cx="4343400" cy="885825"/>
          </a:xfrm>
          <a:prstGeom prst="rect">
            <a:avLst/>
          </a:prstGeom>
          <a:gradFill rotWithShape="1">
            <a:gsLst>
              <a:gs pos="0">
                <a:srgbClr val="595959"/>
              </a:gs>
              <a:gs pos="50000">
                <a:srgbClr val="C0C0C0"/>
              </a:gs>
              <a:gs pos="100000">
                <a:srgbClr val="595959"/>
              </a:gs>
            </a:gsLst>
            <a:lin ang="5400000" scaled="1"/>
            <a:tileRect/>
          </a:gradFill>
          <a:ln w="9525">
            <a:noFill/>
          </a:ln>
        </p:spPr>
        <p:txBody>
          <a:bodyPr>
            <a:spAutoFit/>
          </a:bodyPr>
          <a:lstStyle/>
          <a:p>
            <a:pPr>
              <a:spcBef>
                <a:spcPct val="0"/>
              </a:spcBef>
            </a:pPr>
            <a:r>
              <a:rPr lang="en-US" altLang="zh-CN" sz="2600" i="0" dirty="0">
                <a:solidFill>
                  <a:srgbClr val="0000CC"/>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故</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2+</a:t>
            </a:r>
            <a:r>
              <a:rPr lang="zh-CN" altLang="en-US" sz="2600" i="0" dirty="0">
                <a:solidFill>
                  <a:srgbClr val="0000CC"/>
                </a:solidFill>
                <a:latin typeface="Times New Roman" panose="02020603050405020304" pitchFamily="18" charset="0"/>
              </a:rPr>
              <a:t>不会发生歧化反应可发生歧化反应的逆反应</a:t>
            </a:r>
          </a:p>
        </p:txBody>
      </p:sp>
      <p:sp>
        <p:nvSpPr>
          <p:cNvPr id="89092" name="Rectangle 6"/>
          <p:cNvSpPr/>
          <p:nvPr/>
        </p:nvSpPr>
        <p:spPr>
          <a:xfrm>
            <a:off x="2514600" y="2209800"/>
            <a:ext cx="6172200" cy="885825"/>
          </a:xfrm>
          <a:prstGeom prst="rect">
            <a:avLst/>
          </a:prstGeom>
          <a:gradFill rotWithShape="1">
            <a:gsLst>
              <a:gs pos="0">
                <a:srgbClr val="595959"/>
              </a:gs>
              <a:gs pos="50000">
                <a:srgbClr val="C0C0C0"/>
              </a:gs>
              <a:gs pos="100000">
                <a:srgbClr val="595959"/>
              </a:gs>
            </a:gsLst>
            <a:lin ang="5400000" scaled="1"/>
            <a:tileRect/>
          </a:gradFill>
          <a:ln w="9525">
            <a:noFill/>
          </a:ln>
        </p:spPr>
        <p:txBody>
          <a:bodyPr>
            <a:spAutoFit/>
          </a:bodyPr>
          <a:lstStyle/>
          <a:p>
            <a:pPr>
              <a:spcBef>
                <a:spcPct val="0"/>
              </a:spcBef>
            </a:pPr>
            <a:r>
              <a:rPr lang="en-US" altLang="zh-CN" sz="2600" i="0" dirty="0">
                <a:solidFill>
                  <a:srgbClr val="336600"/>
                </a:solidFill>
                <a:latin typeface="Times New Roman" panose="02020603050405020304" pitchFamily="18" charset="0"/>
              </a:rPr>
              <a:t>        </a:t>
            </a:r>
            <a:r>
              <a:rPr lang="zh-CN" altLang="en-US" sz="2600" i="0" dirty="0">
                <a:solidFill>
                  <a:srgbClr val="0000CC"/>
                </a:solidFill>
                <a:latin typeface="Times New Roman" panose="02020603050405020304" pitchFamily="18" charset="0"/>
              </a:rPr>
              <a:t>在</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2+</a:t>
            </a:r>
            <a:r>
              <a:rPr lang="zh-CN" altLang="en-US" sz="2600" i="0" dirty="0">
                <a:solidFill>
                  <a:srgbClr val="0000CC"/>
                </a:solidFill>
                <a:latin typeface="Times New Roman" panose="02020603050405020304" pitchFamily="18" charset="0"/>
              </a:rPr>
              <a:t>盐溶液，加入少量金属铁能避免</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2+</a:t>
            </a:r>
            <a:r>
              <a:rPr lang="zh-CN" altLang="en-US" sz="2600" i="0" dirty="0">
                <a:solidFill>
                  <a:srgbClr val="0000CC"/>
                </a:solidFill>
                <a:latin typeface="Times New Roman" panose="02020603050405020304" pitchFamily="18" charset="0"/>
              </a:rPr>
              <a:t>空气中氧气氧化为</a:t>
            </a:r>
            <a:r>
              <a:rPr lang="en-US" altLang="zh-CN" sz="2600" i="0" dirty="0">
                <a:solidFill>
                  <a:srgbClr val="0000CC"/>
                </a:solidFill>
                <a:latin typeface="Times New Roman" panose="02020603050405020304" pitchFamily="18" charset="0"/>
              </a:rPr>
              <a:t>Fe</a:t>
            </a:r>
            <a:r>
              <a:rPr lang="en-US" altLang="zh-CN" sz="2600" i="0" baseline="30000" dirty="0">
                <a:solidFill>
                  <a:srgbClr val="0000CC"/>
                </a:solidFill>
                <a:latin typeface="Times New Roman" panose="02020603050405020304" pitchFamily="18" charset="0"/>
              </a:rPr>
              <a:t>3+</a:t>
            </a:r>
          </a:p>
        </p:txBody>
      </p:sp>
      <p:sp>
        <p:nvSpPr>
          <p:cNvPr id="146439" name="Rectangle 7"/>
          <p:cNvSpPr>
            <a:spLocks noChangeArrowheads="1"/>
          </p:cNvSpPr>
          <p:nvPr/>
        </p:nvSpPr>
        <p:spPr bwMode="auto">
          <a:xfrm>
            <a:off x="152400" y="457200"/>
            <a:ext cx="1905000" cy="946150"/>
          </a:xfrm>
          <a:prstGeom prst="rect">
            <a:avLst/>
          </a:prstGeom>
          <a:gradFill rotWithShape="1">
            <a:gsLst>
              <a:gs pos="0">
                <a:srgbClr val="800000">
                  <a:gamma/>
                  <a:shade val="46275"/>
                  <a:invGamma/>
                </a:srgbClr>
              </a:gs>
              <a:gs pos="50000">
                <a:srgbClr val="800000"/>
              </a:gs>
              <a:gs pos="100000">
                <a:srgbClr val="800000">
                  <a:gamma/>
                  <a:shade val="46275"/>
                  <a:invGamma/>
                </a:srgbClr>
              </a:gs>
            </a:gsLst>
            <a:lin ang="5400000" scaled="1"/>
          </a:gradFill>
          <a:ln w="9525">
            <a:noFill/>
            <a:miter lim="800000"/>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800" b="1" i="1" u="none" strike="noStrike" kern="1200" cap="none" spc="0" normalizeH="0" baseline="0" noProof="0">
                <a:ln>
                  <a:noFill/>
                </a:ln>
                <a:solidFill>
                  <a:schemeClr val="bg1"/>
                </a:solidFill>
                <a:effectLst>
                  <a:outerShdw blurRad="38100" dist="38100" dir="2700000" algn="tl">
                    <a:srgbClr val="000000"/>
                  </a:outerShdw>
                </a:effectLst>
                <a:uLnTx/>
                <a:uFillTx/>
                <a:latin typeface="楷体_GB2312" pitchFamily="49" charset="-122"/>
                <a:ea typeface="楷体_GB2312" pitchFamily="49" charset="-122"/>
                <a:cs typeface="+mn-cs"/>
              </a:rPr>
              <a:t>元素电势图的应用</a:t>
            </a:r>
          </a:p>
        </p:txBody>
      </p:sp>
      <p:sp>
        <p:nvSpPr>
          <p:cNvPr id="89094" name="Rectangle 9"/>
          <p:cNvSpPr/>
          <p:nvPr/>
        </p:nvSpPr>
        <p:spPr>
          <a:xfrm>
            <a:off x="4038600" y="3505200"/>
            <a:ext cx="1676400" cy="1016000"/>
          </a:xfrm>
          <a:prstGeom prst="rect">
            <a:avLst/>
          </a:prstGeom>
          <a:noFill/>
          <a:ln w="57150" cap="flat" cmpd="sng">
            <a:solidFill>
              <a:srgbClr val="FF6600"/>
            </a:solidFill>
            <a:prstDash val="solid"/>
            <a:miter/>
            <a:headEnd type="none" w="med" len="med"/>
            <a:tailEnd type="none" w="med" len="med"/>
          </a:ln>
        </p:spPr>
        <p:txBody>
          <a:bodyPr>
            <a:spAutoFit/>
          </a:bodyPr>
          <a:lstStyle/>
          <a:p>
            <a:pPr>
              <a:spcBef>
                <a:spcPct val="0"/>
              </a:spcBef>
            </a:pPr>
            <a:r>
              <a:rPr lang="zh-CN" altLang="en-US" sz="3000" dirty="0">
                <a:solidFill>
                  <a:srgbClr val="0000CC"/>
                </a:solidFill>
                <a:latin typeface="Arial" panose="020B0604020202020204" pitchFamily="34" charset="0"/>
                <a:ea typeface="宋体" panose="02010600030101010101" pitchFamily="2" charset="-122"/>
              </a:rPr>
              <a:t>作业</a:t>
            </a:r>
            <a:r>
              <a:rPr lang="en-US" altLang="zh-CN" sz="3000" dirty="0">
                <a:solidFill>
                  <a:srgbClr val="0000CC"/>
                </a:solidFill>
                <a:latin typeface="Arial" panose="020B0604020202020204" pitchFamily="34" charset="0"/>
                <a:ea typeface="宋体" panose="02010600030101010101" pitchFamily="2" charset="-122"/>
              </a:rPr>
              <a:t>—P</a:t>
            </a:r>
            <a:r>
              <a:rPr lang="en-US" altLang="zh-CN" sz="3000" baseline="-25000" dirty="0">
                <a:solidFill>
                  <a:srgbClr val="0000CC"/>
                </a:solidFill>
                <a:latin typeface="Arial" panose="020B0604020202020204" pitchFamily="34" charset="0"/>
                <a:ea typeface="宋体" panose="02010600030101010101" pitchFamily="2" charset="-122"/>
              </a:rPr>
              <a:t>180--182</a:t>
            </a:r>
            <a:endParaRPr lang="en-US" altLang="zh-CN" sz="3000" baseline="-25000" dirty="0">
              <a:latin typeface="Arial" panose="020B0604020202020204" pitchFamily="34" charset="0"/>
              <a:ea typeface="宋体" panose="02010600030101010101" pitchFamily="2" charset="-122"/>
            </a:endParaRPr>
          </a:p>
        </p:txBody>
      </p:sp>
      <p:sp>
        <p:nvSpPr>
          <p:cNvPr id="89095" name="Rectangle 10"/>
          <p:cNvSpPr/>
          <p:nvPr/>
        </p:nvSpPr>
        <p:spPr>
          <a:xfrm>
            <a:off x="152400" y="4876800"/>
            <a:ext cx="8534400" cy="1200150"/>
          </a:xfrm>
          <a:prstGeom prst="rect">
            <a:avLst/>
          </a:prstGeom>
          <a:noFill/>
          <a:ln w="57150" cap="flat" cmpd="sng">
            <a:solidFill>
              <a:srgbClr val="33CCCC"/>
            </a:solidFill>
            <a:prstDash val="solid"/>
            <a:miter/>
            <a:headEnd type="none" w="med" len="med"/>
            <a:tailEnd type="none" w="med" len="med"/>
          </a:ln>
        </p:spPr>
        <p:txBody>
          <a:bodyPr>
            <a:spAutoFit/>
          </a:bodyPr>
          <a:lstStyle/>
          <a:p>
            <a:pPr algn="ctr">
              <a:spcBef>
                <a:spcPct val="0"/>
              </a:spcBef>
            </a:pPr>
            <a:r>
              <a:rPr lang="en-US" altLang="zh-CN" sz="3600" dirty="0">
                <a:solidFill>
                  <a:srgbClr val="FF00FF"/>
                </a:solidFill>
                <a:latin typeface="Arial" panose="020B0604020202020204" pitchFamily="34" charset="0"/>
                <a:ea typeface="宋体" panose="02010600030101010101" pitchFamily="2" charset="-122"/>
              </a:rPr>
              <a:t>3(</a:t>
            </a:r>
            <a:r>
              <a:rPr lang="zh-CN" altLang="en-US" sz="3600" dirty="0">
                <a:solidFill>
                  <a:srgbClr val="FF00FF"/>
                </a:solidFill>
                <a:latin typeface="Arial" panose="020B0604020202020204" pitchFamily="34" charset="0"/>
                <a:ea typeface="宋体" panose="02010600030101010101" pitchFamily="2" charset="-122"/>
              </a:rPr>
              <a:t>双号</a:t>
            </a:r>
            <a:r>
              <a:rPr lang="en-US" altLang="zh-CN" sz="3600" dirty="0">
                <a:solidFill>
                  <a:srgbClr val="FF00FF"/>
                </a:solidFill>
                <a:latin typeface="Arial" panose="020B0604020202020204" pitchFamily="34" charset="0"/>
                <a:ea typeface="宋体" panose="02010600030101010101" pitchFamily="2" charset="-122"/>
              </a:rPr>
              <a:t>)</a:t>
            </a:r>
            <a:r>
              <a:rPr lang="zh-CN" altLang="en-US" sz="3600" dirty="0">
                <a:solidFill>
                  <a:srgbClr val="FF00FF"/>
                </a:solidFill>
                <a:latin typeface="Arial" panose="020B0604020202020204" pitchFamily="34" charset="0"/>
                <a:ea typeface="宋体" panose="02010600030101010101" pitchFamily="2" charset="-122"/>
              </a:rPr>
              <a:t>， </a:t>
            </a:r>
            <a:r>
              <a:rPr lang="en-US" altLang="zh-CN" sz="3600" dirty="0">
                <a:solidFill>
                  <a:srgbClr val="FF00FF"/>
                </a:solidFill>
                <a:latin typeface="Arial" panose="020B0604020202020204" pitchFamily="34" charset="0"/>
                <a:ea typeface="宋体" panose="02010600030101010101" pitchFamily="2" charset="-122"/>
              </a:rPr>
              <a:t>4(</a:t>
            </a:r>
            <a:r>
              <a:rPr lang="zh-CN" altLang="en-US" sz="3600" dirty="0">
                <a:solidFill>
                  <a:srgbClr val="FF00FF"/>
                </a:solidFill>
                <a:latin typeface="Arial" panose="020B0604020202020204" pitchFamily="34" charset="0"/>
                <a:ea typeface="宋体" panose="02010600030101010101" pitchFamily="2" charset="-122"/>
              </a:rPr>
              <a:t>单号</a:t>
            </a:r>
            <a:r>
              <a:rPr lang="en-US" altLang="zh-CN" sz="3600" dirty="0">
                <a:solidFill>
                  <a:srgbClr val="FF00FF"/>
                </a:solidFill>
                <a:latin typeface="Arial" panose="020B0604020202020204" pitchFamily="34" charset="0"/>
                <a:ea typeface="宋体" panose="02010600030101010101" pitchFamily="2" charset="-122"/>
              </a:rPr>
              <a:t>)</a:t>
            </a:r>
            <a:r>
              <a:rPr lang="zh-CN" altLang="en-US" sz="3600" dirty="0">
                <a:solidFill>
                  <a:srgbClr val="FF00FF"/>
                </a:solidFill>
                <a:latin typeface="Arial" panose="020B0604020202020204" pitchFamily="34" charset="0"/>
                <a:ea typeface="宋体" panose="02010600030101010101" pitchFamily="2" charset="-122"/>
              </a:rPr>
              <a:t>，</a:t>
            </a:r>
            <a:r>
              <a:rPr lang="en-US" altLang="zh-CN" sz="3600" dirty="0">
                <a:solidFill>
                  <a:srgbClr val="FF00FF"/>
                </a:solidFill>
                <a:latin typeface="Arial" panose="020B0604020202020204" pitchFamily="34" charset="0"/>
                <a:ea typeface="宋体" panose="02010600030101010101" pitchFamily="2" charset="-122"/>
              </a:rPr>
              <a:t>5(2) </a:t>
            </a:r>
            <a:r>
              <a:rPr lang="zh-CN" altLang="en-US" sz="3600" dirty="0">
                <a:solidFill>
                  <a:srgbClr val="FF00FF"/>
                </a:solidFill>
                <a:latin typeface="Arial" panose="020B0604020202020204" pitchFamily="34" charset="0"/>
                <a:ea typeface="宋体" panose="02010600030101010101" pitchFamily="2" charset="-122"/>
              </a:rPr>
              <a:t>，</a:t>
            </a:r>
          </a:p>
          <a:p>
            <a:pPr algn="ctr">
              <a:spcBef>
                <a:spcPct val="0"/>
              </a:spcBef>
            </a:pPr>
            <a:r>
              <a:rPr lang="en-US" altLang="zh-CN" sz="3600" dirty="0">
                <a:solidFill>
                  <a:srgbClr val="FF00FF"/>
                </a:solidFill>
                <a:latin typeface="Arial" panose="020B0604020202020204" pitchFamily="34" charset="0"/>
                <a:ea typeface="宋体" panose="02010600030101010101" pitchFamily="2" charset="-122"/>
              </a:rPr>
              <a:t>6</a:t>
            </a:r>
            <a:r>
              <a:rPr lang="zh-CN" altLang="en-US" sz="3600" dirty="0">
                <a:solidFill>
                  <a:srgbClr val="FF00FF"/>
                </a:solidFill>
                <a:latin typeface="Arial" panose="020B0604020202020204" pitchFamily="34" charset="0"/>
                <a:ea typeface="宋体" panose="02010600030101010101" pitchFamily="2" charset="-122"/>
              </a:rPr>
              <a:t>、</a:t>
            </a:r>
            <a:r>
              <a:rPr lang="en-US" altLang="zh-CN" sz="3600" dirty="0">
                <a:solidFill>
                  <a:srgbClr val="FF00FF"/>
                </a:solidFill>
                <a:latin typeface="Arial" panose="020B0604020202020204" pitchFamily="34" charset="0"/>
                <a:ea typeface="宋体" panose="02010600030101010101" pitchFamily="2" charset="-122"/>
              </a:rPr>
              <a:t>11</a:t>
            </a:r>
            <a:r>
              <a:rPr lang="zh-CN" altLang="en-US" sz="3600" dirty="0">
                <a:solidFill>
                  <a:srgbClr val="FF00FF"/>
                </a:solidFill>
                <a:latin typeface="Arial" panose="020B0604020202020204" pitchFamily="34" charset="0"/>
                <a:ea typeface="宋体" panose="02010600030101010101" pitchFamily="2" charset="-122"/>
              </a:rPr>
              <a:t>、</a:t>
            </a:r>
            <a:r>
              <a:rPr lang="en-US" altLang="zh-CN" sz="3600" dirty="0">
                <a:solidFill>
                  <a:srgbClr val="FF00FF"/>
                </a:solidFill>
                <a:latin typeface="Arial" panose="020B0604020202020204" pitchFamily="34" charset="0"/>
                <a:ea typeface="宋体" panose="02010600030101010101" pitchFamily="2" charset="-122"/>
              </a:rPr>
              <a:t>12</a:t>
            </a:r>
            <a:r>
              <a:rPr lang="zh-CN" altLang="en-US" sz="3600" dirty="0">
                <a:solidFill>
                  <a:srgbClr val="FF00FF"/>
                </a:solidFill>
                <a:latin typeface="Arial" panose="020B0604020202020204" pitchFamily="34" charset="0"/>
                <a:ea typeface="宋体" panose="02010600030101010101" pitchFamily="2" charset="-122"/>
              </a:rPr>
              <a:t>， </a:t>
            </a:r>
            <a:r>
              <a:rPr lang="en-US" altLang="zh-CN" sz="3600" dirty="0">
                <a:solidFill>
                  <a:srgbClr val="FF00FF"/>
                </a:solidFill>
                <a:latin typeface="Arial" panose="020B0604020202020204" pitchFamily="34" charset="0"/>
                <a:ea typeface="宋体" panose="02010600030101010101" pitchFamily="2" charset="-122"/>
              </a:rPr>
              <a:t>13(2)</a:t>
            </a:r>
            <a:r>
              <a:rPr lang="zh-CN" altLang="en-US" sz="3600" dirty="0">
                <a:solidFill>
                  <a:srgbClr val="FF00FF"/>
                </a:solidFill>
                <a:latin typeface="Arial" panose="020B0604020202020204" pitchFamily="34" charset="0"/>
                <a:ea typeface="宋体" panose="02010600030101010101" pitchFamily="2" charset="-122"/>
              </a:rPr>
              <a:t>，</a:t>
            </a:r>
            <a:r>
              <a:rPr lang="en-US" altLang="zh-CN" sz="3600" dirty="0">
                <a:solidFill>
                  <a:srgbClr val="FF00FF"/>
                </a:solidFill>
                <a:latin typeface="Arial" panose="020B0604020202020204" pitchFamily="34" charset="0"/>
                <a:ea typeface="宋体" panose="02010600030101010101" pitchFamily="2" charset="-122"/>
              </a:rPr>
              <a:t>15</a:t>
            </a:r>
            <a:r>
              <a:rPr lang="zh-CN" altLang="en-US" sz="3600" dirty="0">
                <a:solidFill>
                  <a:srgbClr val="FF00FF"/>
                </a:solidFill>
                <a:latin typeface="Arial" panose="020B0604020202020204" pitchFamily="34" charset="0"/>
                <a:ea typeface="宋体" panose="02010600030101010101" pitchFamily="2" charset="-122"/>
              </a:rPr>
              <a:t>、、</a:t>
            </a:r>
            <a:r>
              <a:rPr lang="en-US" altLang="zh-CN" sz="3600" dirty="0">
                <a:solidFill>
                  <a:srgbClr val="FF00FF"/>
                </a:solidFill>
                <a:latin typeface="Arial" panose="020B0604020202020204" pitchFamily="34" charset="0"/>
                <a:ea typeface="宋体" panose="02010600030101010101" pitchFamily="2" charset="-122"/>
              </a:rPr>
              <a:t>20</a:t>
            </a:r>
            <a:r>
              <a:rPr lang="zh-CN" altLang="en-US" sz="3600" dirty="0">
                <a:solidFill>
                  <a:srgbClr val="FF00FF"/>
                </a:solidFill>
                <a:latin typeface="Arial" panose="020B0604020202020204" pitchFamily="34" charset="0"/>
                <a:ea typeface="宋体" panose="02010600030101010101" pitchFamily="2" charset="-122"/>
              </a:rPr>
              <a:t>， </a:t>
            </a:r>
            <a:r>
              <a:rPr lang="en-US" altLang="zh-CN" sz="3600" dirty="0">
                <a:solidFill>
                  <a:srgbClr val="FF00FF"/>
                </a:solidFill>
                <a:latin typeface="Arial" panose="020B0604020202020204" pitchFamily="34" charset="0"/>
                <a:ea typeface="宋体" panose="02010600030101010101" pitchFamily="2" charset="-122"/>
              </a:rPr>
              <a:t>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3" presetClass="entr" presetSubtype="32" fill="hold" grpId="0" nodeType="afterEffect">
                                  <p:stCondLst>
                                    <p:cond delay="0"/>
                                  </p:stCondLst>
                                  <p:childTnLst>
                                    <p:set>
                                      <p:cBhvr>
                                        <p:cTn id="6" dur="1" fill="hold">
                                          <p:stCondLst>
                                            <p:cond delay="0"/>
                                          </p:stCondLst>
                                        </p:cTn>
                                        <p:tgtEl>
                                          <p:spTgt spid="146436"/>
                                        </p:tgtEl>
                                        <p:attrNameLst>
                                          <p:attrName>style.visibility</p:attrName>
                                        </p:attrNameLst>
                                      </p:cBhvr>
                                      <p:to>
                                        <p:strVal val="visible"/>
                                      </p:to>
                                    </p:set>
                                    <p:animEffect transition="in" filter="plus(out)">
                                      <p:cBhvr>
                                        <p:cTn id="7" dur="1000"/>
                                        <p:tgtEl>
                                          <p:spTgt spid="1464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6436" grpId="0"/>
    </p:bld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a780c991-9bcb-437e-ad80-e4af1f7770df"/>
  <p:tag name="COMMONDATA" val="eyJoZGlkIjoiNGQ3Y2FkMzBhOWQzYzNlMDlhNTg0YjExZjlmYTdlOTg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871,&quot;width&quot;:7200}"/>
</p:tagLst>
</file>

<file path=ppt/theme/theme1.xml><?xml version="1.0" encoding="utf-8"?>
<a:theme xmlns:a="http://schemas.openxmlformats.org/drawingml/2006/main" name="1_默认设计模板">
  <a:themeElements>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默认设计模板">
      <a:majorFont>
        <a:latin typeface="Times New Roman"/>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6600"/>
          </a:solidFill>
          <a:prstDash val="solid"/>
          <a:round/>
          <a:headEnd type="none" w="med" len="med"/>
          <a:tailEnd type="none" w="med" len="med"/>
        </a:ln>
        <a:scene3d>
          <a:camera prst="legacyPerspectiveTopLeft"/>
          <a:lightRig rig="legacyFlat2" dir="t"/>
        </a:scene3d>
        <a:sp3d prstMaterial="legacyMetal">
          <a:bevelT w="13500" h="13500" prst="angle"/>
          <a:bevelB w="13500" h="13500" prst="angle"/>
          <a:extrusionClr>
            <a:srgbClr val="FF6600"/>
          </a:extrusionClr>
        </a:sp3d>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800" b="1" i="1" u="none" strike="noStrike" cap="none" normalizeH="0" baseline="0" smtClean="0">
            <a:ln>
              <a:noFill/>
            </a:ln>
            <a:solidFill>
              <a:srgbClr val="FF5050"/>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noFill/>
        <a:ln w="9525" cap="flat" cmpd="sng" algn="ctr">
          <a:solidFill>
            <a:srgbClr val="FF6600"/>
          </a:solidFill>
          <a:prstDash val="solid"/>
          <a:round/>
          <a:headEnd type="none" w="med" len="med"/>
          <a:tailEnd type="none" w="med" len="med"/>
        </a:ln>
        <a:scene3d>
          <a:camera prst="legacyPerspectiveTopLeft"/>
          <a:lightRig rig="legacyFlat2" dir="t"/>
        </a:scene3d>
        <a:sp3d prstMaterial="legacyMetal">
          <a:bevelT w="13500" h="13500" prst="angle"/>
          <a:bevelB w="13500" h="13500" prst="angle"/>
          <a:extrusionClr>
            <a:srgbClr val="FF6600"/>
          </a:extrusionClr>
        </a:sp3d>
      </a:spPr>
      <a:bodyPr vert="horz" wrap="square" lIns="91440" tIns="45720" rIns="91440" bIns="45720" numCol="1" anchor="t" anchorCtr="0" compatLnSpc="1">
        <a:spAutoFit/>
      </a:bodyPr>
      <a:lstStyle>
        <a:defPPr marL="0" marR="0" indent="0" algn="l" defTabSz="914400" rtl="0" eaLnBrk="1" fontAlgn="base" latinLnBrk="0" hangingPunct="1">
          <a:lnSpc>
            <a:spcPct val="100000"/>
          </a:lnSpc>
          <a:spcBef>
            <a:spcPct val="50000"/>
          </a:spcBef>
          <a:spcAft>
            <a:spcPct val="0"/>
          </a:spcAft>
          <a:buClrTx/>
          <a:buSzTx/>
          <a:buFontTx/>
          <a:buNone/>
          <a:defRPr kumimoji="1" lang="zh-CN" altLang="en-US" sz="2800" b="1" i="1" u="none" strike="noStrike" cap="none" normalizeH="0" baseline="0" smtClean="0">
            <a:ln>
              <a:noFill/>
            </a:ln>
            <a:solidFill>
              <a:srgbClr val="FF5050"/>
            </a:solidFill>
            <a:effectLst/>
            <a:latin typeface="Times New Roman" panose="02020603050405020304" pitchFamily="18" charset="0"/>
            <a:ea typeface="楷体_GB2312" pitchFamily="49" charset="-122"/>
          </a:defRPr>
        </a:defPPr>
      </a:lstStyle>
    </a:lnDef>
  </a:objectDefaults>
  <a:extraClrSchemeLst>
    <a:extraClrScheme>
      <a:clrScheme name="1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TotalTime>
  <Words>8372</Words>
  <Application>WPS 演示</Application>
  <PresentationFormat>全屏显示(4:3)</PresentationFormat>
  <Paragraphs>3966</Paragraphs>
  <Slides>78</Slides>
  <Notes>67</Notes>
  <HiddenSlides>0</HiddenSlides>
  <MMClips>0</MMClips>
  <ScaleCrop>false</ScaleCrop>
  <HeadingPairs>
    <vt:vector size="6" baseType="variant">
      <vt:variant>
        <vt:lpstr>主题</vt:lpstr>
      </vt:variant>
      <vt:variant>
        <vt:i4>1</vt:i4>
      </vt:variant>
      <vt:variant>
        <vt:lpstr>嵌入 OLE 服务器</vt:lpstr>
      </vt:variant>
      <vt:variant>
        <vt:i4>1</vt:i4>
      </vt:variant>
      <vt:variant>
        <vt:lpstr>幻灯片标题</vt:lpstr>
      </vt:variant>
      <vt:variant>
        <vt:i4>78</vt:i4>
      </vt:variant>
    </vt:vector>
  </HeadingPairs>
  <TitlesOfParts>
    <vt:vector size="80" baseType="lpstr">
      <vt:lpstr>1_默认设计模板</vt:lpstr>
      <vt:lpstr>Microsoft 公式 3.0</vt:lpstr>
      <vt:lpstr>第七章     Redox反应-电化学基础</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7.4.3  判断Redox反应进行的方向</vt:lpstr>
      <vt:lpstr>幻灯片 62</vt:lpstr>
      <vt:lpstr>幻灯片 63</vt:lpstr>
      <vt:lpstr>幻灯片 64</vt:lpstr>
      <vt:lpstr>幻灯片 65</vt:lpstr>
      <vt:lpstr>7.4.4  确定氧化还原反应进行的限度</vt:lpstr>
      <vt:lpstr>幻灯片 67</vt:lpstr>
      <vt:lpstr>幻灯片 68</vt:lpstr>
      <vt:lpstr>幻灯片 69</vt:lpstr>
      <vt:lpstr>幻灯片 70</vt:lpstr>
      <vt:lpstr>7.4.5  元素电势图</vt:lpstr>
      <vt:lpstr>幻灯片 72</vt:lpstr>
      <vt:lpstr>幻灯片 73</vt:lpstr>
      <vt:lpstr>幻灯片 74</vt:lpstr>
      <vt:lpstr>幻灯片 75</vt:lpstr>
      <vt:lpstr>幻灯片 76</vt:lpstr>
      <vt:lpstr>幻灯片 77</vt:lpstr>
      <vt:lpstr>幻灯片 78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Windows User</cp:lastModifiedBy>
  <cp:revision>246</cp:revision>
  <dcterms:created xsi:type="dcterms:W3CDTF">2022-11-14T03:11:00Z</dcterms:created>
  <dcterms:modified xsi:type="dcterms:W3CDTF">2023-11-27T02:42:44Z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ICV">
    <vt:lpwstr>FE56693B354541FAB75F48D279E0AB9C_12</vt:lpwstr>
  </property>
  <property fmtid="{D5CDD505-2E9C-101B-9397-08002B2CF9AE}" pid="4" name="KSOProductBuildVer">
    <vt:lpwstr>2052-11.1.0.14036</vt:lpwstr>
  </property>
</Properties>
</file>